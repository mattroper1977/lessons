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ca1269ad169450e" /><Relationship Type="http://schemas.openxmlformats.org/officeDocument/2006/relationships/extended-properties" Target="/docProps/app.xml" Id="Rf26903d00edc4972" /><Relationship Type="http://schemas.openxmlformats.org/officeDocument/2006/relationships/officeDocument" Target="/ppt/presentation.xml" Id="Ra4b7fc3a7ccf4b17" /></Relationships>
</file>

<file path=ppt/presentation.xml><?xml version="1.0" encoding="utf-8"?>
<p:presentation xmlns:p="http://schemas.openxmlformats.org/presentationml/2006/main">
  <p:sldMasterIdLst>
    <p:sldMasterId xmlns:r="http://schemas.openxmlformats.org/officeDocument/2006/relationships" id="2147483648" r:id="R9a4129bafe7742d7"/>
  </p:sldMasterIdLst>
  <p:notesMasterIdLst>
    <p:notesMasterId xmlns:r="http://schemas.openxmlformats.org/officeDocument/2006/relationships" r:id="Rdde7fe008efc4635"/>
  </p:notesMasterIdLst>
  <p:sldIdLst>
    <p:sldId xmlns:r="http://schemas.openxmlformats.org/officeDocument/2006/relationships" id="256" r:id="R104f5f41c8c240b7"/>
    <p:sldId xmlns:r="http://schemas.openxmlformats.org/officeDocument/2006/relationships" id="257" r:id="R66118887455c45dd"/>
    <p:sldId xmlns:r="http://schemas.openxmlformats.org/officeDocument/2006/relationships" id="258" r:id="Ra9bd97228c6a4c80"/>
    <p:sldId xmlns:r="http://schemas.openxmlformats.org/officeDocument/2006/relationships" id="259" r:id="Rf79067295af7404d"/>
    <p:sldId xmlns:r="http://schemas.openxmlformats.org/officeDocument/2006/relationships" id="260" r:id="Rc0a7b0d3229d4437"/>
    <p:sldId xmlns:r="http://schemas.openxmlformats.org/officeDocument/2006/relationships" id="261" r:id="Rb9016199408b4347"/>
    <p:sldId xmlns:r="http://schemas.openxmlformats.org/officeDocument/2006/relationships" id="262" r:id="Rcd0eed15440a41ec"/>
    <p:sldId xmlns:r="http://schemas.openxmlformats.org/officeDocument/2006/relationships" id="263" r:id="Rf27af3bc643d44b0"/>
    <p:sldId xmlns:r="http://schemas.openxmlformats.org/officeDocument/2006/relationships" id="264" r:id="R7a453b1df6d64619"/>
    <p:sldId xmlns:r="http://schemas.openxmlformats.org/officeDocument/2006/relationships" id="265" r:id="Rdbb692fb5ec14ba2"/>
    <p:sldId xmlns:r="http://schemas.openxmlformats.org/officeDocument/2006/relationships" id="266" r:id="R078b48b1e0ea49fd"/>
    <p:sldId xmlns:r="http://schemas.openxmlformats.org/officeDocument/2006/relationships" id="267" r:id="R9cdcae270a264b3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d99e2de32f44164" /><Relationship Type="http://schemas.openxmlformats.org/officeDocument/2006/relationships/slideMaster" Target="/ppt/slideMasters/slideMaster1.xml" Id="R9a4129bafe7742d7" /><Relationship Type="http://schemas.openxmlformats.org/officeDocument/2006/relationships/notesMaster" Target="/ppt/notesMasters/notesMaster1.xml" Id="Rdde7fe008efc4635" /><Relationship Type="http://schemas.openxmlformats.org/officeDocument/2006/relationships/presProps" Target="/ppt/presProps.xml" Id="Rc6563bba00314dec" /><Relationship Type="http://schemas.openxmlformats.org/officeDocument/2006/relationships/tableStyles" Target="/ppt/tableStyles.xml" Id="R6e1ae3ce5fe64cc5" /><Relationship Type="http://schemas.openxmlformats.org/officeDocument/2006/relationships/slide" Target="/ppt/slides/slide1.xml" Id="R104f5f41c8c240b7" /><Relationship Type="http://schemas.openxmlformats.org/officeDocument/2006/relationships/slide" Target="/ppt/slides/slide2.xml" Id="R66118887455c45dd" /><Relationship Type="http://schemas.openxmlformats.org/officeDocument/2006/relationships/slide" Target="/ppt/slides/slide3.xml" Id="Ra9bd97228c6a4c80" /><Relationship Type="http://schemas.openxmlformats.org/officeDocument/2006/relationships/slide" Target="/ppt/slides/slide4.xml" Id="Rf79067295af7404d" /><Relationship Type="http://schemas.openxmlformats.org/officeDocument/2006/relationships/slide" Target="/ppt/slides/slide5.xml" Id="Rc0a7b0d3229d4437" /><Relationship Type="http://schemas.openxmlformats.org/officeDocument/2006/relationships/slide" Target="/ppt/slides/slide6.xml" Id="Rb9016199408b4347" /><Relationship Type="http://schemas.openxmlformats.org/officeDocument/2006/relationships/slide" Target="/ppt/slides/slide7.xml" Id="Rcd0eed15440a41ec" /><Relationship Type="http://schemas.openxmlformats.org/officeDocument/2006/relationships/slide" Target="/ppt/slides/slide8.xml" Id="Rf27af3bc643d44b0" /><Relationship Type="http://schemas.openxmlformats.org/officeDocument/2006/relationships/slide" Target="/ppt/slides/slide9.xml" Id="R7a453b1df6d64619" /><Relationship Type="http://schemas.openxmlformats.org/officeDocument/2006/relationships/slide" Target="/ppt/slides/slide10.xml" Id="Rdbb692fb5ec14ba2" /><Relationship Type="http://schemas.openxmlformats.org/officeDocument/2006/relationships/slide" Target="/ppt/slides/slide11.xml" Id="R078b48b1e0ea49fd" /><Relationship Type="http://schemas.openxmlformats.org/officeDocument/2006/relationships/slide" Target="/ppt/slides/slide12.xml" Id="R9cdcae270a264b3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3cb113a939d40b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212103c51bd41f7" /><Relationship Type="http://schemas.openxmlformats.org/officeDocument/2006/relationships/notesMaster" Target="/ppt/notesMasters/notesMaster1.xml" Id="R81fc199ff84f48d4" /></Relationships>
</file>

<file path=ppt/notesSlides/_rels/notesSlide2.xml.rels>&#65279;<?xml version="1.0" encoding="utf-8"?><Relationships xmlns="http://schemas.openxmlformats.org/package/2006/relationships"><Relationship Type="http://schemas.openxmlformats.org/officeDocument/2006/relationships/slide" Target="/ppt/slides/slide2.xml" Id="R0dcbfc5efe69420d" /><Relationship Type="http://schemas.openxmlformats.org/officeDocument/2006/relationships/notesMaster" Target="/ppt/notesMasters/notesMaster1.xml" Id="R0c0c6f66092940aa" /></Relationships>
</file>

<file path=ppt/notesSlides/_rels/notesSlide3.xml.rels>&#65279;<?xml version="1.0" encoding="utf-8"?><Relationships xmlns="http://schemas.openxmlformats.org/package/2006/relationships"><Relationship Type="http://schemas.openxmlformats.org/officeDocument/2006/relationships/slide" Target="/ppt/slides/slide3.xml" Id="Rc0afb33887c449c7" /><Relationship Type="http://schemas.openxmlformats.org/officeDocument/2006/relationships/notesMaster" Target="/ppt/notesMasters/notesMaster1.xml" Id="Rc58c4d8cb6ca4f89" /></Relationships>
</file>

<file path=ppt/notesSlides/_rels/notesSlide4.xml.rels>&#65279;<?xml version="1.0" encoding="utf-8"?><Relationships xmlns="http://schemas.openxmlformats.org/package/2006/relationships"><Relationship Type="http://schemas.openxmlformats.org/officeDocument/2006/relationships/slide" Target="/ppt/slides/slide4.xml" Id="R46a1d47e88224e7b" /><Relationship Type="http://schemas.openxmlformats.org/officeDocument/2006/relationships/notesMaster" Target="/ppt/notesMasters/notesMaster1.xml" Id="R3c4c0b9508c54ddb" /></Relationships>
</file>

<file path=ppt/notesSlides/_rels/notesSlide5.xml.rels>&#65279;<?xml version="1.0" encoding="utf-8"?><Relationships xmlns="http://schemas.openxmlformats.org/package/2006/relationships"><Relationship Type="http://schemas.openxmlformats.org/officeDocument/2006/relationships/slide" Target="/ppt/slides/slide5.xml" Id="R5bccf54e1ebd4f2b" /><Relationship Type="http://schemas.openxmlformats.org/officeDocument/2006/relationships/notesMaster" Target="/ppt/notesMasters/notesMaster1.xml" Id="Rcd4bc72e32184063" /></Relationships>
</file>

<file path=ppt/notesSlides/_rels/notesSlide6.xml.rels>&#65279;<?xml version="1.0" encoding="utf-8"?><Relationships xmlns="http://schemas.openxmlformats.org/package/2006/relationships"><Relationship Type="http://schemas.openxmlformats.org/officeDocument/2006/relationships/slide" Target="/ppt/slides/slide6.xml" Id="R25de2875393a4efc" /><Relationship Type="http://schemas.openxmlformats.org/officeDocument/2006/relationships/notesMaster" Target="/ppt/notesMasters/notesMaster1.xml" Id="R143ae2a564ab4547" /></Relationships>
</file>

<file path=ppt/notesSlides/_rels/notesSlide7.xml.rels>&#65279;<?xml version="1.0" encoding="utf-8"?><Relationships xmlns="http://schemas.openxmlformats.org/package/2006/relationships"><Relationship Type="http://schemas.openxmlformats.org/officeDocument/2006/relationships/slide" Target="/ppt/slides/slide7.xml" Id="R25d21e89bbd94777" /><Relationship Type="http://schemas.openxmlformats.org/officeDocument/2006/relationships/notesMaster" Target="/ppt/notesMasters/notesMaster1.xml" Id="R78a54d23db91480d" /></Relationships>
</file>

<file path=ppt/notesSlides/_rels/notesSlide8.xml.rels>&#65279;<?xml version="1.0" encoding="utf-8"?><Relationships xmlns="http://schemas.openxmlformats.org/package/2006/relationships"><Relationship Type="http://schemas.openxmlformats.org/officeDocument/2006/relationships/slide" Target="/ppt/slides/slide8.xml" Id="Re04ee454c3bc471d" /><Relationship Type="http://schemas.openxmlformats.org/officeDocument/2006/relationships/notesMaster" Target="/ppt/notesMasters/notesMaster1.xml" Id="R286c56a2e17b4850" /></Relationships>
</file>

<file path=ppt/notesSlides/_rels/notesSlide9.xml.rels>&#65279;<?xml version="1.0" encoding="utf-8"?><Relationships xmlns="http://schemas.openxmlformats.org/package/2006/relationships"><Relationship Type="http://schemas.openxmlformats.org/officeDocument/2006/relationships/slide" Target="/ppt/slides/slide9.xml" Id="R07094462120b4a19" /><Relationship Type="http://schemas.openxmlformats.org/officeDocument/2006/relationships/notesMaster" Target="/ppt/notesMasters/notesMaster1.xml" Id="R6da2f3fc5e474c0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cb7b901b30f492b" /><Relationship Type="http://schemas.openxmlformats.org/officeDocument/2006/relationships/notesMaster" Target="/ppt/notesMasters/notesMaster1.xml" Id="R07cb4352c5c3497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6288d01ce534e6b" /><Relationship Type="http://schemas.openxmlformats.org/officeDocument/2006/relationships/notesMaster" Target="/ppt/notesMasters/notesMaster1.xml" Id="R5c87473f8f364e6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ead1b87721d4197" /><Relationship Type="http://schemas.openxmlformats.org/officeDocument/2006/relationships/notesMaster" Target="/ppt/notesMasters/notesMaster1.xml" Id="Re6b94d84b8e746f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Title</a:t>
            </a:r>
          </a:p>
          <a:p xmlns:a="http://schemas.openxmlformats.org/drawingml/2006/main">
            <a:r>
              <a:t>Timing: 0 minutes.</a:t>
            </a:r>
          </a:p>
          <a:p xmlns:a="http://schemas.openxmlformats.org/drawingml/2006/main">
            <a:r>
              <a:t>Untimed. Introduce the practical, stock sheet and role card. Source: sources/MTP.xlsx; revision sha256:0895674f2901b602daf998b8a7aa1516522ce0c301b23bfba941fcc1807977cd. Medium Term Plan!C9; Lesson register!F12. Before food handling or opening, the responsible adult confirms the approved recipe and actual ingredient labels, written allergen information, clean suitable equipment and handwashing facilities, the agreed food-storage and service plan, the venue and supervision. Hair is tied back, watches and jewellery are removed as required by the adult’s hygiene procedure, and phones stay away from the food area. The Mission also needs invited staff, approved cold items and practice money ready. Learners do not decide whether a food is suitable for an allergy. If any check is unresolved, do not prepare or serve that item: stop and refer to the responsible adult. Follow the setting’s food-safety procedures. Keep practice-money and food roles separate; wash and dry hands again before food handling after money, phones, cleaning, waste or touching hair/face. An unready session may rehearse with empty pots and cards, but must be recorded as rehearsal, not the completed practical or live-service outcome.</a:t>
            </a:r>
          </a:p>
          <a:p xmlns:a="http://schemas.openxmlformats.org/drawingml/2006/main">
            <a:r>
              <a:t>TA brief: Read the prompt if needed. Offer the chosen access route. Record prompts and exact scribing, and leave the choice and wording to the learner.</a:t>
            </a:r>
          </a:p>
          <a:p xmlns:a="http://schemas.openxmlformats.org/drawingml/2006/main">
            <a:r>
              <a:t>Edition: public.</a:t>
            </a:r>
          </a:p>
          <a:p xmlns:a="http://schemas.openxmlformats.org/drawingml/2006/main">
            <a:r>
              <a:t>Source: sources/MTP.xlsx; revision sha256:0895674f2901b602daf998b8a7aa1516522ce0c301b23bfba941fcc1807977cd; Medium Term Plan A9, B9, C9, E9, F9, G9, H9, I9, J9, K9; Challenge map &amp; hours A12, B12, C12, D12, E12, F12, G12, H12, I12, J12, L12, M12, N12; Lesson register B12, D12, E12, F12, G12, H12, I12, J12.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Arrival and regulation</a:t>
            </a:r>
          </a:p>
          <a:p xmlns:a="http://schemas.openxmlformats.org/drawingml/2006/main">
            <a:r>
              <a:t>Timing: 4 minutes.</a:t>
            </a:r>
          </a:p>
          <a:p xmlns:a="http://schemas.openxmlformats.org/drawingml/2006/main">
            <a:r>
              <a:t>4 minutes. Self-contained retrieval reminder is printed in the resources. Expected: a tip with a useful reason; something that can cause an allergic reaction; stop and ask the responsible adult to check approved information; wash and dry hands before food handling. Do not invite personal allergy disclosure or promise suitability. BLUE low energy; GREEN ready; AMBER tense; RED overwhelmed. Offer a brief pause or quieter station without public disclosure. Agree one return action privately. The adult takes over any food task or service position while a learner pauses.</a:t>
            </a:r>
          </a:p>
          <a:p xmlns:a="http://schemas.openxmlformats.org/drawingml/2006/main">
            <a:r>
              <a:t>TA brief: Read the prompt if needed. Offer the chosen access route. Record prompts and exact scribing, and leave the choice and wording to the learner.</a:t>
            </a:r>
          </a:p>
          <a:p xmlns:a="http://schemas.openxmlformats.org/drawingml/2006/main">
            <a:r>
              <a:t>Edition: public.</a:t>
            </a:r>
          </a:p>
          <a:p xmlns:a="http://schemas.openxmlformats.org/drawingml/2006/main">
            <a:r>
              <a:t>Source: sources/MTP.xlsx; revision sha256:0895674f2901b602daf998b8a7aa1516522ce0c301b23bfba941fcc1807977cd; Medium Term Plan A9, B9, C9, E9, F9, G9, H9, I9, J9, K9; Challenge map &amp; hours A12, B12, C12, D12, E12, F12, G12, H12, I12, J12, L12, M12, N12; Lesson register B12, D12, E12, F12, G12, H12, I12, J12.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Retrieval and starter</a:t>
            </a:r>
          </a:p>
          <a:p xmlns:a="http://schemas.openxmlformats.org/drawingml/2006/main">
            <a:r>
              <a:t>Timing: 2 minutes.</a:t>
            </a:r>
          </a:p>
          <a:p xmlns:a="http://schemas.openxmlformats.org/drawingml/2006/main">
            <a:r>
              <a:t>2 minutes. Use the authored three-panel illustration, replacing the source photo without changing the hygiene purpose. A: phone on preparation board; move it away, adult arranges board cleaning, wash/dry hands after touching it. B: loose hair above fruit; tie it back and rewash after touching hair. C: watch and bracelet; remove as directed, then wash/dry hands. This is an illustrated practice scene, not the actual recipe. Do not introduce a real unsafe scene.</a:t>
            </a:r>
          </a:p>
          <a:p xmlns:a="http://schemas.openxmlformats.org/drawingml/2006/main">
            <a:r>
              <a:t>Illustration source: assets/Hygiene_Check_Scene.jpg; revision sha256:e821cb1d8718506895dacebe53884527caae0645070abee215fd2f5949c7c0cc. Generated practice scene, not a record of real food handling.</a:t>
            </a:r>
          </a:p>
          <a:p xmlns:a="http://schemas.openxmlformats.org/drawingml/2006/main">
            <a:r>
              <a:t>TA brief: Read the prompt if needed. Offer the chosen access route. Record prompts and exact scribing, and leave the choice and wording to the learner.</a:t>
            </a:r>
          </a:p>
          <a:p xmlns:a="http://schemas.openxmlformats.org/drawingml/2006/main">
            <a:r>
              <a:t>Edition: public.</a:t>
            </a:r>
          </a:p>
          <a:p xmlns:a="http://schemas.openxmlformats.org/drawingml/2006/main">
            <a:r>
              <a:t>Source: sources/MTP.xlsx; revision sha256:0895674f2901b602daf998b8a7aa1516522ce0c301b23bfba941fcc1807977cd; Medium Term Plan A9, B9, C9, E9, F9, G9, H9, I9, J9, K9; Challenge map &amp; hours A12, B12, C12, D12, E12, F12, G12, H12, I12, J12, L12, M12, N12; Lesson register B12, D12, E12, F12, G12, H12, I12, J12.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Today</a:t>
            </a:r>
          </a:p>
          <a:p xmlns:a="http://schemas.openxmlformats.org/drawingml/2006/main">
            <a:r>
              <a:t>Timing: 0 minutes.</a:t>
            </a:r>
          </a:p>
          <a:p xmlns:a="http://schemas.openxmlformats.org/drawingml/2006/main">
            <a:r>
              <a:t>Untimed. Exact source outcome. [QUAL] — agreed planner activity. These I-can lines are classroom checks, not official criterion quotations.</a:t>
            </a:r>
          </a:p>
          <a:p xmlns:a="http://schemas.openxmlformats.org/drawingml/2006/main">
            <a:r>
              <a:t>TA brief: Read the prompt if needed. Offer the chosen access route. Record prompts and exact scribing, and leave the choice and wording to the learner.</a:t>
            </a:r>
          </a:p>
          <a:p xmlns:a="http://schemas.openxmlformats.org/drawingml/2006/main">
            <a:r>
              <a:t>Edition: public.</a:t>
            </a:r>
          </a:p>
          <a:p xmlns:a="http://schemas.openxmlformats.org/drawingml/2006/main">
            <a:r>
              <a:t>Source: sources/MTP.xlsx; revision sha256:0895674f2901b602daf998b8a7aa1516522ce0c301b23bfba941fcc1807977cd; Medium Term Plan A9, B9, C9, E9, F9, G9, H9, I9, J9, K9; Challenge map &amp; hours A12, B12, C12, D12, E12, F12, G12, H12, I12, J12, L12, M12, N12; Lesson register B12, D12, E12, F12, G12, H12, I12, J12.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I DO</a:t>
            </a:r>
          </a:p>
          <a:p xmlns:a="http://schemas.openxmlformats.org/drawingml/2006/main">
            <a:r>
              <a:t>Timing: 5 minutes.</a:t>
            </a:r>
          </a:p>
          <a:p xmlns:a="http://schemas.openxmlformats.org/drawingml/2006/main">
            <a:r>
              <a:t>5 minutes. Model the full six-step sequence with one approved fruit pot. Proposed training fruit pot: one portion in one clean pot; 50 g of approved pre-cut Fruit A plus 50 g of approved pre-cut Fruit B. The adult must approve the actual fruit names, ingredient labels, amounts, suitable pot and utensils, and storage before use. These are authored training amounts, not a verified actual menu. No ingredient or item is claimed to be allergen-free. Adult performs ingredient/allergen and storage decisions; learner uses approved pre-cut ingredients, no knife. Model weighing one amount, assembling, presenting, handing over for storage and cleaning. Before food handling or opening, the responsible adult confirms the approved recipe and actual ingredient labels, written allergen information, clean suitable equipment and handwashing facilities, the agreed food-storage and service plan, the venue and supervision. Hair is tied back, watches and jewellery are removed as required by the adult’s hygiene procedure, and phones stay away from the food area. The Mission also needs invited staff, approved cold items and practice money ready. Learners do not decide whether a food is suitable for an allergy. If any check is unresolved, do not prepare or serve that item: stop and refer to the responsible adult. Follow the setting’s food-safety procedures. Keep practice-money and food roles separate; wash and dry hands again before food handling after money, phones, cleaning, waste or touching hair/face. An unready session may rehearse with empty pots and cards, but must be recorded as rehearsal, not the completed practical or live-service outcome.</a:t>
            </a:r>
          </a:p>
          <a:p xmlns:a="http://schemas.openxmlformats.org/drawingml/2006/main">
            <a:r>
              <a:t>TA brief: Read the prompt if needed. Offer the chosen access route. Record prompts and exact scribing, and leave the choice and wording to the learner.</a:t>
            </a:r>
          </a:p>
          <a:p xmlns:a="http://schemas.openxmlformats.org/drawingml/2006/main">
            <a:r>
              <a:t>Edition: public.</a:t>
            </a:r>
          </a:p>
          <a:p xmlns:a="http://schemas.openxmlformats.org/drawingml/2006/main">
            <a:r>
              <a:t>Source: sources/MTP.xlsx; revision sha256:0895674f2901b602daf998b8a7aa1516522ce0c301b23bfba941fcc1807977cd; Medium Term Plan A9, B9, C9, E9, F9, G9, H9, I9, J9, K9; Challenge map &amp; hours A12, B12, C12, D12, E12, F12, G12, H12, I12, J12, L12, M12, N12; Lesson register B12, D12, E12, F12, G12, H12, I12, J12.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WE DO</a:t>
            </a:r>
          </a:p>
          <a:p xmlns:a="http://schemas.openxmlformats.org/drawingml/2006/main">
            <a:r>
              <a:t>Timing: 5 minutes.</a:t>
            </a:r>
          </a:p>
          <a:p xmlns:a="http://schemas.openxmlformats.org/drawingml/2006/main">
            <a:r>
              <a:t>5 minutes. Use actual mixed sequence cards B/E/D/A/F/C as the correct letter order. The source shared stock lines are cups, lids and napkins; choose one available line and count it physically. The six-pot model is labelled training only. Hinge: starting assembly before the adult ingredient check is not ready. Wash/dry hands and resolve the check before making food.</a:t>
            </a:r>
          </a:p>
          <a:p xmlns:a="http://schemas.openxmlformats.org/drawingml/2006/main">
            <a:r>
              <a:t>TA brief: Read the prompt if needed. Offer the chosen access route. Record prompts and exact scribing, and leave the choice and wording to the learner.</a:t>
            </a:r>
          </a:p>
          <a:p xmlns:a="http://schemas.openxmlformats.org/drawingml/2006/main">
            <a:r>
              <a:t>Edition: public.</a:t>
            </a:r>
          </a:p>
          <a:p xmlns:a="http://schemas.openxmlformats.org/drawingml/2006/main">
            <a:r>
              <a:t>Source: sources/MTP.xlsx; revision sha256:0895674f2901b602daf998b8a7aa1516522ce0c301b23bfba941fcc1807977cd; Medium Term Plan A9, B9, C9, E9, F9, G9, H9, I9, J9, K9; Challenge map &amp; hours A12, B12, C12, D12, E12, F12, G12, H12, I12, J12, L12, M12, N12; Lesson register B12, D12, E12, F12, G12, H12, I12, J12.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YOU DO practical</a:t>
            </a:r>
          </a:p>
          <a:p xmlns:a="http://schemas.openxmlformats.org/drawingml/2006/main">
            <a:r>
              <a:t>Timing: 12 minutes.</a:t>
            </a:r>
          </a:p>
          <a:p xmlns:a="http://schemas.openxmlformats.org/drawingml/2006/main">
            <a:r>
              <a:t>12 minutes. First part of the source 18-minute You Do. Adult completes readiness before real preparation. Learner sequences cards, prepares and presents one item, and follows the agreed storage handover. Adult records actual actions and prompts on VOC4-L1-E1. A quality check of another station is only through the adult, without touching another learner’s food or forcing pair work. Before food handling or opening, the responsible adult confirms the approved recipe and actual ingredient labels, written allergen information, clean suitable equipment and handwashing facilities, the agreed food-storage and service plan, the venue and supervision. Hair is tied back, watches and jewellery are removed as required by the adult’s hygiene procedure, and phones stay away from the food area. The Mission also needs invited staff, approved cold items and practice money ready. Learners do not decide whether a food is suitable for an allergy. If any check is unresolved, do not prepare or serve that item: stop and refer to the responsible adult. Follow the setting’s food-safety procedures. Keep practice-money and food roles separate; wash and dry hands again before food handling after money, phones, cleaning, waste or touching hair/face. An unready session may rehearse with empty pots and cards, but must be recorded as rehearsal, not the completed practical or live-service outcome.</a:t>
            </a:r>
          </a:p>
          <a:p xmlns:a="http://schemas.openxmlformats.org/drawingml/2006/main">
            <a:r>
              <a:t>TA brief: Read the prompt if needed. Offer the chosen access route. Record prompts and exact scribing, and leave the choice and wording to the learner.</a:t>
            </a:r>
          </a:p>
          <a:p xmlns:a="http://schemas.openxmlformats.org/drawingml/2006/main">
            <a:r>
              <a:t>Edition: public.</a:t>
            </a:r>
          </a:p>
          <a:p xmlns:a="http://schemas.openxmlformats.org/drawingml/2006/main">
            <a:r>
              <a:t>Source: sources/MTP.xlsx; revision sha256:0895674f2901b602daf998b8a7aa1516522ce0c301b23bfba941fcc1807977cd; Medium Term Plan A9, B9, C9, E9, F9, G9, H9, I9, J9, K9; Challenge map &amp; hours A12, B12, C12, D12, E12, F12, G12, H12, I12, J12, L12, M12, N12; Lesson register B12, D12, E12, F12, G12, H12, I12, J12.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YOU DO record or clear down</a:t>
            </a:r>
          </a:p>
          <a:p xmlns:a="http://schemas.openxmlformats.org/drawingml/2006/main">
            <a:r>
              <a:t>Timing: 6 minutes.</a:t>
            </a:r>
          </a:p>
          <a:p xmlns:a="http://schemas.openxmlformats.org/drawingml/2006/main">
            <a:r>
              <a:t>6 minutes. Completes the source 18-minute You Do. VOC4-L1-E2 contains actual stock and personal role fields. Offer front-of-house or back-of-house/quiet preparation role under adult direction. Suitable checks include approved ingredients/allergen information confirmed with the adult, clean utensils/work area, stock count and practice-money readiness. Record individual choices and support; do not copy training counts.</a:t>
            </a:r>
          </a:p>
          <a:p xmlns:a="http://schemas.openxmlformats.org/drawingml/2006/main">
            <a:r>
              <a:t>TA brief: Read the prompt if needed. Offer the chosen access route. Record prompts and exact scribing, and leave the choice and wording to the learner.</a:t>
            </a:r>
          </a:p>
          <a:p xmlns:a="http://schemas.openxmlformats.org/drawingml/2006/main">
            <a:r>
              <a:t>Edition: public.</a:t>
            </a:r>
          </a:p>
          <a:p xmlns:a="http://schemas.openxmlformats.org/drawingml/2006/main">
            <a:r>
              <a:t>Source: sources/MTP.xlsx; revision sha256:0895674f2901b602daf998b8a7aa1516522ce0c301b23bfba941fcc1807977cd; Medium Term Plan A9, B9, C9, E9, F9, G9, H9, I9, J9, K9; Challenge map &amp; hours A12, B12, C12, D12, E12, F12, G12, H12, I12, J12, L12, M12, N12; Lesson register B12, D12, E12, F12, G12, H12, I12, J12.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Tidy and evidence check</a:t>
            </a:r>
          </a:p>
          <a:p xmlns:a="http://schemas.openxmlformats.org/drawingml/2006/main">
            <a:r>
              <a:t>Timing: 4 minutes.</a:t>
            </a:r>
          </a:p>
          <a:p xmlns:a="http://schemas.openxmlformats.org/drawingml/2006/main">
            <a:r>
              <a:t>4 minutes. Safely hand over or store the actual item under the approved plan; do not assume it can remain until the next lesson. A fresh approved batch may be required for the Mission. File actual observation and evidence using the evidence app. Product photo is item-only and subject to local permission; no identifying people or labels. Record actual minutes after teaching.</a:t>
            </a:r>
          </a:p>
          <a:p xmlns:a="http://schemas.openxmlformats.org/drawingml/2006/main">
            <a:r>
              <a:t>TA brief: Read the prompt if needed. Offer the chosen access route. Record prompts and exact scribing, and leave the choice and wording to the learner.</a:t>
            </a:r>
          </a:p>
          <a:p xmlns:a="http://schemas.openxmlformats.org/drawingml/2006/main">
            <a:r>
              <a:t>Edition: public.</a:t>
            </a:r>
          </a:p>
          <a:p xmlns:a="http://schemas.openxmlformats.org/drawingml/2006/main">
            <a:r>
              <a:t>Source: sources/MTP.xlsx; revision sha256:0895674f2901b602daf998b8a7aa1516522ce0c301b23bfba941fcc1807977cd; Medium Term Plan A9, B9, C9, E9, F9, G9, H9, I9, J9, K9; Challenge map &amp; hours A12, B12, C12, D12, E12, F12, G12, H12, I12, J12, L12, M12, N12; Lesson register B12, D12, E12, F12, G12, H12, I12, J12.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Exit ticket</a:t>
            </a:r>
          </a:p>
          <a:p xmlns:a="http://schemas.openxmlformats.org/drawingml/2006/main">
            <a:r>
              <a:t>Timing: 2 minutes.</a:t>
            </a:r>
          </a:p>
          <a:p xmlns:a="http://schemas.openxmlformats.org/drawingml/2006/main">
            <a:r>
              <a:t>2 minutes. Accept a private spoken, signed, pointed or scribed response. Link the check to the learner’s observed work rather than merely copying the model. If only rehearsal occurred, say so and identify the missing readiness step.</a:t>
            </a:r>
          </a:p>
          <a:p xmlns:a="http://schemas.openxmlformats.org/drawingml/2006/main">
            <a:r>
              <a:t>TA brief: Read the prompt if needed. Offer the chosen access route. Record prompts and exact scribing, and leave the choice and wording to the learner.</a:t>
            </a:r>
          </a:p>
          <a:p xmlns:a="http://schemas.openxmlformats.org/drawingml/2006/main">
            <a:r>
              <a:t>Edition: public.</a:t>
            </a:r>
          </a:p>
          <a:p xmlns:a="http://schemas.openxmlformats.org/drawingml/2006/main">
            <a:r>
              <a:t>Source: sources/MTP.xlsx; revision sha256:0895674f2901b602daf998b8a7aa1516522ce0c301b23bfba941fcc1807977cd; Medium Term Plan A9, B9, C9, E9, F9, G9, H9, I9, J9, K9; Challenge map &amp; hours A12, B12, C12, D12, E12, F12, G12, H12, I12, J12, L12, M12, N12; Lesson register B12, D12, E12, F12, G12, H12, I12, J12.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Vocabulary</a:t>
            </a:r>
          </a:p>
          <a:p xmlns:a="http://schemas.openxmlformats.org/drawingml/2006/main">
            <a:r>
              <a:t>Timing: 0 minutes.</a:t>
            </a:r>
          </a:p>
          <a:p xmlns:a="http://schemas.openxmlformats.org/drawingml/2006/main">
            <a:r>
              <a:t>Untimed reference. Read and show the concrete items. An allergy question always goes to the responsible adult; do not ask learners to diagnose or advise.</a:t>
            </a:r>
          </a:p>
          <a:p xmlns:a="http://schemas.openxmlformats.org/drawingml/2006/main">
            <a:r>
              <a:t>TA brief: Read the prompt if needed. Offer the chosen access route. Record prompts and exact scribing, and leave the choice and wording to the learner.</a:t>
            </a:r>
          </a:p>
          <a:p xmlns:a="http://schemas.openxmlformats.org/drawingml/2006/main">
            <a:r>
              <a:t>Edition: public.</a:t>
            </a:r>
          </a:p>
          <a:p xmlns:a="http://schemas.openxmlformats.org/drawingml/2006/main">
            <a:r>
              <a:t>Source: sources/MTP.xlsx; revision sha256:0895674f2901b602daf998b8a7aa1516522ce0c301b23bfba941fcc1807977cd; Medium Term Plan A9, B9, C9, E9, F9, G9, H9, I9, J9, K9; Challenge map &amp; hours A12, B12, C12, D12, E12, F12, G12, H12, I12, J12, L12, M12, N12; Lesson register B12, D12, E12, F12, G12, H12, I12, J12.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Staff brief</a:t>
            </a:r>
          </a:p>
          <a:p xmlns:a="http://schemas.openxmlformats.org/drawingml/2006/main">
            <a:r>
              <a:t>Timing: 0 minutes.</a:t>
            </a:r>
          </a:p>
          <a:p xmlns:a="http://schemas.openxmlformats.org/drawingml/2006/main">
            <a:r>
              <a:t>Hidden staff slide. Space: quieter station and agreed pause; Voice: learner chooses or agrees a role and explains checks; Audience: adult listens and observes; Influence: learner uses feedback to improve a portion or stock count. BLUE low energy; GREEN ready; AMBER tense; RED overwhelmed. Offer a brief pause or quieter station without public disclosure. Agree one return action privately. The adult takes over any food task or service position while a learner pauses. Use individual stations and agreed handovers through the responsible adult. No forced peer pair work, cold calling or class performance. Adults may read, rephrase and scribe exact words. They record prompts, actual actions and individual contribution; they do not invent observations or complete the learner’s choices. A plan, model or blank form is not completed evidence. Before food handling or opening, the responsible adult confirms the approved recipe and actual ingredient labels, written allergen information, clean suitable equipment and handwashing facilities, the agreed food-storage and service plan, the venue and supervision. Hair is tied back, watches and jewellery are removed as required by the adult’s hygiene procedure, and phones stay away from the food area. The Mission also needs invited staff, approved cold items and practice money ready. Learners do not decide whether a food is suitable for an allergy. If any check is unresolved, do not prepare or serve that item: stop and refer to the responsible adult. Follow the setting’s food-safety procedures. Keep practice-money and food roles separate; wash and dry hands again before food handling after money, phones, cleaning, waste or touching hair/face. An unready session may rehearse with empty pots and cards, but must be recorded as rehearsal, not the completed practical or live-service outcome.</a:t>
            </a:r>
          </a:p>
          <a:p xmlns:a="http://schemas.openxmlformats.org/drawingml/2006/main">
            <a:r>
              <a:t>TA brief: Read the prompt if needed. Offer the chosen access route. Record prompts and exact scribing, and leave the choice and wording to the learner.</a:t>
            </a:r>
          </a:p>
          <a:p xmlns:a="http://schemas.openxmlformats.org/drawingml/2006/main">
            <a:r>
              <a:t>Edition: public.</a:t>
            </a:r>
          </a:p>
          <a:p xmlns:a="http://schemas.openxmlformats.org/drawingml/2006/main">
            <a:r>
              <a:t>Source: sources/MTP.xlsx; revision sha256:0895674f2901b602daf998b8a7aa1516522ce0c301b23bfba941fcc1807977cd; Medium Term Plan A9, B9, C9, E9, F9, G9, H9, I9, J9, K9; Challenge map &amp; hours A12, B12, C12, D12, E12, F12, G12, H12, I12, J12, L12, M12, N12; Lesson register B12, D12, E12, F12, G12, H12, I12, J12.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0554f9cf3ca469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d4d83aa505644e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d0061f643044ed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fba30e48328492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1468a101cf54ba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770352f299e4b7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B963A34-38E8-4F4C-9255-57D247755EC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Arial"/>
                <a:ea typeface="Arial"/>
                <a:cs typeface="Arial"/>
              </a:defRPr>
            </a:defPPr>
            <a:lvl1pPr marL="0" indent="0" algn="ctr">
              <a:lnSpc>
                <a:spcPct val="110000"/>
              </a:lnSpc>
              <a:spcBef>
                <a:spcPts val="0"/>
              </a:spcBef>
              <a:spcAft>
                <a:spcPts val="0"/>
              </a:spcAft>
              <a:buNone/>
              <a:defRPr sz="4800" b="1">
                <a:solidFill>
                  <a:schemeClr val="tx1"/>
                </a:solidFill>
                <a:latin typeface="Arial"/>
                <a:ea typeface="Arial"/>
                <a:cs typeface="Arial"/>
              </a:defRPr>
            </a:lvl1pPr>
            <a:lvl2pPr marL="0" indent="0" algn="ctr">
              <a:lnSpc>
                <a:spcPct val="110000"/>
              </a:lnSpc>
              <a:spcBef>
                <a:spcPts val="0"/>
              </a:spcBef>
              <a:spcAft>
                <a:spcPts val="0"/>
              </a:spcAft>
              <a:buNone/>
              <a:defRPr sz="4800" b="1">
                <a:solidFill>
                  <a:schemeClr val="tx1"/>
                </a:solidFill>
                <a:latin typeface="Arial"/>
                <a:ea typeface="Arial"/>
                <a:cs typeface="Arial"/>
              </a:defRPr>
            </a:lvl2pPr>
            <a:lvl3pPr marL="0" indent="0" algn="ctr">
              <a:lnSpc>
                <a:spcPct val="110000"/>
              </a:lnSpc>
              <a:spcBef>
                <a:spcPts val="0"/>
              </a:spcBef>
              <a:spcAft>
                <a:spcPts val="0"/>
              </a:spcAft>
              <a:buNone/>
              <a:defRPr sz="4800" b="1">
                <a:solidFill>
                  <a:schemeClr val="tx1"/>
                </a:solidFill>
                <a:latin typeface="Arial"/>
                <a:ea typeface="Arial"/>
                <a:cs typeface="Arial"/>
              </a:defRPr>
            </a:lvl3pPr>
            <a:lvl4pPr marL="0" indent="0" algn="ctr">
              <a:lnSpc>
                <a:spcPct val="110000"/>
              </a:lnSpc>
              <a:spcBef>
                <a:spcPts val="0"/>
              </a:spcBef>
              <a:spcAft>
                <a:spcPts val="0"/>
              </a:spcAft>
              <a:buNone/>
              <a:defRPr sz="4800" b="1">
                <a:solidFill>
                  <a:schemeClr val="tx1"/>
                </a:solidFill>
                <a:latin typeface="Arial"/>
                <a:ea typeface="Arial"/>
                <a:cs typeface="Arial"/>
              </a:defRPr>
            </a:lvl4pPr>
            <a:lvl5pPr marL="0" indent="0" algn="ctr">
              <a:lnSpc>
                <a:spcPct val="110000"/>
              </a:lnSpc>
              <a:spcBef>
                <a:spcPts val="0"/>
              </a:spcBef>
              <a:spcAft>
                <a:spcPts val="0"/>
              </a:spcAft>
              <a:buNone/>
              <a:defRPr sz="4800" b="1">
                <a:solidFill>
                  <a:schemeClr val="tx1"/>
                </a:solidFill>
                <a:latin typeface="Arial"/>
                <a:ea typeface="Arial"/>
                <a:cs typeface="Arial"/>
              </a:defRPr>
            </a:lvl5pPr>
            <a:lvl6pPr marL="0" indent="0" algn="ctr">
              <a:lnSpc>
                <a:spcPct val="110000"/>
              </a:lnSpc>
              <a:spcBef>
                <a:spcPts val="0"/>
              </a:spcBef>
              <a:spcAft>
                <a:spcPts val="0"/>
              </a:spcAft>
              <a:buNone/>
              <a:defRPr sz="4800" b="1">
                <a:solidFill>
                  <a:schemeClr val="tx1"/>
                </a:solidFill>
                <a:latin typeface="Arial"/>
                <a:ea typeface="Arial"/>
                <a:cs typeface="Arial"/>
              </a:defRPr>
            </a:lvl6pPr>
            <a:lvl7pPr marL="0" indent="0" algn="ctr">
              <a:lnSpc>
                <a:spcPct val="110000"/>
              </a:lnSpc>
              <a:spcBef>
                <a:spcPts val="0"/>
              </a:spcBef>
              <a:spcAft>
                <a:spcPts val="0"/>
              </a:spcAft>
              <a:buNone/>
              <a:defRPr sz="4800" b="1">
                <a:solidFill>
                  <a:schemeClr val="tx1"/>
                </a:solidFill>
                <a:latin typeface="Arial"/>
                <a:ea typeface="Arial"/>
                <a:cs typeface="Arial"/>
              </a:defRPr>
            </a:lvl7pPr>
            <a:lvl8pPr marL="0" indent="0" algn="ctr">
              <a:lnSpc>
                <a:spcPct val="110000"/>
              </a:lnSpc>
              <a:spcBef>
                <a:spcPts val="0"/>
              </a:spcBef>
              <a:spcAft>
                <a:spcPts val="0"/>
              </a:spcAft>
              <a:buNone/>
              <a:defRPr sz="4800" b="1">
                <a:solidFill>
                  <a:schemeClr val="tx1"/>
                </a:solidFill>
                <a:latin typeface="Arial"/>
                <a:ea typeface="Arial"/>
                <a:cs typeface="Arial"/>
              </a:defRPr>
            </a:lvl8pPr>
            <a:lvl9pPr marL="0" indent="0" algn="ctr">
              <a:lnSpc>
                <a:spcPct val="110000"/>
              </a:lnSpc>
              <a:spcBef>
                <a:spcPts val="0"/>
              </a:spcBef>
              <a:spcAft>
                <a:spcPts val="0"/>
              </a:spcAft>
              <a:buNone/>
              <a:defRPr sz="4800" b="1">
                <a:solidFill>
                  <a:schemeClr val="tx1"/>
                </a:solidFill>
                <a:latin typeface="Arial"/>
                <a:ea typeface="Arial"/>
                <a:cs typeface="Arial"/>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A185B64-4720-4C29-B30B-F6940CFF1ED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Arial"/>
                <a:ea typeface="Arial"/>
                <a:cs typeface="Arial"/>
              </a:defRPr>
            </a:defPPr>
            <a:lvl1pPr marL="0" indent="0" algn="ctr">
              <a:lnSpc>
                <a:spcPct val="110000"/>
              </a:lnSpc>
              <a:spcBef>
                <a:spcPts val="0"/>
              </a:spcBef>
              <a:spcAft>
                <a:spcPts val="0"/>
              </a:spcAft>
              <a:buNone/>
              <a:defRPr sz="2100" b="0">
                <a:solidFill>
                  <a:schemeClr val="tx1"/>
                </a:solidFill>
                <a:latin typeface="Arial"/>
                <a:ea typeface="Arial"/>
                <a:cs typeface="Arial"/>
              </a:defRPr>
            </a:lvl1pPr>
            <a:lvl2pPr marL="0" indent="0" algn="ctr">
              <a:lnSpc>
                <a:spcPct val="110000"/>
              </a:lnSpc>
              <a:spcBef>
                <a:spcPts val="0"/>
              </a:spcBef>
              <a:spcAft>
                <a:spcPts val="0"/>
              </a:spcAft>
              <a:buNone/>
              <a:defRPr sz="2100" b="0">
                <a:solidFill>
                  <a:schemeClr val="tx1"/>
                </a:solidFill>
                <a:latin typeface="Arial"/>
                <a:ea typeface="Arial"/>
                <a:cs typeface="Arial"/>
              </a:defRPr>
            </a:lvl2pPr>
            <a:lvl3pPr marL="0" indent="0" algn="ctr">
              <a:lnSpc>
                <a:spcPct val="110000"/>
              </a:lnSpc>
              <a:spcBef>
                <a:spcPts val="0"/>
              </a:spcBef>
              <a:spcAft>
                <a:spcPts val="0"/>
              </a:spcAft>
              <a:buNone/>
              <a:defRPr sz="2100" b="0">
                <a:solidFill>
                  <a:schemeClr val="tx1"/>
                </a:solidFill>
                <a:latin typeface="Arial"/>
                <a:ea typeface="Arial"/>
                <a:cs typeface="Arial"/>
              </a:defRPr>
            </a:lvl3pPr>
            <a:lvl4pPr marL="0" indent="0" algn="ctr">
              <a:lnSpc>
                <a:spcPct val="110000"/>
              </a:lnSpc>
              <a:spcBef>
                <a:spcPts val="0"/>
              </a:spcBef>
              <a:spcAft>
                <a:spcPts val="0"/>
              </a:spcAft>
              <a:buNone/>
              <a:defRPr sz="2100" b="0">
                <a:solidFill>
                  <a:schemeClr val="tx1"/>
                </a:solidFill>
                <a:latin typeface="Arial"/>
                <a:ea typeface="Arial"/>
                <a:cs typeface="Arial"/>
              </a:defRPr>
            </a:lvl4pPr>
            <a:lvl5pPr marL="0" indent="0" algn="ctr">
              <a:lnSpc>
                <a:spcPct val="110000"/>
              </a:lnSpc>
              <a:spcBef>
                <a:spcPts val="0"/>
              </a:spcBef>
              <a:spcAft>
                <a:spcPts val="0"/>
              </a:spcAft>
              <a:buNone/>
              <a:defRPr sz="2100" b="0">
                <a:solidFill>
                  <a:schemeClr val="tx1"/>
                </a:solidFill>
                <a:latin typeface="Arial"/>
                <a:ea typeface="Arial"/>
                <a:cs typeface="Arial"/>
              </a:defRPr>
            </a:lvl5pPr>
            <a:lvl6pPr marL="0" indent="0" algn="ctr">
              <a:lnSpc>
                <a:spcPct val="110000"/>
              </a:lnSpc>
              <a:spcBef>
                <a:spcPts val="0"/>
              </a:spcBef>
              <a:spcAft>
                <a:spcPts val="0"/>
              </a:spcAft>
              <a:buNone/>
              <a:defRPr sz="2100" b="0">
                <a:solidFill>
                  <a:schemeClr val="tx1"/>
                </a:solidFill>
                <a:latin typeface="Arial"/>
                <a:ea typeface="Arial"/>
                <a:cs typeface="Arial"/>
              </a:defRPr>
            </a:lvl6pPr>
            <a:lvl7pPr marL="0" indent="0" algn="ctr">
              <a:lnSpc>
                <a:spcPct val="110000"/>
              </a:lnSpc>
              <a:spcBef>
                <a:spcPts val="0"/>
              </a:spcBef>
              <a:spcAft>
                <a:spcPts val="0"/>
              </a:spcAft>
              <a:buNone/>
              <a:defRPr sz="2100" b="0">
                <a:solidFill>
                  <a:schemeClr val="tx1"/>
                </a:solidFill>
                <a:latin typeface="Arial"/>
                <a:ea typeface="Arial"/>
                <a:cs typeface="Arial"/>
              </a:defRPr>
            </a:lvl7pPr>
            <a:lvl8pPr marL="0" indent="0" algn="ctr">
              <a:lnSpc>
                <a:spcPct val="110000"/>
              </a:lnSpc>
              <a:spcBef>
                <a:spcPts val="0"/>
              </a:spcBef>
              <a:spcAft>
                <a:spcPts val="0"/>
              </a:spcAft>
              <a:buNone/>
              <a:defRPr sz="2100" b="0">
                <a:solidFill>
                  <a:schemeClr val="tx1"/>
                </a:solidFill>
                <a:latin typeface="Arial"/>
                <a:ea typeface="Arial"/>
                <a:cs typeface="Arial"/>
              </a:defRPr>
            </a:lvl8pPr>
            <a:lvl9pPr marL="0" indent="0" algn="ctr">
              <a:lnSpc>
                <a:spcPct val="110000"/>
              </a:lnSpc>
              <a:spcBef>
                <a:spcPts val="0"/>
              </a:spcBef>
              <a:spcAft>
                <a:spcPts val="0"/>
              </a:spcAft>
              <a:buNone/>
              <a:defRPr sz="2100" b="0">
                <a:solidFill>
                  <a:schemeClr val="tx1"/>
                </a:solidFill>
                <a:latin typeface="Arial"/>
                <a:ea typeface="Arial"/>
                <a:cs typeface="Arial"/>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1E47693-EB63-4CBC-986E-056526C3D30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Arial"/>
                <a:ea typeface="Arial"/>
                <a:cs typeface="Arial"/>
              </a:defRPr>
            </a:defPPr>
            <a:lvl1pPr marL="0" indent="0" algn="ctr">
              <a:lnSpc>
                <a:spcPct val="110000"/>
              </a:lnSpc>
              <a:spcBef>
                <a:spcPts val="0"/>
              </a:spcBef>
              <a:spcAft>
                <a:spcPts val="0"/>
              </a:spcAft>
              <a:buNone/>
              <a:defRPr sz="4200" b="1">
                <a:solidFill>
                  <a:schemeClr val="tx1"/>
                </a:solidFill>
                <a:latin typeface="Arial"/>
                <a:ea typeface="Arial"/>
                <a:cs typeface="Arial"/>
              </a:defRPr>
            </a:lvl1pPr>
            <a:lvl2pPr marL="0" indent="0" algn="ctr">
              <a:lnSpc>
                <a:spcPct val="110000"/>
              </a:lnSpc>
              <a:spcBef>
                <a:spcPts val="0"/>
              </a:spcBef>
              <a:spcAft>
                <a:spcPts val="0"/>
              </a:spcAft>
              <a:buNone/>
              <a:defRPr sz="4200" b="1">
                <a:solidFill>
                  <a:schemeClr val="tx1"/>
                </a:solidFill>
                <a:latin typeface="Arial"/>
                <a:ea typeface="Arial"/>
                <a:cs typeface="Arial"/>
              </a:defRPr>
            </a:lvl2pPr>
            <a:lvl3pPr marL="0" indent="0" algn="ctr">
              <a:lnSpc>
                <a:spcPct val="110000"/>
              </a:lnSpc>
              <a:spcBef>
                <a:spcPts val="0"/>
              </a:spcBef>
              <a:spcAft>
                <a:spcPts val="0"/>
              </a:spcAft>
              <a:buNone/>
              <a:defRPr sz="4200" b="1">
                <a:solidFill>
                  <a:schemeClr val="tx1"/>
                </a:solidFill>
                <a:latin typeface="Arial"/>
                <a:ea typeface="Arial"/>
                <a:cs typeface="Arial"/>
              </a:defRPr>
            </a:lvl3pPr>
            <a:lvl4pPr marL="0" indent="0" algn="ctr">
              <a:lnSpc>
                <a:spcPct val="110000"/>
              </a:lnSpc>
              <a:spcBef>
                <a:spcPts val="0"/>
              </a:spcBef>
              <a:spcAft>
                <a:spcPts val="0"/>
              </a:spcAft>
              <a:buNone/>
              <a:defRPr sz="4200" b="1">
                <a:solidFill>
                  <a:schemeClr val="tx1"/>
                </a:solidFill>
                <a:latin typeface="Arial"/>
                <a:ea typeface="Arial"/>
                <a:cs typeface="Arial"/>
              </a:defRPr>
            </a:lvl4pPr>
            <a:lvl5pPr marL="0" indent="0" algn="ctr">
              <a:lnSpc>
                <a:spcPct val="110000"/>
              </a:lnSpc>
              <a:spcBef>
                <a:spcPts val="0"/>
              </a:spcBef>
              <a:spcAft>
                <a:spcPts val="0"/>
              </a:spcAft>
              <a:buNone/>
              <a:defRPr sz="4200" b="1">
                <a:solidFill>
                  <a:schemeClr val="tx1"/>
                </a:solidFill>
                <a:latin typeface="Arial"/>
                <a:ea typeface="Arial"/>
                <a:cs typeface="Arial"/>
              </a:defRPr>
            </a:lvl5pPr>
            <a:lvl6pPr marL="0" indent="0" algn="ctr">
              <a:lnSpc>
                <a:spcPct val="110000"/>
              </a:lnSpc>
              <a:spcBef>
                <a:spcPts val="0"/>
              </a:spcBef>
              <a:spcAft>
                <a:spcPts val="0"/>
              </a:spcAft>
              <a:buNone/>
              <a:defRPr sz="4200" b="1">
                <a:solidFill>
                  <a:schemeClr val="tx1"/>
                </a:solidFill>
                <a:latin typeface="Arial"/>
                <a:ea typeface="Arial"/>
                <a:cs typeface="Arial"/>
              </a:defRPr>
            </a:lvl6pPr>
            <a:lvl7pPr marL="0" indent="0" algn="ctr">
              <a:lnSpc>
                <a:spcPct val="110000"/>
              </a:lnSpc>
              <a:spcBef>
                <a:spcPts val="0"/>
              </a:spcBef>
              <a:spcAft>
                <a:spcPts val="0"/>
              </a:spcAft>
              <a:buNone/>
              <a:defRPr sz="4200" b="1">
                <a:solidFill>
                  <a:schemeClr val="tx1"/>
                </a:solidFill>
                <a:latin typeface="Arial"/>
                <a:ea typeface="Arial"/>
                <a:cs typeface="Arial"/>
              </a:defRPr>
            </a:lvl7pPr>
            <a:lvl8pPr marL="0" indent="0" algn="ctr">
              <a:lnSpc>
                <a:spcPct val="110000"/>
              </a:lnSpc>
              <a:spcBef>
                <a:spcPts val="0"/>
              </a:spcBef>
              <a:spcAft>
                <a:spcPts val="0"/>
              </a:spcAft>
              <a:buNone/>
              <a:defRPr sz="4200" b="1">
                <a:solidFill>
                  <a:schemeClr val="tx1"/>
                </a:solidFill>
                <a:latin typeface="Arial"/>
                <a:ea typeface="Arial"/>
                <a:cs typeface="Arial"/>
              </a:defRPr>
            </a:lvl8pPr>
            <a:lvl9pPr marL="0" indent="0" algn="ctr">
              <a:lnSpc>
                <a:spcPct val="110000"/>
              </a:lnSpc>
              <a:spcBef>
                <a:spcPts val="0"/>
              </a:spcBef>
              <a:spcAft>
                <a:spcPts val="0"/>
              </a:spcAft>
              <a:buNone/>
              <a:defRPr sz="4200" b="1">
                <a:solidFill>
                  <a:schemeClr val="tx1"/>
                </a:solidFill>
                <a:latin typeface="Arial"/>
                <a:ea typeface="Arial"/>
                <a:cs typeface="Arial"/>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997C496-3075-48C7-9A47-4EE592CB083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8C8881F-0FB8-4414-AE53-211E79391DD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Arial"/>
                <a:ea typeface="Arial"/>
                <a:cs typeface="Arial"/>
              </a:defRPr>
            </a:defPPr>
            <a:lvl1pPr marL="228600" indent="-228600" algn="l">
              <a:lnSpc>
                <a:spcPct val="110000"/>
              </a:lnSpc>
              <a:spcBef>
                <a:spcPts val="0"/>
              </a:spcBef>
              <a:spcAft>
                <a:spcPts val="1200"/>
              </a:spcAft>
              <a:buChar char="•"/>
              <a:defRPr sz="2250" b="0">
                <a:solidFill>
                  <a:schemeClr val="tx1"/>
                </a:solidFill>
                <a:latin typeface="Arial"/>
                <a:ea typeface="Arial"/>
                <a:cs typeface="Arial"/>
              </a:defRPr>
            </a:lvl1pPr>
            <a:lvl2pPr marL="533400" indent="-228600" algn="l">
              <a:lnSpc>
                <a:spcPct val="110000"/>
              </a:lnSpc>
              <a:spcBef>
                <a:spcPts val="0"/>
              </a:spcBef>
              <a:spcAft>
                <a:spcPts val="1200"/>
              </a:spcAft>
              <a:buChar char="•"/>
              <a:defRPr sz="2250" b="0">
                <a:solidFill>
                  <a:schemeClr val="tx1"/>
                </a:solidFill>
                <a:latin typeface="Arial"/>
                <a:ea typeface="Arial"/>
                <a:cs typeface="Arial"/>
              </a:defRPr>
            </a:lvl2pPr>
            <a:lvl3pPr marL="838200" indent="-228600" algn="l">
              <a:lnSpc>
                <a:spcPct val="110000"/>
              </a:lnSpc>
              <a:spcBef>
                <a:spcPts val="0"/>
              </a:spcBef>
              <a:spcAft>
                <a:spcPts val="1200"/>
              </a:spcAft>
              <a:buChar char="•"/>
              <a:defRPr sz="2250" b="0">
                <a:solidFill>
                  <a:schemeClr val="tx1"/>
                </a:solidFill>
                <a:latin typeface="Arial"/>
                <a:ea typeface="Arial"/>
                <a:cs typeface="Arial"/>
              </a:defRPr>
            </a:lvl3pPr>
            <a:lvl4pPr marL="1143000" indent="-228600" algn="l">
              <a:lnSpc>
                <a:spcPct val="110000"/>
              </a:lnSpc>
              <a:spcBef>
                <a:spcPts val="0"/>
              </a:spcBef>
              <a:spcAft>
                <a:spcPts val="1200"/>
              </a:spcAft>
              <a:buChar char="•"/>
              <a:defRPr sz="2250" b="0">
                <a:solidFill>
                  <a:schemeClr val="tx1"/>
                </a:solidFill>
                <a:latin typeface="Arial"/>
                <a:ea typeface="Arial"/>
                <a:cs typeface="Arial"/>
              </a:defRPr>
            </a:lvl4pPr>
            <a:lvl5pPr marL="1447800" indent="-228600" algn="l">
              <a:lnSpc>
                <a:spcPct val="110000"/>
              </a:lnSpc>
              <a:spcBef>
                <a:spcPts val="0"/>
              </a:spcBef>
              <a:spcAft>
                <a:spcPts val="1200"/>
              </a:spcAft>
              <a:buChar char="•"/>
              <a:defRPr sz="2250" b="0">
                <a:solidFill>
                  <a:schemeClr val="tx1"/>
                </a:solidFill>
                <a:latin typeface="Arial"/>
                <a:ea typeface="Arial"/>
                <a:cs typeface="Arial"/>
              </a:defRPr>
            </a:lvl5pPr>
            <a:lvl6pPr marL="1752600" indent="-228600" algn="l">
              <a:lnSpc>
                <a:spcPct val="110000"/>
              </a:lnSpc>
              <a:spcBef>
                <a:spcPts val="0"/>
              </a:spcBef>
              <a:spcAft>
                <a:spcPts val="1200"/>
              </a:spcAft>
              <a:buChar char="•"/>
              <a:defRPr sz="2250" b="0">
                <a:solidFill>
                  <a:schemeClr val="tx1"/>
                </a:solidFill>
                <a:latin typeface="Arial"/>
                <a:ea typeface="Arial"/>
                <a:cs typeface="Arial"/>
              </a:defRPr>
            </a:lvl6pPr>
            <a:lvl7pPr marL="2057400" indent="-228600" algn="l">
              <a:lnSpc>
                <a:spcPct val="110000"/>
              </a:lnSpc>
              <a:spcBef>
                <a:spcPts val="0"/>
              </a:spcBef>
              <a:spcAft>
                <a:spcPts val="1200"/>
              </a:spcAft>
              <a:buChar char="•"/>
              <a:defRPr sz="2250" b="0">
                <a:solidFill>
                  <a:schemeClr val="tx1"/>
                </a:solidFill>
                <a:latin typeface="Arial"/>
                <a:ea typeface="Arial"/>
                <a:cs typeface="Arial"/>
              </a:defRPr>
            </a:lvl7pPr>
            <a:lvl8pPr marL="2362200" indent="-228600" algn="l">
              <a:lnSpc>
                <a:spcPct val="110000"/>
              </a:lnSpc>
              <a:spcBef>
                <a:spcPts val="0"/>
              </a:spcBef>
              <a:spcAft>
                <a:spcPts val="1200"/>
              </a:spcAft>
              <a:buChar char="•"/>
              <a:defRPr sz="2250" b="0">
                <a:solidFill>
                  <a:schemeClr val="tx1"/>
                </a:solidFill>
                <a:latin typeface="Arial"/>
                <a:ea typeface="Arial"/>
                <a:cs typeface="Arial"/>
              </a:defRPr>
            </a:lvl8pPr>
            <a:lvl9pPr marL="2667000" indent="-228600" algn="l">
              <a:lnSpc>
                <a:spcPct val="110000"/>
              </a:lnSpc>
              <a:spcBef>
                <a:spcPts val="0"/>
              </a:spcBef>
              <a:spcAft>
                <a:spcPts val="1200"/>
              </a:spcAft>
              <a:buChar char="•"/>
              <a:defRPr sz="2250" b="0">
                <a:solidFill>
                  <a:schemeClr val="tx1"/>
                </a:solidFill>
                <a:latin typeface="Arial"/>
                <a:ea typeface="Arial"/>
                <a:cs typeface="Arial"/>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E26A681-3A0E-4467-9A6D-04167369B0C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6A37C29-5D3A-42A2-904E-A8EEF903153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Arial"/>
                <a:ea typeface="Arial"/>
                <a:cs typeface="Arial"/>
              </a:defRPr>
            </a:defPPr>
            <a:lvl1pPr marL="228600" indent="-228600" algn="l">
              <a:lnSpc>
                <a:spcPct val="110000"/>
              </a:lnSpc>
              <a:spcBef>
                <a:spcPts val="0"/>
              </a:spcBef>
              <a:spcAft>
                <a:spcPts val="1200"/>
              </a:spcAft>
              <a:buChar char="•"/>
              <a:defRPr sz="2100" b="0">
                <a:solidFill>
                  <a:schemeClr val="tx1"/>
                </a:solidFill>
                <a:latin typeface="Arial"/>
                <a:ea typeface="Arial"/>
                <a:cs typeface="Arial"/>
              </a:defRPr>
            </a:lvl1pPr>
            <a:lvl2pPr marL="533400" indent="-228600" algn="l">
              <a:lnSpc>
                <a:spcPct val="110000"/>
              </a:lnSpc>
              <a:spcBef>
                <a:spcPts val="0"/>
              </a:spcBef>
              <a:spcAft>
                <a:spcPts val="1200"/>
              </a:spcAft>
              <a:buChar char="•"/>
              <a:defRPr sz="2100" b="0">
                <a:solidFill>
                  <a:schemeClr val="tx1"/>
                </a:solidFill>
                <a:latin typeface="Arial"/>
                <a:ea typeface="Arial"/>
                <a:cs typeface="Arial"/>
              </a:defRPr>
            </a:lvl2pPr>
            <a:lvl3pPr marL="838200" indent="-228600" algn="l">
              <a:lnSpc>
                <a:spcPct val="110000"/>
              </a:lnSpc>
              <a:spcBef>
                <a:spcPts val="0"/>
              </a:spcBef>
              <a:spcAft>
                <a:spcPts val="1200"/>
              </a:spcAft>
              <a:buChar char="•"/>
              <a:defRPr sz="2100" b="0">
                <a:solidFill>
                  <a:schemeClr val="tx1"/>
                </a:solidFill>
                <a:latin typeface="Arial"/>
                <a:ea typeface="Arial"/>
                <a:cs typeface="Arial"/>
              </a:defRPr>
            </a:lvl3pPr>
            <a:lvl4pPr marL="1143000" indent="-228600" algn="l">
              <a:lnSpc>
                <a:spcPct val="110000"/>
              </a:lnSpc>
              <a:spcBef>
                <a:spcPts val="0"/>
              </a:spcBef>
              <a:spcAft>
                <a:spcPts val="1200"/>
              </a:spcAft>
              <a:buChar char="•"/>
              <a:defRPr sz="2100" b="0">
                <a:solidFill>
                  <a:schemeClr val="tx1"/>
                </a:solidFill>
                <a:latin typeface="Arial"/>
                <a:ea typeface="Arial"/>
                <a:cs typeface="Arial"/>
              </a:defRPr>
            </a:lvl4pPr>
            <a:lvl5pPr marL="1447800" indent="-228600" algn="l">
              <a:lnSpc>
                <a:spcPct val="110000"/>
              </a:lnSpc>
              <a:spcBef>
                <a:spcPts val="0"/>
              </a:spcBef>
              <a:spcAft>
                <a:spcPts val="1200"/>
              </a:spcAft>
              <a:buChar char="•"/>
              <a:defRPr sz="2100" b="0">
                <a:solidFill>
                  <a:schemeClr val="tx1"/>
                </a:solidFill>
                <a:latin typeface="Arial"/>
                <a:ea typeface="Arial"/>
                <a:cs typeface="Arial"/>
              </a:defRPr>
            </a:lvl5pPr>
            <a:lvl6pPr marL="1752600" indent="-228600" algn="l">
              <a:lnSpc>
                <a:spcPct val="110000"/>
              </a:lnSpc>
              <a:spcBef>
                <a:spcPts val="0"/>
              </a:spcBef>
              <a:spcAft>
                <a:spcPts val="1200"/>
              </a:spcAft>
              <a:buChar char="•"/>
              <a:defRPr sz="2100" b="0">
                <a:solidFill>
                  <a:schemeClr val="tx1"/>
                </a:solidFill>
                <a:latin typeface="Arial"/>
                <a:ea typeface="Arial"/>
                <a:cs typeface="Arial"/>
              </a:defRPr>
            </a:lvl6pPr>
            <a:lvl7pPr marL="2057400" indent="-228600" algn="l">
              <a:lnSpc>
                <a:spcPct val="110000"/>
              </a:lnSpc>
              <a:spcBef>
                <a:spcPts val="0"/>
              </a:spcBef>
              <a:spcAft>
                <a:spcPts val="1200"/>
              </a:spcAft>
              <a:buChar char="•"/>
              <a:defRPr sz="2100" b="0">
                <a:solidFill>
                  <a:schemeClr val="tx1"/>
                </a:solidFill>
                <a:latin typeface="Arial"/>
                <a:ea typeface="Arial"/>
                <a:cs typeface="Arial"/>
              </a:defRPr>
            </a:lvl7pPr>
            <a:lvl8pPr marL="2362200" indent="-228600" algn="l">
              <a:lnSpc>
                <a:spcPct val="110000"/>
              </a:lnSpc>
              <a:spcBef>
                <a:spcPts val="0"/>
              </a:spcBef>
              <a:spcAft>
                <a:spcPts val="1200"/>
              </a:spcAft>
              <a:buChar char="•"/>
              <a:defRPr sz="2100" b="0">
                <a:solidFill>
                  <a:schemeClr val="tx1"/>
                </a:solidFill>
                <a:latin typeface="Arial"/>
                <a:ea typeface="Arial"/>
                <a:cs typeface="Arial"/>
              </a:defRPr>
            </a:lvl8pPr>
            <a:lvl9pPr marL="2667000" indent="-228600" algn="l">
              <a:lnSpc>
                <a:spcPct val="110000"/>
              </a:lnSpc>
              <a:spcBef>
                <a:spcPts val="0"/>
              </a:spcBef>
              <a:spcAft>
                <a:spcPts val="1200"/>
              </a:spcAft>
              <a:buChar char="•"/>
              <a:defRPr sz="2100" b="0">
                <a:solidFill>
                  <a:schemeClr val="tx1"/>
                </a:solidFill>
                <a:latin typeface="Arial"/>
                <a:ea typeface="Arial"/>
                <a:cs typeface="Arial"/>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39E48E4-5140-4112-BF51-5950BB95E9C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Arial"/>
                <a:ea typeface="Arial"/>
                <a:cs typeface="Arial"/>
              </a:defRPr>
            </a:defPPr>
            <a:lvl1pPr marL="228600" indent="-228600" algn="l">
              <a:lnSpc>
                <a:spcPct val="110000"/>
              </a:lnSpc>
              <a:spcBef>
                <a:spcPts val="0"/>
              </a:spcBef>
              <a:spcAft>
                <a:spcPts val="1200"/>
              </a:spcAft>
              <a:buChar char="•"/>
              <a:defRPr sz="2100" b="0">
                <a:solidFill>
                  <a:schemeClr val="tx1"/>
                </a:solidFill>
                <a:latin typeface="Arial"/>
                <a:ea typeface="Arial"/>
                <a:cs typeface="Arial"/>
              </a:defRPr>
            </a:lvl1pPr>
            <a:lvl2pPr marL="533400" indent="-228600" algn="l">
              <a:lnSpc>
                <a:spcPct val="110000"/>
              </a:lnSpc>
              <a:spcBef>
                <a:spcPts val="0"/>
              </a:spcBef>
              <a:spcAft>
                <a:spcPts val="1200"/>
              </a:spcAft>
              <a:buChar char="•"/>
              <a:defRPr sz="2100" b="0">
                <a:solidFill>
                  <a:schemeClr val="tx1"/>
                </a:solidFill>
                <a:latin typeface="Arial"/>
                <a:ea typeface="Arial"/>
                <a:cs typeface="Arial"/>
              </a:defRPr>
            </a:lvl2pPr>
            <a:lvl3pPr marL="838200" indent="-228600" algn="l">
              <a:lnSpc>
                <a:spcPct val="110000"/>
              </a:lnSpc>
              <a:spcBef>
                <a:spcPts val="0"/>
              </a:spcBef>
              <a:spcAft>
                <a:spcPts val="1200"/>
              </a:spcAft>
              <a:buChar char="•"/>
              <a:defRPr sz="2100" b="0">
                <a:solidFill>
                  <a:schemeClr val="tx1"/>
                </a:solidFill>
                <a:latin typeface="Arial"/>
                <a:ea typeface="Arial"/>
                <a:cs typeface="Arial"/>
              </a:defRPr>
            </a:lvl3pPr>
            <a:lvl4pPr marL="1143000" indent="-228600" algn="l">
              <a:lnSpc>
                <a:spcPct val="110000"/>
              </a:lnSpc>
              <a:spcBef>
                <a:spcPts val="0"/>
              </a:spcBef>
              <a:spcAft>
                <a:spcPts val="1200"/>
              </a:spcAft>
              <a:buChar char="•"/>
              <a:defRPr sz="2100" b="0">
                <a:solidFill>
                  <a:schemeClr val="tx1"/>
                </a:solidFill>
                <a:latin typeface="Arial"/>
                <a:ea typeface="Arial"/>
                <a:cs typeface="Arial"/>
              </a:defRPr>
            </a:lvl4pPr>
            <a:lvl5pPr marL="1447800" indent="-228600" algn="l">
              <a:lnSpc>
                <a:spcPct val="110000"/>
              </a:lnSpc>
              <a:spcBef>
                <a:spcPts val="0"/>
              </a:spcBef>
              <a:spcAft>
                <a:spcPts val="1200"/>
              </a:spcAft>
              <a:buChar char="•"/>
              <a:defRPr sz="2100" b="0">
                <a:solidFill>
                  <a:schemeClr val="tx1"/>
                </a:solidFill>
                <a:latin typeface="Arial"/>
                <a:ea typeface="Arial"/>
                <a:cs typeface="Arial"/>
              </a:defRPr>
            </a:lvl5pPr>
            <a:lvl6pPr marL="1752600" indent="-228600" algn="l">
              <a:lnSpc>
                <a:spcPct val="110000"/>
              </a:lnSpc>
              <a:spcBef>
                <a:spcPts val="0"/>
              </a:spcBef>
              <a:spcAft>
                <a:spcPts val="1200"/>
              </a:spcAft>
              <a:buChar char="•"/>
              <a:defRPr sz="2100" b="0">
                <a:solidFill>
                  <a:schemeClr val="tx1"/>
                </a:solidFill>
                <a:latin typeface="Arial"/>
                <a:ea typeface="Arial"/>
                <a:cs typeface="Arial"/>
              </a:defRPr>
            </a:lvl6pPr>
            <a:lvl7pPr marL="2057400" indent="-228600" algn="l">
              <a:lnSpc>
                <a:spcPct val="110000"/>
              </a:lnSpc>
              <a:spcBef>
                <a:spcPts val="0"/>
              </a:spcBef>
              <a:spcAft>
                <a:spcPts val="1200"/>
              </a:spcAft>
              <a:buChar char="•"/>
              <a:defRPr sz="2100" b="0">
                <a:solidFill>
                  <a:schemeClr val="tx1"/>
                </a:solidFill>
                <a:latin typeface="Arial"/>
                <a:ea typeface="Arial"/>
                <a:cs typeface="Arial"/>
              </a:defRPr>
            </a:lvl7pPr>
            <a:lvl8pPr marL="2362200" indent="-228600" algn="l">
              <a:lnSpc>
                <a:spcPct val="110000"/>
              </a:lnSpc>
              <a:spcBef>
                <a:spcPts val="0"/>
              </a:spcBef>
              <a:spcAft>
                <a:spcPts val="1200"/>
              </a:spcAft>
              <a:buChar char="•"/>
              <a:defRPr sz="2100" b="0">
                <a:solidFill>
                  <a:schemeClr val="tx1"/>
                </a:solidFill>
                <a:latin typeface="Arial"/>
                <a:ea typeface="Arial"/>
                <a:cs typeface="Arial"/>
              </a:defRPr>
            </a:lvl8pPr>
            <a:lvl9pPr marL="2667000" indent="-228600" algn="l">
              <a:lnSpc>
                <a:spcPct val="110000"/>
              </a:lnSpc>
              <a:spcBef>
                <a:spcPts val="0"/>
              </a:spcBef>
              <a:spcAft>
                <a:spcPts val="1200"/>
              </a:spcAft>
              <a:buChar char="•"/>
              <a:defRPr sz="2100" b="0">
                <a:solidFill>
                  <a:schemeClr val="tx1"/>
                </a:solidFill>
                <a:latin typeface="Arial"/>
                <a:ea typeface="Arial"/>
                <a:cs typeface="Arial"/>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1CE7346-B059-4BAA-82B8-D0E2C1D0735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7AD1C23-3039-47F9-8817-010EC23AD59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Arial"/>
                <a:ea typeface="Arial"/>
                <a:cs typeface="Arial"/>
              </a:defRPr>
            </a:defPPr>
            <a:lvl1pPr marL="228600" indent="-228600" algn="l">
              <a:lnSpc>
                <a:spcPct val="110000"/>
              </a:lnSpc>
              <a:spcBef>
                <a:spcPts val="0"/>
              </a:spcBef>
              <a:spcAft>
                <a:spcPts val="1200"/>
              </a:spcAft>
              <a:buChar char="•"/>
              <a:defRPr sz="2250" b="0">
                <a:solidFill>
                  <a:schemeClr val="tx1"/>
                </a:solidFill>
                <a:latin typeface="Arial"/>
                <a:ea typeface="Arial"/>
                <a:cs typeface="Arial"/>
              </a:defRPr>
            </a:lvl1pPr>
            <a:lvl2pPr marL="533400" indent="-228600" algn="l">
              <a:lnSpc>
                <a:spcPct val="110000"/>
              </a:lnSpc>
              <a:spcBef>
                <a:spcPts val="0"/>
              </a:spcBef>
              <a:spcAft>
                <a:spcPts val="1200"/>
              </a:spcAft>
              <a:buChar char="•"/>
              <a:defRPr sz="2250" b="0">
                <a:solidFill>
                  <a:schemeClr val="tx1"/>
                </a:solidFill>
                <a:latin typeface="Arial"/>
                <a:ea typeface="Arial"/>
                <a:cs typeface="Arial"/>
              </a:defRPr>
            </a:lvl2pPr>
            <a:lvl3pPr marL="838200" indent="-228600" algn="l">
              <a:lnSpc>
                <a:spcPct val="110000"/>
              </a:lnSpc>
              <a:spcBef>
                <a:spcPts val="0"/>
              </a:spcBef>
              <a:spcAft>
                <a:spcPts val="1200"/>
              </a:spcAft>
              <a:buChar char="•"/>
              <a:defRPr sz="2250" b="0">
                <a:solidFill>
                  <a:schemeClr val="tx1"/>
                </a:solidFill>
                <a:latin typeface="Arial"/>
                <a:ea typeface="Arial"/>
                <a:cs typeface="Arial"/>
              </a:defRPr>
            </a:lvl3pPr>
            <a:lvl4pPr marL="1143000" indent="-228600" algn="l">
              <a:lnSpc>
                <a:spcPct val="110000"/>
              </a:lnSpc>
              <a:spcBef>
                <a:spcPts val="0"/>
              </a:spcBef>
              <a:spcAft>
                <a:spcPts val="1200"/>
              </a:spcAft>
              <a:buChar char="•"/>
              <a:defRPr sz="2250" b="0">
                <a:solidFill>
                  <a:schemeClr val="tx1"/>
                </a:solidFill>
                <a:latin typeface="Arial"/>
                <a:ea typeface="Arial"/>
                <a:cs typeface="Arial"/>
              </a:defRPr>
            </a:lvl4pPr>
            <a:lvl5pPr marL="1447800" indent="-228600" algn="l">
              <a:lnSpc>
                <a:spcPct val="110000"/>
              </a:lnSpc>
              <a:spcBef>
                <a:spcPts val="0"/>
              </a:spcBef>
              <a:spcAft>
                <a:spcPts val="1200"/>
              </a:spcAft>
              <a:buChar char="•"/>
              <a:defRPr sz="2250" b="0">
                <a:solidFill>
                  <a:schemeClr val="tx1"/>
                </a:solidFill>
                <a:latin typeface="Arial"/>
                <a:ea typeface="Arial"/>
                <a:cs typeface="Arial"/>
              </a:defRPr>
            </a:lvl5pPr>
            <a:lvl6pPr marL="1752600" indent="-228600" algn="l">
              <a:lnSpc>
                <a:spcPct val="110000"/>
              </a:lnSpc>
              <a:spcBef>
                <a:spcPts val="0"/>
              </a:spcBef>
              <a:spcAft>
                <a:spcPts val="1200"/>
              </a:spcAft>
              <a:buChar char="•"/>
              <a:defRPr sz="2250" b="0">
                <a:solidFill>
                  <a:schemeClr val="tx1"/>
                </a:solidFill>
                <a:latin typeface="Arial"/>
                <a:ea typeface="Arial"/>
                <a:cs typeface="Arial"/>
              </a:defRPr>
            </a:lvl6pPr>
            <a:lvl7pPr marL="2057400" indent="-228600" algn="l">
              <a:lnSpc>
                <a:spcPct val="110000"/>
              </a:lnSpc>
              <a:spcBef>
                <a:spcPts val="0"/>
              </a:spcBef>
              <a:spcAft>
                <a:spcPts val="1200"/>
              </a:spcAft>
              <a:buChar char="•"/>
              <a:defRPr sz="2250" b="0">
                <a:solidFill>
                  <a:schemeClr val="tx1"/>
                </a:solidFill>
                <a:latin typeface="Arial"/>
                <a:ea typeface="Arial"/>
                <a:cs typeface="Arial"/>
              </a:defRPr>
            </a:lvl7pPr>
            <a:lvl8pPr marL="2362200" indent="-228600" algn="l">
              <a:lnSpc>
                <a:spcPct val="110000"/>
              </a:lnSpc>
              <a:spcBef>
                <a:spcPts val="0"/>
              </a:spcBef>
              <a:spcAft>
                <a:spcPts val="1200"/>
              </a:spcAft>
              <a:buChar char="•"/>
              <a:defRPr sz="2250" b="0">
                <a:solidFill>
                  <a:schemeClr val="tx1"/>
                </a:solidFill>
                <a:latin typeface="Arial"/>
                <a:ea typeface="Arial"/>
                <a:cs typeface="Arial"/>
              </a:defRPr>
            </a:lvl8pPr>
            <a:lvl9pPr marL="2667000" indent="-228600" algn="l">
              <a:lnSpc>
                <a:spcPct val="110000"/>
              </a:lnSpc>
              <a:spcBef>
                <a:spcPts val="0"/>
              </a:spcBef>
              <a:spcAft>
                <a:spcPts val="1200"/>
              </a:spcAft>
              <a:buChar char="•"/>
              <a:defRPr sz="2250" b="0">
                <a:solidFill>
                  <a:schemeClr val="tx1"/>
                </a:solidFill>
                <a:latin typeface="Arial"/>
                <a:ea typeface="Arial"/>
                <a:cs typeface="Arial"/>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865a00df42540f5" /><Relationship Type="http://schemas.openxmlformats.org/officeDocument/2006/relationships/slideLayout" Target="/ppt/slideLayouts/slideLayout1.xml" Id="Rf1b3b70608c442b4" /><Relationship Type="http://schemas.openxmlformats.org/officeDocument/2006/relationships/slideLayout" Target="/ppt/slideLayouts/slideLayout2.xml" Id="Rb9723d79baa841fb" /><Relationship Type="http://schemas.openxmlformats.org/officeDocument/2006/relationships/slideLayout" Target="/ppt/slideLayouts/slideLayout3.xml" Id="R73f1408108e84d1b" /><Relationship Type="http://schemas.openxmlformats.org/officeDocument/2006/relationships/slideLayout" Target="/ppt/slideLayouts/slideLayout4.xml" Id="R261d2d49464b4235" /><Relationship Type="http://schemas.openxmlformats.org/officeDocument/2006/relationships/slideLayout" Target="/ppt/slideLayouts/slideLayout5.xml" Id="R3e665dd5f4fe41d3" /><Relationship Type="http://schemas.openxmlformats.org/officeDocument/2006/relationships/slideLayout" Target="/ppt/slideLayouts/slideLayout6.xml" Id="Raf6a2f9006d5495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1b3b70608c442b4"/>
    <p:sldLayoutId xmlns:r="http://schemas.openxmlformats.org/officeDocument/2006/relationships" id="2147483650" r:id="Rb9723d79baa841fb"/>
    <p:sldLayoutId xmlns:r="http://schemas.openxmlformats.org/officeDocument/2006/relationships" id="2147483651" r:id="R73f1408108e84d1b"/>
    <p:sldLayoutId xmlns:r="http://schemas.openxmlformats.org/officeDocument/2006/relationships" id="2147483652" r:id="R261d2d49464b4235"/>
    <p:sldLayoutId xmlns:r="http://schemas.openxmlformats.org/officeDocument/2006/relationships" id="2147483653" r:id="R3e665dd5f4fe41d3"/>
    <p:sldLayoutId xmlns:r="http://schemas.openxmlformats.org/officeDocument/2006/relationships" id="2147483654" r:id="Raf6a2f9006d5495b"/>
  </p:sldLayoutIdLst>
  <p:txStyles>
    <p:titleStyle>
      <a:lvl1pPr xmlns:a="http://schemas.openxmlformats.org/drawingml/2006/main" algn="l">
        <a:lnSpc>
          <a:spcPct val="90000"/>
        </a:lnSpc>
        <a:spcBef>
          <a:spcPts val="0"/>
        </a:spcBef>
        <a:buNone/>
        <a:defRPr sz="4400">
          <a:solidFill>
            <a:schemeClr val="tx1"/>
          </a:solidFill>
          <a:latin typeface="Arial"/>
          <a:ea typeface="Arial"/>
          <a:cs typeface="Arial"/>
        </a:defRPr>
      </a:lvl1pPr>
    </p:titleStyle>
    <p:bodyStyle>
      <a:lvl1pPr xmlns:a="http://schemas.openxmlformats.org/drawingml/2006/main" marL="228600" indent="-228600" algn="l">
        <a:lnSpc>
          <a:spcPct val="90000"/>
        </a:lnSpc>
        <a:spcBef>
          <a:spcPts val="1000"/>
        </a:spcBef>
        <a:buChar char="•"/>
        <a:defRPr sz="2800">
          <a:solidFill>
            <a:schemeClr val="tx1"/>
          </a:solidFill>
          <a:latin typeface="Arial"/>
          <a:ea typeface="Arial"/>
          <a:cs typeface="Arial"/>
        </a:defRPr>
      </a:lvl1pPr>
      <a:lvl2pPr xmlns:a="http://schemas.openxmlformats.org/drawingml/2006/main" marL="685800" indent="-228600" algn="l">
        <a:lnSpc>
          <a:spcPct val="90000"/>
        </a:lnSpc>
        <a:spcBef>
          <a:spcPts val="500"/>
        </a:spcBef>
        <a:buChar char="•"/>
        <a:defRPr sz="2400">
          <a:solidFill>
            <a:schemeClr val="tx1"/>
          </a:solidFill>
          <a:latin typeface="Arial"/>
          <a:ea typeface="Arial"/>
          <a:cs typeface="Arial"/>
        </a:defRPr>
      </a:lvl2pPr>
      <a:lvl3pPr xmlns:a="http://schemas.openxmlformats.org/drawingml/2006/main" marL="1143000" indent="-228600" algn="l">
        <a:lnSpc>
          <a:spcPct val="90000"/>
        </a:lnSpc>
        <a:spcBef>
          <a:spcPts val="500"/>
        </a:spcBef>
        <a:buChar char="•"/>
        <a:defRPr sz="2000">
          <a:solidFill>
            <a:schemeClr val="tx1"/>
          </a:solidFill>
          <a:latin typeface="Arial"/>
          <a:ea typeface="Arial"/>
          <a:cs typeface="Arial"/>
        </a:defRPr>
      </a:lvl3pPr>
      <a:lvl4pPr xmlns:a="http://schemas.openxmlformats.org/drawingml/2006/main" marL="1600200" indent="-228600" algn="l">
        <a:lnSpc>
          <a:spcPct val="90000"/>
        </a:lnSpc>
        <a:spcBef>
          <a:spcPts val="500"/>
        </a:spcBef>
        <a:buChar char="•"/>
        <a:defRPr sz="1800">
          <a:solidFill>
            <a:schemeClr val="tx1"/>
          </a:solidFill>
          <a:latin typeface="Arial"/>
          <a:ea typeface="Arial"/>
          <a:cs typeface="Arial"/>
        </a:defRPr>
      </a:lvl4pPr>
      <a:lvl5pPr xmlns:a="http://schemas.openxmlformats.org/drawingml/2006/main" marL="2057400" indent="-228600" algn="l">
        <a:lnSpc>
          <a:spcPct val="90000"/>
        </a:lnSpc>
        <a:spcBef>
          <a:spcPts val="500"/>
        </a:spcBef>
        <a:buChar char="•"/>
        <a:defRPr sz="1800">
          <a:solidFill>
            <a:schemeClr val="tx1"/>
          </a:solidFill>
          <a:latin typeface="Arial"/>
          <a:ea typeface="Arial"/>
          <a:cs typeface="Arial"/>
        </a:defRPr>
      </a:lvl5pPr>
      <a:lvl6pPr xmlns:a="http://schemas.openxmlformats.org/drawingml/2006/main" marL="2514600" indent="-228600" algn="l">
        <a:lnSpc>
          <a:spcPct val="90000"/>
        </a:lnSpc>
        <a:spcBef>
          <a:spcPts val="500"/>
        </a:spcBef>
        <a:buChar char="•"/>
        <a:defRPr sz="1800">
          <a:solidFill>
            <a:schemeClr val="tx1"/>
          </a:solidFill>
          <a:latin typeface="Arial"/>
          <a:ea typeface="Arial"/>
          <a:cs typeface="Arial"/>
        </a:defRPr>
      </a:lvl6pPr>
      <a:lvl7pPr xmlns:a="http://schemas.openxmlformats.org/drawingml/2006/main" marL="2971800" indent="-228600" algn="l">
        <a:lnSpc>
          <a:spcPct val="90000"/>
        </a:lnSpc>
        <a:spcBef>
          <a:spcPts val="500"/>
        </a:spcBef>
        <a:buChar char="•"/>
        <a:defRPr sz="1800">
          <a:solidFill>
            <a:schemeClr val="tx1"/>
          </a:solidFill>
          <a:latin typeface="Arial"/>
          <a:ea typeface="Arial"/>
          <a:cs typeface="Arial"/>
        </a:defRPr>
      </a:lvl7pPr>
      <a:lvl8pPr xmlns:a="http://schemas.openxmlformats.org/drawingml/2006/main" marL="3429000" indent="-228600" algn="l">
        <a:lnSpc>
          <a:spcPct val="90000"/>
        </a:lnSpc>
        <a:spcBef>
          <a:spcPts val="500"/>
        </a:spcBef>
        <a:buChar char="•"/>
        <a:defRPr sz="1800">
          <a:solidFill>
            <a:schemeClr val="tx1"/>
          </a:solidFill>
          <a:latin typeface="Arial"/>
          <a:ea typeface="Arial"/>
          <a:cs typeface="Arial"/>
        </a:defRPr>
      </a:lvl8pPr>
      <a:lvl9pPr xmlns:a="http://schemas.openxmlformats.org/drawingml/2006/main" marL="3886200" indent="-228600" algn="l">
        <a:lnSpc>
          <a:spcPct val="90000"/>
        </a:lnSpc>
        <a:spcBef>
          <a:spcPts val="500"/>
        </a:spcBef>
        <a:buChar char="•"/>
        <a:defRPr sz="1800">
          <a:solidFill>
            <a:schemeClr val="tx1"/>
          </a:solidFill>
          <a:latin typeface="Arial"/>
          <a:ea typeface="Arial"/>
          <a:cs typeface="Arial"/>
        </a:defRPr>
      </a:lvl9pPr>
    </p:bodyStyle>
    <p:otherStyle>
      <a:lvl1pPr xmlns:a="http://schemas.openxmlformats.org/drawingml/2006/main" marL="0" algn="l">
        <a:buNone/>
        <a:defRPr sz="1800">
          <a:solidFill>
            <a:schemeClr val="tx1"/>
          </a:solidFill>
          <a:latin typeface="Arial"/>
          <a:ea typeface="Arial"/>
          <a:cs typeface="Arial"/>
        </a:defRPr>
      </a:lvl1pPr>
      <a:lvl2pPr xmlns:a="http://schemas.openxmlformats.org/drawingml/2006/main" marL="457200" algn="l">
        <a:buNone/>
        <a:defRPr sz="1800">
          <a:solidFill>
            <a:schemeClr val="tx1"/>
          </a:solidFill>
          <a:latin typeface="Arial"/>
          <a:ea typeface="Arial"/>
          <a:cs typeface="Arial"/>
        </a:defRPr>
      </a:lvl2pPr>
      <a:lvl3pPr xmlns:a="http://schemas.openxmlformats.org/drawingml/2006/main" marL="914400" algn="l">
        <a:buNone/>
        <a:defRPr sz="1800">
          <a:solidFill>
            <a:schemeClr val="tx1"/>
          </a:solidFill>
          <a:latin typeface="Arial"/>
          <a:ea typeface="Arial"/>
          <a:cs typeface="Arial"/>
        </a:defRPr>
      </a:lvl3pPr>
      <a:lvl4pPr xmlns:a="http://schemas.openxmlformats.org/drawingml/2006/main" marL="1371600" algn="l">
        <a:buNone/>
        <a:defRPr sz="1800">
          <a:solidFill>
            <a:schemeClr val="tx1"/>
          </a:solidFill>
          <a:latin typeface="Arial"/>
          <a:ea typeface="Arial"/>
          <a:cs typeface="Arial"/>
        </a:defRPr>
      </a:lvl4pPr>
      <a:lvl5pPr xmlns:a="http://schemas.openxmlformats.org/drawingml/2006/main" marL="1828800" algn="l">
        <a:buNone/>
        <a:defRPr sz="1800">
          <a:solidFill>
            <a:schemeClr val="tx1"/>
          </a:solidFill>
          <a:latin typeface="Arial"/>
          <a:ea typeface="Arial"/>
          <a:cs typeface="Arial"/>
        </a:defRPr>
      </a:lvl5pPr>
      <a:lvl6pPr xmlns:a="http://schemas.openxmlformats.org/drawingml/2006/main" marL="2286000" algn="l">
        <a:buNone/>
        <a:defRPr sz="1800">
          <a:solidFill>
            <a:schemeClr val="tx1"/>
          </a:solidFill>
          <a:latin typeface="Arial"/>
          <a:ea typeface="Arial"/>
          <a:cs typeface="Arial"/>
        </a:defRPr>
      </a:lvl6pPr>
      <a:lvl7pPr xmlns:a="http://schemas.openxmlformats.org/drawingml/2006/main" marL="2743200" algn="l">
        <a:buNone/>
        <a:defRPr sz="1800">
          <a:solidFill>
            <a:schemeClr val="tx1"/>
          </a:solidFill>
          <a:latin typeface="Arial"/>
          <a:ea typeface="Arial"/>
          <a:cs typeface="Arial"/>
        </a:defRPr>
      </a:lvl7pPr>
      <a:lvl8pPr xmlns:a="http://schemas.openxmlformats.org/drawingml/2006/main" marL="3200400" algn="l">
        <a:buNone/>
        <a:defRPr sz="1800">
          <a:solidFill>
            <a:schemeClr val="tx1"/>
          </a:solidFill>
          <a:latin typeface="Arial"/>
          <a:ea typeface="Arial"/>
          <a:cs typeface="Arial"/>
        </a:defRPr>
      </a:lvl8pPr>
      <a:lvl9pPr xmlns:a="http://schemas.openxmlformats.org/drawingml/2006/main" marL="3657600" algn="l">
        <a:buNone/>
        <a:defRPr sz="1800">
          <a:solidFill>
            <a:schemeClr val="tx1"/>
          </a:solidFill>
          <a:latin typeface="Arial"/>
          <a:ea typeface="Arial"/>
          <a:cs typeface="Arial"/>
        </a:defRPr>
      </a:lvl9pPr>
    </p:otherStyle>
  </p:txStyles>
</p:sldMaster>
</file>

<file path=ppt/slideMasters/theme/theme2.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f70c1aadabb4c69" /><Relationship Type="http://schemas.openxmlformats.org/officeDocument/2006/relationships/notesSlide" Target="/ppt/notesSlides/notesSlide1.xml" Id="R81b9ff17efb44fb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2cf3560cffd4f71" /><Relationship Type="http://schemas.openxmlformats.org/officeDocument/2006/relationships/notesSlide" Target="/ppt/notesSlides/notesSlide2.xml" Id="Rf99e96796a2b4d1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6fe44ae0373435a" /><Relationship Type="http://schemas.openxmlformats.org/officeDocument/2006/relationships/image" Target="/ppt/media/image.jpeg" Id="Rb52140367e2b4d92" /><Relationship Type="http://schemas.openxmlformats.org/officeDocument/2006/relationships/notesSlide" Target="/ppt/notesSlides/notesSlide3.xml" Id="R68f85ec7a6234f9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8348fe379fb44a9" /><Relationship Type="http://schemas.openxmlformats.org/officeDocument/2006/relationships/notesSlide" Target="/ppt/notesSlides/notesSlide4.xml" Id="R45c288dc3aac4c8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03ad365f0e3444f" /><Relationship Type="http://schemas.openxmlformats.org/officeDocument/2006/relationships/notesSlide" Target="/ppt/notesSlides/notesSlide5.xml" Id="Reed18a2c1d5844e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39161256e3b4939" /><Relationship Type="http://schemas.openxmlformats.org/officeDocument/2006/relationships/notesSlide" Target="/ppt/notesSlides/notesSlide6.xml" Id="Rd8e3bd9e2ac3463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5fb0a9f724b4c97" /><Relationship Type="http://schemas.openxmlformats.org/officeDocument/2006/relationships/notesSlide" Target="/ppt/notesSlides/notesSlide7.xml" Id="R6b5c5bc86056497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ac0d64a0f764081" /><Relationship Type="http://schemas.openxmlformats.org/officeDocument/2006/relationships/notesSlide" Target="/ppt/notesSlides/notesSlide8.xml" Id="R63d0c583e21f49b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d1eaf66f5074e6f" /><Relationship Type="http://schemas.openxmlformats.org/officeDocument/2006/relationships/notesSlide" Target="/ppt/notesSlides/notesSlide9.xml" Id="R8d48e3f96c93473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d4bc6a1b6fd450b" /><Relationship Type="http://schemas.openxmlformats.org/officeDocument/2006/relationships/notesSlide" Target="/ppt/notesSlides/notesSlide10.xml" Id="R0f6021a025fc48c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c2764f91d0744aa" /><Relationship Type="http://schemas.openxmlformats.org/officeDocument/2006/relationships/notesSlide" Target="/ppt/notesSlides/notesSlide11.xml" Id="Rf30e76b22bd0486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f72293a5f634d75" /><Relationship Type="http://schemas.openxmlformats.org/officeDocument/2006/relationships/notesSlide" Target="/ppt/notesSlides/notesSlide12.xml" Id="Rb69bd9b8b0b244bd"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ide-rule">
            <a:extLst xmlns:a="http://schemas.openxmlformats.org/drawingml/2006/main">
              <a:ext uri="{FF2B5EF4-FFF2-40B4-BE49-F238E27FC236}">
                <a16:creationId xmlns:a16="http://schemas.microsoft.com/office/drawing/2014/main" id="{2109DFE6-EFAF-41F7-9618-E098212ED49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88A277E3-4222-4AD8-91A6-052C26FB7C0B}"/>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TITLE</a:t>
            </a:r>
          </a:p>
        </p:txBody>
      </p:sp>
      <p:sp>
        <p:nvSpPr>
          <p:cNvPr id="3" name="slide-number-time">
            <a:extLst xmlns:a="http://schemas.openxmlformats.org/drawingml/2006/main">
              <a:ext uri="{FF2B5EF4-FFF2-40B4-BE49-F238E27FC236}">
                <a16:creationId xmlns:a16="http://schemas.microsoft.com/office/drawing/2014/main" id="{EDC8D322-A711-4716-A80E-EEE796AFB990}"/>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1 / 12</a:t>
            </a:r>
          </a:p>
        </p:txBody>
      </p:sp>
      <p:sp>
        <p:nvSpPr>
          <p:cNvPr id="4" name="lesson-title">
            <a:extLst xmlns:a="http://schemas.openxmlformats.org/drawingml/2006/main">
              <a:ext uri="{FF2B5EF4-FFF2-40B4-BE49-F238E27FC236}">
                <a16:creationId xmlns:a16="http://schemas.microsoft.com/office/drawing/2014/main" id="{0EF079AF-4915-44E8-8C45-064767BB18D5}"/>
              </a:ext>
            </a:extLst>
          </p:cNvPr>
          <p:cNvSpPr>
            <a:spLocks xmlns:a="http://schemas.openxmlformats.org/drawingml/2006/main" noGrp="1"/>
          </p:cNvSpPr>
          <p:nvPr/>
        </p:nvSpPr>
        <p:spPr>
          <a:xfrm xmlns:a="http://schemas.openxmlformats.org/drawingml/2006/main">
            <a:off x="609600" y="1238250"/>
            <a:ext cx="10906125"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200" b="1">
                <a:solidFill>
                  <a:srgbClr val="17384A"/>
                </a:solidFill>
                <a:latin typeface="Arial"/>
                <a:ea typeface="Arial"/>
                <a:cs typeface="Arial"/>
              </a:defRPr>
            </a:defPPr>
            <a:lvl1pPr algn="l">
              <a:buNone/>
              <a:defRPr sz="4200" b="1">
                <a:solidFill>
                  <a:srgbClr val="17384A"/>
                </a:solidFill>
                <a:latin typeface="Arial"/>
                <a:ea typeface="Arial"/>
                <a:cs typeface="Arial"/>
              </a:defRPr>
            </a:lvl1pPr>
            <a:lvl2pPr algn="l">
              <a:buNone/>
              <a:defRPr sz="4200" b="1">
                <a:solidFill>
                  <a:srgbClr val="17384A"/>
                </a:solidFill>
                <a:latin typeface="Arial"/>
                <a:ea typeface="Arial"/>
                <a:cs typeface="Arial"/>
              </a:defRPr>
            </a:lvl2pPr>
            <a:lvl3pPr algn="l">
              <a:buNone/>
              <a:defRPr sz="4200" b="1">
                <a:solidFill>
                  <a:srgbClr val="17384A"/>
                </a:solidFill>
                <a:latin typeface="Arial"/>
                <a:ea typeface="Arial"/>
                <a:cs typeface="Arial"/>
              </a:defRPr>
            </a:lvl3pPr>
            <a:lvl4pPr algn="l">
              <a:buNone/>
              <a:defRPr sz="4200" b="1">
                <a:solidFill>
                  <a:srgbClr val="17384A"/>
                </a:solidFill>
                <a:latin typeface="Arial"/>
                <a:ea typeface="Arial"/>
                <a:cs typeface="Arial"/>
              </a:defRPr>
            </a:lvl4pPr>
            <a:lvl5pPr algn="l">
              <a:buNone/>
              <a:defRPr sz="4200" b="1">
                <a:solidFill>
                  <a:srgbClr val="17384A"/>
                </a:solidFill>
                <a:latin typeface="Arial"/>
                <a:ea typeface="Arial"/>
                <a:cs typeface="Arial"/>
              </a:defRPr>
            </a:lvl5pPr>
            <a:lvl6pPr algn="l">
              <a:buNone/>
              <a:defRPr sz="4200" b="1">
                <a:solidFill>
                  <a:srgbClr val="17384A"/>
                </a:solidFill>
                <a:latin typeface="Arial"/>
                <a:ea typeface="Arial"/>
                <a:cs typeface="Arial"/>
              </a:defRPr>
            </a:lvl6pPr>
            <a:lvl7pPr algn="l">
              <a:buNone/>
              <a:defRPr sz="4200" b="1">
                <a:solidFill>
                  <a:srgbClr val="17384A"/>
                </a:solidFill>
                <a:latin typeface="Arial"/>
                <a:ea typeface="Arial"/>
                <a:cs typeface="Arial"/>
              </a:defRPr>
            </a:lvl7pPr>
            <a:lvl8pPr algn="l">
              <a:buNone/>
              <a:defRPr sz="4200" b="1">
                <a:solidFill>
                  <a:srgbClr val="17384A"/>
                </a:solidFill>
                <a:latin typeface="Arial"/>
                <a:ea typeface="Arial"/>
                <a:cs typeface="Arial"/>
              </a:defRPr>
            </a:lvl8pPr>
            <a:lvl9pPr algn="l">
              <a:buNone/>
              <a:defRPr sz="4200" b="1">
                <a:solidFill>
                  <a:srgbClr val="17384A"/>
                </a:solidFill>
                <a:latin typeface="Arial"/>
                <a:ea typeface="Arial"/>
                <a:cs typeface="Arial"/>
              </a:defRPr>
            </a:lvl9pPr>
          </a:lstStyle>
          <a:p xmlns:a="http://schemas.openxmlformats.org/drawingml/2006/main">
            <a:pPr algn="l">
              <a:buNone/>
              <a:defRPr sz="4200" b="1">
                <a:solidFill>
                  <a:srgbClr val="17384A"/>
                </a:solidFill>
                <a:latin typeface="Arial"/>
                <a:ea typeface="Arial"/>
                <a:cs typeface="Arial"/>
              </a:defRPr>
            </a:pPr>
            <a:r>
              <a:rPr sz="4200" b="1">
                <a:solidFill>
                  <a:srgbClr val="17384A"/>
                </a:solidFill>
                <a:latin typeface="Arial"/>
                <a:ea typeface="Arial"/>
                <a:cs typeface="Arial"/>
              </a:rPr>
              <a:t>The Theory</a:t>
            </a:r>
          </a:p>
        </p:txBody>
      </p:sp>
      <p:sp>
        <p:nvSpPr>
          <p:cNvPr id="5" name="lesson-subtitle">
            <a:extLst xmlns:a="http://schemas.openxmlformats.org/drawingml/2006/main">
              <a:ext uri="{FF2B5EF4-FFF2-40B4-BE49-F238E27FC236}">
                <a16:creationId xmlns:a16="http://schemas.microsoft.com/office/drawing/2014/main" id="{4733161A-8FD5-4754-B74E-151DBC079FE4}"/>
              </a:ext>
            </a:extLst>
          </p:cNvPr>
          <p:cNvSpPr>
            <a:spLocks xmlns:a="http://schemas.openxmlformats.org/drawingml/2006/main" noGrp="1"/>
          </p:cNvSpPr>
          <p:nvPr/>
        </p:nvSpPr>
        <p:spPr>
          <a:xfrm xmlns:a="http://schemas.openxmlformats.org/drawingml/2006/main">
            <a:off x="609600" y="2905125"/>
            <a:ext cx="10715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46B68"/>
                </a:solidFill>
                <a:latin typeface="Arial"/>
                <a:ea typeface="Arial"/>
                <a:cs typeface="Arial"/>
              </a:defRPr>
            </a:defPPr>
            <a:lvl1pPr algn="l">
              <a:buNone/>
              <a:defRPr sz="2250" b="0">
                <a:solidFill>
                  <a:srgbClr val="146B68"/>
                </a:solidFill>
                <a:latin typeface="Arial"/>
                <a:ea typeface="Arial"/>
                <a:cs typeface="Arial"/>
              </a:defRPr>
            </a:lvl1pPr>
            <a:lvl2pPr algn="l">
              <a:buNone/>
              <a:defRPr sz="2250" b="0">
                <a:solidFill>
                  <a:srgbClr val="146B68"/>
                </a:solidFill>
                <a:latin typeface="Arial"/>
                <a:ea typeface="Arial"/>
                <a:cs typeface="Arial"/>
              </a:defRPr>
            </a:lvl2pPr>
            <a:lvl3pPr algn="l">
              <a:buNone/>
              <a:defRPr sz="2250" b="0">
                <a:solidFill>
                  <a:srgbClr val="146B68"/>
                </a:solidFill>
                <a:latin typeface="Arial"/>
                <a:ea typeface="Arial"/>
                <a:cs typeface="Arial"/>
              </a:defRPr>
            </a:lvl3pPr>
            <a:lvl4pPr algn="l">
              <a:buNone/>
              <a:defRPr sz="2250" b="0">
                <a:solidFill>
                  <a:srgbClr val="146B68"/>
                </a:solidFill>
                <a:latin typeface="Arial"/>
                <a:ea typeface="Arial"/>
                <a:cs typeface="Arial"/>
              </a:defRPr>
            </a:lvl4pPr>
            <a:lvl5pPr algn="l">
              <a:buNone/>
              <a:defRPr sz="2250" b="0">
                <a:solidFill>
                  <a:srgbClr val="146B68"/>
                </a:solidFill>
                <a:latin typeface="Arial"/>
                <a:ea typeface="Arial"/>
                <a:cs typeface="Arial"/>
              </a:defRPr>
            </a:lvl5pPr>
            <a:lvl6pPr algn="l">
              <a:buNone/>
              <a:defRPr sz="2250" b="0">
                <a:solidFill>
                  <a:srgbClr val="146B68"/>
                </a:solidFill>
                <a:latin typeface="Arial"/>
                <a:ea typeface="Arial"/>
                <a:cs typeface="Arial"/>
              </a:defRPr>
            </a:lvl6pPr>
            <a:lvl7pPr algn="l">
              <a:buNone/>
              <a:defRPr sz="2250" b="0">
                <a:solidFill>
                  <a:srgbClr val="146B68"/>
                </a:solidFill>
                <a:latin typeface="Arial"/>
                <a:ea typeface="Arial"/>
                <a:cs typeface="Arial"/>
              </a:defRPr>
            </a:lvl7pPr>
            <a:lvl8pPr algn="l">
              <a:buNone/>
              <a:defRPr sz="2250" b="0">
                <a:solidFill>
                  <a:srgbClr val="146B68"/>
                </a:solidFill>
                <a:latin typeface="Arial"/>
                <a:ea typeface="Arial"/>
                <a:cs typeface="Arial"/>
              </a:defRPr>
            </a:lvl8pPr>
            <a:lvl9pPr algn="l">
              <a:buNone/>
              <a:defRPr sz="2250" b="0">
                <a:solidFill>
                  <a:srgbClr val="146B68"/>
                </a:solidFill>
                <a:latin typeface="Arial"/>
                <a:ea typeface="Arial"/>
                <a:cs typeface="Arial"/>
              </a:defRPr>
            </a:lvl9pPr>
          </a:lstStyle>
          <a:p xmlns:a="http://schemas.openxmlformats.org/drawingml/2006/main">
            <a:pPr algn="l">
              <a:buNone/>
              <a:defRPr sz="2250" b="0">
                <a:solidFill>
                  <a:srgbClr val="146B68"/>
                </a:solidFill>
                <a:latin typeface="Arial"/>
                <a:ea typeface="Arial"/>
                <a:cs typeface="Arial"/>
              </a:defRPr>
            </a:pPr>
            <a:r>
              <a:rPr sz="2250" b="0">
                <a:solidFill>
                  <a:srgbClr val="146B68"/>
                </a:solidFill>
                <a:latin typeface="Arial"/>
                <a:ea typeface="Arial"/>
                <a:cs typeface="Arial"/>
              </a:rPr>
              <a:t>Prepare the café with cold items stock and roles</a:t>
            </a:r>
          </a:p>
        </p:txBody>
      </p:sp>
      <p:sp>
        <p:nvSpPr>
          <p:cNvPr id="8" name="printed-id">
            <a:extLst xmlns:a="http://schemas.openxmlformats.org/drawingml/2006/main">
              <a:ext uri="{FF2B5EF4-FFF2-40B4-BE49-F238E27FC236}">
                <a16:creationId xmlns:a16="http://schemas.microsoft.com/office/drawing/2014/main" id="{A62F79B1-D17C-447A-82D2-747B84847499}"/>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VOC-LAUNCH-A2-W04-L1</a:t>
            </a:r>
          </a:p>
        </p:txBody>
      </p:sp>
      <p:sp>
        <p:nvSpPr>
          <p:cNvPr id="9" name="edition-label">
            <a:extLst xmlns:a="http://schemas.openxmlformats.org/drawingml/2006/main">
              <a:ext uri="{FF2B5EF4-FFF2-40B4-BE49-F238E27FC236}">
                <a16:creationId xmlns:a16="http://schemas.microsoft.com/office/drawing/2014/main" id="{AF2011E7-C77C-47FF-AC30-1ED090AA9D77}"/>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0" name="licence-credit">
            <a:extLst xmlns:a="http://schemas.openxmlformats.org/drawingml/2006/main">
              <a:ext uri="{FF2B5EF4-FFF2-40B4-BE49-F238E27FC236}">
                <a16:creationId xmlns:a16="http://schemas.microsoft.com/office/drawing/2014/main" id="{0237BBF2-883F-4DC6-AAF6-7E1684DE1A65}"/>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
        <p:nvSpPr>
          <p:cNvPr id="12" name="body-0">
            <a:extLst xmlns:a="http://schemas.openxmlformats.org/drawingml/2006/main">
              <a:ext uri="{FF2B5EF4-FFF2-40B4-BE49-F238E27FC236}">
                <a16:creationId xmlns:a16="http://schemas.microsoft.com/office/drawing/2014/main" id="{F8161D4C-072F-47E5-B5D7-8A654B959D71}"/>
              </a:ext>
            </a:extLst>
          </p:cNvPr>
          <p:cNvSpPr>
            <a:spLocks xmlns:a="http://schemas.openxmlformats.org/drawingml/2006/main" noGrp="1"/>
          </p:cNvSpPr>
          <p:nvPr/>
        </p:nvSpPr>
        <p:spPr>
          <a:xfrm xmlns:a="http://schemas.openxmlformats.org/drawingml/2006/main">
            <a:off x="609600" y="371475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Prepare the café</a:t>
            </a:r>
          </a:p>
        </p:txBody>
      </p:sp>
      <p:sp>
        <p:nvSpPr>
          <p:cNvPr id="13" name="body-1">
            <a:extLst xmlns:a="http://schemas.openxmlformats.org/drawingml/2006/main">
              <a:ext uri="{FF2B5EF4-FFF2-40B4-BE49-F238E27FC236}">
                <a16:creationId xmlns:a16="http://schemas.microsoft.com/office/drawing/2014/main" id="{28110F2F-2E59-494F-BAFE-E628DDA11B0D}"/>
              </a:ext>
            </a:extLst>
          </p:cNvPr>
          <p:cNvSpPr>
            <a:spLocks xmlns:a="http://schemas.openxmlformats.org/drawingml/2006/main" noGrp="1"/>
          </p:cNvSpPr>
          <p:nvPr/>
        </p:nvSpPr>
        <p:spPr>
          <a:xfrm xmlns:a="http://schemas.openxmlformats.org/drawingml/2006/main">
            <a:off x="609600" y="423481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One cold item. One stock line. Your role.</a:t>
            </a:r>
          </a:p>
        </p:txBody>
      </p:sp>
      <p:sp>
        <p:nvSpPr>
          <p:cNvPr id="14" name="body-2">
            <a:extLst xmlns:a="http://schemas.openxmlformats.org/drawingml/2006/main">
              <a:ext uri="{FF2B5EF4-FFF2-40B4-BE49-F238E27FC236}">
                <a16:creationId xmlns:a16="http://schemas.microsoft.com/office/drawing/2014/main" id="{1C16C274-250F-4C51-84C7-F025A55DD5B5}"/>
              </a:ext>
            </a:extLst>
          </p:cNvPr>
          <p:cNvSpPr>
            <a:spLocks xmlns:a="http://schemas.openxmlformats.org/drawingml/2006/main" noGrp="1"/>
          </p:cNvSpPr>
          <p:nvPr/>
        </p:nvSpPr>
        <p:spPr>
          <a:xfrm xmlns:a="http://schemas.openxmlformats.org/drawingml/2006/main">
            <a:off x="609600" y="475488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Start when the adult confirms readiness.</a:t>
            </a:r>
          </a:p>
        </p:txBody>
      </p:sp>
    </p:spTree>
    <p:extLst>
      <p:ext uri="{BB962C8B-B14F-4D97-AF65-F5344CB8AC3E}">
        <p14:creationId xmlns:p14="http://schemas.microsoft.com/office/powerpoint/2010/main" val="147267781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E2FCF559-9307-4376-80EC-7190501FC8D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945EB3D7-7402-4C20-8424-3C1CD8EBDA84}"/>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ARRIVAL AND REGULATION</a:t>
            </a:r>
          </a:p>
        </p:txBody>
      </p:sp>
      <p:sp>
        <p:nvSpPr>
          <p:cNvPr id="3" name="slide-number-time">
            <a:extLst xmlns:a="http://schemas.openxmlformats.org/drawingml/2006/main">
              <a:ext uri="{FF2B5EF4-FFF2-40B4-BE49-F238E27FC236}">
                <a16:creationId xmlns:a16="http://schemas.microsoft.com/office/drawing/2014/main" id="{D847DEA0-B55D-4001-8E54-AF7668DCE959}"/>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2 / 12  ·  4 min</a:t>
            </a:r>
          </a:p>
        </p:txBody>
      </p:sp>
      <p:sp>
        <p:nvSpPr>
          <p:cNvPr id="4" name="slide-title">
            <a:extLst xmlns:a="http://schemas.openxmlformats.org/drawingml/2006/main">
              <a:ext uri="{FF2B5EF4-FFF2-40B4-BE49-F238E27FC236}">
                <a16:creationId xmlns:a16="http://schemas.microsoft.com/office/drawing/2014/main" id="{518E8864-22F6-442D-98C7-B2E3E24B286E}"/>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Arrival task</a:t>
            </a:r>
          </a:p>
        </p:txBody>
      </p:sp>
      <p:sp>
        <p:nvSpPr>
          <p:cNvPr id="5" name="heading-rule">
            <a:extLst xmlns:a="http://schemas.openxmlformats.org/drawingml/2006/main">
              <a:ext uri="{FF2B5EF4-FFF2-40B4-BE49-F238E27FC236}">
                <a16:creationId xmlns:a16="http://schemas.microsoft.com/office/drawing/2014/main" id="{8EB4CC26-EF5E-442F-9B97-B80B8D1E0C5F}"/>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3C0DB8C1-A98C-4C33-9BDE-122A156296A6}"/>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VOC-LAUNCH-A2-W04-L1</a:t>
            </a:r>
          </a:p>
        </p:txBody>
      </p:sp>
      <p:sp>
        <p:nvSpPr>
          <p:cNvPr id="12" name="edition-label">
            <a:extLst xmlns:a="http://schemas.openxmlformats.org/drawingml/2006/main">
              <a:ext uri="{FF2B5EF4-FFF2-40B4-BE49-F238E27FC236}">
                <a16:creationId xmlns:a16="http://schemas.microsoft.com/office/drawing/2014/main" id="{E2F12534-A484-4A1D-AF53-00C0E8C53CCB}"/>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3" name="licence-credit">
            <a:extLst xmlns:a="http://schemas.openxmlformats.org/drawingml/2006/main">
              <a:ext uri="{FF2B5EF4-FFF2-40B4-BE49-F238E27FC236}">
                <a16:creationId xmlns:a16="http://schemas.microsoft.com/office/drawing/2014/main" id="{4E71ED8A-618F-4BCD-8507-5A41198C71E4}"/>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
        <p:nvSpPr>
          <p:cNvPr id="15" name="body-0">
            <a:extLst xmlns:a="http://schemas.openxmlformats.org/drawingml/2006/main">
              <a:ext uri="{FF2B5EF4-FFF2-40B4-BE49-F238E27FC236}">
                <a16:creationId xmlns:a16="http://schemas.microsoft.com/office/drawing/2014/main" id="{29B4CDDA-739F-48CF-98FD-1AD9384C9CE8}"/>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Three tips: greet politely; repeat the order; ask if unsure.</a:t>
            </a:r>
          </a:p>
        </p:txBody>
      </p:sp>
      <p:sp>
        <p:nvSpPr>
          <p:cNvPr id="16" name="body-1">
            <a:extLst xmlns:a="http://schemas.openxmlformats.org/drawingml/2006/main">
              <a:ext uri="{FF2B5EF4-FFF2-40B4-BE49-F238E27FC236}">
                <a16:creationId xmlns:a16="http://schemas.microsoft.com/office/drawing/2014/main" id="{94DB9EFF-F989-43B8-A474-3B9065FA8A2E}"/>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Which tip could help today?</a:t>
            </a:r>
          </a:p>
        </p:txBody>
      </p:sp>
      <p:sp>
        <p:nvSpPr>
          <p:cNvPr id="17" name="body-2">
            <a:extLst xmlns:a="http://schemas.openxmlformats.org/drawingml/2006/main">
              <a:ext uri="{FF2B5EF4-FFF2-40B4-BE49-F238E27FC236}">
                <a16:creationId xmlns:a16="http://schemas.microsoft.com/office/drawing/2014/main" id="{31C66FFC-08C3-47E7-89FA-A56A5F1689B9}"/>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What is an allergen?</a:t>
            </a:r>
          </a:p>
        </p:txBody>
      </p:sp>
      <p:sp>
        <p:nvSpPr>
          <p:cNvPr id="18" name="body-3">
            <a:extLst xmlns:a="http://schemas.openxmlformats.org/drawingml/2006/main">
              <a:ext uri="{FF2B5EF4-FFF2-40B4-BE49-F238E27FC236}">
                <a16:creationId xmlns:a16="http://schemas.microsoft.com/office/drawing/2014/main" id="{63478016-E211-4774-A148-158C78E7056B}"/>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You are unsure about a filling. What do you do?</a:t>
            </a:r>
          </a:p>
        </p:txBody>
      </p:sp>
      <p:sp>
        <p:nvSpPr>
          <p:cNvPr id="19" name="body-4">
            <a:extLst xmlns:a="http://schemas.openxmlformats.org/drawingml/2006/main">
              <a:ext uri="{FF2B5EF4-FFF2-40B4-BE49-F238E27FC236}">
                <a16:creationId xmlns:a16="http://schemas.microsoft.com/office/drawing/2014/main" id="{79CCA9A3-49CB-41C5-91E1-329D1BA1DFCA}"/>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What comes before food preparation?</a:t>
            </a:r>
          </a:p>
        </p:txBody>
      </p:sp>
      <p:sp>
        <p:nvSpPr>
          <p:cNvPr id="20" name="body-5">
            <a:extLst xmlns:a="http://schemas.openxmlformats.org/drawingml/2006/main">
              <a:ext uri="{FF2B5EF4-FFF2-40B4-BE49-F238E27FC236}">
                <a16:creationId xmlns:a16="http://schemas.microsoft.com/office/drawing/2014/main" id="{5267BE18-3365-46D0-87CD-577490D99B30}"/>
              </a:ext>
            </a:extLst>
          </p:cNvPr>
          <p:cNvSpPr>
            <a:spLocks xmlns:a="http://schemas.openxmlformats.org/drawingml/2006/main" noGrp="1"/>
          </p:cNvSpPr>
          <p:nvPr/>
        </p:nvSpPr>
        <p:spPr>
          <a:xfrm xmlns:a="http://schemas.openxmlformats.org/drawingml/2006/main">
            <a:off x="609600" y="3911918"/>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BLUE / GREEN / AMBER / RED. Choose a pause or quiet station.</a:t>
            </a:r>
          </a:p>
        </p:txBody>
      </p:sp>
    </p:spTree>
    <p:extLst>
      <p:ext uri="{BB962C8B-B14F-4D97-AF65-F5344CB8AC3E}">
        <p14:creationId xmlns:p14="http://schemas.microsoft.com/office/powerpoint/2010/main" val="86016796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ide-rule">
            <a:extLst xmlns:a="http://schemas.openxmlformats.org/drawingml/2006/main">
              <a:ext uri="{FF2B5EF4-FFF2-40B4-BE49-F238E27FC236}">
                <a16:creationId xmlns:a16="http://schemas.microsoft.com/office/drawing/2014/main" id="{3A021701-9E20-4A6D-9A48-AD38DFAF3C4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BE3AE5FF-4287-4B7C-B215-8CAAFE62FFD5}"/>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RETRIEVAL AND STARTER</a:t>
            </a:r>
          </a:p>
        </p:txBody>
      </p:sp>
      <p:sp>
        <p:nvSpPr>
          <p:cNvPr id="3" name="slide-number-time">
            <a:extLst xmlns:a="http://schemas.openxmlformats.org/drawingml/2006/main">
              <a:ext uri="{FF2B5EF4-FFF2-40B4-BE49-F238E27FC236}">
                <a16:creationId xmlns:a16="http://schemas.microsoft.com/office/drawing/2014/main" id="{5B34A199-16A2-40B3-93F4-E8DC4CB800C8}"/>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3 / 12  ·  2 min</a:t>
            </a:r>
          </a:p>
        </p:txBody>
      </p:sp>
      <p:sp>
        <p:nvSpPr>
          <p:cNvPr id="4" name="slide-title">
            <a:extLst xmlns:a="http://schemas.openxmlformats.org/drawingml/2006/main">
              <a:ext uri="{FF2B5EF4-FFF2-40B4-BE49-F238E27FC236}">
                <a16:creationId xmlns:a16="http://schemas.microsoft.com/office/drawing/2014/main" id="{A6FD493D-0A9C-4177-8AF4-B00EDD1AAE5A}"/>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Hygiene check</a:t>
            </a:r>
          </a:p>
        </p:txBody>
      </p:sp>
      <p:sp>
        <p:nvSpPr>
          <p:cNvPr id="5" name="heading-rule">
            <a:extLst xmlns:a="http://schemas.openxmlformats.org/drawingml/2006/main">
              <a:ext uri="{FF2B5EF4-FFF2-40B4-BE49-F238E27FC236}">
                <a16:creationId xmlns:a16="http://schemas.microsoft.com/office/drawing/2014/main" id="{F82BE440-5375-4F35-ADAF-437E2ABC0E63}"/>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4" name="printed-id">
            <a:extLst xmlns:a="http://schemas.openxmlformats.org/drawingml/2006/main">
              <a:ext uri="{FF2B5EF4-FFF2-40B4-BE49-F238E27FC236}">
                <a16:creationId xmlns:a16="http://schemas.microsoft.com/office/drawing/2014/main" id="{31A0A455-7C04-4E2A-960A-DFD0650EBABD}"/>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VOC-LAUNCH-A2-W04-L1</a:t>
            </a:r>
          </a:p>
        </p:txBody>
      </p:sp>
      <p:sp>
        <p:nvSpPr>
          <p:cNvPr id="15" name="edition-label">
            <a:extLst xmlns:a="http://schemas.openxmlformats.org/drawingml/2006/main">
              <a:ext uri="{FF2B5EF4-FFF2-40B4-BE49-F238E27FC236}">
                <a16:creationId xmlns:a16="http://schemas.microsoft.com/office/drawing/2014/main" id="{80190B93-2A2E-42BD-8AA1-E708D54DB0FF}"/>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6" name="licence-credit">
            <a:extLst xmlns:a="http://schemas.openxmlformats.org/drawingml/2006/main">
              <a:ext uri="{FF2B5EF4-FFF2-40B4-BE49-F238E27FC236}">
                <a16:creationId xmlns:a16="http://schemas.microsoft.com/office/drawing/2014/main" id="{90C713F6-C06A-43B2-8504-42FDC1539815}"/>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pic>
        <p:nvPicPr>
          <p:cNvPr id="18" name="">
            <a:extLst xmlns:a="http://schemas.openxmlformats.org/drawingml/2006/main">
              <a:ext uri="{FF2B5EF4-FFF2-40B4-BE49-F238E27FC236}">
                <a16:creationId xmlns:a16="http://schemas.microsoft.com/office/drawing/2014/main" id="{D325A9F9-FB27-4978-82BC-C08A284A9DBC}"/>
              </a:ext>
            </a:extLst>
          </p:cNvPr>
          <p:cNvPicPr>
            <a:picLocks xmlns:a="http://schemas.openxmlformats.org/drawingml/2006/main" noChangeAspect="1"/>
          </p:cNvPicPr>
          <p:nvPr/>
        </p:nvPicPr>
        <p:blipFill>
          <a:blip xmlns:r="http://schemas.openxmlformats.org/officeDocument/2006/relationships" xmlns:a="http://schemas.openxmlformats.org/drawingml/2006/main" r:embed="Rb52140367e2b4d92"/>
          <a:stretch xmlns:a="http://schemas.openxmlformats.org/drawingml/2006/main"/>
        </p:blipFill>
        <p:spPr>
          <a:xfrm xmlns:a="http://schemas.openxmlformats.org/drawingml/2006/main">
            <a:off x="609600" y="1638300"/>
            <a:ext cx="6343650" cy="4229100"/>
          </a:xfrm>
          <a:prstGeom xmlns:a="http://schemas.openxmlformats.org/drawingml/2006/main" prst="rect">
            <a:avLst/>
          </a:prstGeom>
        </p:spPr>
      </p:pic>
      <p:sp>
        <p:nvSpPr>
          <p:cNvPr id="19" name="body-0">
            <a:extLst xmlns:a="http://schemas.openxmlformats.org/drawingml/2006/main">
              <a:ext uri="{FF2B5EF4-FFF2-40B4-BE49-F238E27FC236}">
                <a16:creationId xmlns:a16="http://schemas.microsoft.com/office/drawing/2014/main" id="{D794D79E-3319-4B3B-A180-C24A973054F0}"/>
              </a:ext>
            </a:extLst>
          </p:cNvPr>
          <p:cNvSpPr>
            <a:spLocks xmlns:a="http://schemas.openxmlformats.org/drawingml/2006/main" noGrp="1"/>
          </p:cNvSpPr>
          <p:nvPr/>
        </p:nvSpPr>
        <p:spPr>
          <a:xfrm xmlns:a="http://schemas.openxmlformats.org/drawingml/2006/main">
            <a:off x="7381875" y="1714500"/>
            <a:ext cx="4200525"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Look at the practice scene.</a:t>
            </a:r>
          </a:p>
        </p:txBody>
      </p:sp>
      <p:sp>
        <p:nvSpPr>
          <p:cNvPr id="20" name="body-1">
            <a:extLst xmlns:a="http://schemas.openxmlformats.org/drawingml/2006/main">
              <a:ext uri="{FF2B5EF4-FFF2-40B4-BE49-F238E27FC236}">
                <a16:creationId xmlns:a16="http://schemas.microsoft.com/office/drawing/2014/main" id="{A30E0205-1E7D-4670-A1E1-DA66316B9F96}"/>
              </a:ext>
            </a:extLst>
          </p:cNvPr>
          <p:cNvSpPr>
            <a:spLocks xmlns:a="http://schemas.openxmlformats.org/drawingml/2006/main" noGrp="1"/>
          </p:cNvSpPr>
          <p:nvPr/>
        </p:nvSpPr>
        <p:spPr>
          <a:xfrm xmlns:a="http://schemas.openxmlformats.org/drawingml/2006/main">
            <a:off x="7381875" y="2199704"/>
            <a:ext cx="4200525"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Find three things to put right.</a:t>
            </a:r>
          </a:p>
        </p:txBody>
      </p:sp>
      <p:sp>
        <p:nvSpPr>
          <p:cNvPr id="21" name="body-2">
            <a:extLst xmlns:a="http://schemas.openxmlformats.org/drawingml/2006/main">
              <a:ext uri="{FF2B5EF4-FFF2-40B4-BE49-F238E27FC236}">
                <a16:creationId xmlns:a16="http://schemas.microsoft.com/office/drawing/2014/main" id="{B3065C08-051A-4786-9D8B-EE76BA7E65B1}"/>
              </a:ext>
            </a:extLst>
          </p:cNvPr>
          <p:cNvSpPr>
            <a:spLocks xmlns:a="http://schemas.openxmlformats.org/drawingml/2006/main" noGrp="1"/>
          </p:cNvSpPr>
          <p:nvPr/>
        </p:nvSpPr>
        <p:spPr>
          <a:xfrm xmlns:a="http://schemas.openxmlformats.org/drawingml/2006/main">
            <a:off x="7381875" y="2684907"/>
            <a:ext cx="4200525" cy="6751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Point, say or write a safe next step.</a:t>
            </a:r>
          </a:p>
        </p:txBody>
      </p:sp>
      <p:sp>
        <p:nvSpPr>
          <p:cNvPr id="22" name="body-3">
            <a:extLst xmlns:a="http://schemas.openxmlformats.org/drawingml/2006/main">
              <a:ext uri="{FF2B5EF4-FFF2-40B4-BE49-F238E27FC236}">
                <a16:creationId xmlns:a16="http://schemas.microsoft.com/office/drawing/2014/main" id="{38F94424-CC84-420D-B507-88FA5F148CFC}"/>
              </a:ext>
            </a:extLst>
          </p:cNvPr>
          <p:cNvSpPr>
            <a:spLocks xmlns:a="http://schemas.openxmlformats.org/drawingml/2006/main" noGrp="1"/>
          </p:cNvSpPr>
          <p:nvPr/>
        </p:nvSpPr>
        <p:spPr>
          <a:xfrm xmlns:a="http://schemas.openxmlformats.org/drawingml/2006/main">
            <a:off x="7381875" y="3483864"/>
            <a:ext cx="4200525" cy="6751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We discuss the errors. We do not act them out.</a:t>
            </a:r>
          </a:p>
        </p:txBody>
      </p:sp>
    </p:spTree>
    <p:extLst>
      <p:ext uri="{BB962C8B-B14F-4D97-AF65-F5344CB8AC3E}">
        <p14:creationId xmlns:p14="http://schemas.microsoft.com/office/powerpoint/2010/main" val="83572394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ide-rule">
            <a:extLst xmlns:a="http://schemas.openxmlformats.org/drawingml/2006/main">
              <a:ext uri="{FF2B5EF4-FFF2-40B4-BE49-F238E27FC236}">
                <a16:creationId xmlns:a16="http://schemas.microsoft.com/office/drawing/2014/main" id="{177C9D54-3CEE-4FB0-9232-6CAB46E8341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9DFFAEDE-5D5E-4223-8D76-717C74429D6A}"/>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TODAY</a:t>
            </a:r>
          </a:p>
        </p:txBody>
      </p:sp>
      <p:sp>
        <p:nvSpPr>
          <p:cNvPr id="3" name="slide-number-time">
            <a:extLst xmlns:a="http://schemas.openxmlformats.org/drawingml/2006/main">
              <a:ext uri="{FF2B5EF4-FFF2-40B4-BE49-F238E27FC236}">
                <a16:creationId xmlns:a16="http://schemas.microsoft.com/office/drawing/2014/main" id="{D82B6EA8-C732-49C3-8655-2B2A3C29E25D}"/>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4 / 12</a:t>
            </a:r>
          </a:p>
        </p:txBody>
      </p:sp>
      <p:sp>
        <p:nvSpPr>
          <p:cNvPr id="4" name="slide-title">
            <a:extLst xmlns:a="http://schemas.openxmlformats.org/drawingml/2006/main">
              <a:ext uri="{FF2B5EF4-FFF2-40B4-BE49-F238E27FC236}">
                <a16:creationId xmlns:a16="http://schemas.microsoft.com/office/drawing/2014/main" id="{33922DCF-3DD7-4C95-A91B-55810C83AF33}"/>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Today I can</a:t>
            </a:r>
          </a:p>
        </p:txBody>
      </p:sp>
      <p:sp>
        <p:nvSpPr>
          <p:cNvPr id="5" name="heading-rule">
            <a:extLst xmlns:a="http://schemas.openxmlformats.org/drawingml/2006/main">
              <a:ext uri="{FF2B5EF4-FFF2-40B4-BE49-F238E27FC236}">
                <a16:creationId xmlns:a16="http://schemas.microsoft.com/office/drawing/2014/main" id="{77BF3CF2-E5EA-4F2E-BBE9-4C959E02C1B7}"/>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0" name="printed-id">
            <a:extLst xmlns:a="http://schemas.openxmlformats.org/drawingml/2006/main">
              <a:ext uri="{FF2B5EF4-FFF2-40B4-BE49-F238E27FC236}">
                <a16:creationId xmlns:a16="http://schemas.microsoft.com/office/drawing/2014/main" id="{C8FC94E4-EF9D-4B4C-854F-855FD88330D1}"/>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VOC-LAUNCH-A2-W04-L1</a:t>
            </a:r>
          </a:p>
        </p:txBody>
      </p:sp>
      <p:sp>
        <p:nvSpPr>
          <p:cNvPr id="11" name="edition-label">
            <a:extLst xmlns:a="http://schemas.openxmlformats.org/drawingml/2006/main">
              <a:ext uri="{FF2B5EF4-FFF2-40B4-BE49-F238E27FC236}">
                <a16:creationId xmlns:a16="http://schemas.microsoft.com/office/drawing/2014/main" id="{72F305FC-1F2C-4085-8EB4-04063FDB041F}"/>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2" name="licence-credit">
            <a:extLst xmlns:a="http://schemas.openxmlformats.org/drawingml/2006/main">
              <a:ext uri="{FF2B5EF4-FFF2-40B4-BE49-F238E27FC236}">
                <a16:creationId xmlns:a16="http://schemas.microsoft.com/office/drawing/2014/main" id="{9D2C3646-72EA-47F9-B66F-46E4E48D985B}"/>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
        <p:nvSpPr>
          <p:cNvPr id="14" name="body-0">
            <a:extLst xmlns:a="http://schemas.openxmlformats.org/drawingml/2006/main">
              <a:ext uri="{FF2B5EF4-FFF2-40B4-BE49-F238E27FC236}">
                <a16:creationId xmlns:a16="http://schemas.microsoft.com/office/drawing/2014/main" id="{DECAD2E4-A0D2-47E1-AC70-791242C43819}"/>
              </a:ext>
            </a:extLst>
          </p:cNvPr>
          <p:cNvSpPr>
            <a:spLocks xmlns:a="http://schemas.openxmlformats.org/drawingml/2006/main" noGrp="1"/>
          </p:cNvSpPr>
          <p:nvPr/>
        </p:nvSpPr>
        <p:spPr>
          <a:xfrm xmlns:a="http://schemas.openxmlformats.org/drawingml/2006/main">
            <a:off x="609600" y="1676400"/>
            <a:ext cx="10972800" cy="74485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Prepare a cold item safely, count opening stock and complete a personal role card for the café.</a:t>
            </a:r>
          </a:p>
        </p:txBody>
      </p:sp>
      <p:sp>
        <p:nvSpPr>
          <p:cNvPr id="15" name="body-1">
            <a:extLst xmlns:a="http://schemas.openxmlformats.org/drawingml/2006/main">
              <a:ext uri="{FF2B5EF4-FFF2-40B4-BE49-F238E27FC236}">
                <a16:creationId xmlns:a16="http://schemas.microsoft.com/office/drawing/2014/main" id="{455600CB-D7CB-4FF7-AC8E-C1B3ACE5121D}"/>
              </a:ext>
            </a:extLst>
          </p:cNvPr>
          <p:cNvSpPr>
            <a:spLocks xmlns:a="http://schemas.openxmlformats.org/drawingml/2006/main" noGrp="1"/>
          </p:cNvSpPr>
          <p:nvPr/>
        </p:nvSpPr>
        <p:spPr>
          <a:xfrm xmlns:a="http://schemas.openxmlformats.org/drawingml/2006/main">
            <a:off x="609600" y="254508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I can follow the approved recipe.</a:t>
            </a:r>
          </a:p>
        </p:txBody>
      </p:sp>
      <p:sp>
        <p:nvSpPr>
          <p:cNvPr id="16" name="body-2">
            <a:extLst xmlns:a="http://schemas.openxmlformats.org/drawingml/2006/main">
              <a:ext uri="{FF2B5EF4-FFF2-40B4-BE49-F238E27FC236}">
                <a16:creationId xmlns:a16="http://schemas.microsoft.com/office/drawing/2014/main" id="{4691D22B-8626-4238-8790-7975A107324F}"/>
              </a:ext>
            </a:extLst>
          </p:cNvPr>
          <p:cNvSpPr>
            <a:spLocks xmlns:a="http://schemas.openxmlformats.org/drawingml/2006/main" noGrp="1"/>
          </p:cNvSpPr>
          <p:nvPr/>
        </p:nvSpPr>
        <p:spPr>
          <a:xfrm xmlns:a="http://schemas.openxmlformats.org/drawingml/2006/main">
            <a:off x="609600" y="306514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I can count my stock line.</a:t>
            </a:r>
          </a:p>
        </p:txBody>
      </p:sp>
      <p:sp>
        <p:nvSpPr>
          <p:cNvPr id="17" name="body-3">
            <a:extLst xmlns:a="http://schemas.openxmlformats.org/drawingml/2006/main">
              <a:ext uri="{FF2B5EF4-FFF2-40B4-BE49-F238E27FC236}">
                <a16:creationId xmlns:a16="http://schemas.microsoft.com/office/drawing/2014/main" id="{97A8CB9A-4F9D-4A5D-9666-0B9CE60A5268}"/>
              </a:ext>
            </a:extLst>
          </p:cNvPr>
          <p:cNvSpPr>
            <a:spLocks xmlns:a="http://schemas.openxmlformats.org/drawingml/2006/main" noGrp="1"/>
          </p:cNvSpPr>
          <p:nvPr/>
        </p:nvSpPr>
        <p:spPr>
          <a:xfrm xmlns:a="http://schemas.openxmlformats.org/drawingml/2006/main">
            <a:off x="609600" y="358521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I can name my role and two opening checks.</a:t>
            </a:r>
          </a:p>
        </p:txBody>
      </p:sp>
    </p:spTree>
    <p:extLst>
      <p:ext uri="{BB962C8B-B14F-4D97-AF65-F5344CB8AC3E}">
        <p14:creationId xmlns:p14="http://schemas.microsoft.com/office/powerpoint/2010/main" val="140815031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side-rule">
            <a:extLst xmlns:a="http://schemas.openxmlformats.org/drawingml/2006/main">
              <a:ext uri="{FF2B5EF4-FFF2-40B4-BE49-F238E27FC236}">
                <a16:creationId xmlns:a16="http://schemas.microsoft.com/office/drawing/2014/main" id="{19821A47-F1BE-48BD-8CCF-6E4E774E174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E3427227-B9CA-4D2A-A997-EA9CAD85E543}"/>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I DO</a:t>
            </a:r>
          </a:p>
        </p:txBody>
      </p:sp>
      <p:sp>
        <p:nvSpPr>
          <p:cNvPr id="3" name="slide-number-time">
            <a:extLst xmlns:a="http://schemas.openxmlformats.org/drawingml/2006/main">
              <a:ext uri="{FF2B5EF4-FFF2-40B4-BE49-F238E27FC236}">
                <a16:creationId xmlns:a16="http://schemas.microsoft.com/office/drawing/2014/main" id="{0DC3206F-8F1E-4976-8962-E730579602F0}"/>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5 / 12  ·  5 min</a:t>
            </a:r>
          </a:p>
        </p:txBody>
      </p:sp>
      <p:sp>
        <p:nvSpPr>
          <p:cNvPr id="4" name="slide-title">
            <a:extLst xmlns:a="http://schemas.openxmlformats.org/drawingml/2006/main">
              <a:ext uri="{FF2B5EF4-FFF2-40B4-BE49-F238E27FC236}">
                <a16:creationId xmlns:a16="http://schemas.microsoft.com/office/drawing/2014/main" id="{8497E868-A88D-470E-925F-63DEE412DD33}"/>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Make one approved cold item</a:t>
            </a:r>
          </a:p>
        </p:txBody>
      </p:sp>
      <p:sp>
        <p:nvSpPr>
          <p:cNvPr id="5" name="heading-rule">
            <a:extLst xmlns:a="http://schemas.openxmlformats.org/drawingml/2006/main">
              <a:ext uri="{FF2B5EF4-FFF2-40B4-BE49-F238E27FC236}">
                <a16:creationId xmlns:a16="http://schemas.microsoft.com/office/drawing/2014/main" id="{E8CC9F58-527A-43F8-925D-CF226325DCDD}"/>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20" name="printed-id">
            <a:extLst xmlns:a="http://schemas.openxmlformats.org/drawingml/2006/main">
              <a:ext uri="{FF2B5EF4-FFF2-40B4-BE49-F238E27FC236}">
                <a16:creationId xmlns:a16="http://schemas.microsoft.com/office/drawing/2014/main" id="{0FCE267F-309A-4565-8B17-90685C5303CD}"/>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VOC-LAUNCH-A2-W04-L1</a:t>
            </a:r>
          </a:p>
        </p:txBody>
      </p:sp>
      <p:sp>
        <p:nvSpPr>
          <p:cNvPr id="21" name="edition-label">
            <a:extLst xmlns:a="http://schemas.openxmlformats.org/drawingml/2006/main">
              <a:ext uri="{FF2B5EF4-FFF2-40B4-BE49-F238E27FC236}">
                <a16:creationId xmlns:a16="http://schemas.microsoft.com/office/drawing/2014/main" id="{8E937393-EE44-4223-830E-3467A7378F2A}"/>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22" name="licence-credit">
            <a:extLst xmlns:a="http://schemas.openxmlformats.org/drawingml/2006/main">
              <a:ext uri="{FF2B5EF4-FFF2-40B4-BE49-F238E27FC236}">
                <a16:creationId xmlns:a16="http://schemas.microsoft.com/office/drawing/2014/main" id="{C9BF86AB-39F4-425B-88D4-98C665B261E9}"/>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
        <p:nvSpPr>
          <p:cNvPr id="24" name="body-0">
            <a:extLst xmlns:a="http://schemas.openxmlformats.org/drawingml/2006/main">
              <a:ext uri="{FF2B5EF4-FFF2-40B4-BE49-F238E27FC236}">
                <a16:creationId xmlns:a16="http://schemas.microsoft.com/office/drawing/2014/main" id="{43EE9D95-CC6B-4D15-B023-463AD625D986}"/>
              </a:ext>
            </a:extLst>
          </p:cNvPr>
          <p:cNvSpPr>
            <a:spLocks xmlns:a="http://schemas.openxmlformats.org/drawingml/2006/main" noGrp="1"/>
          </p:cNvSpPr>
          <p:nvPr/>
        </p:nvSpPr>
        <p:spPr>
          <a:xfrm xmlns:a="http://schemas.openxmlformats.org/drawingml/2006/main">
            <a:off x="609600" y="167640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1 Wash and dry hands.</a:t>
            </a:r>
          </a:p>
        </p:txBody>
      </p:sp>
      <p:sp>
        <p:nvSpPr>
          <p:cNvPr id="25" name="body-1">
            <a:extLst xmlns:a="http://schemas.openxmlformats.org/drawingml/2006/main">
              <a:ext uri="{FF2B5EF4-FFF2-40B4-BE49-F238E27FC236}">
                <a16:creationId xmlns:a16="http://schemas.microsoft.com/office/drawing/2014/main" id="{A8EF1837-7682-4C68-9412-D52C4FB20B39}"/>
              </a:ext>
            </a:extLst>
          </p:cNvPr>
          <p:cNvSpPr>
            <a:spLocks xmlns:a="http://schemas.openxmlformats.org/drawingml/2006/main" noGrp="1"/>
          </p:cNvSpPr>
          <p:nvPr/>
        </p:nvSpPr>
        <p:spPr>
          <a:xfrm xmlns:a="http://schemas.openxmlformats.org/drawingml/2006/main">
            <a:off x="609600" y="219646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2 Read the approved recipe.</a:t>
            </a:r>
          </a:p>
        </p:txBody>
      </p:sp>
      <p:sp>
        <p:nvSpPr>
          <p:cNvPr id="26" name="body-2">
            <a:extLst xmlns:a="http://schemas.openxmlformats.org/drawingml/2006/main">
              <a:ext uri="{FF2B5EF4-FFF2-40B4-BE49-F238E27FC236}">
                <a16:creationId xmlns:a16="http://schemas.microsoft.com/office/drawing/2014/main" id="{C7DC5CE4-71CC-4225-84FF-8CF3878880CB}"/>
              </a:ext>
            </a:extLst>
          </p:cNvPr>
          <p:cNvSpPr>
            <a:spLocks xmlns:a="http://schemas.openxmlformats.org/drawingml/2006/main" noGrp="1"/>
          </p:cNvSpPr>
          <p:nvPr/>
        </p:nvSpPr>
        <p:spPr>
          <a:xfrm xmlns:a="http://schemas.openxmlformats.org/drawingml/2006/main">
            <a:off x="609600" y="271653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3 Check ingredients with the adult.</a:t>
            </a:r>
          </a:p>
        </p:txBody>
      </p:sp>
      <p:sp>
        <p:nvSpPr>
          <p:cNvPr id="27" name="body-3">
            <a:extLst xmlns:a="http://schemas.openxmlformats.org/drawingml/2006/main">
              <a:ext uri="{FF2B5EF4-FFF2-40B4-BE49-F238E27FC236}">
                <a16:creationId xmlns:a16="http://schemas.microsoft.com/office/drawing/2014/main" id="{2262E45D-9C9D-4EE0-9372-DF979EAB92E4}"/>
              </a:ext>
            </a:extLst>
          </p:cNvPr>
          <p:cNvSpPr>
            <a:spLocks xmlns:a="http://schemas.openxmlformats.org/drawingml/2006/main" noGrp="1"/>
          </p:cNvSpPr>
          <p:nvPr/>
        </p:nvSpPr>
        <p:spPr>
          <a:xfrm xmlns:a="http://schemas.openxmlformats.org/drawingml/2006/main">
            <a:off x="609600" y="323659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4 Make one cold portion.</a:t>
            </a:r>
          </a:p>
        </p:txBody>
      </p:sp>
      <p:sp>
        <p:nvSpPr>
          <p:cNvPr id="28" name="body-4">
            <a:extLst xmlns:a="http://schemas.openxmlformats.org/drawingml/2006/main">
              <a:ext uri="{FF2B5EF4-FFF2-40B4-BE49-F238E27FC236}">
                <a16:creationId xmlns:a16="http://schemas.microsoft.com/office/drawing/2014/main" id="{0B27F298-9004-406D-83B6-F9F89B50261F}"/>
              </a:ext>
            </a:extLst>
          </p:cNvPr>
          <p:cNvSpPr>
            <a:spLocks xmlns:a="http://schemas.openxmlformats.org/drawingml/2006/main" noGrp="1"/>
          </p:cNvSpPr>
          <p:nvPr/>
        </p:nvSpPr>
        <p:spPr>
          <a:xfrm xmlns:a="http://schemas.openxmlformats.org/drawingml/2006/main">
            <a:off x="609600" y="375666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5 Present and store as agreed.</a:t>
            </a:r>
          </a:p>
        </p:txBody>
      </p:sp>
      <p:sp>
        <p:nvSpPr>
          <p:cNvPr id="29" name="body-5">
            <a:extLst xmlns:a="http://schemas.openxmlformats.org/drawingml/2006/main">
              <a:ext uri="{FF2B5EF4-FFF2-40B4-BE49-F238E27FC236}">
                <a16:creationId xmlns:a16="http://schemas.microsoft.com/office/drawing/2014/main" id="{DD7D3130-2076-4D7A-82B4-3F2F4654057E}"/>
              </a:ext>
            </a:extLst>
          </p:cNvPr>
          <p:cNvSpPr>
            <a:spLocks xmlns:a="http://schemas.openxmlformats.org/drawingml/2006/main" noGrp="1"/>
          </p:cNvSpPr>
          <p:nvPr/>
        </p:nvSpPr>
        <p:spPr>
          <a:xfrm xmlns:a="http://schemas.openxmlformats.org/drawingml/2006/main">
            <a:off x="609600" y="427672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6 Clean down your station.</a:t>
            </a:r>
          </a:p>
        </p:txBody>
      </p:sp>
      <p:sp>
        <p:nvSpPr>
          <p:cNvPr id="30" name="diagram-caption">
            <a:extLst xmlns:a="http://schemas.openxmlformats.org/drawingml/2006/main">
              <a:ext uri="{FF2B5EF4-FFF2-40B4-BE49-F238E27FC236}">
                <a16:creationId xmlns:a16="http://schemas.microsoft.com/office/drawing/2014/main" id="{A34576C7-3C74-4B20-A4E1-74C3973111EB}"/>
              </a:ext>
            </a:extLst>
          </p:cNvPr>
          <p:cNvSpPr>
            <a:spLocks xmlns:a="http://schemas.openxmlformats.org/drawingml/2006/main" noGrp="1"/>
          </p:cNvSpPr>
          <p:nvPr/>
        </p:nvSpPr>
        <p:spPr>
          <a:xfrm xmlns:a="http://schemas.openxmlformats.org/drawingml/2006/main">
            <a:off x="609600" y="5372100"/>
            <a:ext cx="10972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46B68"/>
                </a:solidFill>
                <a:latin typeface="Arial"/>
                <a:ea typeface="Arial"/>
                <a:cs typeface="Arial"/>
              </a:defRPr>
            </a:defPPr>
            <a:lvl1pPr algn="l">
              <a:defRPr sz="2025" b="0">
                <a:solidFill>
                  <a:srgbClr val="146B68"/>
                </a:solidFill>
                <a:latin typeface="Arial"/>
                <a:ea typeface="Arial"/>
                <a:cs typeface="Arial"/>
              </a:defRPr>
            </a:lvl1pPr>
            <a:lvl2pPr algn="l">
              <a:defRPr sz="2025" b="0">
                <a:solidFill>
                  <a:srgbClr val="146B68"/>
                </a:solidFill>
                <a:latin typeface="Arial"/>
                <a:ea typeface="Arial"/>
                <a:cs typeface="Arial"/>
              </a:defRPr>
            </a:lvl2pPr>
            <a:lvl3pPr algn="l">
              <a:defRPr sz="2025" b="0">
                <a:solidFill>
                  <a:srgbClr val="146B68"/>
                </a:solidFill>
                <a:latin typeface="Arial"/>
                <a:ea typeface="Arial"/>
                <a:cs typeface="Arial"/>
              </a:defRPr>
            </a:lvl3pPr>
            <a:lvl4pPr algn="l">
              <a:defRPr sz="2025" b="0">
                <a:solidFill>
                  <a:srgbClr val="146B68"/>
                </a:solidFill>
                <a:latin typeface="Arial"/>
                <a:ea typeface="Arial"/>
                <a:cs typeface="Arial"/>
              </a:defRPr>
            </a:lvl4pPr>
            <a:lvl5pPr algn="l">
              <a:defRPr sz="2025" b="0">
                <a:solidFill>
                  <a:srgbClr val="146B68"/>
                </a:solidFill>
                <a:latin typeface="Arial"/>
                <a:ea typeface="Arial"/>
                <a:cs typeface="Arial"/>
              </a:defRPr>
            </a:lvl5pPr>
            <a:lvl6pPr algn="l">
              <a:defRPr sz="2025" b="0">
                <a:solidFill>
                  <a:srgbClr val="146B68"/>
                </a:solidFill>
                <a:latin typeface="Arial"/>
                <a:ea typeface="Arial"/>
                <a:cs typeface="Arial"/>
              </a:defRPr>
            </a:lvl6pPr>
            <a:lvl7pPr algn="l">
              <a:defRPr sz="2025" b="0">
                <a:solidFill>
                  <a:srgbClr val="146B68"/>
                </a:solidFill>
                <a:latin typeface="Arial"/>
                <a:ea typeface="Arial"/>
                <a:cs typeface="Arial"/>
              </a:defRPr>
            </a:lvl7pPr>
            <a:lvl8pPr algn="l">
              <a:defRPr sz="2025" b="0">
                <a:solidFill>
                  <a:srgbClr val="146B68"/>
                </a:solidFill>
                <a:latin typeface="Arial"/>
                <a:ea typeface="Arial"/>
                <a:cs typeface="Arial"/>
              </a:defRPr>
            </a:lvl8pPr>
            <a:lvl9pPr algn="l">
              <a:defRPr sz="2025" b="0">
                <a:solidFill>
                  <a:srgbClr val="146B68"/>
                </a:solidFill>
                <a:latin typeface="Arial"/>
                <a:ea typeface="Arial"/>
                <a:cs typeface="Arial"/>
              </a:defRPr>
            </a:lvl9pPr>
          </a:lstStyle>
          <a:p xmlns:a="http://schemas.openxmlformats.org/drawingml/2006/main">
            <a:pPr algn="l">
              <a:defRPr sz="2025" b="0">
                <a:solidFill>
                  <a:srgbClr val="146B68"/>
                </a:solidFill>
                <a:latin typeface="Arial"/>
                <a:ea typeface="Arial"/>
                <a:cs typeface="Arial"/>
              </a:defRPr>
            </a:pPr>
            <a:r>
              <a:rPr sz="2025" b="0">
                <a:solidFill>
                  <a:srgbClr val="146B68"/>
                </a:solidFill>
                <a:latin typeface="Arial"/>
                <a:ea typeface="Arial"/>
                <a:cs typeface="Arial"/>
              </a:rPr>
              <a:t>One step at a time. Ask when you are unsure.</a:t>
            </a:r>
          </a:p>
        </p:txBody>
      </p:sp>
    </p:spTree>
    <p:extLst>
      <p:ext uri="{BB962C8B-B14F-4D97-AF65-F5344CB8AC3E}">
        <p14:creationId xmlns:p14="http://schemas.microsoft.com/office/powerpoint/2010/main" val="124743958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ide-rule">
            <a:extLst xmlns:a="http://schemas.openxmlformats.org/drawingml/2006/main">
              <a:ext uri="{FF2B5EF4-FFF2-40B4-BE49-F238E27FC236}">
                <a16:creationId xmlns:a16="http://schemas.microsoft.com/office/drawing/2014/main" id="{1F0DE700-D20B-4ADF-9A03-E6E2B8EFB67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A9800357-F019-44E0-8377-096732CF7106}"/>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WE DO</a:t>
            </a:r>
          </a:p>
        </p:txBody>
      </p:sp>
      <p:sp>
        <p:nvSpPr>
          <p:cNvPr id="3" name="slide-number-time">
            <a:extLst xmlns:a="http://schemas.openxmlformats.org/drawingml/2006/main">
              <a:ext uri="{FF2B5EF4-FFF2-40B4-BE49-F238E27FC236}">
                <a16:creationId xmlns:a16="http://schemas.microsoft.com/office/drawing/2014/main" id="{9D1E2E12-5220-42DC-A226-ACACFB1908F7}"/>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6 / 12  ·  5 min</a:t>
            </a:r>
          </a:p>
        </p:txBody>
      </p:sp>
      <p:sp>
        <p:nvSpPr>
          <p:cNvPr id="4" name="slide-title">
            <a:extLst xmlns:a="http://schemas.openxmlformats.org/drawingml/2006/main">
              <a:ext uri="{FF2B5EF4-FFF2-40B4-BE49-F238E27FC236}">
                <a16:creationId xmlns:a16="http://schemas.microsoft.com/office/drawing/2014/main" id="{9D10A198-70DD-43E4-B8EE-1AA8EC639380}"/>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Sequence and count together</a:t>
            </a:r>
          </a:p>
        </p:txBody>
      </p:sp>
      <p:sp>
        <p:nvSpPr>
          <p:cNvPr id="5" name="heading-rule">
            <a:extLst xmlns:a="http://schemas.openxmlformats.org/drawingml/2006/main">
              <a:ext uri="{FF2B5EF4-FFF2-40B4-BE49-F238E27FC236}">
                <a16:creationId xmlns:a16="http://schemas.microsoft.com/office/drawing/2014/main" id="{89CBC809-66A7-40DB-90FC-E5827C0A6341}"/>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0" name="printed-id">
            <a:extLst xmlns:a="http://schemas.openxmlformats.org/drawingml/2006/main">
              <a:ext uri="{FF2B5EF4-FFF2-40B4-BE49-F238E27FC236}">
                <a16:creationId xmlns:a16="http://schemas.microsoft.com/office/drawing/2014/main" id="{9CAE5AA7-BE53-4B67-A54A-DC39CCB67F74}"/>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VOC-LAUNCH-A2-W04-L1</a:t>
            </a:r>
          </a:p>
        </p:txBody>
      </p:sp>
      <p:sp>
        <p:nvSpPr>
          <p:cNvPr id="11" name="edition-label">
            <a:extLst xmlns:a="http://schemas.openxmlformats.org/drawingml/2006/main">
              <a:ext uri="{FF2B5EF4-FFF2-40B4-BE49-F238E27FC236}">
                <a16:creationId xmlns:a16="http://schemas.microsoft.com/office/drawing/2014/main" id="{5C085E59-F251-46A8-B029-58D5414C928E}"/>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2" name="licence-credit">
            <a:extLst xmlns:a="http://schemas.openxmlformats.org/drawingml/2006/main">
              <a:ext uri="{FF2B5EF4-FFF2-40B4-BE49-F238E27FC236}">
                <a16:creationId xmlns:a16="http://schemas.microsoft.com/office/drawing/2014/main" id="{D1C6F318-8B16-48BB-A909-846B090C841E}"/>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
        <p:nvSpPr>
          <p:cNvPr id="14" name="body-0">
            <a:extLst xmlns:a="http://schemas.openxmlformats.org/drawingml/2006/main">
              <a:ext uri="{FF2B5EF4-FFF2-40B4-BE49-F238E27FC236}">
                <a16:creationId xmlns:a16="http://schemas.microsoft.com/office/drawing/2014/main" id="{DB509DE7-9830-4070-AD8E-FDC536DF7776}"/>
              </a:ext>
            </a:extLst>
          </p:cNvPr>
          <p:cNvSpPr>
            <a:spLocks xmlns:a="http://schemas.openxmlformats.org/drawingml/2006/main" noGrp="1"/>
          </p:cNvSpPr>
          <p:nvPr/>
        </p:nvSpPr>
        <p:spPr>
          <a:xfrm xmlns:a="http://schemas.openxmlformats.org/drawingml/2006/main">
            <a:off x="609600" y="167640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Put the six recipe steps in order.</a:t>
            </a:r>
          </a:p>
        </p:txBody>
      </p:sp>
      <p:sp>
        <p:nvSpPr>
          <p:cNvPr id="15" name="body-1">
            <a:extLst xmlns:a="http://schemas.openxmlformats.org/drawingml/2006/main">
              <a:ext uri="{FF2B5EF4-FFF2-40B4-BE49-F238E27FC236}">
                <a16:creationId xmlns:a16="http://schemas.microsoft.com/office/drawing/2014/main" id="{C8432464-6F74-46CF-B981-407BB288BDBD}"/>
              </a:ext>
            </a:extLst>
          </p:cNvPr>
          <p:cNvSpPr>
            <a:spLocks xmlns:a="http://schemas.openxmlformats.org/drawingml/2006/main" noGrp="1"/>
          </p:cNvSpPr>
          <p:nvPr/>
        </p:nvSpPr>
        <p:spPr>
          <a:xfrm xmlns:a="http://schemas.openxmlformats.org/drawingml/2006/main">
            <a:off x="609600" y="219646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Count one stock line together.</a:t>
            </a:r>
          </a:p>
        </p:txBody>
      </p:sp>
      <p:sp>
        <p:nvSpPr>
          <p:cNvPr id="16" name="body-2">
            <a:extLst xmlns:a="http://schemas.openxmlformats.org/drawingml/2006/main">
              <a:ext uri="{FF2B5EF4-FFF2-40B4-BE49-F238E27FC236}">
                <a16:creationId xmlns:a16="http://schemas.microsoft.com/office/drawing/2014/main" id="{E98964D3-335E-49C3-9E42-5D13B35ADA7B}"/>
              </a:ext>
            </a:extLst>
          </p:cNvPr>
          <p:cNvSpPr>
            <a:spLocks xmlns:a="http://schemas.openxmlformats.org/drawingml/2006/main" noGrp="1"/>
          </p:cNvSpPr>
          <p:nvPr/>
        </p:nvSpPr>
        <p:spPr>
          <a:xfrm xmlns:a="http://schemas.openxmlformats.org/drawingml/2006/main">
            <a:off x="609600" y="271653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Training example: 6 pots, 2 used, 4 left.</a:t>
            </a:r>
          </a:p>
        </p:txBody>
      </p:sp>
      <p:sp>
        <p:nvSpPr>
          <p:cNvPr id="17" name="body-3">
            <a:extLst xmlns:a="http://schemas.openxmlformats.org/drawingml/2006/main">
              <a:ext uri="{FF2B5EF4-FFF2-40B4-BE49-F238E27FC236}">
                <a16:creationId xmlns:a16="http://schemas.microsoft.com/office/drawing/2014/main" id="{0D794772-942A-40D9-8431-424A5CA8CC55}"/>
              </a:ext>
            </a:extLst>
          </p:cNvPr>
          <p:cNvSpPr>
            <a:spLocks xmlns:a="http://schemas.openxmlformats.org/drawingml/2006/main" noGrp="1"/>
          </p:cNvSpPr>
          <p:nvPr/>
        </p:nvSpPr>
        <p:spPr>
          <a:xfrm xmlns:a="http://schemas.openxmlformats.org/drawingml/2006/main">
            <a:off x="609600" y="323659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What is your first job before food handling?</a:t>
            </a:r>
          </a:p>
        </p:txBody>
      </p:sp>
    </p:spTree>
    <p:extLst>
      <p:ext uri="{BB962C8B-B14F-4D97-AF65-F5344CB8AC3E}">
        <p14:creationId xmlns:p14="http://schemas.microsoft.com/office/powerpoint/2010/main" val="123083356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8A926718-8930-4448-8922-C0C56AAF888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859E4089-4628-4D22-BF0E-757F2B2821FF}"/>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YOU DO PRACTICAL</a:t>
            </a:r>
          </a:p>
        </p:txBody>
      </p:sp>
      <p:sp>
        <p:nvSpPr>
          <p:cNvPr id="3" name="slide-number-time">
            <a:extLst xmlns:a="http://schemas.openxmlformats.org/drawingml/2006/main">
              <a:ext uri="{FF2B5EF4-FFF2-40B4-BE49-F238E27FC236}">
                <a16:creationId xmlns:a16="http://schemas.microsoft.com/office/drawing/2014/main" id="{337FE081-EBA6-405B-A5AA-724CEEC72A27}"/>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7 / 12  ·  12 min</a:t>
            </a:r>
          </a:p>
        </p:txBody>
      </p:sp>
      <p:sp>
        <p:nvSpPr>
          <p:cNvPr id="4" name="slide-title">
            <a:extLst xmlns:a="http://schemas.openxmlformats.org/drawingml/2006/main">
              <a:ext uri="{FF2B5EF4-FFF2-40B4-BE49-F238E27FC236}">
                <a16:creationId xmlns:a16="http://schemas.microsoft.com/office/drawing/2014/main" id="{CF34F63F-3844-49B5-8856-F27A49D886C3}"/>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Prepare your cold item</a:t>
            </a:r>
          </a:p>
        </p:txBody>
      </p:sp>
      <p:sp>
        <p:nvSpPr>
          <p:cNvPr id="5" name="heading-rule">
            <a:extLst xmlns:a="http://schemas.openxmlformats.org/drawingml/2006/main">
              <a:ext uri="{FF2B5EF4-FFF2-40B4-BE49-F238E27FC236}">
                <a16:creationId xmlns:a16="http://schemas.microsoft.com/office/drawing/2014/main" id="{9DB73DE2-DA30-4E7E-B837-377C6A3F3E7E}"/>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8CE9244B-6B14-4666-B878-51DA8F98BB33}"/>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VOC-LAUNCH-A2-W04-L1</a:t>
            </a:r>
          </a:p>
        </p:txBody>
      </p:sp>
      <p:sp>
        <p:nvSpPr>
          <p:cNvPr id="12" name="edition-label">
            <a:extLst xmlns:a="http://schemas.openxmlformats.org/drawingml/2006/main">
              <a:ext uri="{FF2B5EF4-FFF2-40B4-BE49-F238E27FC236}">
                <a16:creationId xmlns:a16="http://schemas.microsoft.com/office/drawing/2014/main" id="{33C40B15-22A0-4B17-90D1-3300A70D7541}"/>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3" name="licence-credit">
            <a:extLst xmlns:a="http://schemas.openxmlformats.org/drawingml/2006/main">
              <a:ext uri="{FF2B5EF4-FFF2-40B4-BE49-F238E27FC236}">
                <a16:creationId xmlns:a16="http://schemas.microsoft.com/office/drawing/2014/main" id="{929DBC90-8E97-4CEE-8041-9B6F0755BD07}"/>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
        <p:nvSpPr>
          <p:cNvPr id="15" name="body-0">
            <a:extLst xmlns:a="http://schemas.openxmlformats.org/drawingml/2006/main">
              <a:ext uri="{FF2B5EF4-FFF2-40B4-BE49-F238E27FC236}">
                <a16:creationId xmlns:a16="http://schemas.microsoft.com/office/drawing/2014/main" id="{D5A5CA58-24CB-47C9-B185-7893E35E0A94}"/>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Follow the six-step card at your own station.</a:t>
            </a:r>
          </a:p>
        </p:txBody>
      </p:sp>
      <p:sp>
        <p:nvSpPr>
          <p:cNvPr id="16" name="body-1">
            <a:extLst xmlns:a="http://schemas.openxmlformats.org/drawingml/2006/main">
              <a:ext uri="{FF2B5EF4-FFF2-40B4-BE49-F238E27FC236}">
                <a16:creationId xmlns:a16="http://schemas.microsoft.com/office/drawing/2014/main" id="{3B45E1BB-E6F0-4CF6-803F-484124815D1D}"/>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Make one approved portion.</a:t>
            </a:r>
          </a:p>
        </p:txBody>
      </p:sp>
      <p:sp>
        <p:nvSpPr>
          <p:cNvPr id="17" name="body-2">
            <a:extLst xmlns:a="http://schemas.openxmlformats.org/drawingml/2006/main">
              <a:ext uri="{FF2B5EF4-FFF2-40B4-BE49-F238E27FC236}">
                <a16:creationId xmlns:a16="http://schemas.microsoft.com/office/drawing/2014/main" id="{4AB39BC3-33E0-4B8D-AFA3-0332696EA6E2}"/>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Supported: use pre-cut ingredients and assembly help.</a:t>
            </a:r>
          </a:p>
        </p:txBody>
      </p:sp>
      <p:sp>
        <p:nvSpPr>
          <p:cNvPr id="18" name="body-3">
            <a:extLst xmlns:a="http://schemas.openxmlformats.org/drawingml/2006/main">
              <a:ext uri="{FF2B5EF4-FFF2-40B4-BE49-F238E27FC236}">
                <a16:creationId xmlns:a16="http://schemas.microsoft.com/office/drawing/2014/main" id="{FB31450C-67A5-443D-B9A1-366C2B989DB8}"/>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Independent: follow the full approved sequence.</a:t>
            </a:r>
          </a:p>
        </p:txBody>
      </p:sp>
      <p:sp>
        <p:nvSpPr>
          <p:cNvPr id="19" name="body-4">
            <a:extLst xmlns:a="http://schemas.openxmlformats.org/drawingml/2006/main">
              <a:ext uri="{FF2B5EF4-FFF2-40B4-BE49-F238E27FC236}">
                <a16:creationId xmlns:a16="http://schemas.microsoft.com/office/drawing/2014/main" id="{0F5EA6B0-8938-4C94-A610-CD87D51D318D}"/>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Aspire: check portion consistency with the adult.</a:t>
            </a:r>
          </a:p>
        </p:txBody>
      </p:sp>
    </p:spTree>
    <p:extLst>
      <p:ext uri="{BB962C8B-B14F-4D97-AF65-F5344CB8AC3E}">
        <p14:creationId xmlns:p14="http://schemas.microsoft.com/office/powerpoint/2010/main" val="167622547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ide-rule">
            <a:extLst xmlns:a="http://schemas.openxmlformats.org/drawingml/2006/main">
              <a:ext uri="{FF2B5EF4-FFF2-40B4-BE49-F238E27FC236}">
                <a16:creationId xmlns:a16="http://schemas.microsoft.com/office/drawing/2014/main" id="{A8C7B892-C730-4124-BD95-5E4556A7023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3BDF9A95-640B-4760-92FB-BD38BA9337E1}"/>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YOU DO RECORD OR CLEAR DOWN</a:t>
            </a:r>
          </a:p>
        </p:txBody>
      </p:sp>
      <p:sp>
        <p:nvSpPr>
          <p:cNvPr id="3" name="slide-number-time">
            <a:extLst xmlns:a="http://schemas.openxmlformats.org/drawingml/2006/main">
              <a:ext uri="{FF2B5EF4-FFF2-40B4-BE49-F238E27FC236}">
                <a16:creationId xmlns:a16="http://schemas.microsoft.com/office/drawing/2014/main" id="{CA702760-C862-4C61-A6C8-C6AF08A8CD45}"/>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8 / 12  ·  6 min</a:t>
            </a:r>
          </a:p>
        </p:txBody>
      </p:sp>
      <p:sp>
        <p:nvSpPr>
          <p:cNvPr id="4" name="slide-title">
            <a:extLst xmlns:a="http://schemas.openxmlformats.org/drawingml/2006/main">
              <a:ext uri="{FF2B5EF4-FFF2-40B4-BE49-F238E27FC236}">
                <a16:creationId xmlns:a16="http://schemas.microsoft.com/office/drawing/2014/main" id="{27DBE537-F797-4CA0-A966-2DC1CEBF6ED7}"/>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Count stock and choose your role</a:t>
            </a:r>
          </a:p>
        </p:txBody>
      </p:sp>
      <p:sp>
        <p:nvSpPr>
          <p:cNvPr id="5" name="heading-rule">
            <a:extLst xmlns:a="http://schemas.openxmlformats.org/drawingml/2006/main">
              <a:ext uri="{FF2B5EF4-FFF2-40B4-BE49-F238E27FC236}">
                <a16:creationId xmlns:a16="http://schemas.microsoft.com/office/drawing/2014/main" id="{ACECF116-90D1-4148-A1E6-4DC7C9EDC84D}"/>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2" name="printed-id">
            <a:extLst xmlns:a="http://schemas.openxmlformats.org/drawingml/2006/main">
              <a:ext uri="{FF2B5EF4-FFF2-40B4-BE49-F238E27FC236}">
                <a16:creationId xmlns:a16="http://schemas.microsoft.com/office/drawing/2014/main" id="{E46E7D15-139F-413C-A943-8B46B8DB96BF}"/>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VOC-LAUNCH-A2-W04-L1</a:t>
            </a:r>
          </a:p>
        </p:txBody>
      </p:sp>
      <p:sp>
        <p:nvSpPr>
          <p:cNvPr id="13" name="edition-label">
            <a:extLst xmlns:a="http://schemas.openxmlformats.org/drawingml/2006/main">
              <a:ext uri="{FF2B5EF4-FFF2-40B4-BE49-F238E27FC236}">
                <a16:creationId xmlns:a16="http://schemas.microsoft.com/office/drawing/2014/main" id="{DC44AB7A-9C39-4B04-BF28-2FFDEA3DCD20}"/>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4" name="licence-credit">
            <a:extLst xmlns:a="http://schemas.openxmlformats.org/drawingml/2006/main">
              <a:ext uri="{FF2B5EF4-FFF2-40B4-BE49-F238E27FC236}">
                <a16:creationId xmlns:a16="http://schemas.microsoft.com/office/drawing/2014/main" id="{CE54ABDE-945F-42AD-A8A1-6FEBB490A0F6}"/>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
        <p:nvSpPr>
          <p:cNvPr id="16" name="body-0">
            <a:extLst xmlns:a="http://schemas.openxmlformats.org/drawingml/2006/main">
              <a:ext uri="{FF2B5EF4-FFF2-40B4-BE49-F238E27FC236}">
                <a16:creationId xmlns:a16="http://schemas.microsoft.com/office/drawing/2014/main" id="{D742E96A-7B63-43BB-81A5-B7C4EF30E8FB}"/>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Count your actual stock line. Record the amount.</a:t>
            </a:r>
          </a:p>
        </p:txBody>
      </p:sp>
      <p:sp>
        <p:nvSpPr>
          <p:cNvPr id="17" name="body-1">
            <a:extLst xmlns:a="http://schemas.openxmlformats.org/drawingml/2006/main">
              <a:ext uri="{FF2B5EF4-FFF2-40B4-BE49-F238E27FC236}">
                <a16:creationId xmlns:a16="http://schemas.microsoft.com/office/drawing/2014/main" id="{C8D4CA4E-ABDD-439D-9B01-EE2F16F8E15D}"/>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Agree your role: serve or prepare.</a:t>
            </a:r>
          </a:p>
        </p:txBody>
      </p:sp>
      <p:sp>
        <p:nvSpPr>
          <p:cNvPr id="18" name="body-2">
            <a:extLst xmlns:a="http://schemas.openxmlformats.org/drawingml/2006/main">
              <a:ext uri="{FF2B5EF4-FFF2-40B4-BE49-F238E27FC236}">
                <a16:creationId xmlns:a16="http://schemas.microsoft.com/office/drawing/2014/main" id="{DF842322-1B5A-479E-9678-8258C38E46F7}"/>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Write or tell your first job.</a:t>
            </a:r>
          </a:p>
        </p:txBody>
      </p:sp>
      <p:sp>
        <p:nvSpPr>
          <p:cNvPr id="19" name="body-3">
            <a:extLst xmlns:a="http://schemas.openxmlformats.org/drawingml/2006/main">
              <a:ext uri="{FF2B5EF4-FFF2-40B4-BE49-F238E27FC236}">
                <a16:creationId xmlns:a16="http://schemas.microsoft.com/office/drawing/2014/main" id="{39CE01EB-B0E4-4573-8979-A9A41A130890}"/>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Give two opening checks for your role.</a:t>
            </a:r>
          </a:p>
        </p:txBody>
      </p:sp>
    </p:spTree>
    <p:extLst>
      <p:ext uri="{BB962C8B-B14F-4D97-AF65-F5344CB8AC3E}">
        <p14:creationId xmlns:p14="http://schemas.microsoft.com/office/powerpoint/2010/main" val="5979169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ide-rule">
            <a:extLst xmlns:a="http://schemas.openxmlformats.org/drawingml/2006/main">
              <a:ext uri="{FF2B5EF4-FFF2-40B4-BE49-F238E27FC236}">
                <a16:creationId xmlns:a16="http://schemas.microsoft.com/office/drawing/2014/main" id="{5CC015C8-981C-4980-9A16-E1F91E8DA13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CF833CAD-C5A3-4521-9C93-A20484883D14}"/>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TIDY AND EVIDENCE CHECK</a:t>
            </a:r>
          </a:p>
        </p:txBody>
      </p:sp>
      <p:sp>
        <p:nvSpPr>
          <p:cNvPr id="3" name="slide-number-time">
            <a:extLst xmlns:a="http://schemas.openxmlformats.org/drawingml/2006/main">
              <a:ext uri="{FF2B5EF4-FFF2-40B4-BE49-F238E27FC236}">
                <a16:creationId xmlns:a16="http://schemas.microsoft.com/office/drawing/2014/main" id="{CBD42182-A083-435F-91EA-31A5124FE069}"/>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9 / 12  ·  4 min</a:t>
            </a:r>
          </a:p>
        </p:txBody>
      </p:sp>
      <p:sp>
        <p:nvSpPr>
          <p:cNvPr id="4" name="slide-title">
            <a:extLst xmlns:a="http://schemas.openxmlformats.org/drawingml/2006/main">
              <a:ext uri="{FF2B5EF4-FFF2-40B4-BE49-F238E27FC236}">
                <a16:creationId xmlns:a16="http://schemas.microsoft.com/office/drawing/2014/main" id="{94AAEB62-8BDF-48B9-BE3A-859A994241BC}"/>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Store tidy and file</a:t>
            </a:r>
          </a:p>
        </p:txBody>
      </p:sp>
      <p:sp>
        <p:nvSpPr>
          <p:cNvPr id="5" name="heading-rule">
            <a:extLst xmlns:a="http://schemas.openxmlformats.org/drawingml/2006/main">
              <a:ext uri="{FF2B5EF4-FFF2-40B4-BE49-F238E27FC236}">
                <a16:creationId xmlns:a16="http://schemas.microsoft.com/office/drawing/2014/main" id="{9FFF600C-8289-4F79-B177-29DF6B75DDEF}"/>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4" name="printed-id">
            <a:extLst xmlns:a="http://schemas.openxmlformats.org/drawingml/2006/main">
              <a:ext uri="{FF2B5EF4-FFF2-40B4-BE49-F238E27FC236}">
                <a16:creationId xmlns:a16="http://schemas.microsoft.com/office/drawing/2014/main" id="{45FB49A2-C600-4099-B652-A63E3C20B83B}"/>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VOC-LAUNCH-A2-W04-L1</a:t>
            </a:r>
          </a:p>
        </p:txBody>
      </p:sp>
      <p:sp>
        <p:nvSpPr>
          <p:cNvPr id="15" name="edition-label">
            <a:extLst xmlns:a="http://schemas.openxmlformats.org/drawingml/2006/main">
              <a:ext uri="{FF2B5EF4-FFF2-40B4-BE49-F238E27FC236}">
                <a16:creationId xmlns:a16="http://schemas.microsoft.com/office/drawing/2014/main" id="{047982E4-80E0-4809-A664-19FAE0369C27}"/>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6" name="licence-credit">
            <a:extLst xmlns:a="http://schemas.openxmlformats.org/drawingml/2006/main">
              <a:ext uri="{FF2B5EF4-FFF2-40B4-BE49-F238E27FC236}">
                <a16:creationId xmlns:a16="http://schemas.microsoft.com/office/drawing/2014/main" id="{D4C8EEA3-05BB-4786-9E61-D35617D8E4AB}"/>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
        <p:nvSpPr>
          <p:cNvPr id="18" name="step-number-0">
            <a:extLst xmlns:a="http://schemas.openxmlformats.org/drawingml/2006/main">
              <a:ext uri="{FF2B5EF4-FFF2-40B4-BE49-F238E27FC236}">
                <a16:creationId xmlns:a16="http://schemas.microsoft.com/office/drawing/2014/main" id="{A88D27D9-A58F-4C3E-899F-9C8F74085798}"/>
              </a:ext>
            </a:extLst>
          </p:cNvPr>
          <p:cNvSpPr>
            <a:spLocks xmlns:a="http://schemas.openxmlformats.org/drawingml/2006/main" noGrp="1"/>
          </p:cNvSpPr>
          <p:nvPr/>
        </p:nvSpPr>
        <p:spPr>
          <a:xfrm xmlns:a="http://schemas.openxmlformats.org/drawingml/2006/main">
            <a:off x="609600" y="1676400"/>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1</a:t>
            </a:r>
          </a:p>
        </p:txBody>
      </p:sp>
      <p:sp>
        <p:nvSpPr>
          <p:cNvPr id="19" name="body-0">
            <a:extLst xmlns:a="http://schemas.openxmlformats.org/drawingml/2006/main">
              <a:ext uri="{FF2B5EF4-FFF2-40B4-BE49-F238E27FC236}">
                <a16:creationId xmlns:a16="http://schemas.microsoft.com/office/drawing/2014/main" id="{60868B0B-BBCD-47F0-9728-00744EA97A85}"/>
              </a:ext>
            </a:extLst>
          </p:cNvPr>
          <p:cNvSpPr>
            <a:spLocks xmlns:a="http://schemas.openxmlformats.org/drawingml/2006/main" noGrp="1"/>
          </p:cNvSpPr>
          <p:nvPr/>
        </p:nvSpPr>
        <p:spPr>
          <a:xfrm xmlns:a="http://schemas.openxmlformats.org/drawingml/2006/main">
            <a:off x="1200150" y="1676400"/>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Follow the adult’s storage and clean-down plan.</a:t>
            </a:r>
          </a:p>
        </p:txBody>
      </p:sp>
      <p:sp>
        <p:nvSpPr>
          <p:cNvPr id="20" name="step-number-1">
            <a:extLst xmlns:a="http://schemas.openxmlformats.org/drawingml/2006/main">
              <a:ext uri="{FF2B5EF4-FFF2-40B4-BE49-F238E27FC236}">
                <a16:creationId xmlns:a16="http://schemas.microsoft.com/office/drawing/2014/main" id="{74729196-4725-4C0E-AEB4-8CFCF7FE709C}"/>
              </a:ext>
            </a:extLst>
          </p:cNvPr>
          <p:cNvSpPr>
            <a:spLocks xmlns:a="http://schemas.openxmlformats.org/drawingml/2006/main" noGrp="1"/>
          </p:cNvSpPr>
          <p:nvPr/>
        </p:nvSpPr>
        <p:spPr>
          <a:xfrm xmlns:a="http://schemas.openxmlformats.org/drawingml/2006/main">
            <a:off x="609600" y="2196465"/>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2</a:t>
            </a:r>
          </a:p>
        </p:txBody>
      </p:sp>
      <p:sp>
        <p:nvSpPr>
          <p:cNvPr id="21" name="body-1">
            <a:extLst xmlns:a="http://schemas.openxmlformats.org/drawingml/2006/main">
              <a:ext uri="{FF2B5EF4-FFF2-40B4-BE49-F238E27FC236}">
                <a16:creationId xmlns:a16="http://schemas.microsoft.com/office/drawing/2014/main" id="{8F68603C-DD37-4D89-90A9-2B8F8146BF6D}"/>
              </a:ext>
            </a:extLst>
          </p:cNvPr>
          <p:cNvSpPr>
            <a:spLocks xmlns:a="http://schemas.openxmlformats.org/drawingml/2006/main" noGrp="1"/>
          </p:cNvSpPr>
          <p:nvPr/>
        </p:nvSpPr>
        <p:spPr>
          <a:xfrm xmlns:a="http://schemas.openxmlformats.org/drawingml/2006/main">
            <a:off x="1200150" y="2196465"/>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Keep your recipe record, stock count and role card.</a:t>
            </a:r>
          </a:p>
        </p:txBody>
      </p:sp>
      <p:sp>
        <p:nvSpPr>
          <p:cNvPr id="22" name="step-number-2">
            <a:extLst xmlns:a="http://schemas.openxmlformats.org/drawingml/2006/main">
              <a:ext uri="{FF2B5EF4-FFF2-40B4-BE49-F238E27FC236}">
                <a16:creationId xmlns:a16="http://schemas.microsoft.com/office/drawing/2014/main" id="{2B204958-A63D-4A02-B7F6-6656CB46FB6A}"/>
              </a:ext>
            </a:extLst>
          </p:cNvPr>
          <p:cNvSpPr>
            <a:spLocks xmlns:a="http://schemas.openxmlformats.org/drawingml/2006/main" noGrp="1"/>
          </p:cNvSpPr>
          <p:nvPr/>
        </p:nvSpPr>
        <p:spPr>
          <a:xfrm xmlns:a="http://schemas.openxmlformats.org/drawingml/2006/main">
            <a:off x="609600" y="2716530"/>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3</a:t>
            </a:r>
          </a:p>
        </p:txBody>
      </p:sp>
      <p:sp>
        <p:nvSpPr>
          <p:cNvPr id="23" name="body-2">
            <a:extLst xmlns:a="http://schemas.openxmlformats.org/drawingml/2006/main">
              <a:ext uri="{FF2B5EF4-FFF2-40B4-BE49-F238E27FC236}">
                <a16:creationId xmlns:a16="http://schemas.microsoft.com/office/drawing/2014/main" id="{7016E5AD-E41A-4771-8321-5603B8BA656C}"/>
              </a:ext>
            </a:extLst>
          </p:cNvPr>
          <p:cNvSpPr>
            <a:spLocks xmlns:a="http://schemas.openxmlformats.org/drawingml/2006/main" noGrp="1"/>
          </p:cNvSpPr>
          <p:nvPr/>
        </p:nvSpPr>
        <p:spPr>
          <a:xfrm xmlns:a="http://schemas.openxmlformats.org/drawingml/2006/main">
            <a:off x="1200150" y="2716530"/>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Record the help you used.</a:t>
            </a:r>
          </a:p>
        </p:txBody>
      </p:sp>
      <p:sp>
        <p:nvSpPr>
          <p:cNvPr id="24" name="step-number-3">
            <a:extLst xmlns:a="http://schemas.openxmlformats.org/drawingml/2006/main">
              <a:ext uri="{FF2B5EF4-FFF2-40B4-BE49-F238E27FC236}">
                <a16:creationId xmlns:a16="http://schemas.microsoft.com/office/drawing/2014/main" id="{345128C4-B82E-4AB1-8A1B-3288E625A2BC}"/>
              </a:ext>
            </a:extLst>
          </p:cNvPr>
          <p:cNvSpPr>
            <a:spLocks xmlns:a="http://schemas.openxmlformats.org/drawingml/2006/main" noGrp="1"/>
          </p:cNvSpPr>
          <p:nvPr/>
        </p:nvSpPr>
        <p:spPr>
          <a:xfrm xmlns:a="http://schemas.openxmlformats.org/drawingml/2006/main">
            <a:off x="609600" y="3236595"/>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4</a:t>
            </a:r>
          </a:p>
        </p:txBody>
      </p:sp>
      <p:sp>
        <p:nvSpPr>
          <p:cNvPr id="25" name="body-3">
            <a:extLst xmlns:a="http://schemas.openxmlformats.org/drawingml/2006/main">
              <a:ext uri="{FF2B5EF4-FFF2-40B4-BE49-F238E27FC236}">
                <a16:creationId xmlns:a16="http://schemas.microsoft.com/office/drawing/2014/main" id="{3E527AD0-5AB7-4332-B2D7-F45F5471BBE6}"/>
              </a:ext>
            </a:extLst>
          </p:cNvPr>
          <p:cNvSpPr>
            <a:spLocks xmlns:a="http://schemas.openxmlformats.org/drawingml/2006/main" noGrp="1"/>
          </p:cNvSpPr>
          <p:nvPr/>
        </p:nvSpPr>
        <p:spPr>
          <a:xfrm xmlns:a="http://schemas.openxmlformats.org/drawingml/2006/main">
            <a:off x="1200150" y="3236595"/>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I checked __.</a:t>
            </a:r>
          </a:p>
        </p:txBody>
      </p:sp>
    </p:spTree>
    <p:extLst>
      <p:ext uri="{BB962C8B-B14F-4D97-AF65-F5344CB8AC3E}">
        <p14:creationId xmlns:p14="http://schemas.microsoft.com/office/powerpoint/2010/main" val="178507086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ide-rule">
            <a:extLst xmlns:a="http://schemas.openxmlformats.org/drawingml/2006/main">
              <a:ext uri="{FF2B5EF4-FFF2-40B4-BE49-F238E27FC236}">
                <a16:creationId xmlns:a16="http://schemas.microsoft.com/office/drawing/2014/main" id="{AA0AA39E-1E56-4014-A43F-CDD885FEA14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39412F90-EC31-4206-8A42-6579298B5FA5}"/>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EXIT TICKET</a:t>
            </a:r>
          </a:p>
        </p:txBody>
      </p:sp>
      <p:sp>
        <p:nvSpPr>
          <p:cNvPr id="3" name="slide-number-time">
            <a:extLst xmlns:a="http://schemas.openxmlformats.org/drawingml/2006/main">
              <a:ext uri="{FF2B5EF4-FFF2-40B4-BE49-F238E27FC236}">
                <a16:creationId xmlns:a16="http://schemas.microsoft.com/office/drawing/2014/main" id="{83A8E1FC-83FF-4F9E-A8F1-B36B707FD98B}"/>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10 / 12  ·  2 min</a:t>
            </a:r>
          </a:p>
        </p:txBody>
      </p:sp>
      <p:sp>
        <p:nvSpPr>
          <p:cNvPr id="4" name="slide-title">
            <a:extLst xmlns:a="http://schemas.openxmlformats.org/drawingml/2006/main">
              <a:ext uri="{FF2B5EF4-FFF2-40B4-BE49-F238E27FC236}">
                <a16:creationId xmlns:a16="http://schemas.microsoft.com/office/drawing/2014/main" id="{EDAA1E3C-D173-433C-81C3-B7DE717F43B4}"/>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Exit ticket</a:t>
            </a:r>
          </a:p>
        </p:txBody>
      </p:sp>
      <p:sp>
        <p:nvSpPr>
          <p:cNvPr id="5" name="heading-rule">
            <a:extLst xmlns:a="http://schemas.openxmlformats.org/drawingml/2006/main">
              <a:ext uri="{FF2B5EF4-FFF2-40B4-BE49-F238E27FC236}">
                <a16:creationId xmlns:a16="http://schemas.microsoft.com/office/drawing/2014/main" id="{E2848ABB-2D8B-482B-B16F-A1147085950D}"/>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9" name="printed-id">
            <a:extLst xmlns:a="http://schemas.openxmlformats.org/drawingml/2006/main">
              <a:ext uri="{FF2B5EF4-FFF2-40B4-BE49-F238E27FC236}">
                <a16:creationId xmlns:a16="http://schemas.microsoft.com/office/drawing/2014/main" id="{06C0FD76-B044-4310-A2D8-4589B3BB20A9}"/>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VOC-LAUNCH-A2-W04-L1</a:t>
            </a:r>
          </a:p>
        </p:txBody>
      </p:sp>
      <p:sp>
        <p:nvSpPr>
          <p:cNvPr id="10" name="edition-label">
            <a:extLst xmlns:a="http://schemas.openxmlformats.org/drawingml/2006/main">
              <a:ext uri="{FF2B5EF4-FFF2-40B4-BE49-F238E27FC236}">
                <a16:creationId xmlns:a16="http://schemas.microsoft.com/office/drawing/2014/main" id="{4A2A6DF8-A2DB-4567-A0F1-859F4CB9AC9F}"/>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1" name="licence-credit">
            <a:extLst xmlns:a="http://schemas.openxmlformats.org/drawingml/2006/main">
              <a:ext uri="{FF2B5EF4-FFF2-40B4-BE49-F238E27FC236}">
                <a16:creationId xmlns:a16="http://schemas.microsoft.com/office/drawing/2014/main" id="{535DD12C-B60B-4AE9-A63D-BC59C483C742}"/>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
        <p:nvSpPr>
          <p:cNvPr id="13" name="body-0">
            <a:extLst xmlns:a="http://schemas.openxmlformats.org/drawingml/2006/main">
              <a:ext uri="{FF2B5EF4-FFF2-40B4-BE49-F238E27FC236}">
                <a16:creationId xmlns:a16="http://schemas.microsoft.com/office/drawing/2014/main" id="{61B277C7-9D3E-4FB1-9519-7512A724198B}"/>
              </a:ext>
            </a:extLst>
          </p:cNvPr>
          <p:cNvSpPr>
            <a:spLocks xmlns:a="http://schemas.openxmlformats.org/drawingml/2006/main" noGrp="1"/>
          </p:cNvSpPr>
          <p:nvPr/>
        </p:nvSpPr>
        <p:spPr>
          <a:xfrm xmlns:a="http://schemas.openxmlformats.org/drawingml/2006/main">
            <a:off x="609600" y="167640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Name one hygiene check you made.</a:t>
            </a:r>
          </a:p>
        </p:txBody>
      </p:sp>
      <p:sp>
        <p:nvSpPr>
          <p:cNvPr id="14" name="body-1">
            <a:extLst xmlns:a="http://schemas.openxmlformats.org/drawingml/2006/main">
              <a:ext uri="{FF2B5EF4-FFF2-40B4-BE49-F238E27FC236}">
                <a16:creationId xmlns:a16="http://schemas.microsoft.com/office/drawing/2014/main" id="{F66988B5-B6C1-4355-9C1A-D8BAED8025BD}"/>
              </a:ext>
            </a:extLst>
          </p:cNvPr>
          <p:cNvSpPr>
            <a:spLocks xmlns:a="http://schemas.openxmlformats.org/drawingml/2006/main" noGrp="1"/>
          </p:cNvSpPr>
          <p:nvPr/>
        </p:nvSpPr>
        <p:spPr>
          <a:xfrm xmlns:a="http://schemas.openxmlformats.org/drawingml/2006/main">
            <a:off x="609600" y="219646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What is your agreed café role?</a:t>
            </a:r>
          </a:p>
        </p:txBody>
      </p:sp>
      <p:sp>
        <p:nvSpPr>
          <p:cNvPr id="15" name="body-2">
            <a:extLst xmlns:a="http://schemas.openxmlformats.org/drawingml/2006/main">
              <a:ext uri="{FF2B5EF4-FFF2-40B4-BE49-F238E27FC236}">
                <a16:creationId xmlns:a16="http://schemas.microsoft.com/office/drawing/2014/main" id="{733E8AA9-C07C-4857-A081-6530E98A23E9}"/>
              </a:ext>
            </a:extLst>
          </p:cNvPr>
          <p:cNvSpPr>
            <a:spLocks xmlns:a="http://schemas.openxmlformats.org/drawingml/2006/main" noGrp="1"/>
          </p:cNvSpPr>
          <p:nvPr/>
        </p:nvSpPr>
        <p:spPr>
          <a:xfrm xmlns:a="http://schemas.openxmlformats.org/drawingml/2006/main">
            <a:off x="609600" y="271653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My check was __. My role is __.</a:t>
            </a:r>
          </a:p>
        </p:txBody>
      </p:sp>
    </p:spTree>
    <p:extLst>
      <p:ext uri="{BB962C8B-B14F-4D97-AF65-F5344CB8AC3E}">
        <p14:creationId xmlns:p14="http://schemas.microsoft.com/office/powerpoint/2010/main" val="197215186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ide-rule">
            <a:extLst xmlns:a="http://schemas.openxmlformats.org/drawingml/2006/main">
              <a:ext uri="{FF2B5EF4-FFF2-40B4-BE49-F238E27FC236}">
                <a16:creationId xmlns:a16="http://schemas.microsoft.com/office/drawing/2014/main" id="{7AF64FE2-1177-4B5C-A807-7286FAED99C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2992EB3E-3D6F-45D2-8E33-06C365D67B92}"/>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VOCABULARY</a:t>
            </a:r>
          </a:p>
        </p:txBody>
      </p:sp>
      <p:sp>
        <p:nvSpPr>
          <p:cNvPr id="3" name="slide-number-time">
            <a:extLst xmlns:a="http://schemas.openxmlformats.org/drawingml/2006/main">
              <a:ext uri="{FF2B5EF4-FFF2-40B4-BE49-F238E27FC236}">
                <a16:creationId xmlns:a16="http://schemas.microsoft.com/office/drawing/2014/main" id="{1E88F572-125D-49A3-AEC6-5A255B876823}"/>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11 / 12</a:t>
            </a:r>
          </a:p>
        </p:txBody>
      </p:sp>
      <p:sp>
        <p:nvSpPr>
          <p:cNvPr id="4" name="slide-title">
            <a:extLst xmlns:a="http://schemas.openxmlformats.org/drawingml/2006/main">
              <a:ext uri="{FF2B5EF4-FFF2-40B4-BE49-F238E27FC236}">
                <a16:creationId xmlns:a16="http://schemas.microsoft.com/office/drawing/2014/main" id="{9122445C-D872-474B-9C96-3D7F2CD38686}"/>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Key words</a:t>
            </a:r>
          </a:p>
        </p:txBody>
      </p:sp>
      <p:sp>
        <p:nvSpPr>
          <p:cNvPr id="5" name="heading-rule">
            <a:extLst xmlns:a="http://schemas.openxmlformats.org/drawingml/2006/main">
              <a:ext uri="{FF2B5EF4-FFF2-40B4-BE49-F238E27FC236}">
                <a16:creationId xmlns:a16="http://schemas.microsoft.com/office/drawing/2014/main" id="{78D89641-2889-431B-9321-43540400F037}"/>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2" name="printed-id">
            <a:extLst xmlns:a="http://schemas.openxmlformats.org/drawingml/2006/main">
              <a:ext uri="{FF2B5EF4-FFF2-40B4-BE49-F238E27FC236}">
                <a16:creationId xmlns:a16="http://schemas.microsoft.com/office/drawing/2014/main" id="{754D271A-039F-4E78-8E74-7AABF4C47426}"/>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VOC-LAUNCH-A2-W04-L1</a:t>
            </a:r>
          </a:p>
        </p:txBody>
      </p:sp>
      <p:sp>
        <p:nvSpPr>
          <p:cNvPr id="13" name="edition-label">
            <a:extLst xmlns:a="http://schemas.openxmlformats.org/drawingml/2006/main">
              <a:ext uri="{FF2B5EF4-FFF2-40B4-BE49-F238E27FC236}">
                <a16:creationId xmlns:a16="http://schemas.microsoft.com/office/drawing/2014/main" id="{63FCF5BE-BD3D-4B2A-966B-5738DA1D5C13}"/>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4" name="licence-credit">
            <a:extLst xmlns:a="http://schemas.openxmlformats.org/drawingml/2006/main">
              <a:ext uri="{FF2B5EF4-FFF2-40B4-BE49-F238E27FC236}">
                <a16:creationId xmlns:a16="http://schemas.microsoft.com/office/drawing/2014/main" id="{5BE1EA57-4C65-4247-B3A0-FF6377F781AB}"/>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
        <p:nvSpPr>
          <p:cNvPr id="16" name="body-0">
            <a:extLst xmlns:a="http://schemas.openxmlformats.org/drawingml/2006/main">
              <a:ext uri="{FF2B5EF4-FFF2-40B4-BE49-F238E27FC236}">
                <a16:creationId xmlns:a16="http://schemas.microsoft.com/office/drawing/2014/main" id="{6816EAD9-99E1-4DEE-A219-34A502C6A1D7}"/>
              </a:ext>
            </a:extLst>
          </p:cNvPr>
          <p:cNvSpPr>
            <a:spLocks xmlns:a="http://schemas.openxmlformats.org/drawingml/2006/main" noGrp="1"/>
          </p:cNvSpPr>
          <p:nvPr/>
        </p:nvSpPr>
        <p:spPr>
          <a:xfrm xmlns:a="http://schemas.openxmlformats.org/drawingml/2006/main">
            <a:off x="609600" y="1695450"/>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Role: your agreed job.</a:t>
            </a:r>
          </a:p>
        </p:txBody>
      </p:sp>
      <p:sp>
        <p:nvSpPr>
          <p:cNvPr id="17" name="body-1">
            <a:extLst xmlns:a="http://schemas.openxmlformats.org/drawingml/2006/main">
              <a:ext uri="{FF2B5EF4-FFF2-40B4-BE49-F238E27FC236}">
                <a16:creationId xmlns:a16="http://schemas.microsoft.com/office/drawing/2014/main" id="{03795151-B67A-4FBD-ADAB-5B8CFAFF23AB}"/>
              </a:ext>
            </a:extLst>
          </p:cNvPr>
          <p:cNvSpPr>
            <a:spLocks xmlns:a="http://schemas.openxmlformats.org/drawingml/2006/main" noGrp="1"/>
          </p:cNvSpPr>
          <p:nvPr/>
        </p:nvSpPr>
        <p:spPr>
          <a:xfrm xmlns:a="http://schemas.openxmlformats.org/drawingml/2006/main">
            <a:off x="609600" y="2247329"/>
            <a:ext cx="5219700" cy="6751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Hygiene: keep food and the work area clean.</a:t>
            </a:r>
          </a:p>
        </p:txBody>
      </p:sp>
      <p:sp>
        <p:nvSpPr>
          <p:cNvPr id="18" name="body-2">
            <a:extLst xmlns:a="http://schemas.openxmlformats.org/drawingml/2006/main">
              <a:ext uri="{FF2B5EF4-FFF2-40B4-BE49-F238E27FC236}">
                <a16:creationId xmlns:a16="http://schemas.microsoft.com/office/drawing/2014/main" id="{5315E42F-BB62-4FD0-98A0-6AACC4B0C171}"/>
              </a:ext>
            </a:extLst>
          </p:cNvPr>
          <p:cNvSpPr>
            <a:spLocks xmlns:a="http://schemas.openxmlformats.org/drawingml/2006/main" noGrp="1"/>
          </p:cNvSpPr>
          <p:nvPr/>
        </p:nvSpPr>
        <p:spPr>
          <a:xfrm xmlns:a="http://schemas.openxmlformats.org/drawingml/2006/main">
            <a:off x="609600" y="3112961"/>
            <a:ext cx="5219700" cy="6751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Allergen: something that can cause an allergic reaction.</a:t>
            </a:r>
          </a:p>
        </p:txBody>
      </p:sp>
      <p:sp>
        <p:nvSpPr>
          <p:cNvPr id="19" name="body-3">
            <a:extLst xmlns:a="http://schemas.openxmlformats.org/drawingml/2006/main">
              <a:ext uri="{FF2B5EF4-FFF2-40B4-BE49-F238E27FC236}">
                <a16:creationId xmlns:a16="http://schemas.microsoft.com/office/drawing/2014/main" id="{5C211EC8-4C3B-4C0E-9545-CA2A243297DE}"/>
              </a:ext>
            </a:extLst>
          </p:cNvPr>
          <p:cNvSpPr>
            <a:spLocks xmlns:a="http://schemas.openxmlformats.org/drawingml/2006/main" noGrp="1"/>
          </p:cNvSpPr>
          <p:nvPr/>
        </p:nvSpPr>
        <p:spPr>
          <a:xfrm xmlns:a="http://schemas.openxmlformats.org/drawingml/2006/main">
            <a:off x="609600" y="3978593"/>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Stock: items ready to use or serve.</a:t>
            </a:r>
          </a:p>
        </p:txBody>
      </p:sp>
      <p:sp>
        <p:nvSpPr>
          <p:cNvPr id="20" name="body-0">
            <a:extLst xmlns:a="http://schemas.openxmlformats.org/drawingml/2006/main">
              <a:ext uri="{FF2B5EF4-FFF2-40B4-BE49-F238E27FC236}">
                <a16:creationId xmlns:a16="http://schemas.microsoft.com/office/drawing/2014/main" id="{9A7038CA-FB74-4A13-9158-0D05A39A702B}"/>
              </a:ext>
            </a:extLst>
          </p:cNvPr>
          <p:cNvSpPr>
            <a:spLocks xmlns:a="http://schemas.openxmlformats.org/drawingml/2006/main" noGrp="1"/>
          </p:cNvSpPr>
          <p:nvPr/>
        </p:nvSpPr>
        <p:spPr>
          <a:xfrm xmlns:a="http://schemas.openxmlformats.org/drawingml/2006/main">
            <a:off x="6362700" y="1695450"/>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Float: practice money at the start.</a:t>
            </a:r>
          </a:p>
        </p:txBody>
      </p:sp>
      <p:sp>
        <p:nvSpPr>
          <p:cNvPr id="21" name="body-1">
            <a:extLst xmlns:a="http://schemas.openxmlformats.org/drawingml/2006/main">
              <a:ext uri="{FF2B5EF4-FFF2-40B4-BE49-F238E27FC236}">
                <a16:creationId xmlns:a16="http://schemas.microsoft.com/office/drawing/2014/main" id="{F6EB077E-3ABB-4AFE-B4F3-CADF75CA6CD5}"/>
              </a:ext>
            </a:extLst>
          </p:cNvPr>
          <p:cNvSpPr>
            <a:spLocks xmlns:a="http://schemas.openxmlformats.org/drawingml/2006/main" noGrp="1"/>
          </p:cNvSpPr>
          <p:nvPr/>
        </p:nvSpPr>
        <p:spPr>
          <a:xfrm xmlns:a="http://schemas.openxmlformats.org/drawingml/2006/main">
            <a:off x="6362700" y="2247329"/>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Clear down: put away and clean.</a:t>
            </a:r>
          </a:p>
        </p:txBody>
      </p:sp>
      <p:sp>
        <p:nvSpPr>
          <p:cNvPr id="22" name="body-2">
            <a:extLst xmlns:a="http://schemas.openxmlformats.org/drawingml/2006/main">
              <a:ext uri="{FF2B5EF4-FFF2-40B4-BE49-F238E27FC236}">
                <a16:creationId xmlns:a16="http://schemas.microsoft.com/office/drawing/2014/main" id="{6C6AEBBF-CAE2-456C-9C5B-8671DDA3ACD9}"/>
              </a:ext>
            </a:extLst>
          </p:cNvPr>
          <p:cNvSpPr>
            <a:spLocks xmlns:a="http://schemas.openxmlformats.org/drawingml/2006/main" noGrp="1"/>
          </p:cNvSpPr>
          <p:nvPr/>
        </p:nvSpPr>
        <p:spPr>
          <a:xfrm xmlns:a="http://schemas.openxmlformats.org/drawingml/2006/main">
            <a:off x="6362700" y="2799207"/>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Feedback: a useful comment.</a:t>
            </a:r>
          </a:p>
        </p:txBody>
      </p:sp>
    </p:spTree>
    <p:extLst>
      <p:ext uri="{BB962C8B-B14F-4D97-AF65-F5344CB8AC3E}">
        <p14:creationId xmlns:p14="http://schemas.microsoft.com/office/powerpoint/2010/main" val="330375192"/>
      </p:ext>
    </p:extLst>
  </p:cSld>
</p:sld>
</file>

<file path=ppt/slides/slide12.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2C0E2C48-D089-42C1-A066-83FCD158EFE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47AA2577-BC28-4D13-AD2C-8628132B21BE}"/>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STAFF BRIEF</a:t>
            </a:r>
          </a:p>
        </p:txBody>
      </p:sp>
      <p:sp>
        <p:nvSpPr>
          <p:cNvPr id="3" name="slide-number-time">
            <a:extLst xmlns:a="http://schemas.openxmlformats.org/drawingml/2006/main">
              <a:ext uri="{FF2B5EF4-FFF2-40B4-BE49-F238E27FC236}">
                <a16:creationId xmlns:a16="http://schemas.microsoft.com/office/drawing/2014/main" id="{A730B78F-FB21-447B-8524-A237FFCAEC40}"/>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12 / 12</a:t>
            </a:r>
          </a:p>
        </p:txBody>
      </p:sp>
      <p:sp>
        <p:nvSpPr>
          <p:cNvPr id="4" name="slide-title">
            <a:extLst xmlns:a="http://schemas.openxmlformats.org/drawingml/2006/main">
              <a:ext uri="{FF2B5EF4-FFF2-40B4-BE49-F238E27FC236}">
                <a16:creationId xmlns:a16="http://schemas.microsoft.com/office/drawing/2014/main" id="{05A2C82B-434B-4499-A566-6F7B0831E332}"/>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Staff brief</a:t>
            </a:r>
          </a:p>
        </p:txBody>
      </p:sp>
      <p:sp>
        <p:nvSpPr>
          <p:cNvPr id="5" name="heading-rule">
            <a:extLst xmlns:a="http://schemas.openxmlformats.org/drawingml/2006/main">
              <a:ext uri="{FF2B5EF4-FFF2-40B4-BE49-F238E27FC236}">
                <a16:creationId xmlns:a16="http://schemas.microsoft.com/office/drawing/2014/main" id="{7C22469E-605C-4C2C-80FC-5167D5C5BA66}"/>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2D3627B6-C363-415A-8E57-D08EC196E199}"/>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VOC-LAUNCH-A2-W04-L1</a:t>
            </a:r>
          </a:p>
        </p:txBody>
      </p:sp>
      <p:sp>
        <p:nvSpPr>
          <p:cNvPr id="12" name="edition-label">
            <a:extLst xmlns:a="http://schemas.openxmlformats.org/drawingml/2006/main">
              <a:ext uri="{FF2B5EF4-FFF2-40B4-BE49-F238E27FC236}">
                <a16:creationId xmlns:a16="http://schemas.microsoft.com/office/drawing/2014/main" id="{2A5957E9-CEC4-49D2-897A-4F535C189507}"/>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3" name="licence-credit">
            <a:extLst xmlns:a="http://schemas.openxmlformats.org/drawingml/2006/main">
              <a:ext uri="{FF2B5EF4-FFF2-40B4-BE49-F238E27FC236}">
                <a16:creationId xmlns:a16="http://schemas.microsoft.com/office/drawing/2014/main" id="{A88EA738-A445-451D-A899-23CCFF47ADF8}"/>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
        <p:nvSpPr>
          <p:cNvPr id="15" name="body-0">
            <a:extLst xmlns:a="http://schemas.openxmlformats.org/drawingml/2006/main">
              <a:ext uri="{FF2B5EF4-FFF2-40B4-BE49-F238E27FC236}">
                <a16:creationId xmlns:a16="http://schemas.microsoft.com/office/drawing/2014/main" id="{1DC919BC-E35F-4B1C-83DC-8E2A4A6D9080}"/>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Adult readiness before any real food handling.</a:t>
            </a:r>
          </a:p>
        </p:txBody>
      </p:sp>
      <p:sp>
        <p:nvSpPr>
          <p:cNvPr id="16" name="body-1">
            <a:extLst xmlns:a="http://schemas.openxmlformats.org/drawingml/2006/main">
              <a:ext uri="{FF2B5EF4-FFF2-40B4-BE49-F238E27FC236}">
                <a16:creationId xmlns:a16="http://schemas.microsoft.com/office/drawing/2014/main" id="{5582EE66-8F83-4FCE-B1DB-8E3411FF3F57}"/>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Individual station and supervised utensils.</a:t>
            </a:r>
          </a:p>
        </p:txBody>
      </p:sp>
      <p:sp>
        <p:nvSpPr>
          <p:cNvPr id="17" name="body-2">
            <a:extLst xmlns:a="http://schemas.openxmlformats.org/drawingml/2006/main">
              <a:ext uri="{FF2B5EF4-FFF2-40B4-BE49-F238E27FC236}">
                <a16:creationId xmlns:a16="http://schemas.microsoft.com/office/drawing/2014/main" id="{2D0697B9-8D0A-4A48-AF02-C3AFB0B44841}"/>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Record actual actions, counts and support.</a:t>
            </a:r>
          </a:p>
        </p:txBody>
      </p:sp>
      <p:sp>
        <p:nvSpPr>
          <p:cNvPr id="18" name="body-3">
            <a:extLst xmlns:a="http://schemas.openxmlformats.org/drawingml/2006/main">
              <a:ext uri="{FF2B5EF4-FFF2-40B4-BE49-F238E27FC236}">
                <a16:creationId xmlns:a16="http://schemas.microsoft.com/office/drawing/2014/main" id="{976A22A5-D11F-4BE9-9666-F4C6B32A9BC1}"/>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A rehearsal is not the completed practical.</a:t>
            </a:r>
          </a:p>
        </p:txBody>
      </p:sp>
      <p:sp>
        <p:nvSpPr>
          <p:cNvPr id="19" name="body-4">
            <a:extLst xmlns:a="http://schemas.openxmlformats.org/drawingml/2006/main">
              <a:ext uri="{FF2B5EF4-FFF2-40B4-BE49-F238E27FC236}">
                <a16:creationId xmlns:a16="http://schemas.microsoft.com/office/drawing/2014/main" id="{D812918E-32E9-4914-95C4-A269CE630320}"/>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Lundy: Space · Voice · Audience · Influence.</a:t>
            </a:r>
          </a:p>
        </p:txBody>
      </p:sp>
    </p:spTree>
    <p:extLst>
      <p:ext uri="{BB962C8B-B14F-4D97-AF65-F5344CB8AC3E}">
        <p14:creationId xmlns:p14="http://schemas.microsoft.com/office/powerpoint/2010/main" val="364215782"/>
      </p:ext>
    </p:extLst>
  </p:cSld>
</p:sld>
</file>

<file path=ppt/theme/theme1.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[SYS]</ap:Application>
  <ap:PresentationFormat>Converted Presentation</ap:PresentationFormat>
  <ap:Slides>12</ap:Slides>
  <ap:Notes>12</ap:Notes>
  <ap:HiddenSlides>0</ap:HiddenSlides>
  <ap:SharedDoc>false</ap:SharedDoc>
  <ap:DocSecurity>0</ap:DocSecurity>
</ap:Properties>
</file>

<file path=docProps/core.xml><?xml version="1.0" encoding="utf-8"?>
<cp:coreProperties xmlns:cp="http://schemas.openxmlformats.org/package/2006/metadata/core-properties" xmlns:dc="http://purl.org/dc/elements/1.1/" xmlns:dcterms="http://purl.org/dc/terms/" xmlns:xsi="http://www.w3.org/2001/XMLSchema-instance">
  <dc:creator>Lesson resource</dc:creator>
  <dc:title>The Theory</dc:title>
  <dc:subject>VOC-LAUNCH-A2-W04-L1</dc:subject>
  <cp:lastModifiedBy/>
</cp:coreProperties>
</file>