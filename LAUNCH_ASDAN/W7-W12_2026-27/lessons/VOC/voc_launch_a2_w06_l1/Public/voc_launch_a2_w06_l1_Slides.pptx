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generated practice picture aloud. Accept a pointed clue. It is not a photograph of our learners or proof of a completed activity.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Task calculation: 8 items need 2 packs of 4; 2 × £3 = £6; £12 − £6 = £6 remaining. Accept a reasoned different quantity only when its assumptions and full recalculation are explicit. Menu names never establish allergen safety. No real booking, spending or event completion is claimed.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A plan is a proposal. The responsible adult must confirm any real audience, venue, timing, budget, ingredient/allergen information and safe arrangements. Reteach by sorting “proposed” and “confirmed” details. No booking is inferred from a planning sheet.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the independent task brief: eight proposed guests, one item each, packs of four at £3, task budget £12. Two packs cost £6, leaving £6. This is a fictional planning allowance, not live pricing or permission to spend. Plan customer communication, accessibility, quantities, roles, hygiene/allergen checks, storage and clearing up. Keep all operational details proposed or pending.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Task calculation: 8 items need 2 packs of 4; 2 × £3 = £6; £12 − £6 = £6 remaining. Accept a reasoned different quantity only when its assumptions and full recalculation are explicit. Menu names never establish allergen safety. No real booking, spending or event completion is claimed.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VOC-LAUNCH-A2-W06-L1 · Monday 7–Friday 11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Planning only: no purchasing, cooking, serving or invitations. Actual ingredients, allergen requirements, hygiene, equipment and storage need responsible-adult checks before a real service. No “allergy-free” assurance or ingredient substitution is guessed.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VOC-W6-L1-E1; Individual festive catering proposal with proposed audience/purpose, quantity and fictional cost working, role allocation, pending checks and an in-class alternative.</ns4:t>
            </ns4:r>
          </ns4:p>
          <ns5:p xmlns:ns5="http://schemas.openxmlformats.org/drawingml/2006/main">
            <ns5:r>
              <ns5:t>Scheme: LAUNCH Weekly - Autumn!C142; LAUNCH - Autumn!D23, I23, J23; revision 9ed44bdf.</ns5:t>
            </ns5:r>
          </ns5:p>
          <ns6:p xmlns:ns6="http://schemas.openxmlformats.org/drawingml/2006/main">
            <ns6:r>
              <ns6:t>Source objective: Plan a festive catering event.</ns6:t>
            </ns6:r>
          </ns6:p>
          <ns7:p xmlns:ns7="http://schemas.openxmlformats.org/drawingml/2006/main">
            <ns7:r>
              <ns7:t>Calendar: Monday 7–Friday 11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Keep the event as a paper proposal. An adult acts as the audience for questions; use fictional needs and the printed task prices. No external participation is needed.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The Theory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A festive café proposal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would a workable catering plan need?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Monday 7–Friday 11 December 2026 · lesson 1 of 2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practice scene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Illustrated event planning desk with a DRAFT invitation, calculator and table sketch. No event date or guest is confirmed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An illustrated draft plan.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needs a staff check?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How can we welcome all?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can we plan on paper?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Plan a festive catering event.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plan for a proposed audience.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work out a simple task cost.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list what staff still need to confirm.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Fictional plan: six guests, two items each.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6 × 2 = 12 items in the practice plan.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Three packs of four cost £2 per pack.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3 × £2 = £6 for the practice items.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 £10 task budget leaves £4.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Guests and food checks still need approval.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Keep proposed details separate from confirmed details.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The plan has a menu and a cost total.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A. That means the event is approved.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B. Staff still need to check the event details.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C. Guests and their needs can be assumed.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Build a proposal with the planning cards.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choose and explain one option.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add quantities, costs and roles.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a limit or a change in need.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Mark pending details and an in-class option.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State the audience and purpose as proposed.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Show quantities and the task cost total.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List roles and checks that remain pending.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your reason and the in-class option.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One plan choice I can explain is __.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One check still pending is __.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If no guests attend, we can __.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proposal: A plan for checking.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audience: People we aim to reach.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quantity: How much we need.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budget: The amount set.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allergen: An allergy trigger.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confirm: Check it is agreed.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alternative: Another way.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VOC-LAUNCH-A2-W06-L1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A festive café proposal</dc:title>
  <dc:subject>VOC-LAUNCH-A2-W06-L1</dc:subject>
  <cp:lastModifiedBy/>
  <dc:description>Vocational Hospitality Autumn 2 Week 6</dc:description>
  <cp:keywords/>
</cp:coreProperties>
</file>