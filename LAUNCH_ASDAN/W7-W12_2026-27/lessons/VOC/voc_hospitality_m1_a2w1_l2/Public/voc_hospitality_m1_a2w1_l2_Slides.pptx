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ef67af7a484635" /><Relationship Type="http://schemas.openxmlformats.org/officeDocument/2006/relationships/extended-properties" Target="/docProps/app.xml" Id="Rd69e7b7157764d02" /><Relationship Type="http://schemas.openxmlformats.org/officeDocument/2006/relationships/officeDocument" Target="/ppt/presentation.xml" Id="R40856eb512114ae9" /></Relationships>
</file>

<file path=ppt/presentation.xml><?xml version="1.0" encoding="utf-8"?>
<p:presentation xmlns:p="http://schemas.openxmlformats.org/presentationml/2006/main">
  <p:sldMasterIdLst>
    <p:sldMasterId xmlns:r="http://schemas.openxmlformats.org/officeDocument/2006/relationships" id="2147483648" r:id="R84700fed0b0c4ae9"/>
  </p:sldMasterIdLst>
  <p:notesMasterIdLst>
    <p:notesMasterId xmlns:r="http://schemas.openxmlformats.org/officeDocument/2006/relationships" r:id="R2ad1d93da6f24714"/>
  </p:notesMasterIdLst>
  <p:sldIdLst>
    <p:sldId xmlns:r="http://schemas.openxmlformats.org/officeDocument/2006/relationships" id="256" r:id="R697eb08a1a54435a"/>
    <p:sldId xmlns:r="http://schemas.openxmlformats.org/officeDocument/2006/relationships" id="257" r:id="R55348ca2288d46d8"/>
    <p:sldId xmlns:r="http://schemas.openxmlformats.org/officeDocument/2006/relationships" id="258" r:id="R07f02779659b4adb"/>
    <p:sldId xmlns:r="http://schemas.openxmlformats.org/officeDocument/2006/relationships" id="259" r:id="R337b26b28b0a43f4"/>
    <p:sldId xmlns:r="http://schemas.openxmlformats.org/officeDocument/2006/relationships" id="260" r:id="Re3bb6c1631a94195"/>
    <p:sldId xmlns:r="http://schemas.openxmlformats.org/officeDocument/2006/relationships" id="261" r:id="R73d3384d69d64355"/>
    <p:sldId xmlns:r="http://schemas.openxmlformats.org/officeDocument/2006/relationships" id="262" r:id="R855fd7d2306242f8"/>
    <p:sldId xmlns:r="http://schemas.openxmlformats.org/officeDocument/2006/relationships" id="263" r:id="R2fdcf2a6be344bc5"/>
    <p:sldId xmlns:r="http://schemas.openxmlformats.org/officeDocument/2006/relationships" id="264" r:id="R5d75ad2e716c4081"/>
    <p:sldId xmlns:r="http://schemas.openxmlformats.org/officeDocument/2006/relationships" id="265" r:id="R2d9c755e2882499f"/>
    <p:sldId xmlns:r="http://schemas.openxmlformats.org/officeDocument/2006/relationships" id="266" r:id="R88dfba0772624e56"/>
    <p:sldId xmlns:r="http://schemas.openxmlformats.org/officeDocument/2006/relationships" id="267" r:id="R0d9cc47ee34c42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848d6b3d3e45e9" /><Relationship Type="http://schemas.openxmlformats.org/officeDocument/2006/relationships/slideMaster" Target="/ppt/slideMasters/slideMaster1.xml" Id="R84700fed0b0c4ae9" /><Relationship Type="http://schemas.openxmlformats.org/officeDocument/2006/relationships/notesMaster" Target="/ppt/notesMasters/notesMaster1.xml" Id="R2ad1d93da6f24714" /><Relationship Type="http://schemas.openxmlformats.org/officeDocument/2006/relationships/presProps" Target="/ppt/presProps.xml" Id="R99e2a803473d487f" /><Relationship Type="http://schemas.openxmlformats.org/officeDocument/2006/relationships/tableStyles" Target="/ppt/tableStyles.xml" Id="Ra669de5be3154f3a" /><Relationship Type="http://schemas.openxmlformats.org/officeDocument/2006/relationships/slide" Target="/ppt/slides/slide1.xml" Id="R697eb08a1a54435a" /><Relationship Type="http://schemas.openxmlformats.org/officeDocument/2006/relationships/slide" Target="/ppt/slides/slide2.xml" Id="R55348ca2288d46d8" /><Relationship Type="http://schemas.openxmlformats.org/officeDocument/2006/relationships/slide" Target="/ppt/slides/slide3.xml" Id="R07f02779659b4adb" /><Relationship Type="http://schemas.openxmlformats.org/officeDocument/2006/relationships/slide" Target="/ppt/slides/slide4.xml" Id="R337b26b28b0a43f4" /><Relationship Type="http://schemas.openxmlformats.org/officeDocument/2006/relationships/slide" Target="/ppt/slides/slide5.xml" Id="Re3bb6c1631a94195" /><Relationship Type="http://schemas.openxmlformats.org/officeDocument/2006/relationships/slide" Target="/ppt/slides/slide6.xml" Id="R73d3384d69d64355" /><Relationship Type="http://schemas.openxmlformats.org/officeDocument/2006/relationships/slide" Target="/ppt/slides/slide7.xml" Id="R855fd7d2306242f8" /><Relationship Type="http://schemas.openxmlformats.org/officeDocument/2006/relationships/slide" Target="/ppt/slides/slide8.xml" Id="R2fdcf2a6be344bc5" /><Relationship Type="http://schemas.openxmlformats.org/officeDocument/2006/relationships/slide" Target="/ppt/slides/slide9.xml" Id="R5d75ad2e716c4081" /><Relationship Type="http://schemas.openxmlformats.org/officeDocument/2006/relationships/slide" Target="/ppt/slides/slide10.xml" Id="R2d9c755e2882499f" /><Relationship Type="http://schemas.openxmlformats.org/officeDocument/2006/relationships/slide" Target="/ppt/slides/slide11.xml" Id="R88dfba0772624e56" /><Relationship Type="http://schemas.openxmlformats.org/officeDocument/2006/relationships/slide" Target="/ppt/slides/slide12.xml" Id="R0d9cc47ee34c42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56566df53248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43e9ea027341d0" /><Relationship Type="http://schemas.openxmlformats.org/officeDocument/2006/relationships/notesMaster" Target="/ppt/notesMasters/notesMaster1.xml" Id="Rfb015ea8dcb64e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3bfc69765f498d" /><Relationship Type="http://schemas.openxmlformats.org/officeDocument/2006/relationships/notesMaster" Target="/ppt/notesMasters/notesMaster1.xml" Id="R6345ff41fda04b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bcc87a87ab459a" /><Relationship Type="http://schemas.openxmlformats.org/officeDocument/2006/relationships/notesMaster" Target="/ppt/notesMasters/notesMaster1.xml" Id="Rcc3f1bb697fe49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a9db001f974d11" /><Relationship Type="http://schemas.openxmlformats.org/officeDocument/2006/relationships/notesMaster" Target="/ppt/notesMasters/notesMaster1.xml" Id="R26aad5c63f5842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a8443140de4334" /><Relationship Type="http://schemas.openxmlformats.org/officeDocument/2006/relationships/notesMaster" Target="/ppt/notesMasters/notesMaster1.xml" Id="R120fb741bd4640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c6f4f912ac4272" /><Relationship Type="http://schemas.openxmlformats.org/officeDocument/2006/relationships/notesMaster" Target="/ppt/notesMasters/notesMaster1.xml" Id="Rd1b93a702e9449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bc7177873d42e0" /><Relationship Type="http://schemas.openxmlformats.org/officeDocument/2006/relationships/notesMaster" Target="/ppt/notesMasters/notesMaster1.xml" Id="R9f813273329d4c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78f22dde214d3b" /><Relationship Type="http://schemas.openxmlformats.org/officeDocument/2006/relationships/notesMaster" Target="/ppt/notesMasters/notesMaster1.xml" Id="R430fef12d3624e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c4b86f33084431" /><Relationship Type="http://schemas.openxmlformats.org/officeDocument/2006/relationships/notesMaster" Target="/ppt/notesMasters/notesMaster1.xml" Id="Raabc7c4ffd0e4c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cd4532b7804f50" /><Relationship Type="http://schemas.openxmlformats.org/officeDocument/2006/relationships/notesMaster" Target="/ppt/notesMasters/notesMaster1.xml" Id="R457701c22d064c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c577c4e39a54968" /><Relationship Type="http://schemas.openxmlformats.org/officeDocument/2006/relationships/notesMaster" Target="/ppt/notesMasters/notesMaster1.xml" Id="R5a2ce175a29e437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388f14453944166" /><Relationship Type="http://schemas.openxmlformats.org/officeDocument/2006/relationships/notesMaster" Target="/ppt/notesMasters/notesMaster1.xml" Id="R64f89175130d45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Title</a:t>
            </a:r>
          </a:p>
          <a:p xmlns:a="http://schemas.openxmlformats.org/drawingml/2006/main">
            <a:r>
              <a:t>Timing: 0 minutes.</a:t>
            </a:r>
          </a:p>
          <a:p xmlns:a="http://schemas.openxmlformats.org/drawingml/2006/main">
            <a:r>
              <a:t>Untimed. Link to the learner’s actual chosen role from the previous lesson. Explain that the blog describes what they would expect, not employment they have already done. Source: sources/MTP.xlsx; revision sha256:0895674f2901b602daf998b8a7aa1516522ce0c301b23bfba941fcc1807977cd. Medium Term Plan!D6; Lesson register!F7.</a:t>
            </a:r>
          </a:p>
          <a:p xmlns:a="http://schemas.openxmlformats.org/drawingml/2006/main">
            <a:r>
              <a:t>Edition: public.</a:t>
            </a:r>
          </a:p>
          <a:p xmlns:a="http://schemas.openxmlformats.org/drawingml/2006/main">
            <a:r>
              <a:t>Source: sources/MTP.xlsx; revision sha256:0895674f2901b602daf998b8a7aa1516522ce0c301b23bfba941fcc1807977cd; Medium Term Plan A6, B6, D6, E6, F6, G6, H6, I6, J6, K6; Lesson register B7, E7, F7, G7, H7, I7, J7.</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Arrival and regulation</a:t>
            </a:r>
          </a:p>
          <a:p xmlns:a="http://schemas.openxmlformats.org/drawingml/2006/main">
            <a:r>
              <a:t>Timing: 4 minutes.</a:t>
            </a:r>
          </a:p>
          <a:p xmlns:a="http://schemas.openxmlformats.org/drawingml/2006/main">
            <a:r>
              <a:t>4 minutes. Regulation: BLUE low energy; GREEN ready; AMBER tense; RED overwhelmed. Offer water, quiet breathing, a brief pause or a quieter seat. Do not require a public colour disclosure. Privately agree the first return action and keep access to the task. Expected answers: the learner’s own selected role and a relevant task; a planned period of work; stop and ask a trained adult, do not use unfamiliar equipment; a clear order or sense of when tasks happen. No machine use is required. Read or rephrase and accept pointing. No cold calling or pair work. Use individual stations and a private check-in. Read, rephrase or scribe the learner’s own words; record support. Do not supply the learner’s assessed choice or explanation. Offer a quiet reset, then one clear return step. Only VF, WS, I, NS, E and R are used; confirm local code definitions before marking. E does not establish an award claim.</a:t>
            </a:r>
          </a:p>
          <a:p xmlns:a="http://schemas.openxmlformats.org/drawingml/2006/main">
            <a:r>
              <a:t>Edition: public.</a:t>
            </a:r>
          </a:p>
          <a:p xmlns:a="http://schemas.openxmlformats.org/drawingml/2006/main">
            <a:r>
              <a:t>Source: sources/MTP.xlsx; revision sha256:0895674f2901b602daf998b8a7aa1516522ce0c301b23bfba941fcc1807977cd; Medium Term Plan A6, B6, D6, E6, F6, G6, H6, I6, J6, K6; Lesson register B7, E7, F7, G7, H7, I7, J7.</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Retrieval and starter</a:t>
            </a:r>
          </a:p>
          <a:p xmlns:a="http://schemas.openxmlformats.org/drawingml/2006/main">
            <a:r>
              <a:t>Timing: 2 minutes.</a:t>
            </a:r>
          </a:p>
          <a:p xmlns:a="http://schemas.openxmlformats.org/drawingml/2006/main">
            <a:r>
              <a:t>2 minutes. Read the four-line classroom model aloud. Times and duties are invented examples, not a claim about a real business or learner. Expected time/order words: starts at 7, first, at lunchtime, before I finish. Connect the blog to the role and a reader who needs to follow the day.</a:t>
            </a:r>
          </a:p>
          <a:p xmlns:a="http://schemas.openxmlformats.org/drawingml/2006/main">
            <a:r>
              <a:t>Edition: public.</a:t>
            </a:r>
          </a:p>
          <a:p xmlns:a="http://schemas.openxmlformats.org/drawingml/2006/main">
            <a:r>
              <a:t>Source: sources/MTP.xlsx; revision sha256:0895674f2901b602daf998b8a7aa1516522ce0c301b23bfba941fcc1807977cd; Medium Term Plan A6, B6, D6, E6, F6, G6, H6, I6, J6, K6; Lesson register B7, E7, F7, G7, H7, I7, J7.</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Today</a:t>
            </a:r>
          </a:p>
          <a:p xmlns:a="http://schemas.openxmlformats.org/drawingml/2006/main">
            <a:r>
              <a:t>Timing: 0 minutes.</a:t>
            </a:r>
          </a:p>
          <a:p xmlns:a="http://schemas.openxmlformats.org/drawingml/2006/main">
            <a:r>
              <a:t>Untimed. Read the exact supplied outcome. [QUAL] — planner mapping. The learner criteria are classroom success checks, not quotations from the official student book.</a:t>
            </a:r>
          </a:p>
          <a:p xmlns:a="http://schemas.openxmlformats.org/drawingml/2006/main">
            <a:r>
              <a:t>Edition: public.</a:t>
            </a:r>
          </a:p>
          <a:p xmlns:a="http://schemas.openxmlformats.org/drawingml/2006/main">
            <a:r>
              <a:t>Source: sources/MTP.xlsx; revision sha256:0895674f2901b602daf998b8a7aa1516522ce0c301b23bfba941fcc1807977cd; Medium Term Plan A6, B6, D6, E6, F6, G6, H6, I6, J6, K6; Lesson register B7, E7, F7, G7, H7, I7, J7.</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I DO</a:t>
            </a:r>
          </a:p>
          <a:p xmlns:a="http://schemas.openxmlformats.org/drawingml/2006/main">
            <a:r>
              <a:t>Timing: 5 minutes.</a:t>
            </a:r>
          </a:p>
          <a:p xmlns:a="http://schemas.openxmlformats.org/drawingml/2006/main">
            <a:r>
              <a:t>5 minutes. Model an imagined café-assistant shift. Use five ordered entries: start, three tasks, end. Turn one line into a sentence and explain the words “I would” mark a hypothetical day. Times are classroom examples, not prescribed employment hours for a young person. No actual work placement or duties are being assigned. Hinge: an entry says 15:00 before 9:00. What needs changing? Expected put the tasks in time order.</a:t>
            </a:r>
          </a:p>
          <a:p xmlns:a="http://schemas.openxmlformats.org/drawingml/2006/main">
            <a:r>
              <a:t>Edition: public.</a:t>
            </a:r>
          </a:p>
          <a:p xmlns:a="http://schemas.openxmlformats.org/drawingml/2006/main">
            <a:r>
              <a:t>Source: sources/MTP.xlsx; revision sha256:0895674f2901b602daf998b8a7aa1516522ce0c301b23bfba941fcc1807977cd; Medium Term Plan A6, B6, D6, E6, F6, G6, H6, I6, J6, K6; Lesson register B7, E7, F7, G7, H7, I7, J7.</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WE DO</a:t>
            </a:r>
          </a:p>
          <a:p xmlns:a="http://schemas.openxmlformats.org/drawingml/2006/main">
            <a:r>
              <a:t>Timing: 5 minutes.</a:t>
            </a:r>
          </a:p>
          <a:p xmlns:a="http://schemas.openxmlformats.org/drawingml/2006/main">
            <a:r>
              <a:t>5 minutes. Build one imagined receptionist timeline on the board through optional pointing or short private contributions. Adults supply the worked-model role; learners still choose their own timeline later. Hinge: the blog says “I work hard all day” but gives no tasks. Is the working day clear? Expected no, include specific tasks and order. Do not require whole-class performance.</a:t>
            </a:r>
          </a:p>
          <a:p xmlns:a="http://schemas.openxmlformats.org/drawingml/2006/main">
            <a:r>
              <a:t>Edition: public.</a:t>
            </a:r>
          </a:p>
          <a:p xmlns:a="http://schemas.openxmlformats.org/drawingml/2006/main">
            <a:r>
              <a:t>Source: sources/MTP.xlsx; revision sha256:0895674f2901b602daf998b8a7aa1516522ce0c301b23bfba941fcc1807977cd; Medium Term Plan A6, B6, D6, E6, F6, G6, H6, I6, J6, K6; Lesson register B7, E7, F7, G7, H7, I7, J7.</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practice</a:t>
            </a:r>
          </a:p>
          <a:p xmlns:a="http://schemas.openxmlformats.org/drawingml/2006/main">
            <a:r>
              <a:t>Timing: 12 minutes.</a:t>
            </a:r>
          </a:p>
          <a:p xmlns:a="http://schemas.openxmlformats.org/drawingml/2006/main">
            <a:r>
              <a:t>12 minutes. First part of the 18-minute individual task. Offer the role cards, blank timeline and blog frame. A learner may record their own words for adult transcription, clearly marked as scribed. A photo sequence must be explained by the learner; generic stock images alone do not show their understanding. No public posting or account is needed.</a:t>
            </a:r>
          </a:p>
          <a:p xmlns:a="http://schemas.openxmlformats.org/drawingml/2006/main">
            <a:r>
              <a:t>Edition: public.</a:t>
            </a:r>
          </a:p>
          <a:p xmlns:a="http://schemas.openxmlformats.org/drawingml/2006/main">
            <a:r>
              <a:t>Source: sources/MTP.xlsx; revision sha256:0895674f2901b602daf998b8a7aa1516522ce0c301b23bfba941fcc1807977cd; Medium Term Plan A6, B6, D6, E6, F6, G6, H6, I6, J6, K6; Lesson register B7, E7, F7, G7, H7, I7, J7.</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evidence</a:t>
            </a:r>
          </a:p>
          <a:p xmlns:a="http://schemas.openxmlformats.org/drawingml/2006/main">
            <a:r>
              <a:t>Timing: 6 minutes.</a:t>
            </a:r>
          </a:p>
          <a:p xmlns:a="http://schemas.openxmlformats.org/drawingml/2006/main">
            <a:r>
              <a:t>6 minutes. Complete the 18-minute You Do. Keep actual dates, file references and support entries blank until the learner’s work exists. Listen to the learner explain one event to establish ownership. A hypothetical role blog must not be copied into a CV as real employment or claimed skill experience.</a:t>
            </a:r>
          </a:p>
          <a:p xmlns:a="http://schemas.openxmlformats.org/drawingml/2006/main">
            <a:r>
              <a:t>Edition: public.</a:t>
            </a:r>
          </a:p>
          <a:p xmlns:a="http://schemas.openxmlformats.org/drawingml/2006/main">
            <a:r>
              <a:t>Source: sources/MTP.xlsx; revision sha256:0895674f2901b602daf998b8a7aa1516522ce0c301b23bfba941fcc1807977cd; Medium Term Plan A6, B6, D6, E6, F6, G6, H6, I6, J6, K6; Lesson register B7, E7, F7, G7, H7, I7, J7.</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Tidy and evidence check</a:t>
            </a:r>
          </a:p>
          <a:p xmlns:a="http://schemas.openxmlformats.org/drawingml/2006/main">
            <a:r>
              <a:t>Timing: 4 minutes.</a:t>
            </a:r>
          </a:p>
          <a:p xmlns:a="http://schemas.openxmlformats.org/drawingml/2006/main">
            <a:r>
              <a:t>4 minutes. Use an approved offline document or school system; no public upload is required. Save the actual work reference in the evidence app. Check the learner identifier and date. Record real active minutes and support under the workbook’s signed-Plan rule. Do not add the separate Careers lesson to hospitality hours. Do not automatically mark the mapped challenge achieved.</a:t>
            </a:r>
          </a:p>
          <a:p xmlns:a="http://schemas.openxmlformats.org/drawingml/2006/main">
            <a:r>
              <a:t>Edition: public.</a:t>
            </a:r>
          </a:p>
          <a:p xmlns:a="http://schemas.openxmlformats.org/drawingml/2006/main">
            <a:r>
              <a:t>Source: sources/MTP.xlsx; revision sha256:0895674f2901b602daf998b8a7aa1516522ce0c301b23bfba941fcc1807977cd; Medium Term Plan A6, B6, D6, E6, F6, G6, H6, I6, J6, K6; Lesson register B7, E7, F7, G7, H7, I7, J7.</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Exit ticket</a:t>
            </a:r>
          </a:p>
          <a:p xmlns:a="http://schemas.openxmlformats.org/drawingml/2006/main">
            <a:r>
              <a:t>Timing: 2 minutes.</a:t>
            </a:r>
          </a:p>
          <a:p xmlns:a="http://schemas.openxmlformats.org/drawingml/2006/main">
            <a:r>
              <a:t>2 minutes. Private adult check. If speech is difficult, the learner can point and the adult can read their sentence back for confirmation. Check that the selected event fits the chosen role. Carry the chosen target role into Careers, but only truthful real experience belongs in a CV.</a:t>
            </a:r>
          </a:p>
          <a:p xmlns:a="http://schemas.openxmlformats.org/drawingml/2006/main">
            <a:r>
              <a:t>Edition: public.</a:t>
            </a:r>
          </a:p>
          <a:p xmlns:a="http://schemas.openxmlformats.org/drawingml/2006/main">
            <a:r>
              <a:t>Source: sources/MTP.xlsx; revision sha256:0895674f2901b602daf998b8a7aa1516522ce0c301b23bfba941fcc1807977cd; Medium Term Plan A6, B6, D6, E6, F6, G6, H6, I6, J6, K6; Lesson register B7, E7, F7, G7, H7, I7, J7.</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Vocabulary</a:t>
            </a:r>
          </a:p>
          <a:p xmlns:a="http://schemas.openxmlformats.org/drawingml/2006/main">
            <a:r>
              <a:t>Timing: 0 minutes.</a:t>
            </a:r>
          </a:p>
          <a:p xmlns:a="http://schemas.openxmlformats.org/drawingml/2006/main">
            <a:r>
              <a:t>Untimed reference. Use picture cues on the vocabulary mat and repeat the frames “At __, I would __” and “The hardest part would be __ because __.” Do not require an online blog platform.</a:t>
            </a:r>
          </a:p>
          <a:p xmlns:a="http://schemas.openxmlformats.org/drawingml/2006/main">
            <a:r>
              <a:t>Edition: public.</a:t>
            </a:r>
          </a:p>
          <a:p xmlns:a="http://schemas.openxmlformats.org/drawingml/2006/main">
            <a:r>
              <a:t>Source: sources/MTP.xlsx; revision sha256:0895674f2901b602daf998b8a7aa1516522ce0c301b23bfba941fcc1807977cd; Medium Term Plan A6, B6, D6, E6, F6, G6, H6, I6, J6, K6; Lesson register B7, E7, F7, G7, H7, I7, J7.</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Staff brief</a:t>
            </a:r>
          </a:p>
          <a:p xmlns:a="http://schemas.openxmlformats.org/drawingml/2006/main">
            <a:r>
              <a:t>Timing: 0 minutes.</a:t>
            </a:r>
          </a:p>
          <a:p xmlns:a="http://schemas.openxmlformats.org/drawingml/2006/main">
            <a:r>
              <a:t>Hidden staff slide. TA: locate the learner’s chosen role; help order time cards; ask the learner to supply each task; transcribe exact words if needed. Lundy Space: quiet workstation; Voice: role and events are learner choices; Audience: adult checks one sentence; Influence: feedback changes one unclear event. Distinguish an imagined shift from real experience in the later CV. No cold calling or pair work. Use individual stations and a private check-in. Read, rephrase or scribe the learner’s own words; record support. Do not supply the learner’s assessed choice or explanation. Offer a quiet reset, then one clear return step. Only VF, WS, I, NS, E and R are used; confirm local code definitions before marking. E does not establish an award claim.</a:t>
            </a:r>
          </a:p>
          <a:p xmlns:a="http://schemas.openxmlformats.org/drawingml/2006/main">
            <a:r>
              <a:t>Edition: public.</a:t>
            </a:r>
          </a:p>
          <a:p xmlns:a="http://schemas.openxmlformats.org/drawingml/2006/main">
            <a:r>
              <a:t>Source: sources/MTP.xlsx; revision sha256:0895674f2901b602daf998b8a7aa1516522ce0c301b23bfba941fcc1807977cd; Medium Term Plan A6, B6, D6, E6, F6, G6, H6, I6, J6, K6; Lesson register B7, E7, F7, G7, H7, I7, J7.</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113971d1b5499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1b23022ee046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79f04027854f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689779491f1439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7cbea8367694ef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94ccfa0ede64b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E4271A-C68B-421B-992D-A479F5CED1C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890161B-5C0B-4BFF-8A71-92F8673B694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18872C3-33A8-4CEB-850A-631BCD7DA7A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C21BE0-FBBB-46D2-BE5C-A22EE33CE1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6F2C894-2784-41D9-825B-B04FE8FF5D0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38BE97C-C465-4D01-B507-D0C55F746A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DCBB22-9A9D-4C52-843C-58FF590E39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68F6EF5-CD0D-4D95-A8B6-B53E4D36735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D46584-58F3-4C40-B3BD-CCB6028271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4BBA9B-6291-4143-9F8A-2AD90F9594A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aa15041cde4ed8" /><Relationship Type="http://schemas.openxmlformats.org/officeDocument/2006/relationships/slideLayout" Target="/ppt/slideLayouts/slideLayout1.xml" Id="R9e799002ed074508" /><Relationship Type="http://schemas.openxmlformats.org/officeDocument/2006/relationships/slideLayout" Target="/ppt/slideLayouts/slideLayout2.xml" Id="R7b4994bcfe374cac" /><Relationship Type="http://schemas.openxmlformats.org/officeDocument/2006/relationships/slideLayout" Target="/ppt/slideLayouts/slideLayout3.xml" Id="R4a11de46b92d45ed" /><Relationship Type="http://schemas.openxmlformats.org/officeDocument/2006/relationships/slideLayout" Target="/ppt/slideLayouts/slideLayout4.xml" Id="Rd2becd0d95a34791" /><Relationship Type="http://schemas.openxmlformats.org/officeDocument/2006/relationships/slideLayout" Target="/ppt/slideLayouts/slideLayout5.xml" Id="Rd3e50900deaf4cdd" /><Relationship Type="http://schemas.openxmlformats.org/officeDocument/2006/relationships/slideLayout" Target="/ppt/slideLayouts/slideLayout6.xml" Id="R841777caa42946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799002ed074508"/>
    <p:sldLayoutId xmlns:r="http://schemas.openxmlformats.org/officeDocument/2006/relationships" id="2147483650" r:id="R7b4994bcfe374cac"/>
    <p:sldLayoutId xmlns:r="http://schemas.openxmlformats.org/officeDocument/2006/relationships" id="2147483651" r:id="R4a11de46b92d45ed"/>
    <p:sldLayoutId xmlns:r="http://schemas.openxmlformats.org/officeDocument/2006/relationships" id="2147483652" r:id="Rd2becd0d95a34791"/>
    <p:sldLayoutId xmlns:r="http://schemas.openxmlformats.org/officeDocument/2006/relationships" id="2147483653" r:id="Rd3e50900deaf4cdd"/>
    <p:sldLayoutId xmlns:r="http://schemas.openxmlformats.org/officeDocument/2006/relationships" id="2147483654" r:id="R841777caa42946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8a70f40fc754ba7" /><Relationship Type="http://schemas.openxmlformats.org/officeDocument/2006/relationships/notesSlide" Target="/ppt/notesSlides/notesSlide1.xml" Id="R0bf39319d31845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71ac88a4c264b49" /><Relationship Type="http://schemas.openxmlformats.org/officeDocument/2006/relationships/notesSlide" Target="/ppt/notesSlides/notesSlide2.xml" Id="R9a33b6bfab7848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12308832f104dd1" /><Relationship Type="http://schemas.openxmlformats.org/officeDocument/2006/relationships/notesSlide" Target="/ppt/notesSlides/notesSlide3.xml" Id="R5297535ef5024b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254ac84657e4452" /><Relationship Type="http://schemas.openxmlformats.org/officeDocument/2006/relationships/notesSlide" Target="/ppt/notesSlides/notesSlide4.xml" Id="Rf5680980db2c45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b0d7634d3294afe" /><Relationship Type="http://schemas.openxmlformats.org/officeDocument/2006/relationships/notesSlide" Target="/ppt/notesSlides/notesSlide5.xml" Id="R82b50e0b934a40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38f4d477cb84b5a" /><Relationship Type="http://schemas.openxmlformats.org/officeDocument/2006/relationships/notesSlide" Target="/ppt/notesSlides/notesSlide6.xml" Id="Rca9fcc6cf4584d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e7566e2826f4884" /><Relationship Type="http://schemas.openxmlformats.org/officeDocument/2006/relationships/notesSlide" Target="/ppt/notesSlides/notesSlide7.xml" Id="R1d8d2085f4da49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437aa9cdd5048db" /><Relationship Type="http://schemas.openxmlformats.org/officeDocument/2006/relationships/notesSlide" Target="/ppt/notesSlides/notesSlide8.xml" Id="Rbaf1b186464f465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3a1150716794b53" /><Relationship Type="http://schemas.openxmlformats.org/officeDocument/2006/relationships/notesSlide" Target="/ppt/notesSlides/notesSlide9.xml" Id="R66c38bcdcef044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15174cd11844bee" /><Relationship Type="http://schemas.openxmlformats.org/officeDocument/2006/relationships/notesSlide" Target="/ppt/notesSlides/notesSlide10.xml" Id="R8fab2c3e0dce46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adcb42037304151" /><Relationship Type="http://schemas.openxmlformats.org/officeDocument/2006/relationships/notesSlide" Target="/ppt/notesSlides/notesSlide11.xml" Id="R4137fb3baa9c4a8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db8988768b44b15" /><Relationship Type="http://schemas.openxmlformats.org/officeDocument/2006/relationships/notesSlide" Target="/ppt/notesSlides/notesSlide12.xml" Id="R8f7b9c86533f4d7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194ADB5D-BAC7-4118-A37F-92D7A2A41A0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1D8B3A-2927-4D78-B9D8-C004B53CE01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TITLE</a:t>
            </a:r>
          </a:p>
        </p:txBody>
      </p:sp>
      <p:sp>
        <p:nvSpPr>
          <p:cNvPr id="3" name="slide-number-time">
            <a:extLst xmlns:a="http://schemas.openxmlformats.org/drawingml/2006/main">
              <a:ext uri="{FF2B5EF4-FFF2-40B4-BE49-F238E27FC236}">
                <a16:creationId xmlns:a16="http://schemas.microsoft.com/office/drawing/2014/main" id="{44E2F2B2-2E7C-4F82-AD21-925038B08266}"/>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439B6DBE-B54C-44BB-B768-E9CAD62E1A80}"/>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defRPr sz="4200" b="1">
                <a:solidFill>
                  <a:srgbClr val="17384A"/>
                </a:solidFill>
                <a:latin typeface="Arial"/>
                <a:ea typeface="Arial"/>
                <a:cs typeface="Arial"/>
              </a:defRPr>
            </a:lvl1pPr>
            <a:lvl2pPr algn="l">
              <a:defRPr sz="4200" b="1">
                <a:solidFill>
                  <a:srgbClr val="17384A"/>
                </a:solidFill>
                <a:latin typeface="Arial"/>
                <a:ea typeface="Arial"/>
                <a:cs typeface="Arial"/>
              </a:defRPr>
            </a:lvl2pPr>
            <a:lvl3pPr algn="l">
              <a:defRPr sz="4200" b="1">
                <a:solidFill>
                  <a:srgbClr val="17384A"/>
                </a:solidFill>
                <a:latin typeface="Arial"/>
                <a:ea typeface="Arial"/>
                <a:cs typeface="Arial"/>
              </a:defRPr>
            </a:lvl3pPr>
            <a:lvl4pPr algn="l">
              <a:defRPr sz="4200" b="1">
                <a:solidFill>
                  <a:srgbClr val="17384A"/>
                </a:solidFill>
                <a:latin typeface="Arial"/>
                <a:ea typeface="Arial"/>
                <a:cs typeface="Arial"/>
              </a:defRPr>
            </a:lvl4pPr>
            <a:lvl5pPr algn="l">
              <a:defRPr sz="4200" b="1">
                <a:solidFill>
                  <a:srgbClr val="17384A"/>
                </a:solidFill>
                <a:latin typeface="Arial"/>
                <a:ea typeface="Arial"/>
                <a:cs typeface="Arial"/>
              </a:defRPr>
            </a:lvl5pPr>
            <a:lvl6pPr algn="l">
              <a:defRPr sz="4200" b="1">
                <a:solidFill>
                  <a:srgbClr val="17384A"/>
                </a:solidFill>
                <a:latin typeface="Arial"/>
                <a:ea typeface="Arial"/>
                <a:cs typeface="Arial"/>
              </a:defRPr>
            </a:lvl6pPr>
            <a:lvl7pPr algn="l">
              <a:defRPr sz="4200" b="1">
                <a:solidFill>
                  <a:srgbClr val="17384A"/>
                </a:solidFill>
                <a:latin typeface="Arial"/>
                <a:ea typeface="Arial"/>
                <a:cs typeface="Arial"/>
              </a:defRPr>
            </a:lvl7pPr>
            <a:lvl8pPr algn="l">
              <a:defRPr sz="4200" b="1">
                <a:solidFill>
                  <a:srgbClr val="17384A"/>
                </a:solidFill>
                <a:latin typeface="Arial"/>
                <a:ea typeface="Arial"/>
                <a:cs typeface="Arial"/>
              </a:defRPr>
            </a:lvl8pPr>
            <a:lvl9pPr algn="l">
              <a:defRPr sz="4200" b="1">
                <a:solidFill>
                  <a:srgbClr val="17384A"/>
                </a:solidFill>
                <a:latin typeface="Arial"/>
                <a:ea typeface="Arial"/>
                <a:cs typeface="Arial"/>
              </a:defRPr>
            </a:lvl9pPr>
          </a:lstStyle>
          <a:p xmlns:a="http://schemas.openxmlformats.org/drawingml/2006/main">
            <a:pPr algn="l">
              <a:defRPr sz="4200" b="1">
                <a:solidFill>
                  <a:srgbClr val="17384A"/>
                </a:solidFill>
                <a:latin typeface="Arial"/>
                <a:ea typeface="Arial"/>
                <a:cs typeface="Arial"/>
              </a:defRPr>
            </a:pPr>
            <a:r>
              <a:rPr sz="4200" b="1">
                <a:solidFill>
                  <a:srgbClr val="17384A"/>
                </a:solidFill>
                <a:latin typeface="Arial"/>
                <a:ea typeface="Arial"/>
                <a:cs typeface="Arial"/>
              </a:rPr>
              <a:t>The Mission</a:t>
            </a:r>
          </a:p>
        </p:txBody>
      </p:sp>
      <p:sp>
        <p:nvSpPr>
          <p:cNvPr id="5" name="lesson-subtitle">
            <a:extLst xmlns:a="http://schemas.openxmlformats.org/drawingml/2006/main">
              <a:ext uri="{FF2B5EF4-FFF2-40B4-BE49-F238E27FC236}">
                <a16:creationId xmlns:a16="http://schemas.microsoft.com/office/drawing/2014/main" id="{A162B947-09DF-4596-9BBB-0A534E868C26}"/>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325D8A"/>
                </a:solidFill>
                <a:latin typeface="Arial"/>
                <a:ea typeface="Arial"/>
                <a:cs typeface="Arial"/>
              </a:defRPr>
            </a:defPPr>
            <a:lvl1pPr algn="l">
              <a:defRPr sz="2250" b="0">
                <a:solidFill>
                  <a:srgbClr val="325D8A"/>
                </a:solidFill>
                <a:latin typeface="Arial"/>
                <a:ea typeface="Arial"/>
                <a:cs typeface="Arial"/>
              </a:defRPr>
            </a:lvl1pPr>
            <a:lvl2pPr algn="l">
              <a:defRPr sz="2250" b="0">
                <a:solidFill>
                  <a:srgbClr val="325D8A"/>
                </a:solidFill>
                <a:latin typeface="Arial"/>
                <a:ea typeface="Arial"/>
                <a:cs typeface="Arial"/>
              </a:defRPr>
            </a:lvl2pPr>
            <a:lvl3pPr algn="l">
              <a:defRPr sz="2250" b="0">
                <a:solidFill>
                  <a:srgbClr val="325D8A"/>
                </a:solidFill>
                <a:latin typeface="Arial"/>
                <a:ea typeface="Arial"/>
                <a:cs typeface="Arial"/>
              </a:defRPr>
            </a:lvl3pPr>
            <a:lvl4pPr algn="l">
              <a:defRPr sz="2250" b="0">
                <a:solidFill>
                  <a:srgbClr val="325D8A"/>
                </a:solidFill>
                <a:latin typeface="Arial"/>
                <a:ea typeface="Arial"/>
                <a:cs typeface="Arial"/>
              </a:defRPr>
            </a:lvl4pPr>
            <a:lvl5pPr algn="l">
              <a:defRPr sz="2250" b="0">
                <a:solidFill>
                  <a:srgbClr val="325D8A"/>
                </a:solidFill>
                <a:latin typeface="Arial"/>
                <a:ea typeface="Arial"/>
                <a:cs typeface="Arial"/>
              </a:defRPr>
            </a:lvl5pPr>
            <a:lvl6pPr algn="l">
              <a:defRPr sz="2250" b="0">
                <a:solidFill>
                  <a:srgbClr val="325D8A"/>
                </a:solidFill>
                <a:latin typeface="Arial"/>
                <a:ea typeface="Arial"/>
                <a:cs typeface="Arial"/>
              </a:defRPr>
            </a:lvl6pPr>
            <a:lvl7pPr algn="l">
              <a:defRPr sz="2250" b="0">
                <a:solidFill>
                  <a:srgbClr val="325D8A"/>
                </a:solidFill>
                <a:latin typeface="Arial"/>
                <a:ea typeface="Arial"/>
                <a:cs typeface="Arial"/>
              </a:defRPr>
            </a:lvl7pPr>
            <a:lvl8pPr algn="l">
              <a:defRPr sz="2250" b="0">
                <a:solidFill>
                  <a:srgbClr val="325D8A"/>
                </a:solidFill>
                <a:latin typeface="Arial"/>
                <a:ea typeface="Arial"/>
                <a:cs typeface="Arial"/>
              </a:defRPr>
            </a:lvl8pPr>
            <a:lvl9pPr algn="l">
              <a:defRPr sz="2250" b="0">
                <a:solidFill>
                  <a:srgbClr val="325D8A"/>
                </a:solidFill>
                <a:latin typeface="Arial"/>
                <a:ea typeface="Arial"/>
                <a:cs typeface="Arial"/>
              </a:defRPr>
            </a:lvl9pPr>
          </a:lstStyle>
          <a:p xmlns:a="http://schemas.openxmlformats.org/drawingml/2006/main">
            <a:pPr algn="l">
              <a:defRPr sz="2250" b="0">
                <a:solidFill>
                  <a:srgbClr val="325D8A"/>
                </a:solidFill>
                <a:latin typeface="Arial"/>
                <a:ea typeface="Arial"/>
                <a:cs typeface="Arial"/>
              </a:defRPr>
            </a:pPr>
            <a:r>
              <a:rPr sz="2250" b="0">
                <a:solidFill>
                  <a:srgbClr val="325D8A"/>
                </a:solidFill>
                <a:latin typeface="Arial"/>
                <a:ea typeface="Arial"/>
                <a:cs typeface="Arial"/>
              </a:rPr>
              <a:t>A day in my job</a:t>
            </a:r>
          </a:p>
        </p:txBody>
      </p:sp>
      <p:sp>
        <p:nvSpPr>
          <p:cNvPr id="6" name="body-0">
            <a:extLst xmlns:a="http://schemas.openxmlformats.org/drawingml/2006/main">
              <a:ext uri="{FF2B5EF4-FFF2-40B4-BE49-F238E27FC236}">
                <a16:creationId xmlns:a16="http://schemas.microsoft.com/office/drawing/2014/main" id="{D07D7C32-8151-47E6-B3E9-7BEB13578DFA}"/>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What could a working day in my chosen role involve?</a:t>
            </a:r>
          </a:p>
        </p:txBody>
      </p:sp>
      <p:sp>
        <p:nvSpPr>
          <p:cNvPr id="7" name="body-1">
            <a:extLst xmlns:a="http://schemas.openxmlformats.org/drawingml/2006/main">
              <a:ext uri="{FF2B5EF4-FFF2-40B4-BE49-F238E27FC236}">
                <a16:creationId xmlns:a16="http://schemas.microsoft.com/office/drawing/2014/main" id="{37CAFD39-06A2-4887-81BC-7CDB94184494}"/>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This is an imagined working day.</a:t>
            </a:r>
          </a:p>
        </p:txBody>
      </p:sp>
      <p:sp>
        <p:nvSpPr>
          <p:cNvPr id="8" name="printed-id">
            <a:extLst xmlns:a="http://schemas.openxmlformats.org/drawingml/2006/main">
              <a:ext uri="{FF2B5EF4-FFF2-40B4-BE49-F238E27FC236}">
                <a16:creationId xmlns:a16="http://schemas.microsoft.com/office/drawing/2014/main" id="{9D9675AA-A17A-411A-8779-B8063723E93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VOC-LAUNCH-A2-W01-L2</a:t>
            </a:r>
          </a:p>
        </p:txBody>
      </p:sp>
      <p:sp>
        <p:nvSpPr>
          <p:cNvPr id="9" name="edition-label">
            <a:extLst xmlns:a="http://schemas.openxmlformats.org/drawingml/2006/main">
              <a:ext uri="{FF2B5EF4-FFF2-40B4-BE49-F238E27FC236}">
                <a16:creationId xmlns:a16="http://schemas.microsoft.com/office/drawing/2014/main" id="{EA554EFE-E876-48EE-8E12-3E59256A5A73}"/>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B093A18A-8E08-4644-A808-A87C74D3DAD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4689202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ACF283D6-F422-4C49-B7DA-14B19445A10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404B9D72-F729-4B13-BDC6-3314B0CFC17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ED5FE9B3-D837-4AA3-87F6-2F4EBA689339}"/>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2 / 12  ·  4 min</a:t>
            </a:r>
          </a:p>
        </p:txBody>
      </p:sp>
      <p:sp>
        <p:nvSpPr>
          <p:cNvPr id="4" name="slide-title">
            <a:extLst xmlns:a="http://schemas.openxmlformats.org/drawingml/2006/main">
              <a:ext uri="{FF2B5EF4-FFF2-40B4-BE49-F238E27FC236}">
                <a16:creationId xmlns:a16="http://schemas.microsoft.com/office/drawing/2014/main" id="{99E7B4D3-54BB-4C5A-91F7-BB4407A2B2C8}"/>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Arrival task</a:t>
            </a:r>
          </a:p>
        </p:txBody>
      </p:sp>
      <p:sp>
        <p:nvSpPr>
          <p:cNvPr id="5" name="heading-rule">
            <a:extLst xmlns:a="http://schemas.openxmlformats.org/drawingml/2006/main">
              <a:ext uri="{FF2B5EF4-FFF2-40B4-BE49-F238E27FC236}">
                <a16:creationId xmlns:a16="http://schemas.microsoft.com/office/drawing/2014/main" id="{81068AF9-B9AC-4B53-B81B-373BA360146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AE367DED-54B8-4559-B3BA-110271A4272F}"/>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What is your chosen role? Name one task.</a:t>
            </a:r>
          </a:p>
        </p:txBody>
      </p:sp>
      <p:sp>
        <p:nvSpPr>
          <p:cNvPr id="7" name="body-1">
            <a:extLst xmlns:a="http://schemas.openxmlformats.org/drawingml/2006/main">
              <a:ext uri="{FF2B5EF4-FFF2-40B4-BE49-F238E27FC236}">
                <a16:creationId xmlns:a16="http://schemas.microsoft.com/office/drawing/2014/main" id="{E80D99E5-13C2-4D68-AF90-14DD26D83E67}"/>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What is a shift?</a:t>
            </a:r>
          </a:p>
        </p:txBody>
      </p:sp>
      <p:sp>
        <p:nvSpPr>
          <p:cNvPr id="8" name="body-2">
            <a:extLst xmlns:a="http://schemas.openxmlformats.org/drawingml/2006/main">
              <a:ext uri="{FF2B5EF4-FFF2-40B4-BE49-F238E27FC236}">
                <a16:creationId xmlns:a16="http://schemas.microsoft.com/office/drawing/2014/main" id="{6BAD9931-0FED-43A5-B940-24D742E05695}"/>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You cannot use the coffee machine safely yet. What do you do?</a:t>
            </a:r>
          </a:p>
        </p:txBody>
      </p:sp>
      <p:sp>
        <p:nvSpPr>
          <p:cNvPr id="9" name="body-3">
            <a:extLst xmlns:a="http://schemas.openxmlformats.org/drawingml/2006/main">
              <a:ext uri="{FF2B5EF4-FFF2-40B4-BE49-F238E27FC236}">
                <a16:creationId xmlns:a16="http://schemas.microsoft.com/office/drawing/2014/main" id="{39371A18-8D64-4391-9CDC-C19742B275E2}"/>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What is missing from a blog with no times?</a:t>
            </a:r>
          </a:p>
        </p:txBody>
      </p:sp>
      <p:sp>
        <p:nvSpPr>
          <p:cNvPr id="10" name="body-4">
            <a:extLst xmlns:a="http://schemas.openxmlformats.org/drawingml/2006/main">
              <a:ext uri="{FF2B5EF4-FFF2-40B4-BE49-F238E27FC236}">
                <a16:creationId xmlns:a16="http://schemas.microsoft.com/office/drawing/2014/main" id="{4092B9A1-A122-4607-8F63-9268DF519549}"/>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BLUE / GREEN / AMBER / RED. Choose a reset if needed.</a:t>
            </a:r>
          </a:p>
        </p:txBody>
      </p:sp>
      <p:sp>
        <p:nvSpPr>
          <p:cNvPr id="11" name="printed-id">
            <a:extLst xmlns:a="http://schemas.openxmlformats.org/drawingml/2006/main">
              <a:ext uri="{FF2B5EF4-FFF2-40B4-BE49-F238E27FC236}">
                <a16:creationId xmlns:a16="http://schemas.microsoft.com/office/drawing/2014/main" id="{3C46C599-5CEA-4253-AC6C-6736B124E3A0}"/>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VOC-LAUNCH-A2-W01-L2</a:t>
            </a:r>
          </a:p>
        </p:txBody>
      </p:sp>
      <p:sp>
        <p:nvSpPr>
          <p:cNvPr id="12" name="edition-label">
            <a:extLst xmlns:a="http://schemas.openxmlformats.org/drawingml/2006/main">
              <a:ext uri="{FF2B5EF4-FFF2-40B4-BE49-F238E27FC236}">
                <a16:creationId xmlns:a16="http://schemas.microsoft.com/office/drawing/2014/main" id="{4FA34EDE-00A8-481D-9B2B-2793FFD48D2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9B05DB7C-1398-4AC9-B785-778C27EC5AC1}"/>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6052717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ide-rule">
            <a:extLst xmlns:a="http://schemas.openxmlformats.org/drawingml/2006/main">
              <a:ext uri="{FF2B5EF4-FFF2-40B4-BE49-F238E27FC236}">
                <a16:creationId xmlns:a16="http://schemas.microsoft.com/office/drawing/2014/main" id="{47376167-97D8-4054-98DB-2C042BE23F1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CD71399-0D21-4296-9639-6D600761B2A6}"/>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RETRIEVAL AND STARTER</a:t>
            </a:r>
          </a:p>
        </p:txBody>
      </p:sp>
      <p:sp>
        <p:nvSpPr>
          <p:cNvPr id="3" name="slide-number-time">
            <a:extLst xmlns:a="http://schemas.openxmlformats.org/drawingml/2006/main">
              <a:ext uri="{FF2B5EF4-FFF2-40B4-BE49-F238E27FC236}">
                <a16:creationId xmlns:a16="http://schemas.microsoft.com/office/drawing/2014/main" id="{0D875624-8078-4293-B9A3-5534601A2049}"/>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3 / 12  ·  2 min</a:t>
            </a:r>
          </a:p>
        </p:txBody>
      </p:sp>
      <p:sp>
        <p:nvSpPr>
          <p:cNvPr id="4" name="slide-title">
            <a:extLst xmlns:a="http://schemas.openxmlformats.org/drawingml/2006/main">
              <a:ext uri="{FF2B5EF4-FFF2-40B4-BE49-F238E27FC236}">
                <a16:creationId xmlns:a16="http://schemas.microsoft.com/office/drawing/2014/main" id="{E661F7DE-93EA-404C-B0E5-88120AB3BBB5}"/>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An imagined café shift</a:t>
            </a:r>
          </a:p>
        </p:txBody>
      </p:sp>
      <p:sp>
        <p:nvSpPr>
          <p:cNvPr id="5" name="heading-rule">
            <a:extLst xmlns:a="http://schemas.openxmlformats.org/drawingml/2006/main">
              <a:ext uri="{FF2B5EF4-FFF2-40B4-BE49-F238E27FC236}">
                <a16:creationId xmlns:a16="http://schemas.microsoft.com/office/drawing/2014/main" id="{FB5E49A4-946B-4D14-9B18-A090AE910BE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step-number-0">
            <a:extLst xmlns:a="http://schemas.openxmlformats.org/drawingml/2006/main">
              <a:ext uri="{FF2B5EF4-FFF2-40B4-BE49-F238E27FC236}">
                <a16:creationId xmlns:a16="http://schemas.microsoft.com/office/drawing/2014/main" id="{8A181C04-FBF5-4116-86CB-87B7DA23E5B3}"/>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7" name="body-0">
            <a:extLst xmlns:a="http://schemas.openxmlformats.org/drawingml/2006/main">
              <a:ext uri="{FF2B5EF4-FFF2-40B4-BE49-F238E27FC236}">
                <a16:creationId xmlns:a16="http://schemas.microsoft.com/office/drawing/2014/main" id="{0789F9BF-D015-4A79-A7EB-0F9CDB29EC9B}"/>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My shift starts at 7.</a:t>
            </a:r>
          </a:p>
        </p:txBody>
      </p:sp>
      <p:sp>
        <p:nvSpPr>
          <p:cNvPr id="8" name="step-number-1">
            <a:extLst xmlns:a="http://schemas.openxmlformats.org/drawingml/2006/main">
              <a:ext uri="{FF2B5EF4-FFF2-40B4-BE49-F238E27FC236}">
                <a16:creationId xmlns:a16="http://schemas.microsoft.com/office/drawing/2014/main" id="{F20C525F-67D4-4A85-9F7A-39C363EC4FD2}"/>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9" name="body-1">
            <a:extLst xmlns:a="http://schemas.openxmlformats.org/drawingml/2006/main">
              <a:ext uri="{FF2B5EF4-FFF2-40B4-BE49-F238E27FC236}">
                <a16:creationId xmlns:a16="http://schemas.microsoft.com/office/drawing/2014/main" id="{4B160271-5A41-4345-B791-3D7FF3523F85}"/>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First, I check the work area with my supervisor.</a:t>
            </a:r>
          </a:p>
        </p:txBody>
      </p:sp>
      <p:sp>
        <p:nvSpPr>
          <p:cNvPr id="10" name="step-number-2">
            <a:extLst xmlns:a="http://schemas.openxmlformats.org/drawingml/2006/main">
              <a:ext uri="{FF2B5EF4-FFF2-40B4-BE49-F238E27FC236}">
                <a16:creationId xmlns:a16="http://schemas.microsoft.com/office/drawing/2014/main" id="{2D061F06-6760-4899-A250-C90B8E0692F4}"/>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11" name="body-2">
            <a:extLst xmlns:a="http://schemas.openxmlformats.org/drawingml/2006/main">
              <a:ext uri="{FF2B5EF4-FFF2-40B4-BE49-F238E27FC236}">
                <a16:creationId xmlns:a16="http://schemas.microsoft.com/office/drawing/2014/main" id="{FB48ED64-ECB9-4476-859D-C3EA1B09A6BF}"/>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At lunchtime, I help take orders.</a:t>
            </a:r>
          </a:p>
        </p:txBody>
      </p:sp>
      <p:sp>
        <p:nvSpPr>
          <p:cNvPr id="12" name="step-number-3">
            <a:extLst xmlns:a="http://schemas.openxmlformats.org/drawingml/2006/main">
              <a:ext uri="{FF2B5EF4-FFF2-40B4-BE49-F238E27FC236}">
                <a16:creationId xmlns:a16="http://schemas.microsoft.com/office/drawing/2014/main" id="{6657A72C-4F5E-4A54-BFE4-3887BA3AEC51}"/>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13" name="body-3">
            <a:extLst xmlns:a="http://schemas.openxmlformats.org/drawingml/2006/main">
              <a:ext uri="{FF2B5EF4-FFF2-40B4-BE49-F238E27FC236}">
                <a16:creationId xmlns:a16="http://schemas.microsoft.com/office/drawing/2014/main" id="{D01F265E-2F31-4A12-BCF0-CF50D2C86DCE}"/>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Before I finish, I tidy my station.</a:t>
            </a:r>
          </a:p>
        </p:txBody>
      </p:sp>
      <p:sp>
        <p:nvSpPr>
          <p:cNvPr id="14" name="step-number-4">
            <a:extLst xmlns:a="http://schemas.openxmlformats.org/drawingml/2006/main">
              <a:ext uri="{FF2B5EF4-FFF2-40B4-BE49-F238E27FC236}">
                <a16:creationId xmlns:a16="http://schemas.microsoft.com/office/drawing/2014/main" id="{4EDF115F-7951-4D6D-863A-71DCB15ED84A}"/>
              </a:ext>
            </a:extLst>
          </p:cNvPr>
          <p:cNvSpPr>
            <a:spLocks xmlns:a="http://schemas.openxmlformats.org/drawingml/2006/main" noGrp="1"/>
          </p:cNvSpPr>
          <p:nvPr/>
        </p:nvSpPr>
        <p:spPr>
          <a:xfrm xmlns:a="http://schemas.openxmlformats.org/drawingml/2006/main">
            <a:off x="609600" y="375666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5</a:t>
            </a:r>
          </a:p>
        </p:txBody>
      </p:sp>
      <p:sp>
        <p:nvSpPr>
          <p:cNvPr id="15" name="body-4">
            <a:extLst xmlns:a="http://schemas.openxmlformats.org/drawingml/2006/main">
              <a:ext uri="{FF2B5EF4-FFF2-40B4-BE49-F238E27FC236}">
                <a16:creationId xmlns:a16="http://schemas.microsoft.com/office/drawing/2014/main" id="{6DF17987-4F74-4777-9E04-C8782655AC9B}"/>
              </a:ext>
            </a:extLst>
          </p:cNvPr>
          <p:cNvSpPr>
            <a:spLocks xmlns:a="http://schemas.openxmlformats.org/drawingml/2006/main" noGrp="1"/>
          </p:cNvSpPr>
          <p:nvPr/>
        </p:nvSpPr>
        <p:spPr>
          <a:xfrm xmlns:a="http://schemas.openxmlformats.org/drawingml/2006/main">
            <a:off x="1200150" y="375666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Which words show the order?</a:t>
            </a:r>
          </a:p>
        </p:txBody>
      </p:sp>
      <p:sp>
        <p:nvSpPr>
          <p:cNvPr id="16" name="printed-id">
            <a:extLst xmlns:a="http://schemas.openxmlformats.org/drawingml/2006/main">
              <a:ext uri="{FF2B5EF4-FFF2-40B4-BE49-F238E27FC236}">
                <a16:creationId xmlns:a16="http://schemas.microsoft.com/office/drawing/2014/main" id="{A973362C-2DC3-4630-AA94-B798161A087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VOC-LAUNCH-A2-W01-L2</a:t>
            </a:r>
          </a:p>
        </p:txBody>
      </p:sp>
      <p:sp>
        <p:nvSpPr>
          <p:cNvPr id="17" name="edition-label">
            <a:extLst xmlns:a="http://schemas.openxmlformats.org/drawingml/2006/main">
              <a:ext uri="{FF2B5EF4-FFF2-40B4-BE49-F238E27FC236}">
                <a16:creationId xmlns:a16="http://schemas.microsoft.com/office/drawing/2014/main" id="{91E8CA44-E071-4B8B-84C9-F769116C9F5F}"/>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8" name="licence-credit">
            <a:extLst xmlns:a="http://schemas.openxmlformats.org/drawingml/2006/main">
              <a:ext uri="{FF2B5EF4-FFF2-40B4-BE49-F238E27FC236}">
                <a16:creationId xmlns:a16="http://schemas.microsoft.com/office/drawing/2014/main" id="{9D539F78-00A5-4FC9-913D-A1DA2641D66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809626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D6162A51-B49C-4EB4-944D-D62F9928B1C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27E85DB-FE0C-43A7-A6E1-BE5CFC0206B2}"/>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04D4F3B3-A76E-495A-A801-6488A953144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97A764BA-6140-48E0-879D-4AAFC1A17E85}"/>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Today I can</a:t>
            </a:r>
          </a:p>
        </p:txBody>
      </p:sp>
      <p:sp>
        <p:nvSpPr>
          <p:cNvPr id="5" name="heading-rule">
            <a:extLst xmlns:a="http://schemas.openxmlformats.org/drawingml/2006/main">
              <a:ext uri="{FF2B5EF4-FFF2-40B4-BE49-F238E27FC236}">
                <a16:creationId xmlns:a16="http://schemas.microsoft.com/office/drawing/2014/main" id="{967A4F2C-502D-4FEE-AE9A-0D84F2B9082D}"/>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6E4961A9-5C45-45A2-8CCD-F95D547D4A32}"/>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Produce a blog describing what you would expect to do in a normal working day in your chosen role.</a:t>
            </a:r>
          </a:p>
        </p:txBody>
      </p:sp>
      <p:sp>
        <p:nvSpPr>
          <p:cNvPr id="7" name="body-1">
            <a:extLst xmlns:a="http://schemas.openxmlformats.org/drawingml/2006/main">
              <a:ext uri="{FF2B5EF4-FFF2-40B4-BE49-F238E27FC236}">
                <a16:creationId xmlns:a16="http://schemas.microsoft.com/office/drawing/2014/main" id="{8AF9B164-4F6A-4377-8F4A-F2DA08703BD5}"/>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put job tasks in order.</a:t>
            </a:r>
          </a:p>
        </p:txBody>
      </p:sp>
      <p:sp>
        <p:nvSpPr>
          <p:cNvPr id="8" name="body-2">
            <a:extLst xmlns:a="http://schemas.openxmlformats.org/drawingml/2006/main">
              <a:ext uri="{FF2B5EF4-FFF2-40B4-BE49-F238E27FC236}">
                <a16:creationId xmlns:a16="http://schemas.microsoft.com/office/drawing/2014/main" id="{15289EE9-09A6-4AD1-81E2-AB687E52CC8E}"/>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use times or time phrases.</a:t>
            </a:r>
          </a:p>
        </p:txBody>
      </p:sp>
      <p:sp>
        <p:nvSpPr>
          <p:cNvPr id="9" name="body-3">
            <a:extLst xmlns:a="http://schemas.openxmlformats.org/drawingml/2006/main">
              <a:ext uri="{FF2B5EF4-FFF2-40B4-BE49-F238E27FC236}">
                <a16:creationId xmlns:a16="http://schemas.microsoft.com/office/drawing/2014/main" id="{B0B754A4-ED66-45EF-8F64-9A4354AA6267}"/>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explain the hardest part.</a:t>
            </a:r>
          </a:p>
        </p:txBody>
      </p:sp>
      <p:sp>
        <p:nvSpPr>
          <p:cNvPr id="10" name="printed-id">
            <a:extLst xmlns:a="http://schemas.openxmlformats.org/drawingml/2006/main">
              <a:ext uri="{FF2B5EF4-FFF2-40B4-BE49-F238E27FC236}">
                <a16:creationId xmlns:a16="http://schemas.microsoft.com/office/drawing/2014/main" id="{C6C267B9-8126-424C-A7DC-F481778D845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VOC-LAUNCH-A2-W01-L2</a:t>
            </a:r>
          </a:p>
        </p:txBody>
      </p:sp>
      <p:sp>
        <p:nvSpPr>
          <p:cNvPr id="11" name="edition-label">
            <a:extLst xmlns:a="http://schemas.openxmlformats.org/drawingml/2006/main">
              <a:ext uri="{FF2B5EF4-FFF2-40B4-BE49-F238E27FC236}">
                <a16:creationId xmlns:a16="http://schemas.microsoft.com/office/drawing/2014/main" id="{A32E4E09-B927-4094-9901-7BDFA415760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EBBE4033-CFEF-4ABA-969B-A38B899B8A04}"/>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3472080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ide-rule">
            <a:extLst xmlns:a="http://schemas.openxmlformats.org/drawingml/2006/main">
              <a:ext uri="{FF2B5EF4-FFF2-40B4-BE49-F238E27FC236}">
                <a16:creationId xmlns:a16="http://schemas.microsoft.com/office/drawing/2014/main" id="{FB4B73C3-A068-4A58-9701-97B3430E45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A786093-DCFD-47C5-8C9D-A9C743C541C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55A3280B-FA4B-4546-AF1C-650F3AE3FE0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4313CAD8-DB54-4E2A-AF9F-0F2918547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From timeline to a sentence</a:t>
            </a:r>
          </a:p>
        </p:txBody>
      </p:sp>
      <p:sp>
        <p:nvSpPr>
          <p:cNvPr id="5" name="heading-rule">
            <a:extLst xmlns:a="http://schemas.openxmlformats.org/drawingml/2006/main">
              <a:ext uri="{FF2B5EF4-FFF2-40B4-BE49-F238E27FC236}">
                <a16:creationId xmlns:a16="http://schemas.microsoft.com/office/drawing/2014/main" id="{060D47BE-FD22-4BC8-9964-6675D5581EB6}"/>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time-sequence">
            <a:extLst xmlns:a="http://schemas.openxmlformats.org/drawingml/2006/main">
              <a:ext uri="{FF2B5EF4-FFF2-40B4-BE49-F238E27FC236}">
                <a16:creationId xmlns:a16="http://schemas.microsoft.com/office/drawing/2014/main" id="{A82DD47F-C9D8-4223-9C2F-508A4D89A1FE}"/>
              </a:ext>
            </a:extLst>
          </p:cNvPr>
          <p:cNvSpPr>
            <a:spLocks xmlns:a="http://schemas.openxmlformats.org/drawingml/2006/main" noGrp="1"/>
          </p:cNvSpPr>
          <p:nvPr/>
        </p:nvSpPr>
        <p:spPr>
          <a:xfrm xmlns:a="http://schemas.openxmlformats.org/drawingml/2006/main">
            <a:off x="2124075" y="1838325"/>
            <a:ext cx="19050" cy="3286125"/>
          </a:xfrm>
          <a:prstGeom xmlns:a="http://schemas.openxmlformats.org/drawingml/2006/main" prst="rect">
            <a:avLst/>
          </a:prstGeom>
          <a:solidFill xmlns:a="http://schemas.openxmlformats.org/drawingml/2006/main">
            <a:srgbClr val="BBCBD2"/>
          </a:solidFill>
          <a:ln xmlns:a="http://schemas.openxmlformats.org/drawingml/2006/main" w="0">
            <a:noFill/>
            <a:prstDash val="solid"/>
          </a:ln>
        </p:spPr>
      </p:sp>
      <p:sp>
        <p:nvSpPr>
          <p:cNvPr id="7" name="time-0">
            <a:extLst xmlns:a="http://schemas.openxmlformats.org/drawingml/2006/main">
              <a:ext uri="{FF2B5EF4-FFF2-40B4-BE49-F238E27FC236}">
                <a16:creationId xmlns:a16="http://schemas.microsoft.com/office/drawing/2014/main" id="{5AF06C2C-DB74-4D5D-BDCE-FA50038C6156}"/>
              </a:ext>
            </a:extLst>
          </p:cNvPr>
          <p:cNvSpPr>
            <a:spLocks xmlns:a="http://schemas.openxmlformats.org/drawingml/2006/main" noGrp="1"/>
          </p:cNvSpPr>
          <p:nvPr/>
        </p:nvSpPr>
        <p:spPr>
          <a:xfrm xmlns:a="http://schemas.openxmlformats.org/drawingml/2006/main">
            <a:off x="609600" y="171450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325D8A"/>
                </a:solidFill>
                <a:latin typeface="Arial"/>
                <a:ea typeface="Arial"/>
                <a:cs typeface="Arial"/>
              </a:defRPr>
            </a:defPPr>
            <a:lvl1pPr algn="l">
              <a:defRPr sz="2550" b="1">
                <a:solidFill>
                  <a:srgbClr val="325D8A"/>
                </a:solidFill>
                <a:latin typeface="Arial"/>
                <a:ea typeface="Arial"/>
                <a:cs typeface="Arial"/>
              </a:defRPr>
            </a:lvl1pPr>
            <a:lvl2pPr algn="l">
              <a:defRPr sz="2550" b="1">
                <a:solidFill>
                  <a:srgbClr val="325D8A"/>
                </a:solidFill>
                <a:latin typeface="Arial"/>
                <a:ea typeface="Arial"/>
                <a:cs typeface="Arial"/>
              </a:defRPr>
            </a:lvl2pPr>
            <a:lvl3pPr algn="l">
              <a:defRPr sz="2550" b="1">
                <a:solidFill>
                  <a:srgbClr val="325D8A"/>
                </a:solidFill>
                <a:latin typeface="Arial"/>
                <a:ea typeface="Arial"/>
                <a:cs typeface="Arial"/>
              </a:defRPr>
            </a:lvl3pPr>
            <a:lvl4pPr algn="l">
              <a:defRPr sz="2550" b="1">
                <a:solidFill>
                  <a:srgbClr val="325D8A"/>
                </a:solidFill>
                <a:latin typeface="Arial"/>
                <a:ea typeface="Arial"/>
                <a:cs typeface="Arial"/>
              </a:defRPr>
            </a:lvl4pPr>
            <a:lvl5pPr algn="l">
              <a:defRPr sz="2550" b="1">
                <a:solidFill>
                  <a:srgbClr val="325D8A"/>
                </a:solidFill>
                <a:latin typeface="Arial"/>
                <a:ea typeface="Arial"/>
                <a:cs typeface="Arial"/>
              </a:defRPr>
            </a:lvl5pPr>
            <a:lvl6pPr algn="l">
              <a:defRPr sz="2550" b="1">
                <a:solidFill>
                  <a:srgbClr val="325D8A"/>
                </a:solidFill>
                <a:latin typeface="Arial"/>
                <a:ea typeface="Arial"/>
                <a:cs typeface="Arial"/>
              </a:defRPr>
            </a:lvl6pPr>
            <a:lvl7pPr algn="l">
              <a:defRPr sz="2550" b="1">
                <a:solidFill>
                  <a:srgbClr val="325D8A"/>
                </a:solidFill>
                <a:latin typeface="Arial"/>
                <a:ea typeface="Arial"/>
                <a:cs typeface="Arial"/>
              </a:defRPr>
            </a:lvl7pPr>
            <a:lvl8pPr algn="l">
              <a:defRPr sz="2550" b="1">
                <a:solidFill>
                  <a:srgbClr val="325D8A"/>
                </a:solidFill>
                <a:latin typeface="Arial"/>
                <a:ea typeface="Arial"/>
                <a:cs typeface="Arial"/>
              </a:defRPr>
            </a:lvl8pPr>
            <a:lvl9pPr algn="l">
              <a:defRPr sz="2550" b="1">
                <a:solidFill>
                  <a:srgbClr val="325D8A"/>
                </a:solidFill>
                <a:latin typeface="Arial"/>
                <a:ea typeface="Arial"/>
                <a:cs typeface="Arial"/>
              </a:defRPr>
            </a:lvl9pPr>
          </a:lstStyle>
          <a:p xmlns:a="http://schemas.openxmlformats.org/drawingml/2006/main">
            <a:pPr algn="l">
              <a:defRPr sz="2550" b="1">
                <a:solidFill>
                  <a:srgbClr val="325D8A"/>
                </a:solidFill>
                <a:latin typeface="Arial"/>
                <a:ea typeface="Arial"/>
                <a:cs typeface="Arial"/>
              </a:defRPr>
            </a:pPr>
            <a:r>
              <a:rPr sz="2550" b="1">
                <a:solidFill>
                  <a:srgbClr val="325D8A"/>
                </a:solidFill>
                <a:latin typeface="Arial"/>
                <a:ea typeface="Arial"/>
                <a:cs typeface="Arial"/>
              </a:rPr>
              <a:t>7:00</a:t>
            </a:r>
          </a:p>
        </p:txBody>
      </p:sp>
      <p:sp>
        <p:nvSpPr>
          <p:cNvPr id="8" name="time-task-0">
            <a:extLst xmlns:a="http://schemas.openxmlformats.org/drawingml/2006/main">
              <a:ext uri="{FF2B5EF4-FFF2-40B4-BE49-F238E27FC236}">
                <a16:creationId xmlns:a16="http://schemas.microsoft.com/office/drawing/2014/main" id="{20B3BEA3-2038-4DD4-9139-12780F12D7C1}"/>
              </a:ext>
            </a:extLst>
          </p:cNvPr>
          <p:cNvSpPr>
            <a:spLocks xmlns:a="http://schemas.openxmlformats.org/drawingml/2006/main" noGrp="1"/>
          </p:cNvSpPr>
          <p:nvPr/>
        </p:nvSpPr>
        <p:spPr>
          <a:xfrm xmlns:a="http://schemas.openxmlformats.org/drawingml/2006/main">
            <a:off x="2571750" y="1714500"/>
            <a:ext cx="8782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start: check my station.</a:t>
            </a:r>
          </a:p>
        </p:txBody>
      </p:sp>
      <p:sp>
        <p:nvSpPr>
          <p:cNvPr id="9" name="time-1">
            <a:extLst xmlns:a="http://schemas.openxmlformats.org/drawingml/2006/main">
              <a:ext uri="{FF2B5EF4-FFF2-40B4-BE49-F238E27FC236}">
                <a16:creationId xmlns:a16="http://schemas.microsoft.com/office/drawing/2014/main" id="{CDE4116A-FC47-49E2-9CFB-A2C2570434A1}"/>
              </a:ext>
            </a:extLst>
          </p:cNvPr>
          <p:cNvSpPr>
            <a:spLocks xmlns:a="http://schemas.openxmlformats.org/drawingml/2006/main" noGrp="1"/>
          </p:cNvSpPr>
          <p:nvPr/>
        </p:nvSpPr>
        <p:spPr>
          <a:xfrm xmlns:a="http://schemas.openxmlformats.org/drawingml/2006/main">
            <a:off x="609600" y="243840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325D8A"/>
                </a:solidFill>
                <a:latin typeface="Arial"/>
                <a:ea typeface="Arial"/>
                <a:cs typeface="Arial"/>
              </a:defRPr>
            </a:defPPr>
            <a:lvl1pPr algn="l">
              <a:defRPr sz="2550" b="1">
                <a:solidFill>
                  <a:srgbClr val="325D8A"/>
                </a:solidFill>
                <a:latin typeface="Arial"/>
                <a:ea typeface="Arial"/>
                <a:cs typeface="Arial"/>
              </a:defRPr>
            </a:lvl1pPr>
            <a:lvl2pPr algn="l">
              <a:defRPr sz="2550" b="1">
                <a:solidFill>
                  <a:srgbClr val="325D8A"/>
                </a:solidFill>
                <a:latin typeface="Arial"/>
                <a:ea typeface="Arial"/>
                <a:cs typeface="Arial"/>
              </a:defRPr>
            </a:lvl2pPr>
            <a:lvl3pPr algn="l">
              <a:defRPr sz="2550" b="1">
                <a:solidFill>
                  <a:srgbClr val="325D8A"/>
                </a:solidFill>
                <a:latin typeface="Arial"/>
                <a:ea typeface="Arial"/>
                <a:cs typeface="Arial"/>
              </a:defRPr>
            </a:lvl3pPr>
            <a:lvl4pPr algn="l">
              <a:defRPr sz="2550" b="1">
                <a:solidFill>
                  <a:srgbClr val="325D8A"/>
                </a:solidFill>
                <a:latin typeface="Arial"/>
                <a:ea typeface="Arial"/>
                <a:cs typeface="Arial"/>
              </a:defRPr>
            </a:lvl4pPr>
            <a:lvl5pPr algn="l">
              <a:defRPr sz="2550" b="1">
                <a:solidFill>
                  <a:srgbClr val="325D8A"/>
                </a:solidFill>
                <a:latin typeface="Arial"/>
                <a:ea typeface="Arial"/>
                <a:cs typeface="Arial"/>
              </a:defRPr>
            </a:lvl5pPr>
            <a:lvl6pPr algn="l">
              <a:defRPr sz="2550" b="1">
                <a:solidFill>
                  <a:srgbClr val="325D8A"/>
                </a:solidFill>
                <a:latin typeface="Arial"/>
                <a:ea typeface="Arial"/>
                <a:cs typeface="Arial"/>
              </a:defRPr>
            </a:lvl6pPr>
            <a:lvl7pPr algn="l">
              <a:defRPr sz="2550" b="1">
                <a:solidFill>
                  <a:srgbClr val="325D8A"/>
                </a:solidFill>
                <a:latin typeface="Arial"/>
                <a:ea typeface="Arial"/>
                <a:cs typeface="Arial"/>
              </a:defRPr>
            </a:lvl7pPr>
            <a:lvl8pPr algn="l">
              <a:defRPr sz="2550" b="1">
                <a:solidFill>
                  <a:srgbClr val="325D8A"/>
                </a:solidFill>
                <a:latin typeface="Arial"/>
                <a:ea typeface="Arial"/>
                <a:cs typeface="Arial"/>
              </a:defRPr>
            </a:lvl8pPr>
            <a:lvl9pPr algn="l">
              <a:defRPr sz="2550" b="1">
                <a:solidFill>
                  <a:srgbClr val="325D8A"/>
                </a:solidFill>
                <a:latin typeface="Arial"/>
                <a:ea typeface="Arial"/>
                <a:cs typeface="Arial"/>
              </a:defRPr>
            </a:lvl9pPr>
          </a:lstStyle>
          <a:p xmlns:a="http://schemas.openxmlformats.org/drawingml/2006/main">
            <a:pPr algn="l">
              <a:defRPr sz="2550" b="1">
                <a:solidFill>
                  <a:srgbClr val="325D8A"/>
                </a:solidFill>
                <a:latin typeface="Arial"/>
                <a:ea typeface="Arial"/>
                <a:cs typeface="Arial"/>
              </a:defRPr>
            </a:pPr>
            <a:r>
              <a:rPr sz="2550" b="1">
                <a:solidFill>
                  <a:srgbClr val="325D8A"/>
                </a:solidFill>
                <a:latin typeface="Arial"/>
                <a:ea typeface="Arial"/>
                <a:cs typeface="Arial"/>
              </a:rPr>
              <a:t>9:00</a:t>
            </a:r>
          </a:p>
        </p:txBody>
      </p:sp>
      <p:sp>
        <p:nvSpPr>
          <p:cNvPr id="10" name="time-task-1">
            <a:extLst xmlns:a="http://schemas.openxmlformats.org/drawingml/2006/main">
              <a:ext uri="{FF2B5EF4-FFF2-40B4-BE49-F238E27FC236}">
                <a16:creationId xmlns:a16="http://schemas.microsoft.com/office/drawing/2014/main" id="{028BD17B-4FD4-4D31-94EF-81C8F567F787}"/>
              </a:ext>
            </a:extLst>
          </p:cNvPr>
          <p:cNvSpPr>
            <a:spLocks xmlns:a="http://schemas.openxmlformats.org/drawingml/2006/main" noGrp="1"/>
          </p:cNvSpPr>
          <p:nvPr/>
        </p:nvSpPr>
        <p:spPr>
          <a:xfrm xmlns:a="http://schemas.openxmlformats.org/drawingml/2006/main">
            <a:off x="2571750" y="2438400"/>
            <a:ext cx="8782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task: check orders.</a:t>
            </a:r>
          </a:p>
        </p:txBody>
      </p:sp>
      <p:sp>
        <p:nvSpPr>
          <p:cNvPr id="11" name="time-2">
            <a:extLst xmlns:a="http://schemas.openxmlformats.org/drawingml/2006/main">
              <a:ext uri="{FF2B5EF4-FFF2-40B4-BE49-F238E27FC236}">
                <a16:creationId xmlns:a16="http://schemas.microsoft.com/office/drawing/2014/main" id="{DA2BE883-E6BD-41AC-B47A-05FDFBE52DD1}"/>
              </a:ext>
            </a:extLst>
          </p:cNvPr>
          <p:cNvSpPr>
            <a:spLocks xmlns:a="http://schemas.openxmlformats.org/drawingml/2006/main" noGrp="1"/>
          </p:cNvSpPr>
          <p:nvPr/>
        </p:nvSpPr>
        <p:spPr>
          <a:xfrm xmlns:a="http://schemas.openxmlformats.org/drawingml/2006/main">
            <a:off x="609600" y="316230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325D8A"/>
                </a:solidFill>
                <a:latin typeface="Arial"/>
                <a:ea typeface="Arial"/>
                <a:cs typeface="Arial"/>
              </a:defRPr>
            </a:defPPr>
            <a:lvl1pPr algn="l">
              <a:defRPr sz="2550" b="1">
                <a:solidFill>
                  <a:srgbClr val="325D8A"/>
                </a:solidFill>
                <a:latin typeface="Arial"/>
                <a:ea typeface="Arial"/>
                <a:cs typeface="Arial"/>
              </a:defRPr>
            </a:lvl1pPr>
            <a:lvl2pPr algn="l">
              <a:defRPr sz="2550" b="1">
                <a:solidFill>
                  <a:srgbClr val="325D8A"/>
                </a:solidFill>
                <a:latin typeface="Arial"/>
                <a:ea typeface="Arial"/>
                <a:cs typeface="Arial"/>
              </a:defRPr>
            </a:lvl2pPr>
            <a:lvl3pPr algn="l">
              <a:defRPr sz="2550" b="1">
                <a:solidFill>
                  <a:srgbClr val="325D8A"/>
                </a:solidFill>
                <a:latin typeface="Arial"/>
                <a:ea typeface="Arial"/>
                <a:cs typeface="Arial"/>
              </a:defRPr>
            </a:lvl3pPr>
            <a:lvl4pPr algn="l">
              <a:defRPr sz="2550" b="1">
                <a:solidFill>
                  <a:srgbClr val="325D8A"/>
                </a:solidFill>
                <a:latin typeface="Arial"/>
                <a:ea typeface="Arial"/>
                <a:cs typeface="Arial"/>
              </a:defRPr>
            </a:lvl4pPr>
            <a:lvl5pPr algn="l">
              <a:defRPr sz="2550" b="1">
                <a:solidFill>
                  <a:srgbClr val="325D8A"/>
                </a:solidFill>
                <a:latin typeface="Arial"/>
                <a:ea typeface="Arial"/>
                <a:cs typeface="Arial"/>
              </a:defRPr>
            </a:lvl5pPr>
            <a:lvl6pPr algn="l">
              <a:defRPr sz="2550" b="1">
                <a:solidFill>
                  <a:srgbClr val="325D8A"/>
                </a:solidFill>
                <a:latin typeface="Arial"/>
                <a:ea typeface="Arial"/>
                <a:cs typeface="Arial"/>
              </a:defRPr>
            </a:lvl6pPr>
            <a:lvl7pPr algn="l">
              <a:defRPr sz="2550" b="1">
                <a:solidFill>
                  <a:srgbClr val="325D8A"/>
                </a:solidFill>
                <a:latin typeface="Arial"/>
                <a:ea typeface="Arial"/>
                <a:cs typeface="Arial"/>
              </a:defRPr>
            </a:lvl7pPr>
            <a:lvl8pPr algn="l">
              <a:defRPr sz="2550" b="1">
                <a:solidFill>
                  <a:srgbClr val="325D8A"/>
                </a:solidFill>
                <a:latin typeface="Arial"/>
                <a:ea typeface="Arial"/>
                <a:cs typeface="Arial"/>
              </a:defRPr>
            </a:lvl8pPr>
            <a:lvl9pPr algn="l">
              <a:defRPr sz="2550" b="1">
                <a:solidFill>
                  <a:srgbClr val="325D8A"/>
                </a:solidFill>
                <a:latin typeface="Arial"/>
                <a:ea typeface="Arial"/>
                <a:cs typeface="Arial"/>
              </a:defRPr>
            </a:lvl9pPr>
          </a:lstStyle>
          <a:p xmlns:a="http://schemas.openxmlformats.org/drawingml/2006/main">
            <a:pPr algn="l">
              <a:defRPr sz="2550" b="1">
                <a:solidFill>
                  <a:srgbClr val="325D8A"/>
                </a:solidFill>
                <a:latin typeface="Arial"/>
                <a:ea typeface="Arial"/>
                <a:cs typeface="Arial"/>
              </a:defRPr>
            </a:pPr>
            <a:r>
              <a:rPr sz="2550" b="1">
                <a:solidFill>
                  <a:srgbClr val="325D8A"/>
                </a:solidFill>
                <a:latin typeface="Arial"/>
                <a:ea typeface="Arial"/>
                <a:cs typeface="Arial"/>
              </a:rPr>
              <a:t>12:00</a:t>
            </a:r>
          </a:p>
        </p:txBody>
      </p:sp>
      <p:sp>
        <p:nvSpPr>
          <p:cNvPr id="12" name="time-task-2">
            <a:extLst xmlns:a="http://schemas.openxmlformats.org/drawingml/2006/main">
              <a:ext uri="{FF2B5EF4-FFF2-40B4-BE49-F238E27FC236}">
                <a16:creationId xmlns:a16="http://schemas.microsoft.com/office/drawing/2014/main" id="{8F4E8D9C-EF45-47C3-A3ED-40DA7AAE1DDC}"/>
              </a:ext>
            </a:extLst>
          </p:cNvPr>
          <p:cNvSpPr>
            <a:spLocks xmlns:a="http://schemas.openxmlformats.org/drawingml/2006/main" noGrp="1"/>
          </p:cNvSpPr>
          <p:nvPr/>
        </p:nvSpPr>
        <p:spPr>
          <a:xfrm xmlns:a="http://schemas.openxmlformats.org/drawingml/2006/main">
            <a:off x="2571750" y="3162300"/>
            <a:ext cx="8782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task: help serve lunch.</a:t>
            </a:r>
          </a:p>
        </p:txBody>
      </p:sp>
      <p:sp>
        <p:nvSpPr>
          <p:cNvPr id="13" name="time-3">
            <a:extLst xmlns:a="http://schemas.openxmlformats.org/drawingml/2006/main">
              <a:ext uri="{FF2B5EF4-FFF2-40B4-BE49-F238E27FC236}">
                <a16:creationId xmlns:a16="http://schemas.microsoft.com/office/drawing/2014/main" id="{15959CEF-9141-4A55-A9F7-E12D50B14034}"/>
              </a:ext>
            </a:extLst>
          </p:cNvPr>
          <p:cNvSpPr>
            <a:spLocks xmlns:a="http://schemas.openxmlformats.org/drawingml/2006/main" noGrp="1"/>
          </p:cNvSpPr>
          <p:nvPr/>
        </p:nvSpPr>
        <p:spPr>
          <a:xfrm xmlns:a="http://schemas.openxmlformats.org/drawingml/2006/main">
            <a:off x="609600" y="388620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325D8A"/>
                </a:solidFill>
                <a:latin typeface="Arial"/>
                <a:ea typeface="Arial"/>
                <a:cs typeface="Arial"/>
              </a:defRPr>
            </a:defPPr>
            <a:lvl1pPr algn="l">
              <a:defRPr sz="2550" b="1">
                <a:solidFill>
                  <a:srgbClr val="325D8A"/>
                </a:solidFill>
                <a:latin typeface="Arial"/>
                <a:ea typeface="Arial"/>
                <a:cs typeface="Arial"/>
              </a:defRPr>
            </a:lvl1pPr>
            <a:lvl2pPr algn="l">
              <a:defRPr sz="2550" b="1">
                <a:solidFill>
                  <a:srgbClr val="325D8A"/>
                </a:solidFill>
                <a:latin typeface="Arial"/>
                <a:ea typeface="Arial"/>
                <a:cs typeface="Arial"/>
              </a:defRPr>
            </a:lvl2pPr>
            <a:lvl3pPr algn="l">
              <a:defRPr sz="2550" b="1">
                <a:solidFill>
                  <a:srgbClr val="325D8A"/>
                </a:solidFill>
                <a:latin typeface="Arial"/>
                <a:ea typeface="Arial"/>
                <a:cs typeface="Arial"/>
              </a:defRPr>
            </a:lvl3pPr>
            <a:lvl4pPr algn="l">
              <a:defRPr sz="2550" b="1">
                <a:solidFill>
                  <a:srgbClr val="325D8A"/>
                </a:solidFill>
                <a:latin typeface="Arial"/>
                <a:ea typeface="Arial"/>
                <a:cs typeface="Arial"/>
              </a:defRPr>
            </a:lvl4pPr>
            <a:lvl5pPr algn="l">
              <a:defRPr sz="2550" b="1">
                <a:solidFill>
                  <a:srgbClr val="325D8A"/>
                </a:solidFill>
                <a:latin typeface="Arial"/>
                <a:ea typeface="Arial"/>
                <a:cs typeface="Arial"/>
              </a:defRPr>
            </a:lvl5pPr>
            <a:lvl6pPr algn="l">
              <a:defRPr sz="2550" b="1">
                <a:solidFill>
                  <a:srgbClr val="325D8A"/>
                </a:solidFill>
                <a:latin typeface="Arial"/>
                <a:ea typeface="Arial"/>
                <a:cs typeface="Arial"/>
              </a:defRPr>
            </a:lvl6pPr>
            <a:lvl7pPr algn="l">
              <a:defRPr sz="2550" b="1">
                <a:solidFill>
                  <a:srgbClr val="325D8A"/>
                </a:solidFill>
                <a:latin typeface="Arial"/>
                <a:ea typeface="Arial"/>
                <a:cs typeface="Arial"/>
              </a:defRPr>
            </a:lvl7pPr>
            <a:lvl8pPr algn="l">
              <a:defRPr sz="2550" b="1">
                <a:solidFill>
                  <a:srgbClr val="325D8A"/>
                </a:solidFill>
                <a:latin typeface="Arial"/>
                <a:ea typeface="Arial"/>
                <a:cs typeface="Arial"/>
              </a:defRPr>
            </a:lvl8pPr>
            <a:lvl9pPr algn="l">
              <a:defRPr sz="2550" b="1">
                <a:solidFill>
                  <a:srgbClr val="325D8A"/>
                </a:solidFill>
                <a:latin typeface="Arial"/>
                <a:ea typeface="Arial"/>
                <a:cs typeface="Arial"/>
              </a:defRPr>
            </a:lvl9pPr>
          </a:lstStyle>
          <a:p xmlns:a="http://schemas.openxmlformats.org/drawingml/2006/main">
            <a:pPr algn="l">
              <a:defRPr sz="2550" b="1">
                <a:solidFill>
                  <a:srgbClr val="325D8A"/>
                </a:solidFill>
                <a:latin typeface="Arial"/>
                <a:ea typeface="Arial"/>
                <a:cs typeface="Arial"/>
              </a:defRPr>
            </a:pPr>
            <a:r>
              <a:rPr sz="2550" b="1">
                <a:solidFill>
                  <a:srgbClr val="325D8A"/>
                </a:solidFill>
                <a:latin typeface="Arial"/>
                <a:ea typeface="Arial"/>
                <a:cs typeface="Arial"/>
              </a:rPr>
              <a:t>14:00</a:t>
            </a:r>
          </a:p>
        </p:txBody>
      </p:sp>
      <p:sp>
        <p:nvSpPr>
          <p:cNvPr id="14" name="time-task-3">
            <a:extLst xmlns:a="http://schemas.openxmlformats.org/drawingml/2006/main">
              <a:ext uri="{FF2B5EF4-FFF2-40B4-BE49-F238E27FC236}">
                <a16:creationId xmlns:a16="http://schemas.microsoft.com/office/drawing/2014/main" id="{00BC66D9-7112-485D-A6DB-FF21E01AF315}"/>
              </a:ext>
            </a:extLst>
          </p:cNvPr>
          <p:cNvSpPr>
            <a:spLocks xmlns:a="http://schemas.openxmlformats.org/drawingml/2006/main" noGrp="1"/>
          </p:cNvSpPr>
          <p:nvPr/>
        </p:nvSpPr>
        <p:spPr>
          <a:xfrm xmlns:a="http://schemas.openxmlformats.org/drawingml/2006/main">
            <a:off x="2571750" y="3886200"/>
            <a:ext cx="8782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task: tidy and restock.</a:t>
            </a:r>
          </a:p>
        </p:txBody>
      </p:sp>
      <p:sp>
        <p:nvSpPr>
          <p:cNvPr id="15" name="time-4">
            <a:extLst xmlns:a="http://schemas.openxmlformats.org/drawingml/2006/main">
              <a:ext uri="{FF2B5EF4-FFF2-40B4-BE49-F238E27FC236}">
                <a16:creationId xmlns:a16="http://schemas.microsoft.com/office/drawing/2014/main" id="{2A0EDB01-C667-410D-98F4-C8CC2065A0BF}"/>
              </a:ext>
            </a:extLst>
          </p:cNvPr>
          <p:cNvSpPr>
            <a:spLocks xmlns:a="http://schemas.openxmlformats.org/drawingml/2006/main" noGrp="1"/>
          </p:cNvSpPr>
          <p:nvPr/>
        </p:nvSpPr>
        <p:spPr>
          <a:xfrm xmlns:a="http://schemas.openxmlformats.org/drawingml/2006/main">
            <a:off x="609600" y="461010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325D8A"/>
                </a:solidFill>
                <a:latin typeface="Arial"/>
                <a:ea typeface="Arial"/>
                <a:cs typeface="Arial"/>
              </a:defRPr>
            </a:defPPr>
            <a:lvl1pPr algn="l">
              <a:defRPr sz="2550" b="1">
                <a:solidFill>
                  <a:srgbClr val="325D8A"/>
                </a:solidFill>
                <a:latin typeface="Arial"/>
                <a:ea typeface="Arial"/>
                <a:cs typeface="Arial"/>
              </a:defRPr>
            </a:lvl1pPr>
            <a:lvl2pPr algn="l">
              <a:defRPr sz="2550" b="1">
                <a:solidFill>
                  <a:srgbClr val="325D8A"/>
                </a:solidFill>
                <a:latin typeface="Arial"/>
                <a:ea typeface="Arial"/>
                <a:cs typeface="Arial"/>
              </a:defRPr>
            </a:lvl2pPr>
            <a:lvl3pPr algn="l">
              <a:defRPr sz="2550" b="1">
                <a:solidFill>
                  <a:srgbClr val="325D8A"/>
                </a:solidFill>
                <a:latin typeface="Arial"/>
                <a:ea typeface="Arial"/>
                <a:cs typeface="Arial"/>
              </a:defRPr>
            </a:lvl3pPr>
            <a:lvl4pPr algn="l">
              <a:defRPr sz="2550" b="1">
                <a:solidFill>
                  <a:srgbClr val="325D8A"/>
                </a:solidFill>
                <a:latin typeface="Arial"/>
                <a:ea typeface="Arial"/>
                <a:cs typeface="Arial"/>
              </a:defRPr>
            </a:lvl4pPr>
            <a:lvl5pPr algn="l">
              <a:defRPr sz="2550" b="1">
                <a:solidFill>
                  <a:srgbClr val="325D8A"/>
                </a:solidFill>
                <a:latin typeface="Arial"/>
                <a:ea typeface="Arial"/>
                <a:cs typeface="Arial"/>
              </a:defRPr>
            </a:lvl5pPr>
            <a:lvl6pPr algn="l">
              <a:defRPr sz="2550" b="1">
                <a:solidFill>
                  <a:srgbClr val="325D8A"/>
                </a:solidFill>
                <a:latin typeface="Arial"/>
                <a:ea typeface="Arial"/>
                <a:cs typeface="Arial"/>
              </a:defRPr>
            </a:lvl6pPr>
            <a:lvl7pPr algn="l">
              <a:defRPr sz="2550" b="1">
                <a:solidFill>
                  <a:srgbClr val="325D8A"/>
                </a:solidFill>
                <a:latin typeface="Arial"/>
                <a:ea typeface="Arial"/>
                <a:cs typeface="Arial"/>
              </a:defRPr>
            </a:lvl7pPr>
            <a:lvl8pPr algn="l">
              <a:defRPr sz="2550" b="1">
                <a:solidFill>
                  <a:srgbClr val="325D8A"/>
                </a:solidFill>
                <a:latin typeface="Arial"/>
                <a:ea typeface="Arial"/>
                <a:cs typeface="Arial"/>
              </a:defRPr>
            </a:lvl8pPr>
            <a:lvl9pPr algn="l">
              <a:defRPr sz="2550" b="1">
                <a:solidFill>
                  <a:srgbClr val="325D8A"/>
                </a:solidFill>
                <a:latin typeface="Arial"/>
                <a:ea typeface="Arial"/>
                <a:cs typeface="Arial"/>
              </a:defRPr>
            </a:lvl9pPr>
          </a:lstStyle>
          <a:p xmlns:a="http://schemas.openxmlformats.org/drawingml/2006/main">
            <a:pPr algn="l">
              <a:defRPr sz="2550" b="1">
                <a:solidFill>
                  <a:srgbClr val="325D8A"/>
                </a:solidFill>
                <a:latin typeface="Arial"/>
                <a:ea typeface="Arial"/>
                <a:cs typeface="Arial"/>
              </a:defRPr>
            </a:pPr>
            <a:r>
              <a:rPr sz="2550" b="1">
                <a:solidFill>
                  <a:srgbClr val="325D8A"/>
                </a:solidFill>
                <a:latin typeface="Arial"/>
                <a:ea typeface="Arial"/>
                <a:cs typeface="Arial"/>
              </a:rPr>
              <a:t>15:00</a:t>
            </a:r>
          </a:p>
        </p:txBody>
      </p:sp>
      <p:sp>
        <p:nvSpPr>
          <p:cNvPr id="16" name="time-task-4">
            <a:extLst xmlns:a="http://schemas.openxmlformats.org/drawingml/2006/main">
              <a:ext uri="{FF2B5EF4-FFF2-40B4-BE49-F238E27FC236}">
                <a16:creationId xmlns:a16="http://schemas.microsoft.com/office/drawing/2014/main" id="{D6262523-D4D7-4529-B3D6-9C8E620B57BD}"/>
              </a:ext>
            </a:extLst>
          </p:cNvPr>
          <p:cNvSpPr>
            <a:spLocks xmlns:a="http://schemas.openxmlformats.org/drawingml/2006/main" noGrp="1"/>
          </p:cNvSpPr>
          <p:nvPr/>
        </p:nvSpPr>
        <p:spPr>
          <a:xfrm xmlns:a="http://schemas.openxmlformats.org/drawingml/2006/main">
            <a:off x="2571750" y="4610100"/>
            <a:ext cx="8782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end: hand over to the next worker.</a:t>
            </a:r>
          </a:p>
        </p:txBody>
      </p:sp>
      <p:sp>
        <p:nvSpPr>
          <p:cNvPr id="17" name="sentence-frame">
            <a:extLst xmlns:a="http://schemas.openxmlformats.org/drawingml/2006/main">
              <a:ext uri="{FF2B5EF4-FFF2-40B4-BE49-F238E27FC236}">
                <a16:creationId xmlns:a16="http://schemas.microsoft.com/office/drawing/2014/main" id="{C08688F9-2ECA-4DE6-9AAF-C319C12A3C43}"/>
              </a:ext>
            </a:extLst>
          </p:cNvPr>
          <p:cNvSpPr>
            <a:spLocks xmlns:a="http://schemas.openxmlformats.org/drawingml/2006/main" noGrp="1"/>
          </p:cNvSpPr>
          <p:nvPr/>
        </p:nvSpPr>
        <p:spPr>
          <a:xfrm xmlns:a="http://schemas.openxmlformats.org/drawingml/2006/main">
            <a:off x="609600" y="5734050"/>
            <a:ext cx="10972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325D8A"/>
                </a:solidFill>
                <a:latin typeface="Arial"/>
                <a:ea typeface="Arial"/>
                <a:cs typeface="Arial"/>
              </a:defRPr>
            </a:defPPr>
            <a:lvl1pPr algn="l">
              <a:defRPr sz="2025" b="0">
                <a:solidFill>
                  <a:srgbClr val="325D8A"/>
                </a:solidFill>
                <a:latin typeface="Arial"/>
                <a:ea typeface="Arial"/>
                <a:cs typeface="Arial"/>
              </a:defRPr>
            </a:lvl1pPr>
            <a:lvl2pPr algn="l">
              <a:defRPr sz="2025" b="0">
                <a:solidFill>
                  <a:srgbClr val="325D8A"/>
                </a:solidFill>
                <a:latin typeface="Arial"/>
                <a:ea typeface="Arial"/>
                <a:cs typeface="Arial"/>
              </a:defRPr>
            </a:lvl2pPr>
            <a:lvl3pPr algn="l">
              <a:defRPr sz="2025" b="0">
                <a:solidFill>
                  <a:srgbClr val="325D8A"/>
                </a:solidFill>
                <a:latin typeface="Arial"/>
                <a:ea typeface="Arial"/>
                <a:cs typeface="Arial"/>
              </a:defRPr>
            </a:lvl3pPr>
            <a:lvl4pPr algn="l">
              <a:defRPr sz="2025" b="0">
                <a:solidFill>
                  <a:srgbClr val="325D8A"/>
                </a:solidFill>
                <a:latin typeface="Arial"/>
                <a:ea typeface="Arial"/>
                <a:cs typeface="Arial"/>
              </a:defRPr>
            </a:lvl4pPr>
            <a:lvl5pPr algn="l">
              <a:defRPr sz="2025" b="0">
                <a:solidFill>
                  <a:srgbClr val="325D8A"/>
                </a:solidFill>
                <a:latin typeface="Arial"/>
                <a:ea typeface="Arial"/>
                <a:cs typeface="Arial"/>
              </a:defRPr>
            </a:lvl5pPr>
            <a:lvl6pPr algn="l">
              <a:defRPr sz="2025" b="0">
                <a:solidFill>
                  <a:srgbClr val="325D8A"/>
                </a:solidFill>
                <a:latin typeface="Arial"/>
                <a:ea typeface="Arial"/>
                <a:cs typeface="Arial"/>
              </a:defRPr>
            </a:lvl6pPr>
            <a:lvl7pPr algn="l">
              <a:defRPr sz="2025" b="0">
                <a:solidFill>
                  <a:srgbClr val="325D8A"/>
                </a:solidFill>
                <a:latin typeface="Arial"/>
                <a:ea typeface="Arial"/>
                <a:cs typeface="Arial"/>
              </a:defRPr>
            </a:lvl7pPr>
            <a:lvl8pPr algn="l">
              <a:defRPr sz="2025" b="0">
                <a:solidFill>
                  <a:srgbClr val="325D8A"/>
                </a:solidFill>
                <a:latin typeface="Arial"/>
                <a:ea typeface="Arial"/>
                <a:cs typeface="Arial"/>
              </a:defRPr>
            </a:lvl8pPr>
            <a:lvl9pPr algn="l">
              <a:defRPr sz="2025" b="0">
                <a:solidFill>
                  <a:srgbClr val="325D8A"/>
                </a:solidFill>
                <a:latin typeface="Arial"/>
                <a:ea typeface="Arial"/>
                <a:cs typeface="Arial"/>
              </a:defRPr>
            </a:lvl9pPr>
          </a:lstStyle>
          <a:p xmlns:a="http://schemas.openxmlformats.org/drawingml/2006/main">
            <a:pPr algn="l">
              <a:defRPr sz="2025" b="0">
                <a:solidFill>
                  <a:srgbClr val="325D8A"/>
                </a:solidFill>
                <a:latin typeface="Arial"/>
                <a:ea typeface="Arial"/>
                <a:cs typeface="Arial"/>
              </a:defRPr>
            </a:pPr>
            <a:r>
              <a:rPr sz="2025" b="0">
                <a:solidFill>
                  <a:srgbClr val="325D8A"/>
                </a:solidFill>
                <a:latin typeface="Arial"/>
                <a:ea typeface="Arial"/>
                <a:cs typeface="Arial"/>
              </a:rPr>
              <a:t>At __, I would __.</a:t>
            </a:r>
          </a:p>
        </p:txBody>
      </p:sp>
      <p:sp>
        <p:nvSpPr>
          <p:cNvPr id="18" name="printed-id">
            <a:extLst xmlns:a="http://schemas.openxmlformats.org/drawingml/2006/main">
              <a:ext uri="{FF2B5EF4-FFF2-40B4-BE49-F238E27FC236}">
                <a16:creationId xmlns:a16="http://schemas.microsoft.com/office/drawing/2014/main" id="{34538182-67F2-4795-BFA6-8A685757802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VOC-LAUNCH-A2-W01-L2</a:t>
            </a:r>
          </a:p>
        </p:txBody>
      </p:sp>
      <p:sp>
        <p:nvSpPr>
          <p:cNvPr id="19" name="edition-label">
            <a:extLst xmlns:a="http://schemas.openxmlformats.org/drawingml/2006/main">
              <a:ext uri="{FF2B5EF4-FFF2-40B4-BE49-F238E27FC236}">
                <a16:creationId xmlns:a16="http://schemas.microsoft.com/office/drawing/2014/main" id="{3B53E7A1-ECD6-4EE3-8D50-2C625AED753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0" name="licence-credit">
            <a:extLst xmlns:a="http://schemas.openxmlformats.org/drawingml/2006/main">
              <a:ext uri="{FF2B5EF4-FFF2-40B4-BE49-F238E27FC236}">
                <a16:creationId xmlns:a16="http://schemas.microsoft.com/office/drawing/2014/main" id="{DF29A170-D116-43AB-AC77-72077D0EDF2C}"/>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21402224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B1FB3360-D2E7-4541-B069-89186379FDB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A8B72CD0-6449-4A7B-8845-F9FC626189D1}"/>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48D67BF3-92C5-444C-8FE9-FF1F3EC4CCB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29CCFA97-5D24-426A-91C6-221D7E38FB31}"/>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A receptionist timeline</a:t>
            </a:r>
          </a:p>
        </p:txBody>
      </p:sp>
      <p:sp>
        <p:nvSpPr>
          <p:cNvPr id="5" name="heading-rule">
            <a:extLst xmlns:a="http://schemas.openxmlformats.org/drawingml/2006/main">
              <a:ext uri="{FF2B5EF4-FFF2-40B4-BE49-F238E27FC236}">
                <a16:creationId xmlns:a16="http://schemas.microsoft.com/office/drawing/2014/main" id="{CCACE60E-B9D1-408E-8224-2FC706462E3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A1030180-4F2D-4EED-8EFA-3FB5643E602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Choose a start time and an end time.</a:t>
            </a:r>
          </a:p>
        </p:txBody>
      </p:sp>
      <p:sp>
        <p:nvSpPr>
          <p:cNvPr id="7" name="body-1">
            <a:extLst xmlns:a="http://schemas.openxmlformats.org/drawingml/2006/main">
              <a:ext uri="{FF2B5EF4-FFF2-40B4-BE49-F238E27FC236}">
                <a16:creationId xmlns:a16="http://schemas.microsoft.com/office/drawing/2014/main" id="{DB6AA5D6-00CE-4E62-9ABA-47290FD13993}"/>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Between them: check bookings, welcome a guest, pass on a message.</a:t>
            </a:r>
          </a:p>
        </p:txBody>
      </p:sp>
      <p:sp>
        <p:nvSpPr>
          <p:cNvPr id="8" name="body-2">
            <a:extLst xmlns:a="http://schemas.openxmlformats.org/drawingml/2006/main">
              <a:ext uri="{FF2B5EF4-FFF2-40B4-BE49-F238E27FC236}">
                <a16:creationId xmlns:a16="http://schemas.microsoft.com/office/drawing/2014/main" id="{36E426AB-CE42-4355-864A-602310FAEF9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Put the tasks in a sensible order.</a:t>
            </a:r>
          </a:p>
        </p:txBody>
      </p:sp>
      <p:sp>
        <p:nvSpPr>
          <p:cNvPr id="9" name="body-3">
            <a:extLst xmlns:a="http://schemas.openxmlformats.org/drawingml/2006/main">
              <a:ext uri="{FF2B5EF4-FFF2-40B4-BE49-F238E27FC236}">
                <a16:creationId xmlns:a16="http://schemas.microsoft.com/office/drawing/2014/main" id="{8759DE45-D857-40EF-9836-0F9EDEE63769}"/>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First I would __. Later I would __.</a:t>
            </a:r>
          </a:p>
        </p:txBody>
      </p:sp>
      <p:sp>
        <p:nvSpPr>
          <p:cNvPr id="10" name="printed-id">
            <a:extLst xmlns:a="http://schemas.openxmlformats.org/drawingml/2006/main">
              <a:ext uri="{FF2B5EF4-FFF2-40B4-BE49-F238E27FC236}">
                <a16:creationId xmlns:a16="http://schemas.microsoft.com/office/drawing/2014/main" id="{DE57BA92-7194-40EB-9279-F53399799526}"/>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VOC-LAUNCH-A2-W01-L2</a:t>
            </a:r>
          </a:p>
        </p:txBody>
      </p:sp>
      <p:sp>
        <p:nvSpPr>
          <p:cNvPr id="11" name="edition-label">
            <a:extLst xmlns:a="http://schemas.openxmlformats.org/drawingml/2006/main">
              <a:ext uri="{FF2B5EF4-FFF2-40B4-BE49-F238E27FC236}">
                <a16:creationId xmlns:a16="http://schemas.microsoft.com/office/drawing/2014/main" id="{FA38D958-DCD0-4536-AC23-1010496F6A2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F3F5491B-FEF7-4818-8D01-798BE5CFAA4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20679337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C1C59AAA-0AB4-46BF-850C-2694077F9E9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00057A9-073E-4D7E-9F27-1CF68D64C16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YOU DO PRACTICE</a:t>
            </a:r>
          </a:p>
        </p:txBody>
      </p:sp>
      <p:sp>
        <p:nvSpPr>
          <p:cNvPr id="3" name="slide-number-time">
            <a:extLst xmlns:a="http://schemas.openxmlformats.org/drawingml/2006/main">
              <a:ext uri="{FF2B5EF4-FFF2-40B4-BE49-F238E27FC236}">
                <a16:creationId xmlns:a16="http://schemas.microsoft.com/office/drawing/2014/main" id="{CAB7A18F-E61A-4381-A385-BFDAA3AA508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7 / 12  ·  12 min</a:t>
            </a:r>
          </a:p>
        </p:txBody>
      </p:sp>
      <p:sp>
        <p:nvSpPr>
          <p:cNvPr id="4" name="slide-title">
            <a:extLst xmlns:a="http://schemas.openxmlformats.org/drawingml/2006/main">
              <a:ext uri="{FF2B5EF4-FFF2-40B4-BE49-F238E27FC236}">
                <a16:creationId xmlns:a16="http://schemas.microsoft.com/office/drawing/2014/main" id="{249E392A-6DBF-415D-8F1E-F90D792193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Your working-day blog</a:t>
            </a:r>
          </a:p>
        </p:txBody>
      </p:sp>
      <p:sp>
        <p:nvSpPr>
          <p:cNvPr id="5" name="heading-rule">
            <a:extLst xmlns:a="http://schemas.openxmlformats.org/drawingml/2006/main">
              <a:ext uri="{FF2B5EF4-FFF2-40B4-BE49-F238E27FC236}">
                <a16:creationId xmlns:a16="http://schemas.microsoft.com/office/drawing/2014/main" id="{55E5E984-D533-4FC3-8D55-6382CB54CCCA}"/>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DD9FC09A-B8C0-4F00-A930-21CB2C6AFF3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Use the job role you chose.</a:t>
            </a:r>
          </a:p>
        </p:txBody>
      </p:sp>
      <p:sp>
        <p:nvSpPr>
          <p:cNvPr id="7" name="body-1">
            <a:extLst xmlns:a="http://schemas.openxmlformats.org/drawingml/2006/main">
              <a:ext uri="{FF2B5EF4-FFF2-40B4-BE49-F238E27FC236}">
                <a16:creationId xmlns:a16="http://schemas.microsoft.com/office/drawing/2014/main" id="{96EE8D05-563A-4B29-ACE6-11E4A086B3D2}"/>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Plan a start, three tasks and an end.</a:t>
            </a:r>
          </a:p>
        </p:txBody>
      </p:sp>
      <p:sp>
        <p:nvSpPr>
          <p:cNvPr id="8" name="body-2">
            <a:extLst xmlns:a="http://schemas.openxmlformats.org/drawingml/2006/main">
              <a:ext uri="{FF2B5EF4-FFF2-40B4-BE49-F238E27FC236}">
                <a16:creationId xmlns:a16="http://schemas.microsoft.com/office/drawing/2014/main" id="{EFFF031B-7270-40A5-AD1B-D07691DF03B1}"/>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Write five sentences, type them or explain a photo sequence.</a:t>
            </a:r>
          </a:p>
        </p:txBody>
      </p:sp>
      <p:sp>
        <p:nvSpPr>
          <p:cNvPr id="9" name="body-3">
            <a:extLst xmlns:a="http://schemas.openxmlformats.org/drawingml/2006/main">
              <a:ext uri="{FF2B5EF4-FFF2-40B4-BE49-F238E27FC236}">
                <a16:creationId xmlns:a16="http://schemas.microsoft.com/office/drawing/2014/main" id="{F6110EFB-F315-47DE-9DD7-2F91FB9832D2}"/>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Use times or time phrases.</a:t>
            </a:r>
          </a:p>
        </p:txBody>
      </p:sp>
      <p:sp>
        <p:nvSpPr>
          <p:cNvPr id="10" name="body-4">
            <a:extLst xmlns:a="http://schemas.openxmlformats.org/drawingml/2006/main">
              <a:ext uri="{FF2B5EF4-FFF2-40B4-BE49-F238E27FC236}">
                <a16:creationId xmlns:a16="http://schemas.microsoft.com/office/drawing/2014/main" id="{3CFE61DF-5674-44C6-ACA9-B1442CD1F1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At __, I would __.</a:t>
            </a:r>
          </a:p>
        </p:txBody>
      </p:sp>
      <p:sp>
        <p:nvSpPr>
          <p:cNvPr id="11" name="body-5">
            <a:extLst xmlns:a="http://schemas.openxmlformats.org/drawingml/2006/main">
              <a:ext uri="{FF2B5EF4-FFF2-40B4-BE49-F238E27FC236}">
                <a16:creationId xmlns:a16="http://schemas.microsoft.com/office/drawing/2014/main" id="{874DDAEA-E44E-4E5F-8F2F-182EECEA00CC}"/>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Supported: Order the cards, then use the five sentence frames.</a:t>
            </a:r>
          </a:p>
        </p:txBody>
      </p:sp>
      <p:sp>
        <p:nvSpPr>
          <p:cNvPr id="12" name="body-6">
            <a:extLst xmlns:a="http://schemas.openxmlformats.org/drawingml/2006/main">
              <a:ext uri="{FF2B5EF4-FFF2-40B4-BE49-F238E27FC236}">
                <a16:creationId xmlns:a16="http://schemas.microsoft.com/office/drawing/2014/main" id="{808B9568-DFB0-4E20-97A4-CEFB33A5D73D}"/>
              </a:ext>
            </a:extLst>
          </p:cNvPr>
          <p:cNvSpPr>
            <a:spLocks xmlns:a="http://schemas.openxmlformats.org/drawingml/2006/main" noGrp="1"/>
          </p:cNvSpPr>
          <p:nvPr/>
        </p:nvSpPr>
        <p:spPr>
          <a:xfrm xmlns:a="http://schemas.openxmlformats.org/drawingml/2006/main">
            <a:off x="609600" y="435902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Independent: Write five linked sentences from your timeline.</a:t>
            </a:r>
          </a:p>
        </p:txBody>
      </p:sp>
      <p:sp>
        <p:nvSpPr>
          <p:cNvPr id="13" name="body-7">
            <a:extLst xmlns:a="http://schemas.openxmlformats.org/drawingml/2006/main">
              <a:ext uri="{FF2B5EF4-FFF2-40B4-BE49-F238E27FC236}">
                <a16:creationId xmlns:a16="http://schemas.microsoft.com/office/drawing/2014/main" id="{6FC9F54F-2F17-4F58-A35D-87487879C07A}"/>
              </a:ext>
            </a:extLst>
          </p:cNvPr>
          <p:cNvSpPr>
            <a:spLocks xmlns:a="http://schemas.openxmlformats.org/drawingml/2006/main" noGrp="1"/>
          </p:cNvSpPr>
          <p:nvPr/>
        </p:nvSpPr>
        <p:spPr>
          <a:xfrm xmlns:a="http://schemas.openxmlformats.org/drawingml/2006/main">
            <a:off x="609600" y="4806125"/>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Aspire: Add a shift problem and explain your response.</a:t>
            </a:r>
          </a:p>
        </p:txBody>
      </p:sp>
      <p:sp>
        <p:nvSpPr>
          <p:cNvPr id="14" name="printed-id">
            <a:extLst xmlns:a="http://schemas.openxmlformats.org/drawingml/2006/main">
              <a:ext uri="{FF2B5EF4-FFF2-40B4-BE49-F238E27FC236}">
                <a16:creationId xmlns:a16="http://schemas.microsoft.com/office/drawing/2014/main" id="{47280F2F-1632-4A81-8B9B-3884D1DEDA4B}"/>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VOC-LAUNCH-A2-W01-L2</a:t>
            </a:r>
          </a:p>
        </p:txBody>
      </p:sp>
      <p:sp>
        <p:nvSpPr>
          <p:cNvPr id="15" name="edition-label">
            <a:extLst xmlns:a="http://schemas.openxmlformats.org/drawingml/2006/main">
              <a:ext uri="{FF2B5EF4-FFF2-40B4-BE49-F238E27FC236}">
                <a16:creationId xmlns:a16="http://schemas.microsoft.com/office/drawing/2014/main" id="{D7E4EE15-0C12-4919-9F19-D55CFEE3DF4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FF93AFE7-1C9C-4113-A4EB-1DCADCE5C0BC}"/>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46529286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ide-rule">
            <a:extLst xmlns:a="http://schemas.openxmlformats.org/drawingml/2006/main">
              <a:ext uri="{FF2B5EF4-FFF2-40B4-BE49-F238E27FC236}">
                <a16:creationId xmlns:a16="http://schemas.microsoft.com/office/drawing/2014/main" id="{AEA9B8AB-5172-41B0-9970-F532FF7DC34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E579D19-559E-4A2F-82EB-DE4E9F007A7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YOU DO EVIDENCE</a:t>
            </a:r>
          </a:p>
        </p:txBody>
      </p:sp>
      <p:sp>
        <p:nvSpPr>
          <p:cNvPr id="3" name="slide-number-time">
            <a:extLst xmlns:a="http://schemas.openxmlformats.org/drawingml/2006/main">
              <a:ext uri="{FF2B5EF4-FFF2-40B4-BE49-F238E27FC236}">
                <a16:creationId xmlns:a16="http://schemas.microsoft.com/office/drawing/2014/main" id="{47E3D9F8-683E-4633-B7C2-248CC0A10B42}"/>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2CB3D29C-0294-4A7F-834D-9BBFDC7BA17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Your evidence</a:t>
            </a:r>
          </a:p>
        </p:txBody>
      </p:sp>
      <p:sp>
        <p:nvSpPr>
          <p:cNvPr id="5" name="heading-rule">
            <a:extLst xmlns:a="http://schemas.openxmlformats.org/drawingml/2006/main">
              <a:ext uri="{FF2B5EF4-FFF2-40B4-BE49-F238E27FC236}">
                <a16:creationId xmlns:a16="http://schemas.microsoft.com/office/drawing/2014/main" id="{3B2490F8-92D0-449D-8610-955045AAC59A}"/>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D1587C51-FE5A-492B-8A4D-7DE4AEC3B8B8}"/>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Add: The hardest part would be __ because __.</a:t>
            </a:r>
          </a:p>
        </p:txBody>
      </p:sp>
      <p:sp>
        <p:nvSpPr>
          <p:cNvPr id="7" name="body-1">
            <a:extLst xmlns:a="http://schemas.openxmlformats.org/drawingml/2006/main">
              <a:ext uri="{FF2B5EF4-FFF2-40B4-BE49-F238E27FC236}">
                <a16:creationId xmlns:a16="http://schemas.microsoft.com/office/drawing/2014/main" id="{1A8227F6-FE99-44B0-8CAF-08C1B16EA08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Check your role, task order and time words.</a:t>
            </a:r>
          </a:p>
        </p:txBody>
      </p:sp>
      <p:sp>
        <p:nvSpPr>
          <p:cNvPr id="8" name="body-2">
            <a:extLst xmlns:a="http://schemas.openxmlformats.org/drawingml/2006/main">
              <a:ext uri="{FF2B5EF4-FFF2-40B4-BE49-F238E27FC236}">
                <a16:creationId xmlns:a16="http://schemas.microsoft.com/office/drawing/2014/main" id="{48E52EA6-BF8F-421B-B660-97F863CF3AD6}"/>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Keep your timeline with your blog or transcript.</a:t>
            </a:r>
          </a:p>
        </p:txBody>
      </p:sp>
      <p:sp>
        <p:nvSpPr>
          <p:cNvPr id="9" name="body-3">
            <a:extLst xmlns:a="http://schemas.openxmlformats.org/drawingml/2006/main">
              <a:ext uri="{FF2B5EF4-FFF2-40B4-BE49-F238E27FC236}">
                <a16:creationId xmlns:a16="http://schemas.microsoft.com/office/drawing/2014/main" id="{DD128479-532A-43A0-A2F4-80D2B70E9982}"/>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Label VOC1-L2-E1.</a:t>
            </a:r>
          </a:p>
        </p:txBody>
      </p:sp>
      <p:sp>
        <p:nvSpPr>
          <p:cNvPr id="10" name="body-4">
            <a:extLst xmlns:a="http://schemas.openxmlformats.org/drawingml/2006/main">
              <a:ext uri="{FF2B5EF4-FFF2-40B4-BE49-F238E27FC236}">
                <a16:creationId xmlns:a16="http://schemas.microsoft.com/office/drawing/2014/main" id="{F82F183A-1DDF-435B-90C4-EA540D94C6E8}"/>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Supported: Find the start and end. Read your reason privately.</a:t>
            </a:r>
          </a:p>
        </p:txBody>
      </p:sp>
      <p:sp>
        <p:nvSpPr>
          <p:cNvPr id="11" name="body-5">
            <a:extLst xmlns:a="http://schemas.openxmlformats.org/drawingml/2006/main">
              <a:ext uri="{FF2B5EF4-FFF2-40B4-BE49-F238E27FC236}">
                <a16:creationId xmlns:a16="http://schemas.microsoft.com/office/drawing/2014/main" id="{9BD96C2F-E790-4C71-B7BB-41BBA99734BB}"/>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Independent: Match each timeline task to your blog.</a:t>
            </a:r>
          </a:p>
        </p:txBody>
      </p:sp>
      <p:sp>
        <p:nvSpPr>
          <p:cNvPr id="12" name="body-6">
            <a:extLst xmlns:a="http://schemas.openxmlformats.org/drawingml/2006/main">
              <a:ext uri="{FF2B5EF4-FFF2-40B4-BE49-F238E27FC236}">
                <a16:creationId xmlns:a16="http://schemas.microsoft.com/office/drawing/2014/main" id="{D2F23324-A9FA-470B-9198-2E4D5F4AA894}"/>
              </a:ext>
            </a:extLst>
          </p:cNvPr>
          <p:cNvSpPr>
            <a:spLocks xmlns:a="http://schemas.openxmlformats.org/drawingml/2006/main" noGrp="1"/>
          </p:cNvSpPr>
          <p:nvPr/>
        </p:nvSpPr>
        <p:spPr>
          <a:xfrm xmlns:a="http://schemas.openxmlformats.org/drawingml/2006/main">
            <a:off x="609600" y="435902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Aspire: Explain why your problem response would help.</a:t>
            </a:r>
          </a:p>
        </p:txBody>
      </p:sp>
      <p:sp>
        <p:nvSpPr>
          <p:cNvPr id="13" name="printed-id">
            <a:extLst xmlns:a="http://schemas.openxmlformats.org/drawingml/2006/main">
              <a:ext uri="{FF2B5EF4-FFF2-40B4-BE49-F238E27FC236}">
                <a16:creationId xmlns:a16="http://schemas.microsoft.com/office/drawing/2014/main" id="{1BA0A88F-14C9-4201-AD7F-694E0E879FDD}"/>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VOC-LAUNCH-A2-W01-L2</a:t>
            </a:r>
          </a:p>
        </p:txBody>
      </p:sp>
      <p:sp>
        <p:nvSpPr>
          <p:cNvPr id="14" name="edition-label">
            <a:extLst xmlns:a="http://schemas.openxmlformats.org/drawingml/2006/main">
              <a:ext uri="{FF2B5EF4-FFF2-40B4-BE49-F238E27FC236}">
                <a16:creationId xmlns:a16="http://schemas.microsoft.com/office/drawing/2014/main" id="{CB46626D-0D6D-41CC-A6CE-DC6255D98A6F}"/>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5" name="licence-credit">
            <a:extLst xmlns:a="http://schemas.openxmlformats.org/drawingml/2006/main">
              <a:ext uri="{FF2B5EF4-FFF2-40B4-BE49-F238E27FC236}">
                <a16:creationId xmlns:a16="http://schemas.microsoft.com/office/drawing/2014/main" id="{F0346A61-4DDC-49CB-BC47-EBFEC7264E0C}"/>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7849518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85BA540D-E01D-4AA8-8598-8EDD53CD4ED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53887D5-ED61-413F-8E9E-73DE4A6A4FC2}"/>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9EE8BDE6-5CF1-4233-B392-73DA987CCE1E}"/>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193C822C-4802-4DE5-8AAD-C37E7E8DF1A6}"/>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Tidy and file</a:t>
            </a:r>
          </a:p>
        </p:txBody>
      </p:sp>
      <p:sp>
        <p:nvSpPr>
          <p:cNvPr id="5" name="heading-rule">
            <a:extLst xmlns:a="http://schemas.openxmlformats.org/drawingml/2006/main">
              <a:ext uri="{FF2B5EF4-FFF2-40B4-BE49-F238E27FC236}">
                <a16:creationId xmlns:a16="http://schemas.microsoft.com/office/drawing/2014/main" id="{5D017AF0-5D4C-424D-B27D-3C85714D8466}"/>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step-number-0">
            <a:extLst xmlns:a="http://schemas.openxmlformats.org/drawingml/2006/main">
              <a:ext uri="{FF2B5EF4-FFF2-40B4-BE49-F238E27FC236}">
                <a16:creationId xmlns:a16="http://schemas.microsoft.com/office/drawing/2014/main" id="{1886C6C1-D18E-4D14-A235-0E527222740C}"/>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7" name="body-0">
            <a:extLst xmlns:a="http://schemas.openxmlformats.org/drawingml/2006/main">
              <a:ext uri="{FF2B5EF4-FFF2-40B4-BE49-F238E27FC236}">
                <a16:creationId xmlns:a16="http://schemas.microsoft.com/office/drawing/2014/main" id="{F6795F66-486E-4CA4-9E3D-5E9AB702FC63}"/>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Save or print your work with your name or learner code.</a:t>
            </a:r>
          </a:p>
        </p:txBody>
      </p:sp>
      <p:sp>
        <p:nvSpPr>
          <p:cNvPr id="8" name="step-number-1">
            <a:extLst xmlns:a="http://schemas.openxmlformats.org/drawingml/2006/main">
              <a:ext uri="{FF2B5EF4-FFF2-40B4-BE49-F238E27FC236}">
                <a16:creationId xmlns:a16="http://schemas.microsoft.com/office/drawing/2014/main" id="{963457FF-CE43-40FB-9AA9-3DD690771D47}"/>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9" name="body-1">
            <a:extLst xmlns:a="http://schemas.openxmlformats.org/drawingml/2006/main">
              <a:ext uri="{FF2B5EF4-FFF2-40B4-BE49-F238E27FC236}">
                <a16:creationId xmlns:a16="http://schemas.microsoft.com/office/drawing/2014/main" id="{DDFF7D2D-3DA4-412C-9270-8EA90895EFD5}"/>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File the timeline and blog together.</a:t>
            </a:r>
          </a:p>
        </p:txBody>
      </p:sp>
      <p:sp>
        <p:nvSpPr>
          <p:cNvPr id="10" name="step-number-2">
            <a:extLst xmlns:a="http://schemas.openxmlformats.org/drawingml/2006/main">
              <a:ext uri="{FF2B5EF4-FFF2-40B4-BE49-F238E27FC236}">
                <a16:creationId xmlns:a16="http://schemas.microsoft.com/office/drawing/2014/main" id="{62B22B54-9BAD-4E6A-8161-B18F23512A95}"/>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11" name="body-2">
            <a:extLst xmlns:a="http://schemas.openxmlformats.org/drawingml/2006/main">
              <a:ext uri="{FF2B5EF4-FFF2-40B4-BE49-F238E27FC236}">
                <a16:creationId xmlns:a16="http://schemas.microsoft.com/office/drawing/2014/main" id="{BF53B756-E156-48BB-8493-3F38BCB95371}"/>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A transcript uses your own words and is marked as scribed.</a:t>
            </a:r>
          </a:p>
        </p:txBody>
      </p:sp>
      <p:sp>
        <p:nvSpPr>
          <p:cNvPr id="12" name="step-number-3">
            <a:extLst xmlns:a="http://schemas.openxmlformats.org/drawingml/2006/main">
              <a:ext uri="{FF2B5EF4-FFF2-40B4-BE49-F238E27FC236}">
                <a16:creationId xmlns:a16="http://schemas.microsoft.com/office/drawing/2014/main" id="{2404910C-80D0-4CC2-A247-3BBAD78B9EBD}"/>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13" name="body-3">
            <a:extLst xmlns:a="http://schemas.openxmlformats.org/drawingml/2006/main">
              <a:ext uri="{FF2B5EF4-FFF2-40B4-BE49-F238E27FC236}">
                <a16:creationId xmlns:a16="http://schemas.microsoft.com/office/drawing/2014/main" id="{75D1D2FB-6070-41D9-9AB7-F77C22BF4001}"/>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improved __.</a:t>
            </a:r>
          </a:p>
        </p:txBody>
      </p:sp>
      <p:sp>
        <p:nvSpPr>
          <p:cNvPr id="14" name="printed-id">
            <a:extLst xmlns:a="http://schemas.openxmlformats.org/drawingml/2006/main">
              <a:ext uri="{FF2B5EF4-FFF2-40B4-BE49-F238E27FC236}">
                <a16:creationId xmlns:a16="http://schemas.microsoft.com/office/drawing/2014/main" id="{77A8055A-EB6F-4E26-8987-0D165CA94AF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VOC-LAUNCH-A2-W01-L2</a:t>
            </a:r>
          </a:p>
        </p:txBody>
      </p:sp>
      <p:sp>
        <p:nvSpPr>
          <p:cNvPr id="15" name="edition-label">
            <a:extLst xmlns:a="http://schemas.openxmlformats.org/drawingml/2006/main">
              <a:ext uri="{FF2B5EF4-FFF2-40B4-BE49-F238E27FC236}">
                <a16:creationId xmlns:a16="http://schemas.microsoft.com/office/drawing/2014/main" id="{5C78F1C7-978B-4386-9F82-4392A274A4CC}"/>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3E417FFB-FA84-4D96-AC79-9961F6DD43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6167009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AF0B36C2-0BA3-4FCF-AC15-170A3463908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28ED57-6C2A-421E-8A4B-8FDC8D81F96A}"/>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59762134-7E6A-4982-B3A9-0E0100D227D1}"/>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0F47FAEB-F01A-4691-B169-C0B8D1D927E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Exit ticket</a:t>
            </a:r>
          </a:p>
        </p:txBody>
      </p:sp>
      <p:sp>
        <p:nvSpPr>
          <p:cNvPr id="5" name="heading-rule">
            <a:extLst xmlns:a="http://schemas.openxmlformats.org/drawingml/2006/main">
              <a:ext uri="{FF2B5EF4-FFF2-40B4-BE49-F238E27FC236}">
                <a16:creationId xmlns:a16="http://schemas.microsoft.com/office/drawing/2014/main" id="{96FA2F00-2EFC-4739-BFD0-3C1F0E24149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18076EDB-4B61-4D8A-9965-BEF6874C6A8C}"/>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Read, say or point to one sentence in your blog.</a:t>
            </a:r>
          </a:p>
        </p:txBody>
      </p:sp>
      <p:sp>
        <p:nvSpPr>
          <p:cNvPr id="7" name="body-1">
            <a:extLst xmlns:a="http://schemas.openxmlformats.org/drawingml/2006/main">
              <a:ext uri="{FF2B5EF4-FFF2-40B4-BE49-F238E27FC236}">
                <a16:creationId xmlns:a16="http://schemas.microsoft.com/office/drawing/2014/main" id="{67C15788-2910-4DFF-9B4D-18ABB873F93C}"/>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What happens at that point in the shift?</a:t>
            </a:r>
          </a:p>
        </p:txBody>
      </p:sp>
      <p:sp>
        <p:nvSpPr>
          <p:cNvPr id="8" name="body-2">
            <a:extLst xmlns:a="http://schemas.openxmlformats.org/drawingml/2006/main">
              <a:ext uri="{FF2B5EF4-FFF2-40B4-BE49-F238E27FC236}">
                <a16:creationId xmlns:a16="http://schemas.microsoft.com/office/drawing/2014/main" id="{E61FF52B-9DCA-4BFC-8D47-201BFFB816AD}"/>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At __, I would __.</a:t>
            </a:r>
          </a:p>
        </p:txBody>
      </p:sp>
      <p:sp>
        <p:nvSpPr>
          <p:cNvPr id="9" name="printed-id">
            <a:extLst xmlns:a="http://schemas.openxmlformats.org/drawingml/2006/main">
              <a:ext uri="{FF2B5EF4-FFF2-40B4-BE49-F238E27FC236}">
                <a16:creationId xmlns:a16="http://schemas.microsoft.com/office/drawing/2014/main" id="{853BF686-ED99-473B-BDF2-869CD1B45376}"/>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VOC-LAUNCH-A2-W01-L2</a:t>
            </a:r>
          </a:p>
        </p:txBody>
      </p:sp>
      <p:sp>
        <p:nvSpPr>
          <p:cNvPr id="10" name="edition-label">
            <a:extLst xmlns:a="http://schemas.openxmlformats.org/drawingml/2006/main">
              <a:ext uri="{FF2B5EF4-FFF2-40B4-BE49-F238E27FC236}">
                <a16:creationId xmlns:a16="http://schemas.microsoft.com/office/drawing/2014/main" id="{FEC8CBAE-40CA-46B5-88EC-FE213515A0D5}"/>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AA7986E5-1BD2-4127-B197-B51EAADF1081}"/>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21361223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59BA6B4D-834A-4AB3-9D67-DF865FE2264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70FA5815-6024-4AD0-B3FA-30FD531876C6}"/>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E8192EEE-E005-4345-8517-8090DDCA2B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AEEC0D9A-988F-40D8-BF91-3F20BD209D2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Key words</a:t>
            </a:r>
          </a:p>
        </p:txBody>
      </p:sp>
      <p:sp>
        <p:nvSpPr>
          <p:cNvPr id="5" name="heading-rule">
            <a:extLst xmlns:a="http://schemas.openxmlformats.org/drawingml/2006/main">
              <a:ext uri="{FF2B5EF4-FFF2-40B4-BE49-F238E27FC236}">
                <a16:creationId xmlns:a16="http://schemas.microsoft.com/office/drawing/2014/main" id="{568AFACB-6F46-4ED8-8CCB-96DA8A004E4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2DC43CD2-9CF3-4A91-BB23-47937B222A2B}"/>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Shift: a planned period of work.</a:t>
            </a:r>
          </a:p>
        </p:txBody>
      </p:sp>
      <p:sp>
        <p:nvSpPr>
          <p:cNvPr id="7" name="body-1">
            <a:extLst xmlns:a="http://schemas.openxmlformats.org/drawingml/2006/main">
              <a:ext uri="{FF2B5EF4-FFF2-40B4-BE49-F238E27FC236}">
                <a16:creationId xmlns:a16="http://schemas.microsoft.com/office/drawing/2014/main" id="{02DF9A03-7E68-438D-8E49-7382D8875C2A}"/>
              </a:ext>
            </a:extLst>
          </p:cNvPr>
          <p:cNvSpPr>
            <a:spLocks xmlns:a="http://schemas.openxmlformats.org/drawingml/2006/main" noGrp="1"/>
          </p:cNvSpPr>
          <p:nvPr/>
        </p:nvSpPr>
        <p:spPr>
          <a:xfrm xmlns:a="http://schemas.openxmlformats.org/drawingml/2006/main">
            <a:off x="6096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Timeline: events in time order.</a:t>
            </a:r>
          </a:p>
        </p:txBody>
      </p:sp>
      <p:sp>
        <p:nvSpPr>
          <p:cNvPr id="8" name="body-2">
            <a:extLst xmlns:a="http://schemas.openxmlformats.org/drawingml/2006/main">
              <a:ext uri="{FF2B5EF4-FFF2-40B4-BE49-F238E27FC236}">
                <a16:creationId xmlns:a16="http://schemas.microsoft.com/office/drawing/2014/main" id="{67C1A3D4-F93B-4A35-BFDB-AC2C2F0A665A}"/>
              </a:ext>
            </a:extLst>
          </p:cNvPr>
          <p:cNvSpPr>
            <a:spLocks xmlns:a="http://schemas.openxmlformats.org/drawingml/2006/main" noGrp="1"/>
          </p:cNvSpPr>
          <p:nvPr/>
        </p:nvSpPr>
        <p:spPr>
          <a:xfrm xmlns:a="http://schemas.openxmlformats.org/drawingml/2006/main">
            <a:off x="6096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Blog: a piece of writing for a reader.</a:t>
            </a:r>
          </a:p>
        </p:txBody>
      </p:sp>
      <p:sp>
        <p:nvSpPr>
          <p:cNvPr id="9" name="body-0">
            <a:extLst xmlns:a="http://schemas.openxmlformats.org/drawingml/2006/main">
              <a:ext uri="{FF2B5EF4-FFF2-40B4-BE49-F238E27FC236}">
                <a16:creationId xmlns:a16="http://schemas.microsoft.com/office/drawing/2014/main" id="{58277E05-3926-4B24-9DBF-4206A2EB133E}"/>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Task: one piece of work.</a:t>
            </a:r>
          </a:p>
        </p:txBody>
      </p:sp>
      <p:sp>
        <p:nvSpPr>
          <p:cNvPr id="10" name="body-1">
            <a:extLst xmlns:a="http://schemas.openxmlformats.org/drawingml/2006/main">
              <a:ext uri="{FF2B5EF4-FFF2-40B4-BE49-F238E27FC236}">
                <a16:creationId xmlns:a16="http://schemas.microsoft.com/office/drawing/2014/main" id="{866965C4-11DD-4099-A5B6-6F0E84898039}"/>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Sequence: the order of events.</a:t>
            </a:r>
          </a:p>
        </p:txBody>
      </p:sp>
      <p:sp>
        <p:nvSpPr>
          <p:cNvPr id="11" name="body-2">
            <a:extLst xmlns:a="http://schemas.openxmlformats.org/drawingml/2006/main">
              <a:ext uri="{FF2B5EF4-FFF2-40B4-BE49-F238E27FC236}">
                <a16:creationId xmlns:a16="http://schemas.microsoft.com/office/drawing/2014/main" id="{AFF17246-A2BC-4DB2-AC6F-F24177BB7D84}"/>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Role: a job and its responsibilities.</a:t>
            </a:r>
          </a:p>
        </p:txBody>
      </p:sp>
      <p:sp>
        <p:nvSpPr>
          <p:cNvPr id="12" name="printed-id">
            <a:extLst xmlns:a="http://schemas.openxmlformats.org/drawingml/2006/main">
              <a:ext uri="{FF2B5EF4-FFF2-40B4-BE49-F238E27FC236}">
                <a16:creationId xmlns:a16="http://schemas.microsoft.com/office/drawing/2014/main" id="{F4B9FAF4-7A43-4EED-BA51-3D50FD0A322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VOC-LAUNCH-A2-W01-L2</a:t>
            </a:r>
          </a:p>
        </p:txBody>
      </p:sp>
      <p:sp>
        <p:nvSpPr>
          <p:cNvPr id="13" name="edition-label">
            <a:extLst xmlns:a="http://schemas.openxmlformats.org/drawingml/2006/main">
              <a:ext uri="{FF2B5EF4-FFF2-40B4-BE49-F238E27FC236}">
                <a16:creationId xmlns:a16="http://schemas.microsoft.com/office/drawing/2014/main" id="{8E86B39B-DF1D-4B4D-AC8A-92D25A4C93B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B0907EEA-9FC6-4C97-9818-EC5B5DA1ABF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071012417"/>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776C4640-A37F-43DD-BD89-BCC9B70BBB3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25D8A"/>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8A6D833-F23A-474B-8EDF-D9A8EABF1DA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325D8A"/>
                </a:solidFill>
                <a:latin typeface="Arial"/>
                <a:ea typeface="Arial"/>
                <a:cs typeface="Arial"/>
              </a:defRPr>
            </a:defPPr>
            <a:lvl1pPr algn="l">
              <a:defRPr sz="1275" b="1">
                <a:solidFill>
                  <a:srgbClr val="325D8A"/>
                </a:solidFill>
                <a:latin typeface="Arial"/>
                <a:ea typeface="Arial"/>
                <a:cs typeface="Arial"/>
              </a:defRPr>
            </a:lvl1pPr>
            <a:lvl2pPr algn="l">
              <a:defRPr sz="1275" b="1">
                <a:solidFill>
                  <a:srgbClr val="325D8A"/>
                </a:solidFill>
                <a:latin typeface="Arial"/>
                <a:ea typeface="Arial"/>
                <a:cs typeface="Arial"/>
              </a:defRPr>
            </a:lvl2pPr>
            <a:lvl3pPr algn="l">
              <a:defRPr sz="1275" b="1">
                <a:solidFill>
                  <a:srgbClr val="325D8A"/>
                </a:solidFill>
                <a:latin typeface="Arial"/>
                <a:ea typeface="Arial"/>
                <a:cs typeface="Arial"/>
              </a:defRPr>
            </a:lvl3pPr>
            <a:lvl4pPr algn="l">
              <a:defRPr sz="1275" b="1">
                <a:solidFill>
                  <a:srgbClr val="325D8A"/>
                </a:solidFill>
                <a:latin typeface="Arial"/>
                <a:ea typeface="Arial"/>
                <a:cs typeface="Arial"/>
              </a:defRPr>
            </a:lvl4pPr>
            <a:lvl5pPr algn="l">
              <a:defRPr sz="1275" b="1">
                <a:solidFill>
                  <a:srgbClr val="325D8A"/>
                </a:solidFill>
                <a:latin typeface="Arial"/>
                <a:ea typeface="Arial"/>
                <a:cs typeface="Arial"/>
              </a:defRPr>
            </a:lvl5pPr>
            <a:lvl6pPr algn="l">
              <a:defRPr sz="1275" b="1">
                <a:solidFill>
                  <a:srgbClr val="325D8A"/>
                </a:solidFill>
                <a:latin typeface="Arial"/>
                <a:ea typeface="Arial"/>
                <a:cs typeface="Arial"/>
              </a:defRPr>
            </a:lvl6pPr>
            <a:lvl7pPr algn="l">
              <a:defRPr sz="1275" b="1">
                <a:solidFill>
                  <a:srgbClr val="325D8A"/>
                </a:solidFill>
                <a:latin typeface="Arial"/>
                <a:ea typeface="Arial"/>
                <a:cs typeface="Arial"/>
              </a:defRPr>
            </a:lvl7pPr>
            <a:lvl8pPr algn="l">
              <a:defRPr sz="1275" b="1">
                <a:solidFill>
                  <a:srgbClr val="325D8A"/>
                </a:solidFill>
                <a:latin typeface="Arial"/>
                <a:ea typeface="Arial"/>
                <a:cs typeface="Arial"/>
              </a:defRPr>
            </a:lvl8pPr>
            <a:lvl9pPr algn="l">
              <a:defRPr sz="1275" b="1">
                <a:solidFill>
                  <a:srgbClr val="325D8A"/>
                </a:solidFill>
                <a:latin typeface="Arial"/>
                <a:ea typeface="Arial"/>
                <a:cs typeface="Arial"/>
              </a:defRPr>
            </a:lvl9pPr>
          </a:lstStyle>
          <a:p xmlns:a="http://schemas.openxmlformats.org/drawingml/2006/main">
            <a:pPr algn="l">
              <a:defRPr sz="1275" b="1">
                <a:solidFill>
                  <a:srgbClr val="325D8A"/>
                </a:solidFill>
                <a:latin typeface="Arial"/>
                <a:ea typeface="Arial"/>
                <a:cs typeface="Arial"/>
              </a:defRPr>
            </a:pPr>
            <a:r>
              <a:rPr sz="1275" b="1">
                <a:solidFill>
                  <a:srgbClr val="325D8A"/>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D237BFB4-E08B-4480-8DAA-BF36EB8093D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DB00B01B-6CF1-423E-95B6-79AF6AC32DD5}"/>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60905791-E34A-4FD9-981E-0879A7D743C5}"/>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0FBEEC43-E5E8-41B6-8ECE-4EFD1E51B6CF}"/>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Individual stations and a private check-in.</a:t>
            </a:r>
          </a:p>
        </p:txBody>
      </p:sp>
      <p:sp>
        <p:nvSpPr>
          <p:cNvPr id="7" name="body-1">
            <a:extLst xmlns:a="http://schemas.openxmlformats.org/drawingml/2006/main">
              <a:ext uri="{FF2B5EF4-FFF2-40B4-BE49-F238E27FC236}">
                <a16:creationId xmlns:a16="http://schemas.microsoft.com/office/drawing/2014/main" id="{28D3E318-1036-460D-9689-E2981D74C1F8}"/>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Offer written, typed, spoken or explained-sequence routes.</a:t>
            </a:r>
          </a:p>
        </p:txBody>
      </p:sp>
      <p:sp>
        <p:nvSpPr>
          <p:cNvPr id="8" name="body-2">
            <a:extLst xmlns:a="http://schemas.openxmlformats.org/drawingml/2006/main">
              <a:ext uri="{FF2B5EF4-FFF2-40B4-BE49-F238E27FC236}">
                <a16:creationId xmlns:a16="http://schemas.microsoft.com/office/drawing/2014/main" id="{7910FE6A-42F2-4884-9BEA-D718023170F5}"/>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Scribe exact learner words and record support.</a:t>
            </a:r>
          </a:p>
        </p:txBody>
      </p:sp>
      <p:sp>
        <p:nvSpPr>
          <p:cNvPr id="9" name="body-3">
            <a:extLst xmlns:a="http://schemas.openxmlformats.org/drawingml/2006/main">
              <a:ext uri="{FF2B5EF4-FFF2-40B4-BE49-F238E27FC236}">
                <a16:creationId xmlns:a16="http://schemas.microsoft.com/office/drawing/2014/main" id="{DA85917C-004C-4FFE-A741-D70DEC745B9D}"/>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Lundy: Space · Voice · Audience · Influence.</a:t>
            </a:r>
          </a:p>
        </p:txBody>
      </p:sp>
      <p:sp>
        <p:nvSpPr>
          <p:cNvPr id="10" name="body-4">
            <a:extLst xmlns:a="http://schemas.openxmlformats.org/drawingml/2006/main">
              <a:ext uri="{FF2B5EF4-FFF2-40B4-BE49-F238E27FC236}">
                <a16:creationId xmlns:a16="http://schemas.microsoft.com/office/drawing/2014/main" id="{6CDD072A-F724-4255-9AEC-A67C4559A878}"/>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Feedback: VF · WS · I · NS · E · R.</a:t>
            </a:r>
          </a:p>
        </p:txBody>
      </p:sp>
      <p:sp>
        <p:nvSpPr>
          <p:cNvPr id="11" name="printed-id">
            <a:extLst xmlns:a="http://schemas.openxmlformats.org/drawingml/2006/main">
              <a:ext uri="{FF2B5EF4-FFF2-40B4-BE49-F238E27FC236}">
                <a16:creationId xmlns:a16="http://schemas.microsoft.com/office/drawing/2014/main" id="{66C7728B-C273-4ED3-94A7-6246733403A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325D8A"/>
                </a:solidFill>
                <a:latin typeface="Arial"/>
                <a:ea typeface="Arial"/>
                <a:cs typeface="Arial"/>
              </a:defRPr>
            </a:defPPr>
            <a:lvl1pPr algn="l">
              <a:defRPr sz="1200" b="1">
                <a:solidFill>
                  <a:srgbClr val="325D8A"/>
                </a:solidFill>
                <a:latin typeface="Arial"/>
                <a:ea typeface="Arial"/>
                <a:cs typeface="Arial"/>
              </a:defRPr>
            </a:lvl1pPr>
            <a:lvl2pPr algn="l">
              <a:defRPr sz="1200" b="1">
                <a:solidFill>
                  <a:srgbClr val="325D8A"/>
                </a:solidFill>
                <a:latin typeface="Arial"/>
                <a:ea typeface="Arial"/>
                <a:cs typeface="Arial"/>
              </a:defRPr>
            </a:lvl2pPr>
            <a:lvl3pPr algn="l">
              <a:defRPr sz="1200" b="1">
                <a:solidFill>
                  <a:srgbClr val="325D8A"/>
                </a:solidFill>
                <a:latin typeface="Arial"/>
                <a:ea typeface="Arial"/>
                <a:cs typeface="Arial"/>
              </a:defRPr>
            </a:lvl3pPr>
            <a:lvl4pPr algn="l">
              <a:defRPr sz="1200" b="1">
                <a:solidFill>
                  <a:srgbClr val="325D8A"/>
                </a:solidFill>
                <a:latin typeface="Arial"/>
                <a:ea typeface="Arial"/>
                <a:cs typeface="Arial"/>
              </a:defRPr>
            </a:lvl4pPr>
            <a:lvl5pPr algn="l">
              <a:defRPr sz="1200" b="1">
                <a:solidFill>
                  <a:srgbClr val="325D8A"/>
                </a:solidFill>
                <a:latin typeface="Arial"/>
                <a:ea typeface="Arial"/>
                <a:cs typeface="Arial"/>
              </a:defRPr>
            </a:lvl5pPr>
            <a:lvl6pPr algn="l">
              <a:defRPr sz="1200" b="1">
                <a:solidFill>
                  <a:srgbClr val="325D8A"/>
                </a:solidFill>
                <a:latin typeface="Arial"/>
                <a:ea typeface="Arial"/>
                <a:cs typeface="Arial"/>
              </a:defRPr>
            </a:lvl6pPr>
            <a:lvl7pPr algn="l">
              <a:defRPr sz="1200" b="1">
                <a:solidFill>
                  <a:srgbClr val="325D8A"/>
                </a:solidFill>
                <a:latin typeface="Arial"/>
                <a:ea typeface="Arial"/>
                <a:cs typeface="Arial"/>
              </a:defRPr>
            </a:lvl7pPr>
            <a:lvl8pPr algn="l">
              <a:defRPr sz="1200" b="1">
                <a:solidFill>
                  <a:srgbClr val="325D8A"/>
                </a:solidFill>
                <a:latin typeface="Arial"/>
                <a:ea typeface="Arial"/>
                <a:cs typeface="Arial"/>
              </a:defRPr>
            </a:lvl8pPr>
            <a:lvl9pPr algn="l">
              <a:defRPr sz="1200" b="1">
                <a:solidFill>
                  <a:srgbClr val="325D8A"/>
                </a:solidFill>
                <a:latin typeface="Arial"/>
                <a:ea typeface="Arial"/>
                <a:cs typeface="Arial"/>
              </a:defRPr>
            </a:lvl9pPr>
          </a:lstStyle>
          <a:p xmlns:a="http://schemas.openxmlformats.org/drawingml/2006/main">
            <a:pPr algn="l">
              <a:defRPr sz="1200" b="1">
                <a:solidFill>
                  <a:srgbClr val="325D8A"/>
                </a:solidFill>
                <a:latin typeface="Arial"/>
                <a:ea typeface="Arial"/>
                <a:cs typeface="Arial"/>
              </a:defRPr>
            </a:pPr>
            <a:r>
              <a:rPr sz="1200" b="1">
                <a:solidFill>
                  <a:srgbClr val="325D8A"/>
                </a:solidFill>
                <a:latin typeface="Arial"/>
                <a:ea typeface="Arial"/>
                <a:cs typeface="Arial"/>
              </a:rPr>
              <a:t>VOC-LAUNCH-A2-W01-L2</a:t>
            </a:r>
          </a:p>
        </p:txBody>
      </p:sp>
      <p:sp>
        <p:nvSpPr>
          <p:cNvPr id="12" name="edition-label">
            <a:extLst xmlns:a="http://schemas.openxmlformats.org/drawingml/2006/main">
              <a:ext uri="{FF2B5EF4-FFF2-40B4-BE49-F238E27FC236}">
                <a16:creationId xmlns:a16="http://schemas.microsoft.com/office/drawing/2014/main" id="{C82A582A-83CF-4976-A92E-EE5C4EFD1E9D}"/>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5A2CE915-5DB5-4FF7-B9A2-97C496FC375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7439605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[SYS]</ap:Application>
  <ap:PresentationFormat>Converted Presentation</ap:PresentationFormat>
  <ap:Slides>12</ap:Slides>
  <ap:Notes>12</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Lesson resource</dc:creator>
  <dc:title>The Mission</dc:title>
  <dc:subject>VOC-LAUNCH-A2-W01-L2</dc:subject>
  <cp:lastModifiedBy/>
</cp:coreProperties>
</file>