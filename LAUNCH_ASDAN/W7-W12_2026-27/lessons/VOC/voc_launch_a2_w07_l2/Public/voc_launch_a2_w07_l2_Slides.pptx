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Title and big question: 0 minutes.</ns1:t>
            </ns1:r>
          </ns1:p>
          <ns2:p xmlns:ns2="http://schemas.openxmlformats.org/drawingml/2006/main">
            <ns2:r>
              <ns2:t>Teacher: Open the big question without requiring personal disclosure. Staff enter the actual date in the planner.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Arrival and regulation: 4 minutes.</ns1:t>
            </ns1:r>
          </ns1:p>
          <ns2:p xmlns:ns2="http://schemas.openxmlformats.org/drawingml/2006/main">
            <ns2:r>
              <ns2:t>Teacher: Use a private check-in, quiet start and processing time. Identify the available adult and backup support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Starter: 2 minutes.</ns1:t>
            </ns1:r>
          </ns1:p>
          <ns2:p xmlns:ns2="http://schemas.openxmlformats.org/drawingml/2006/main">
            <ns2:r>
              <ns2:t>Teacher: Describe the generated practice picture aloud. Accept a pointed clue. It is not a photograph of our learners or proof of a completed activity.</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Today: 0 minutes.</ns1:t>
            </ns1:r>
          </ns1:p>
          <ns2:p xmlns:ns2="http://schemas.openxmlformats.org/drawingml/2006/main">
            <ns2:r>
              <ns2:t>Teacher: Read the exact scheme objective and the success checks. Explain today’s contribution without claiming award completion.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I Do: 5 minutes.</ns1:t>
            </ns1:r>
          </ns1:p>
          <ns2:p xmlns:ns2="http://schemas.openxmlformats.org/drawingml/2006/main">
            <ns2:r>
              <ns2:t>Teacher: Model each line aloud and make the reasoning explicit. Two records are traceable to this learner and are described accurately. The real audience question and learner response are retained. The next step is specific and includes support. E is used only for evidence actually stored. An unresolved gap stays explicit; this lesson does not certify an award or registration.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We Do: 5 minutes.</ns1:t>
            </ns1:r>
          </ns1:p>
          <ns2:p xmlns:ns2="http://schemas.openxmlformats.org/drawingml/2006/main">
            <ns2:r>
              <ns2:t>Teacher: Read the hinge aloud, ask for a choice and a reason. B. A final review can bank verified items while leaving an honest gap and future action. The evidence must remain the learner’s. Reteach by separating “checked and banked”, “needs checking” and “missing” with a sample folder. No award completion follows automatically.</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You Do practice: 12 minutes.</ns1:t>
            </ns1:r>
          </ns1:p>
          <ns2:p xmlns:ns2="http://schemas.openxmlformats.org/drawingml/2006/main">
            <ns2:r>
              <ns2:t>Teacher: The learner explains two records with task, skill, action and support. An adult asks one genuine question, then records the learner’s own reply. Use NS+ feedback and a response in the learner’s own colour before R. Staff bank only verified items, record actual storage/status, and leave remaining gaps with a next-step statement.</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You Do evidence: 6 minutes.</ns1:t>
            </ns1:r>
          </ns1:p>
          <ns2:p xmlns:ns2="http://schemas.openxmlformats.org/drawingml/2006/main">
            <ns2:r>
              <ns2:t>Teacher: Complete both Evidence Sheet pages. Two records are traceable to this learner and are described accurately. The real audience question and learner response are retained. The next step is specific and includes support. E is used only for evidence actually stored. An unresolved gap stays explicit; this lesson does not certify an award or registration.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Tidy and evidence check: 4 minutes.</ns1:t>
            </ns1:r>
          </ns1:p>
          <ns2:p xmlns:ns2="http://schemas.openxmlformats.org/drawingml/2006/main">
            <ns2:r>
              <ns2:t>Teacher: Check actual support, ownership and response. Use VF, WS, I, NS+, //, ?, R and E appropriately. R needs Voice, Audience, NS+ and a response in the learner’s own colour. E requires actual banking.</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Exit ticket: 2 minutes.</ns1:t>
            </ns1:r>
          </ns1:p>
          <ns2:p xmlns:ns2="http://schemas.openxmlformats.org/drawingml/2006/main">
            <ns2:r>
              <ns2:t>Teacher: Take a quiet exit response and note the next teaching need. Use the Staff Answers to assess the reason rather than just a letter.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Vocabulary: 0 minutes.</ns1:t>
            </ns1:r>
          </ns1:p>
          <ns2:p xmlns:ns2="http://schemas.openxmlformats.org/drawingml/2006/main">
            <ns2:r>
              <ns2:t>Teacher: Keep the Vocabulary Mat available. Link each word to a case or actual task. Allow a home-language first response.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VOC-LAUNCH-A2-W07-L2 · Monday 14–Friday 18 December 2026</ns0:t>
            </ns0:r>
          </ns0:p>
          <ns1:p xmlns:ns1="http://schemas.openxmlformats.org/drawingml/2006/main">
            <ns1:r>
              <ns1:t>Staff brief: 0 minutes.</ns1:t>
            </ns1:r>
          </ns1:p>
          <ns2:p xmlns:ns2="http://schemas.openxmlformats.org/drawingml/2006/main">
            <ns2:r>
              <ns2:t>Teacher: Hidden staff reference. A quiet one-to-one review, writing, pointing or AAC is acceptable. No public presentation or personal disclosure is required. Keep private records in approved staff storage. Do not invent audience feedback, dates or completion.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VOC-W7-L2-E1; Individual portfolio review with two traceable evidence references, a genuine audience question and learner reply, final evidence checklist, next-step statement and actual banking status.</ns4:t>
            </ns4:r>
          </ns4:p>
          <ns5:p xmlns:ns5="http://schemas.openxmlformats.org/drawingml/2006/main">
            <ns5:r>
              <ns5:t>Scheme: LAUNCH Weekly - Autumn!C143; LAUNCH - Autumn!D23, I23, J23; revision 9ed44bdf.</ns5:t>
            </ns5:r>
          </ns5:p>
          <ns6:p xmlns:ns6="http://schemas.openxmlformats.org/drawingml/2006/main">
            <ns6:r>
              <ns6:t>Source objective: Hospitality portfolio (Dec).</ns6:t>
            </ns6:r>
          </ns6:p>
          <ns7:p xmlns:ns7="http://schemas.openxmlformats.org/drawingml/2006/main">
            <ns7:r>
              <ns7:t>Calendar: Monday 14–Friday 18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Use the familiar adult as the review audience and available in-class evidence. Record any missing external encounter as missing; do not write a fictional visitor response.</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The Mission</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Explaining progress and next steps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I explain my progress using my own evidence?</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Monday 14–Friday 18 December 2026 · lesson 2 of 2</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practice scene</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Illustrated learner and adult discussing a portfolio at a quiet desk. It is not a real assessment or a learner record.">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An illustrated review.</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What could the learner explain?</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What reply would help?</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How could a quiet review work?</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Hospitality portfolio (Dec).</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explain two pieces of my own work.</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respond to a question or feedback.</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agree a next step and bank checked work.</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Fictional example: Kit selects two records.</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One is an order rehearsal, one is a review.</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Kit explains the task and the help used.</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The adult asks how the order was checked.</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Kit replies using the read-back note.</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They bank checked work and record one gap.</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Use your own work to explain progress and a next step.</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One record is missing at the final review.</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Hide the gap so the folder looks finished.</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Record the gap and a clear next step.</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Use the adult model as your own evidence.</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Choose two actual records for a quiet review.</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point and use a sentence frame.</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explain skill, evidence and help.</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compare progress and a remaining limit.</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Hear a question and give your own response.</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Name two records and explain what they show.</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Keep the real question and your response.</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Write one next step with the support needed.</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Staff record what is actually banked.</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I can now show __ using __.</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The help or next step I still need is __.</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The record checked and stored today is __.</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progress: Change in what I can do.</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explain: Make an idea clear.</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audience: Who gets my message.</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response: What I say in reply.</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checklist: Things to check.</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bank: Store checked evidence.</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next step: An action to work on.</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VOC-LAUNCH-A2-W07-L2</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Explaining progress and next steps</dc:title>
  <dc:subject>VOC-LAUNCH-A2-W07-L2</dc:subject>
  <cp:lastModifiedBy/>
  <dc:description>Vocational Hospitality Autumn 2 Week 7</dc:description>
  <cp:keywords/>
</cp:coreProperties>
</file>