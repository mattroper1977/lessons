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Title and big question: 0 minutes.</ns1:t>
            </ns1:r>
          </ns1:p>
          <ns2:p xmlns:ns2="http://schemas.openxmlformats.org/drawingml/2006/main">
            <ns2:r>
              <ns2:t>Teacher: Open the big question without requiring personal disclosure. Staff enter the actual date in the planner.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Arrival and regulation: 4 minutes.</ns1:t>
            </ns1:r>
          </ns1:p>
          <ns2:p xmlns:ns2="http://schemas.openxmlformats.org/drawingml/2006/main">
            <ns2:r>
              <ns2:t>Teacher: Use a private check-in, quiet start and processing time. Identify the available adult and backup support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Starter: 2 minutes.</ns1:t>
            </ns1:r>
          </ns1:p>
          <ns2:p xmlns:ns2="http://schemas.openxmlformats.org/drawingml/2006/main">
            <ns2:r>
              <ns2:t>Teacher: Read all diagram labels aloud. Accept a pointed clue. Diagrams are authored examples, not learner evidence or measuring templates.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Today: 0 minutes.</ns1:t>
            </ns1:r>
          </ns1:p>
          <ns2:p xmlns:ns2="http://schemas.openxmlformats.org/drawingml/2006/main">
            <ns2:r>
              <ns2:t>Teacher: Read the exact scheme objective and the success checks. Explain today’s contribution without claiming award completion.</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I Do: 5 minutes.</ns1:t>
            </ns1:r>
          </ns1:p>
          <ns2:p xmlns:ns2="http://schemas.openxmlformats.org/drawingml/2006/main">
            <ns2:r>
              <ns2:t>Teacher: Model each line aloud and make the reasoning explicit. Check a short CV draft is produced, not just a card-sort. Require a role or goal, a brief profile, at least one relevant skill with an authentic example, and honest learning/experience entries. Preserve the original and the learner’s revision after one specific prompt. A missing history or qualification stays to check. The template is deliberately anonymous and incomplete for real-world submission: private contact/referee details are not collected here. Do not assess neat handwriting as a proxy for a careers skill.</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We Do: 5 minutes.</ns1:t>
            </ns1:r>
          </ns1:p>
          <ns2:p xmlns:ns2="http://schemas.openxmlformats.org/drawingml/2006/main">
            <ns2:r>
              <ns2:t>Teacher: Read the hinge aloud, ask for a choice and a reason. B gives an action linked to teamwork, but it belongs in a learner CV only if true for that learner. A is vague and absolute; C is dishonest. Ask what the learner actually did and what help they used. If they choose A or C, contrast an unsupported claim with a real action and recheck using a different skill.</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You Do practice: 12 minutes.</ns1:t>
            </ns1:r>
          </ns1:p>
          <ns2:p xmlns:ns2="http://schemas.openxmlformats.org/drawingml/2006/main">
            <ns2:r>
              <ns2:t>Teacher: Model one CV line using the labelled adult example. During 12-minute practice, pupils draft their own profile, skill and experience entries; give one NS+ prompt. The six-minute capture completes a learner revision and notes support or gaps. Supported means scaffolded choice or exact scribing, not an adult supplying achievements.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You Do evidence: 6 minutes.</ns1:t>
            </ns1:r>
          </ns1:p>
          <ns2:p xmlns:ns2="http://schemas.openxmlformats.org/drawingml/2006/main">
            <ns2:r>
              <ns2:t>Teacher: Complete both Evidence Sheet pages. Check a short CV draft is produced, not just a card-sort. Require a role or goal, a brief profile, at least one relevant skill with an authentic example, and honest learning/experience entries. Preserve the original and the learner’s revision after one specific prompt. A missing history or qualification stays to check. The template is deliberately anonymous and incomplete for real-world submission: private contact/referee details are not collected here. Do not assess neat handwriting as a proxy for a careers skill.</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Tidy and evidence check: 4 minutes.</ns1:t>
            </ns1:r>
          </ns1:p>
          <ns2:p xmlns:ns2="http://schemas.openxmlformats.org/drawingml/2006/main">
            <ns2:r>
              <ns2:t>Teacher: Check actual support, ownership and response. Use VF, WS, I, NS+, //, ?, R and E appropriately. R needs Voice, Audience, NS+ and a response in the learner’s own colour. E requires actual banking.</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Exit ticket: 2 minutes.</ns1:t>
            </ns1:r>
          </ns1:p>
          <ns2:p xmlns:ns2="http://schemas.openxmlformats.org/drawingml/2006/main">
            <ns2:r>
              <ns2:t>Teacher: Take a quiet exit response and note the next teaching need. Use the Staff Answers to assess the reason rather than just a letter.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Vocabulary: 0 minutes.</ns1:t>
            </ns1:r>
          </ns1:p>
          <ns2:p xmlns:ns2="http://schemas.openxmlformats.org/drawingml/2006/main">
            <ns2:r>
              <ns2:t>Teacher: Keep the Vocabulary Mat available. Link each word to a case or actual task. Allow a home-language first response.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CAREERS-LAUNCH-A2-W01 · Week beginning 2 November 2026</ns0:t>
            </ns0:r>
          </ns0:p>
          <ns1:p xmlns:ns1="http://schemas.openxmlformats.org/drawingml/2006/main">
            <ns1:r>
              <ns1:t>Staff brief: 0 minutes.</ns1:t>
            </ns1:r>
          </ns1:p>
          <ns2:p xmlns:ns2="http://schemas.openxmlformats.org/drawingml/2006/main">
            <ns2:r>
              <ns2:t>Teacher: Hidden staff reference. No names of pupils, staff, schools, products or platforms in this pack or classroom practice CV. Use learner ID and role labels. Do not collect addresses, phone numbers, private email, dates of birth or referee details. Do not infer achievements or pressure learners to disclose personal history. Keep real evidence in approved staff storage; record gaps openly.</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CAREERS-LAUNCH-A2-W1-E1; An individual classroom CV draft with role, profile, skills and true examples, learning and experience status; one feedback-led revision, response mode, support and unresolved gaps are recorded.</ns4:t>
            </ns4:r>
          </ns4:p>
          <ns5:p xmlns:ns5="http://schemas.openxmlformats.org/drawingml/2006/main">
            <ns5:r>
              <ns5:t>Scheme: LAUNCH Weekly - Autumn!C109; LAUNCH - Autumn!D19, I19, J19; revision 9ed44bdf.</ns5:t>
            </ns5:r>
          </ns5:p>
          <ns6:p xmlns:ns6="http://schemas.openxmlformats.org/drawingml/2006/main">
            <ns6:r>
              <ns6:t>Where this leads: This helps me explain my skills when I apply for work or training.</ns6:t>
            </ns6:r>
          </ns6:p>
          <ns7:p xmlns:ns7="http://schemas.openxmlformats.org/drawingml/2006/main">
            <ns7:r>
              <ns7:t>Source objective: Write &amp; refine a CV (links English/Computing).</ns7:t>
            </ns7:r>
          </ns7:p>
          <ns8:p xmlns:ns8="http://schemas.openxmlformats.org/drawingml/2006/main">
            <ns8:r>
              <ns8:t>Calendar: One 40-minute Careers lesson per week on the owner’s line. No teaching day or clock slot inferred. Week 1 runs 2–6 November; 2 November is the previously notified training day, so pupil teaching is 3–6 November. Week 2 runs 9–13 November. Staff enter the actual teaching date.</ns8:t>
            </ns8:r>
          </ns8:p>
          <ns9:p xmlns:ns9="http://schemas.openxmlformats.org/drawingml/2006/main">
            <ns9:r>
              <ns9:t>Unit: Applications, CVs &amp; digital footprint</ns9:t>
            </ns9:r>
          </ns9:p>
          <ns10:p xmlns:ns10="http://schemas.openxmlformats.org/drawingml/2006/main">
            <ns10:r>
              <ns10:t>Accreditation: [AWARD] [QUAL] (Entry 2/3), [QUAL] / [QUAL]; [QUAL].</ns10:t>
            </ns10:r>
          </ns10:p>
          <ns11:p xmlns:ns11="http://schemas.openxmlformats.org/drawingml/2006/main">
            <ns11:r>
              <ns11:t>Assessment: F: draft CV feedback.  S: completed CV + mock-interview assessment (Dec data drop).</ns11:t>
            </ns11:r>
          </ns11:p>
          <ns12:p xmlns:ns12="http://schemas.openxmlformats.org/drawingml/2006/main">
            <ns12:r>
              <ns12:t>Sources: https://nationalcareers.service.gov.uk/careers-advice/cv-sections; https://nationalcareers.service.gov.uk/careers-advice/application-forms</ns12:t>
            </ns12:r>
          </ns12:p>
          <ns13:p xmlns:ns13="http://schemas.openxmlformats.org/drawingml/2006/main">
            <ns13:r>
              <ns13:t>Lesson resource · CC BY-NC-SA 4.0: free for classroom use, share and adapt with credit, no resale</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Build and improve a CV</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1 · 2–6 November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I show what I can do?</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This helps me explain my skills when I apply for work or training.</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pic>
        <p:nvPicPr>
          <p:cNvPr id="18" name="" descr="Two adult model CV statements are compared for a fictional sorting role. A vague claim says I am good at everything. A stronger example says I sorted class kit by label and checked the list. The diagram does not record any pupil achievement.">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practice role.</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Compare the two skill statements.</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Which gives evidence?</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Point, say or write a reason.</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Write &amp; refine a CV (links English/Computing).</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choose a skill that fits a role.</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support it with a true example.</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improve my CV after feedback.</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Adult example: the role needs careful sorting.</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Weak claim: I am good at everything.</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Better: I sorted class kit by its label.</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checked each item against the list.</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I say what I did and what help I used.</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I check the wording, then keep the new draft.</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Role need → true example → clearer CV line.</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The role asks for teamwork. Which line helps?</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I am always perfect at every task.</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I shared jobs and checked a list with a partner.</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I copy a skill that I have not used.</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role card and choose a skill.</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select a real example with staff.</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draft a short CV using evidence.</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tailor two examples to the role.</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Keep claims true; mark anything to check.</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Keep the first CV draft and your revision.</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Link a skill to something you really did.</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Add the help used and any detail to check.</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Respond to one clear feedback prompt.</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learner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Which skill fits the practice role?</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true example supports it?</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What did you improve after feedback?</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CV: Skills, learning and experience.</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Skill: Something you learn to do.</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Evidence: An example to support a claim.</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Experience: Something you have done.</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Role: A job or set of tasks.</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Draft: A version you can change.</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Refine: Make clearer or more accurate.</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CAREERS-LAUNCH-A2-W01</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Lesson resource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Build and improve a CV</dc:title>
  <dc:subject>CAREERS-LAUNCH-A2-W01</dc:subject>
  <cp:lastModifiedBy/>
  <dc:description>Careers Autumn 2 Week 1</dc:description>
  <cp:keywords/>
</cp:coreProperties>
</file>