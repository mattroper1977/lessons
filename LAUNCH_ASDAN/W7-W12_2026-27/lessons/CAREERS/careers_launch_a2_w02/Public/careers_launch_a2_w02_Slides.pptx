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Title and big question: 0 minutes.</ns1:t>
            </ns1:r>
          </ns1:p>
          <ns2:p xmlns:ns2="http://schemas.openxmlformats.org/drawingml/2006/main">
            <ns2:r>
              <ns2:t>Teacher: Open the big question without requiring personal disclosure. Staff enter the actual date in the planner.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Arrival and regulation: 4 minutes.</ns1:t>
            </ns1:r>
          </ns1:p>
          <ns2:p xmlns:ns2="http://schemas.openxmlformats.org/drawingml/2006/main">
            <ns2:r>
              <ns2:t>Teacher: Use a private check-in, quiet start and processing time. Identify the available adult and backup support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Starter: 2 minutes.</ns1:t>
            </ns1:r>
          </ns1:p>
          <ns2:p xmlns:ns2="http://schemas.openxmlformats.org/drawingml/2006/main">
            <ns2:r>
              <ns2:t>Teacher: Read all diagram labels aloud. Accept a pointed clue. Diagrams are authored examples, not learner evidence or measuring templates.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Today: 0 minutes.</ns1:t>
            </ns1:r>
          </ns1:p>
          <ns2:p xmlns:ns2="http://schemas.openxmlformats.org/drawingml/2006/main">
            <ns2:r>
              <ns2:t>Teacher: Read the exact scheme objective and the success checks. Explain today’s contribution without claiming award completion.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I Do: 5 minutes.</ns1:t>
            </ns1:r>
          </ns1:p>
          <ns2:p xmlns:ns2="http://schemas.openxmlformats.org/drawingml/2006/main">
            <ns2:r>
              <ns2:t>Teacher: Model each line aloud and make the reasoning explicit. Check the form answers the actual prompts: role/reference, interest, relevant skill and real example, learning/experience status, availability status, and a clear review. A to-check entry can be honest but does not prove the missing information is complete. Record the learner’s revision after feedback. Distinguish application-writing skill from a real job application; no consent, signature, reference, employment status or success outcome is prefilled.</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We Do: 5 minutes.</ns1:t>
            </ns1:r>
          </ns1:p>
          <ns2:p xmlns:ns2="http://schemas.openxmlformats.org/drawingml/2006/main">
            <ns2:r>
              <ns2:t>Teacher: Read the hinge aloud, ask for a choice and a reason. B answers the question with authentic experience. A repeats requirements without evidence; C invents work history. Ask which part the learner did and whether the example matches the question. Reteach with a clearly labelled adult example, then ask the learner to choose their own. A justified not-yet/to-check entry is better than a fabricated answer.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You Do practice: 12 minutes.</ns1:t>
            </ns1:r>
          </ns1:p>
          <ns2:p xmlns:ns2="http://schemas.openxmlformats.org/drawingml/2006/main">
            <ns2:r>
              <ns2:t>Teacher: Read the vacancy and instructions; work through the form one box at a time. Use Week 1 material only where it is authentic and relevant. Offer reading or exact scribing, then record the help. Give one NS+ prompt to improve relevance or accuracy; keep the learner’s own response. Do not send the form.</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You Do evidence: 6 minutes.</ns1:t>
            </ns1:r>
          </ns1:p>
          <ns2:p xmlns:ns2="http://schemas.openxmlformats.org/drawingml/2006/main">
            <ns2:r>
              <ns2:t>Teacher: Complete both Evidence Sheet pages. Check the form answers the actual prompts: role/reference, interest, relevant skill and real example, learning/experience status, availability status, and a clear review. A to-check entry can be honest but does not prove the missing information is complete. Record the learner’s revision after feedback. Distinguish application-writing skill from a real job application; no consent, signature, reference, employment status or success outcome is prefilled.</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Tidy and evidence check: 4 minutes.</ns1:t>
            </ns1:r>
          </ns1:p>
          <ns2:p xmlns:ns2="http://schemas.openxmlformats.org/drawingml/2006/main">
            <ns2:r>
              <ns2:t>Teacher: Check actual support, ownership and response. Use VF, WS, I, NS+, //, ?, R and E appropriately. R needs Voice, Audience, NS+ and a response in the learner’s own colour. E requires actual banking.</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Exit ticket: 2 minutes.</ns1:t>
            </ns1:r>
          </ns1:p>
          <ns2:p xmlns:ns2="http://schemas.openxmlformats.org/drawingml/2006/main">
            <ns2:r>
              <ns2:t>Teacher: Take a quiet exit response and note the next teaching need. Use the Staff Answers to assess the reason rather than just a letter.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Vocabulary: 0 minutes.</ns1:t>
            </ns1:r>
          </ns1:p>
          <ns2:p xmlns:ns2="http://schemas.openxmlformats.org/drawingml/2006/main">
            <ns2:r>
              <ns2:t>Teacher: Keep the Vocabulary Mat available. Link each word to a case or actual task. Allow a home-language first response.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CAREERS-LAUNCH-A2-W02 · Week beginning 9 November 2026</ns0:t>
            </ns0:r>
          </ns0:p>
          <ns1:p xmlns:ns1="http://schemas.openxmlformats.org/drawingml/2006/main">
            <ns1:r>
              <ns1:t>Staff brief: 0 minutes.</ns1:t>
            </ns1:r>
          </ns1:p>
          <ns2:p xmlns:ns2="http://schemas.openxmlformats.org/drawingml/2006/main">
            <ns2:r>
              <ns2:t>Teacher: Hidden staff reference. Use learner ID only. Keep personal contact details, school and staff names, health/disability information and referee details out of the practice form. No signatures or commitments are required. Use truthful learner examples and mark unknowns. Staff check any real future application separately through the agreed private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CAREERS-LAUNCH-A2-W2-E1; A completed anonymous practice application responding to a fictional role brief, with a learner-owned example, accuracy/relevance review, revision, support record and visible unresolved gaps; no submission or selection outcome is claimed.</ns4:t>
            </ns4:r>
          </ns4:p>
          <ns5:p xmlns:ns5="http://schemas.openxmlformats.org/drawingml/2006/main">
            <ns5:r>
              <ns5:t>Scheme: LAUNCH Weekly - Autumn!C110; LAUNCH - Autumn!D19, I19, J19; revision 9ed44bdf.</ns5:t>
            </ns5:r>
          </ns5:p>
          <ns6:p xmlns:ns6="http://schemas.openxmlformats.org/drawingml/2006/main">
            <ns6:r>
              <ns6:t>Where this leads: This helps me give clear, truthful answers when I apply for work or training.</ns6:t>
            </ns6:r>
          </ns6:p>
          <ns7:p xmlns:ns7="http://schemas.openxmlformats.org/drawingml/2006/main">
            <ns7:r>
              <ns7:t>Source objective: Complete job applications.</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Complete a practice application</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2 · 9–13 November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I answer a job form clearly?</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This helps me give clear, truthful answers when I apply for work or training.</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pic>
        <p:nvPicPr>
          <p:cNvPr id="18" name="" descr="A model application route has three steps: read the question, choose a true example, then review and mark any gap. It is a task guide and contains no prefilled learner result.">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one form question.</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Which answer fits the question?</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Which detail still needs a check?</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Use facts; do not guess.</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Complete job applications.</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read what the form asks.</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match a true example to the role.</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check my form and name a gap.</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Adult example: Explain a time you checked work.</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Task: I had to sort class kit by label.</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Action: I checked each item against the list.</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Result: I found one item in the wrong place.</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This example fits the role’s checking task.</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It is a model; use your own true experience.</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Read the question → use a true example → check.</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The form asks for a real teamwork example.</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Repeat the job advert word for word.</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Explain your part in a real shared task.</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Invent a paid job to make the form look full.</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role brief and each form box.</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answer one box at a time with help.</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complete and check the form.</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improve a response against the brief.</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CV if useful; do not copy blindly.</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Keep your completed practice form.</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Record true examples and help used.</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Mark any gap or fact that needs checking.</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Make one change after feedback.</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learner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Which answer best matches the role?</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did you check or change?</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What must be checked before a real form is sent?</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Application: A form to apply for a role.</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Requirement: Something the role asks for.</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Relevant: Linked to what is needed.</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Example: An action that shows a skill.</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Accurate: Correct and truthful.</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Review: Read back and check.</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Gap: Something not yet known.</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CAREERS-LAUNCH-A2-W02</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Complete a practice application</dc:title>
  <dc:subject>CAREERS-LAUNCH-A2-W02</dc:subject>
  <cp:lastModifiedBy/>
  <dc:description>Careers Autumn 2 Week 2</dc:description>
  <cp:keywords/>
</cp:coreProperties>
</file>