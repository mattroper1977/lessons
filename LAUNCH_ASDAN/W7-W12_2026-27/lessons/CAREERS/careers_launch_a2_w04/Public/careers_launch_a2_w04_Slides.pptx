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Title and big question: 0 minutes.</ns2:t>
            </ns2:r>
          </ns2:p>
          <ns3:p xmlns:ns3="http://schemas.openxmlformats.org/drawingml/2006/main">
            <ns3:r>
              <ns3:t>Teacher: Open the big question without requiring personal disclosure. Staff enter the actual date in the planner.</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Arrival and regulation: 4 minutes.</ns2:t>
            </ns2:r>
          </ns2:p>
          <ns3:p xmlns:ns3="http://schemas.openxmlformats.org/drawingml/2006/main">
            <ns3:r>
              <ns3:t>Teacher: Use a private check-in, quiet start and processing time. Identify the available adult and backup support route.</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Starter: 2 minutes.</ns2:t>
            </ns2:r>
          </ns2:p>
          <ns3:p xmlns:ns3="http://schemas.openxmlformats.org/drawingml/2006/main">
            <ns3:r>
              <ns3:t>Teacher: Read all diagram labels aloud. Accept a pointed clue. Diagrams are authored examples, not learner evidence or measuring templates.</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Today: 0 minutes.</ns2:t>
            </ns2:r>
          </ns2:p>
          <ns3:p xmlns:ns3="http://schemas.openxmlformats.org/drawingml/2006/main">
            <ns3:r>
              <ns3:t>Teacher: Read the exact scheme objective and the success checks. Explain today’s contribution without claiming award completion.</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I Do: 5 minutes.</ns2:t>
            </ns2:r>
          </ns2:p>
          <ns3:p xmlns:ns3="http://schemas.openxmlformats.org/drawingml/2006/main">
            <ns3:r>
              <ns3:t>Teacher: Model each line aloud and make the reasoning explicit. The core evidence is an actual question-and-answer exchange and feedback response, not merely a completed script. Record the question and exact words or a faithful work reference. Check the example is authentic and relevant to the fictional role. Preserve the first answer, a specific feedback prompt and the learner’s retry. If no retry occurs, record not yet and the planned support. Week 4 is formative rehearsal; Week 7 is the assessing lesson. No job offer or award completion is claimed.</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We Do: 5 minutes.</ns2:t>
            </ns2:r>
          </ns2:p>
          <ns3:p xmlns:ns3="http://schemas.openxmlformats.org/drawingml/2006/main">
            <ns3:r>
              <ns3:t>Teacher: Read the hinge aloud, ask for a choice and a reason. B. A clarifying question supports an accurate answer. A and C do not show authentic understanding or experience. Model “Please explain what you mean by that.” Recheck with a new question. Accept an accessible equivalent through pointing, writing or the learner’s usual communication support; do not assess eye contact, speaking speed or handwriting as job readiness.</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You Do practice: 12 minutes.</ns2:t>
            </ns2:r>
          </ns2:p>
          <ns3:p xmlns:ns3="http://schemas.openxmlformats.org/drawingml/2006/main">
            <ns3:r>
              <ns3:t>Teacher: Read the fictional role and model one answer. For 12 minutes, use the three question cards in an adult-led or willing pair exchange; offer one question as a supported entry. Give one specific prompt after the first answer and allow a retry. Each learner keeps their own two-page record. The six-minute capture preserves real words, support, response and any unattempted question. Do not fill gaps from the adult model.</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You Do evidence: 6 minutes.</ns2:t>
            </ns2:r>
          </ns2:p>
          <ns3:p xmlns:ns3="http://schemas.openxmlformats.org/drawingml/2006/main">
            <ns3:r>
              <ns3:t>Teacher: Complete both Evidence Sheet pages. The core evidence is an actual question-and-answer exchange and feedback response, not merely a completed script. Record the question and exact words or a faithful work reference. Check the example is authentic and relevant to the fictional role. Preserve the first answer, a specific feedback prompt and the learner’s retry. If no retry occurs, record not yet and the planned support. Week 4 is formative rehearsal; Week 7 is the assessing lesson. No job offer or award completion is claimed.</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Tidy and evidence check: 4 minutes.</ns2:t>
            </ns2:r>
          </ns2:p>
          <ns3:p xmlns:ns3="http://schemas.openxmlformats.org/drawingml/2006/main">
            <ns3:r>
              <ns3:t>Teacher: Check actual support, ownership and response. Use VF, WS, I, NS+, //, ?, R and E appropriately. R needs Voice, Audience, NS+ and a response in the learner’s own colour. E requires actual banking.</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Exit ticket: 2 minutes.</ns2:t>
            </ns2:r>
          </ns2:p>
          <ns3:p xmlns:ns3="http://schemas.openxmlformats.org/drawingml/2006/main">
            <ns3:r>
              <ns3:t>Teacher: Take a quiet exit response and note the next teaching need. Use the Staff Answers to assess the reason rather than just a letter.</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Vocabulary: 0 minutes.</ns2:t>
            </ns2:r>
          </ns2:p>
          <ns3:p xmlns:ns3="http://schemas.openxmlformats.org/drawingml/2006/main">
            <ns3:r>
              <ns3:t>Teacher: Keep the Vocabulary Mat available. Link each word to a case or actual task. Allow a home-language first response.</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CAREERS-LAUNCH-A2-W04 · Year A · Week beginning 23 November 2026</ns0:t>
            </ns0:r>
          </ns0:p>
          <ns1:p xmlns:ns1="http://schemas.openxmlformats.org/drawingml/2006/main">
            <ns1:r>
              <ns1:t>Term theme: Identity &amp; Belonging</ns1:t>
            </ns1:r>
          </ns1:p>
          <ns2:p xmlns:ns2="http://schemas.openxmlformats.org/drawingml/2006/main">
            <ns2:r>
              <ns2:t>Staff brief: 0 minutes.</ns2:t>
            </ns2:r>
          </ns2:p>
          <ns3:p xmlns:ns3="http://schemas.openxmlformats.org/drawingml/2006/main">
            <ns3:r>
              <ns3:t>Teacher: Hidden staff reference. Use learner ID and role labels. Do not ask about private health, family, contact details or personal trauma. No forced pair work, eye contact, handshake or filmed performance. The learner may pause, use notes or usual communication support. Record actual participation and any gap, without inferring confidence, ability or attainment from speaking style.</ns3:t>
            </ns3:r>
          </ns3:p>
          <ns4:p xmlns:ns4="http://schemas.openxmlformats.org/drawingml/2006/main">
            <ns4:r>
              <ns4:t>TA: offer processing time, read or scribe exact words, record physical help and avoid supplying the assessed answer.</ns4:t>
            </ns4:r>
          </ns4:p>
          <ns5:p xmlns:ns5="http://schemas.openxmlformats.org/drawingml/2006/main">
            <ns5:r>
              <ns5:t>Evidence: CAREERS-LAUNCH-A2-W4-E1; A record of an actual classroom mock-interview exchange: question, authentic initial answer, specific feedback, learner-owned retry, response mode, support and next step. Unattempted questions and missing responses remain visible.</ns5:t>
            </ns5:r>
          </ns5:p>
          <ns6:p xmlns:ns6="http://schemas.openxmlformats.org/drawingml/2006/main">
            <ns6:r>
              <ns6:t>Scheme: LAUNCH Weekly - Autumn!C112; LAUNCH - Autumn!D19, I19, J19; revision uploaded-source-2026-08-10.</ns6:t>
            </ns6:r>
          </ns6:p>
          <ns7:p xmlns:ns7="http://schemas.openxmlformats.org/drawingml/2006/main">
            <ns7:r>
              <ns7:t>Where this leads: This helps me explain my skills and ask questions in a work or training interview.</ns7:t>
            </ns7:r>
          </ns7:p>
          <ns8:p xmlns:ns8="http://schemas.openxmlformats.org/drawingml/2006/main">
            <ns8:r>
              <ns8:t>Source objective: Mock interview &amp; feedback.</ns8:t>
            </ns8:r>
          </ns8:p>
          <ns9:p xmlns:ns9="http://schemas.openxmlformats.org/drawingml/2006/main">
            <ns9:r>
              <ns9:t>Calendar: Year A. One 40-minute Careers lesson per week. Week 3 is 16–20 November; Week 4 is 23–27 November 2026. No teaching day or clock slot is inferred. Staff enter the actual teaching date. Week 4 practice is formative; Week 7 is the assessing lesson.</ns9:t>
            </ns9:r>
          </ns9:p>
          <ns10:p xmlns:ns10="http://schemas.openxmlformats.org/drawingml/2006/main">
            <ns10:r>
              <ns10:t>Unit: Applications, CVs &amp; digital footprint</ns10:t>
            </ns10:r>
          </ns10:p>
          <ns11:p xmlns:ns11="http://schemas.openxmlformats.org/drawingml/2006/main">
            <ns11:r>
              <ns11:t>Accreditation: The qualification: accredited units for applications and interviews.</ns11:t>
            </ns11:r>
          </ns11:p>
          <ns12:p xmlns:ns12="http://schemas.openxmlformats.org/drawingml/2006/main">
            <ns12:r>
              <ns12:t>Assessment: F: draft CV feedback.  S: completed CV + mock-interview assessment (Dec data drop).</ns12:t>
            </ns12:r>
          </ns12:p>
          <ns13:p xmlns:ns13="http://schemas.openxmlformats.org/drawingml/2006/main">
            <ns13:r>
              <ns13:t>Sources: https://nationalcareers.service.gov.uk/careers-advice/interview-advice</ns13:t>
            </ns13:r>
          </ns13:p>
          <ns14:p xmlns:ns14="http://schemas.openxmlformats.org/drawingml/2006/main">
            <ns14:r>
              <ns14:t>Lesson resource · CC BY-NC-SA 4.0: free for classroom use, share and adapt with credit, no resale</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Mock interview and feedback</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Year A · Week 4 · 23–27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I make my answer clearer?</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This helps me explain my skills and ask questions in a work or training interview.</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Term theme: Identity &amp; Belonging</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pic>
        <p:nvPicPr>
          <p:cNvPr id="18" name="" descr="An authored three-step practice route: hear the question, give a true example, then use feedback and try again. The route does not claim a learner has completed an interview.">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practice route.</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Why use a true example?</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What could help if a question is unclear?</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Point, say or write one useful step.</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Mock interview &amp; feedback.</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answer a practice question.</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use a true example of a skill.</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use feedback to try my answer again.</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Adult model: Tell me how you check work.</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had to sort class kit by its label.</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checked each item against a short list.</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found one item in the wrong place.</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Feedback: explain what you did next.</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Retry: I moved it, then checked the list again.</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Hear the question → use a true example → try again.</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An interview question is unclear. What helps?</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Guess what it means and invent an answer.</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Ask for it to be repeated or explained.</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Copy someone else’s work story.</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made-up role and choose support.</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practise one question with an adult.</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take turns with three questions.</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answer a follow-up and give a reason.</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one feedback prompt and try again.</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Record the question you actually practised.</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Keep your first answer and the feedback.</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Show your own changed answer or response.</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Note the help used and what is still to try.</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learner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Which true example helped your answer?</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changed after feedback?</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What would help at your next interview?</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Interview: A talk about a role.</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Mock: Practice for a real event.</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Example: An action that shows a skill.</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Feedback: Help to improve your work.</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Clarify: Make the meaning clear.</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Retry: Try again after feedback.</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Support: Help to take part.</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CAREERS-LAUNCH-A2-W04</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Learner voice: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Mock interview and feedback</dc:title>
  <dc:subject>CAREERS-LAUNCH-A2-W04</dc:subject>
  <cp:lastModifiedBy/>
  <dc:description>Careers Autumn 2 Week 4</dc:description>
  <cp:keywords/>
</cp:coreProperties>
</file>