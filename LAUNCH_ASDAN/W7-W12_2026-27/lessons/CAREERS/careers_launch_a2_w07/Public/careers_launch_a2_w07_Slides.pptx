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1fcf5a7ddc4b25" /><Relationship Type="http://schemas.openxmlformats.org/officeDocument/2006/relationships/extended-properties" Target="/docProps/app.xml" Id="R9392fd52b7e24802" /><Relationship Type="http://schemas.openxmlformats.org/officeDocument/2006/relationships/officeDocument" Target="/ppt/presentation.xml" Id="R820da647b7b64cf2" /></Relationships>
</file>

<file path=ppt/presentation.xml><?xml version="1.0" encoding="utf-8"?>
<p:presentation xmlns:p="http://schemas.openxmlformats.org/presentationml/2006/main">
  <p:sldMasterIdLst>
    <p:sldMasterId xmlns:r="http://schemas.openxmlformats.org/officeDocument/2006/relationships" id="2147483648" r:id="Ra3db1092a8714935"/>
  </p:sldMasterIdLst>
  <p:notesMasterIdLst>
    <p:notesMasterId xmlns:r="http://schemas.openxmlformats.org/officeDocument/2006/relationships" r:id="Rca238ed984954e91"/>
  </p:notesMasterIdLst>
  <p:sldIdLst>
    <p:sldId xmlns:r="http://schemas.openxmlformats.org/officeDocument/2006/relationships" id="256" r:id="R2ee4d67f24a541d8"/>
    <p:sldId xmlns:r="http://schemas.openxmlformats.org/officeDocument/2006/relationships" id="257" r:id="R0daf7d1567cc472e"/>
    <p:sldId xmlns:r="http://schemas.openxmlformats.org/officeDocument/2006/relationships" id="258" r:id="R03f314377c634e7d"/>
    <p:sldId xmlns:r="http://schemas.openxmlformats.org/officeDocument/2006/relationships" id="259" r:id="Ra5f54d45e8c84620"/>
    <p:sldId xmlns:r="http://schemas.openxmlformats.org/officeDocument/2006/relationships" id="260" r:id="Re5cde7185d724843"/>
    <p:sldId xmlns:r="http://schemas.openxmlformats.org/officeDocument/2006/relationships" id="261" r:id="R29256c4aafb3498e"/>
    <p:sldId xmlns:r="http://schemas.openxmlformats.org/officeDocument/2006/relationships" id="262" r:id="R8bdecfeb94dc43fb"/>
    <p:sldId xmlns:r="http://schemas.openxmlformats.org/officeDocument/2006/relationships" id="263" r:id="R09d3194e59cb415f"/>
    <p:sldId xmlns:r="http://schemas.openxmlformats.org/officeDocument/2006/relationships" id="264" r:id="Ra52edb0048d547fe"/>
    <p:sldId xmlns:r="http://schemas.openxmlformats.org/officeDocument/2006/relationships" id="265" r:id="R710e23fd608c433e"/>
    <p:sldId xmlns:r="http://schemas.openxmlformats.org/officeDocument/2006/relationships" id="266" r:id="R062f720fa5d44a86"/>
    <p:sldId xmlns:r="http://schemas.openxmlformats.org/officeDocument/2006/relationships" id="267" r:id="Rd6e4f003f9f344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1139d93ae4490e" /><Relationship Type="http://schemas.openxmlformats.org/officeDocument/2006/relationships/slideMaster" Target="/ppt/slideMasters/slideMaster1.xml" Id="Ra3db1092a8714935" /><Relationship Type="http://schemas.openxmlformats.org/officeDocument/2006/relationships/notesMaster" Target="/ppt/notesMasters/notesMaster1.xml" Id="Rca238ed984954e91" /><Relationship Type="http://schemas.openxmlformats.org/officeDocument/2006/relationships/presProps" Target="/ppt/presProps.xml" Id="R9900f81369d34fb3" /><Relationship Type="http://schemas.openxmlformats.org/officeDocument/2006/relationships/tableStyles" Target="/ppt/tableStyles.xml" Id="R26a9ee1273a44386" /><Relationship Type="http://schemas.openxmlformats.org/officeDocument/2006/relationships/slide" Target="/ppt/slides/slide1.xml" Id="R2ee4d67f24a541d8" /><Relationship Type="http://schemas.openxmlformats.org/officeDocument/2006/relationships/slide" Target="/ppt/slides/slide2.xml" Id="R0daf7d1567cc472e" /><Relationship Type="http://schemas.openxmlformats.org/officeDocument/2006/relationships/slide" Target="/ppt/slides/slide3.xml" Id="R03f314377c634e7d" /><Relationship Type="http://schemas.openxmlformats.org/officeDocument/2006/relationships/slide" Target="/ppt/slides/slide4.xml" Id="Ra5f54d45e8c84620" /><Relationship Type="http://schemas.openxmlformats.org/officeDocument/2006/relationships/slide" Target="/ppt/slides/slide5.xml" Id="Re5cde7185d724843" /><Relationship Type="http://schemas.openxmlformats.org/officeDocument/2006/relationships/slide" Target="/ppt/slides/slide6.xml" Id="R29256c4aafb3498e" /><Relationship Type="http://schemas.openxmlformats.org/officeDocument/2006/relationships/slide" Target="/ppt/slides/slide7.xml" Id="R8bdecfeb94dc43fb" /><Relationship Type="http://schemas.openxmlformats.org/officeDocument/2006/relationships/slide" Target="/ppt/slides/slide8.xml" Id="R09d3194e59cb415f" /><Relationship Type="http://schemas.openxmlformats.org/officeDocument/2006/relationships/slide" Target="/ppt/slides/slide9.xml" Id="Ra52edb0048d547fe" /><Relationship Type="http://schemas.openxmlformats.org/officeDocument/2006/relationships/slide" Target="/ppt/slides/slide10.xml" Id="R710e23fd608c433e" /><Relationship Type="http://schemas.openxmlformats.org/officeDocument/2006/relationships/slide" Target="/ppt/slides/slide11.xml" Id="R062f720fa5d44a86" /><Relationship Type="http://schemas.openxmlformats.org/officeDocument/2006/relationships/slide" Target="/ppt/slides/slide12.xml" Id="Rd6e4f003f9f344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ed7b4cc0014f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a3b8004f5d4a8c" /><Relationship Type="http://schemas.openxmlformats.org/officeDocument/2006/relationships/notesMaster" Target="/ppt/notesMasters/notesMaster1.xml" Id="Re0b279192a2a4c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8c7c68d83f497c" /><Relationship Type="http://schemas.openxmlformats.org/officeDocument/2006/relationships/notesMaster" Target="/ppt/notesMasters/notesMaster1.xml" Id="R9f7f5176d34249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1ecc9562ff45e4" /><Relationship Type="http://schemas.openxmlformats.org/officeDocument/2006/relationships/notesMaster" Target="/ppt/notesMasters/notesMaster1.xml" Id="R8ea426f7292649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dd957a05c94d8f" /><Relationship Type="http://schemas.openxmlformats.org/officeDocument/2006/relationships/notesMaster" Target="/ppt/notesMasters/notesMaster1.xml" Id="R62caa6d1d9e243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903c369c43484c" /><Relationship Type="http://schemas.openxmlformats.org/officeDocument/2006/relationships/notesMaster" Target="/ppt/notesMasters/notesMaster1.xml" Id="R9c5ff8967f5a4b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269085c82642e1" /><Relationship Type="http://schemas.openxmlformats.org/officeDocument/2006/relationships/notesMaster" Target="/ppt/notesMasters/notesMaster1.xml" Id="R18f305c79a734d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fa658c4d4c4685" /><Relationship Type="http://schemas.openxmlformats.org/officeDocument/2006/relationships/notesMaster" Target="/ppt/notesMasters/notesMaster1.xml" Id="R97c9220202cd44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41571622454224" /><Relationship Type="http://schemas.openxmlformats.org/officeDocument/2006/relationships/notesMaster" Target="/ppt/notesMasters/notesMaster1.xml" Id="Radbe20f2e2f14b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130a27bc0041f8" /><Relationship Type="http://schemas.openxmlformats.org/officeDocument/2006/relationships/notesMaster" Target="/ppt/notesMasters/notesMaster1.xml" Id="Rf0eb3a4d2eb745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87a22f4e984c49" /><Relationship Type="http://schemas.openxmlformats.org/officeDocument/2006/relationships/notesMaster" Target="/ppt/notesMasters/notesMaster1.xml" Id="R173442349d474f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e869dbf49ba409b" /><Relationship Type="http://schemas.openxmlformats.org/officeDocument/2006/relationships/notesMaster" Target="/ppt/notesMasters/notesMaster1.xml" Id="R8e3b2917c2c74aa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f6ae6e7a184207" /><Relationship Type="http://schemas.openxmlformats.org/officeDocument/2006/relationships/notesMaster" Target="/ppt/notesMasters/notesMaster1.xml" Id="Rbffaad2fd68442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CAREERS-LAUNCH-A2-W07 · Year A · Week beginning 14 December 2026</a:t>
            </a:r>
          </a:p>
          <a:p xmlns:a="http://schemas.openxmlformats.org/drawingml/2006/main">
            <a:r>
              <a:t>Term theme: Identity &amp; Belonging</a:t>
            </a:r>
          </a:p>
          <a:p xmlns:a="http://schemas.openxmlformats.org/drawingml/2006/main">
            <a:r>
              <a:t>Title and big question: 0 minutes.</a:t>
            </a:r>
          </a:p>
          <a:p xmlns:a="http://schemas.openxmlformats.org/drawingml/2006/main">
            <a:r>
              <a:t>Teacher: Open the title and read the big question before starting the timed sequence.</a:t>
            </a:r>
          </a:p>
          <a:p xmlns:a="http://schemas.openxmlformats.org/drawingml/2006/main">
            <a:r>
              <a:t>Support: read, scribe exact words or use the usual aid; record all prompts. Do not supply the assessed reason.</a:t>
            </a:r>
          </a:p>
          <a:p xmlns:a="http://schemas.openxmlformats.org/drawingml/2006/main">
            <a:r>
              <a:t>Evidence: An individual Week 7 assessment record linked to the actual CV, application and portfolio, a short mock-interview exchange with initial answers and prompts, a distinct feedback response, observed support, missing evidence, teacher judgement and a learner-agreed next step.</a:t>
            </a:r>
          </a:p>
          <a:p xmlns:a="http://schemas.openxmlformats.org/drawingml/2006/main">
            <a:r>
              <a:t>Scheme: LAUNCH Weekly - Autumn!C115; LAUNCH - Autumn!C19, D19, I19, J19; revision uploaded-source-2026-08-10.</a:t>
            </a:r>
          </a:p>
          <a:p xmlns:a="http://schemas.openxmlformats.org/drawingml/2006/main">
            <a:r>
              <a:t>Careers: This helps me explain my skills and choose a clear next step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CAREERS-LAUNCH-A2-W07 · Year A · Week beginning 14 December 2026</a:t>
            </a:r>
          </a:p>
          <a:p xmlns:a="http://schemas.openxmlformats.org/drawingml/2006/main">
            <a:r>
              <a:t>Term theme: Identity &amp; Belonging</a:t>
            </a:r>
          </a:p>
          <a:p xmlns:a="http://schemas.openxmlformats.org/drawingml/2006/main">
            <a:r>
              <a:t>Arrival and regulation: 3 minutes.</a:t>
            </a:r>
          </a:p>
          <a:p xmlns:a="http://schemas.openxmlformats.org/drawingml/2006/main">
            <a:r>
              <a:t>Teacher: Offer a quiet check-in and support choice. The learner may pass on personal disclosure. Confirm the usual communication aid and a calm route back to the task.</a:t>
            </a:r>
          </a:p>
          <a:p xmlns:a="http://schemas.openxmlformats.org/drawingml/2006/main">
            <a:r>
              <a:t>Support: read, scribe exact words or use the usual aid; record all prompts. Do not supply the assessed reason.</a:t>
            </a:r>
          </a:p>
          <a:p xmlns:a="http://schemas.openxmlformats.org/drawingml/2006/main">
            <a:r>
              <a:t>Evidence: An individual Week 7 assessment record linked to the actual CV, application and portfolio, a short mock-interview exchange with initial answers and prompts, a distinct feedback response, observed support, missing evidence, teacher judgement and a learner-agreed next step.</a:t>
            </a:r>
          </a:p>
          <a:p xmlns:a="http://schemas.openxmlformats.org/drawingml/2006/main">
            <a:r>
              <a:t>Scheme: LAUNCH Weekly - Autumn!C115; LAUNCH - Autumn!C19, D19, I19, J19; revision uploaded-source-2026-08-10.</a:t>
            </a:r>
          </a:p>
          <a:p xmlns:a="http://schemas.openxmlformats.org/drawingml/2006/main">
            <a:r>
              <a:t>Careers: This helps me explain my skills and choose a clear next step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CAREERS-LAUNCH-A2-W07 · Year A · Week beginning 14 December 2026</a:t>
            </a:r>
          </a:p>
          <a:p xmlns:a="http://schemas.openxmlformats.org/drawingml/2006/main">
            <a:r>
              <a:t>Term theme: Identity &amp; Belonging</a:t>
            </a:r>
          </a:p>
          <a:p xmlns:a="http://schemas.openxmlformats.org/drawingml/2006/main">
            <a:r>
              <a:t>Starter: 2 minutes.</a:t>
            </a:r>
          </a:p>
          <a:p xmlns:a="http://schemas.openxmlformats.org/drawingml/2006/main">
            <a:r>
              <a:t>Teacher: Use the diagram to retrieve one useful step. Accept pointing, speech or writing. Do not infer understanding from a nod alone.</a:t>
            </a:r>
          </a:p>
          <a:p xmlns:a="http://schemas.openxmlformats.org/drawingml/2006/main">
            <a:r>
              <a:t>Support: read, scribe exact words or use the usual aid; record all prompts. Do not supply the assessed reason.</a:t>
            </a:r>
          </a:p>
          <a:p xmlns:a="http://schemas.openxmlformats.org/drawingml/2006/main">
            <a:r>
              <a:t>Evidence: An individual Week 7 assessment record linked to the actual CV, application and portfolio, a short mock-interview exchange with initial answers and prompts, a distinct feedback response, observed support, missing evidence, teacher judgement and a learner-agreed next step.</a:t>
            </a:r>
          </a:p>
          <a:p xmlns:a="http://schemas.openxmlformats.org/drawingml/2006/main">
            <a:r>
              <a:t>Scheme: LAUNCH Weekly - Autumn!C115; LAUNCH - Autumn!C19, D19, I19, J19; revision uploaded-source-2026-08-10.</a:t>
            </a:r>
          </a:p>
          <a:p xmlns:a="http://schemas.openxmlformats.org/drawingml/2006/main">
            <a:r>
              <a:t>Careers: This helps me explain my skills and choose a clear next step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CAREERS-LAUNCH-A2-W07 · Year A · Week beginning 14 December 2026</a:t>
            </a:r>
          </a:p>
          <a:p xmlns:a="http://schemas.openxmlformats.org/drawingml/2006/main">
            <a:r>
              <a:t>Term theme: Identity &amp; Belonging</a:t>
            </a:r>
          </a:p>
          <a:p xmlns:a="http://schemas.openxmlformats.org/drawingml/2006/main">
            <a:r>
              <a:t>Today: 0 minutes.</a:t>
            </a:r>
          </a:p>
          <a:p xmlns:a="http://schemas.openxmlformats.org/drawingml/2006/main">
            <a:r>
              <a:t>Teacher: Read the exact weekly objective and the three success checks. Explain the careers link in plain words.</a:t>
            </a:r>
          </a:p>
          <a:p xmlns:a="http://schemas.openxmlformats.org/drawingml/2006/main">
            <a:r>
              <a:t>Support: read, scribe exact words or use the usual aid; record all prompts. Do not supply the assessed reason.</a:t>
            </a:r>
          </a:p>
          <a:p xmlns:a="http://schemas.openxmlformats.org/drawingml/2006/main">
            <a:r>
              <a:t>Evidence: An individual Week 7 assessment record linked to the actual CV, application and portfolio, a short mock-interview exchange with initial answers and prompts, a distinct feedback response, observed support, missing evidence, teacher judgement and a learner-agreed next step.</a:t>
            </a:r>
          </a:p>
          <a:p xmlns:a="http://schemas.openxmlformats.org/drawingml/2006/main">
            <a:r>
              <a:t>Scheme: LAUNCH Weekly - Autumn!C115; LAUNCH - Autumn!C19, D19, I19, J19; revision uploaded-source-2026-08-10.</a:t>
            </a:r>
          </a:p>
          <a:p xmlns:a="http://schemas.openxmlformats.org/drawingml/2006/main">
            <a:r>
              <a:t>Careers: This helps me explain my skills and choose a clear next step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CAREERS-LAUNCH-A2-W07 · Year A · Week beginning 14 December 2026</a:t>
            </a:r>
          </a:p>
          <a:p xmlns:a="http://schemas.openxmlformats.org/drawingml/2006/main">
            <a:r>
              <a:t>Term theme: Identity &amp; Belonging</a:t>
            </a:r>
          </a:p>
          <a:p xmlns:a="http://schemas.openxmlformats.org/drawingml/2006/main">
            <a:r>
              <a:t>Assessment instructions: 4 minutes.</a:t>
            </a:r>
          </a:p>
          <a:p xmlns:a="http://schemas.openxmlformats.org/drawingml/2006/main">
            <a:r>
              <a:t>Teacher: Explain the assessment procedure without giving answers to the assessed questions. Keep the role brief and usual support available.</a:t>
            </a:r>
          </a:p>
          <a:p xmlns:a="http://schemas.openxmlformats.org/drawingml/2006/main">
            <a:r>
              <a:t>Support: read, scribe exact words or use the usual aid; record all prompts. Do not supply the assessed reason.</a:t>
            </a:r>
          </a:p>
          <a:p xmlns:a="http://schemas.openxmlformats.org/drawingml/2006/main">
            <a:r>
              <a:t>Evidence: An individual Week 7 assessment record linked to the actual CV, application and portfolio, a short mock-interview exchange with initial answers and prompts, a distinct feedback response, observed support, missing evidence, teacher judgement and a learner-agreed next step.</a:t>
            </a:r>
          </a:p>
          <a:p xmlns:a="http://schemas.openxmlformats.org/drawingml/2006/main">
            <a:r>
              <a:t>Scheme: LAUNCH Weekly - Autumn!C115; LAUNCH - Autumn!C19, D19, I19, J19; revision uploaded-source-2026-08-10.</a:t>
            </a:r>
          </a:p>
          <a:p xmlns:a="http://schemas.openxmlformats.org/drawingml/2006/main">
            <a:r>
              <a:t>Careers: This helps me explain my skills and choose a clear next step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CAREERS-LAUNCH-A2-W07 · Year A · Week beginning 14 December 2026</a:t>
            </a:r>
          </a:p>
          <a:p xmlns:a="http://schemas.openxmlformats.org/drawingml/2006/main">
            <a:r>
              <a:t>Term theme: Identity &amp; Belonging</a:t>
            </a:r>
          </a:p>
          <a:p xmlns:a="http://schemas.openxmlformats.org/drawingml/2006/main">
            <a:r>
              <a:t>We Do: 3 minutes.</a:t>
            </a:r>
          </a:p>
          <a:p xmlns:a="http://schemas.openxmlformats.org/drawingml/2006/main">
            <a:r>
              <a:t>Teacher: B. Assessment records what was actually shown. A and C misstate the evidence. This procedural check is not the assessed interview. After it, keep adult prompts separate from each learner’s independent response.</a:t>
            </a:r>
          </a:p>
          <a:p xmlns:a="http://schemas.openxmlformats.org/drawingml/2006/main">
            <a:r>
              <a:t>Support: read, scribe exact words or use the usual aid; record all prompts. Do not supply the assessed reason.</a:t>
            </a:r>
          </a:p>
          <a:p xmlns:a="http://schemas.openxmlformats.org/drawingml/2006/main">
            <a:r>
              <a:t>Evidence: An individual Week 7 assessment record linked to the actual CV, application and portfolio, a short mock-interview exchange with initial answers and prompts, a distinct feedback response, observed support, missing evidence, teacher judgement and a learner-agreed next step.</a:t>
            </a:r>
          </a:p>
          <a:p xmlns:a="http://schemas.openxmlformats.org/drawingml/2006/main">
            <a:r>
              <a:t>Scheme: LAUNCH Weekly - Autumn!C115; LAUNCH - Autumn!C19, D19, I19, J19; revision uploaded-source-2026-08-10.</a:t>
            </a:r>
          </a:p>
          <a:p xmlns:a="http://schemas.openxmlformats.org/drawingml/2006/main">
            <a:r>
              <a:t>Careers: This helps me explain my skills and choose a clear next step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CAREERS-LAUNCH-A2-W07 · Year A · Week beginning 14 December 2026</a:t>
            </a:r>
          </a:p>
          <a:p xmlns:a="http://schemas.openxmlformats.org/drawingml/2006/main">
            <a:r>
              <a:t>Term theme: Identity &amp; Belonging</a:t>
            </a:r>
          </a:p>
          <a:p xmlns:a="http://schemas.openxmlformats.org/drawingml/2006/main">
            <a:r>
              <a:t>Assessment task: 14 minutes.</a:t>
            </a:r>
          </a:p>
          <a:p xmlns:a="http://schemas.openxmlformats.org/drawingml/2006/main">
            <a:r>
              <a:t>Teacher: During the 14-minute assessment block, allow up to six minutes with each learner plus two minutes for changeover. The other learner quietly checks their own index and identifies a next step. Ask the three supplied questions without supplying content. Record actual words, work references and each prompt. If only one question is attempted, keep the remaining gaps visible. Use the eight-minute evidence block to verify the portfolio links and capture a separate feedback response.</a:t>
            </a:r>
          </a:p>
          <a:p xmlns:a="http://schemas.openxmlformats.org/drawingml/2006/main">
            <a:r>
              <a:t>Support: read, scribe exact words or use the usual aid; record all prompts. Do not supply the assessed reason.</a:t>
            </a:r>
          </a:p>
          <a:p xmlns:a="http://schemas.openxmlformats.org/drawingml/2006/main">
            <a:r>
              <a:t>Evidence: An individual Week 7 assessment record linked to the actual CV, application and portfolio, a short mock-interview exchange with initial answers and prompts, a distinct feedback response, observed support, missing evidence, teacher judgement and a learner-agreed next step.</a:t>
            </a:r>
          </a:p>
          <a:p xmlns:a="http://schemas.openxmlformats.org/drawingml/2006/main">
            <a:r>
              <a:t>Scheme: LAUNCH Weekly - Autumn!C115; LAUNCH - Autumn!C19, D19, I19, J19; revision uploaded-source-2026-08-10.</a:t>
            </a:r>
          </a:p>
          <a:p xmlns:a="http://schemas.openxmlformats.org/drawingml/2006/main">
            <a:r>
              <a:t>Careers: This helps me explain my skills and choose a clear next step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CAREERS-LAUNCH-A2-W07 · Year A · Week beginning 14 December 2026</a:t>
            </a:r>
          </a:p>
          <a:p xmlns:a="http://schemas.openxmlformats.org/drawingml/2006/main">
            <a:r>
              <a:t>Term theme: Identity &amp; Belonging</a:t>
            </a:r>
          </a:p>
          <a:p xmlns:a="http://schemas.openxmlformats.org/drawingml/2006/main">
            <a:r>
              <a:t>Assessment evidence: 8 minutes.</a:t>
            </a:r>
          </a:p>
          <a:p xmlns:a="http://schemas.openxmlformats.org/drawingml/2006/main">
            <a:r>
              <a:t>Teacher: Capture actual words and work references. Keep the initial evidence, exact prompt and later response separate. Record any unattempted mode, question or missing item.</a:t>
            </a:r>
          </a:p>
          <a:p xmlns:a="http://schemas.openxmlformats.org/drawingml/2006/main">
            <a:r>
              <a:t>Support: read, scribe exact words or use the usual aid; record all prompts. Do not supply the assessed reason.</a:t>
            </a:r>
          </a:p>
          <a:p xmlns:a="http://schemas.openxmlformats.org/drawingml/2006/main">
            <a:r>
              <a:t>Evidence: An individual Week 7 assessment record linked to the actual CV, application and portfolio, a short mock-interview exchange with initial answers and prompts, a distinct feedback response, observed support, missing evidence, teacher judgement and a learner-agreed next step.</a:t>
            </a:r>
          </a:p>
          <a:p xmlns:a="http://schemas.openxmlformats.org/drawingml/2006/main">
            <a:r>
              <a:t>Scheme: LAUNCH Weekly - Autumn!C115; LAUNCH - Autumn!C19, D19, I19, J19; revision uploaded-source-2026-08-10.</a:t>
            </a:r>
          </a:p>
          <a:p xmlns:a="http://schemas.openxmlformats.org/drawingml/2006/main">
            <a:r>
              <a:t>Careers: This helps me explain my skills and choose a clear next step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CAREERS-LAUNCH-A2-W07 · Year A · Week beginning 14 December 2026</a:t>
            </a:r>
          </a:p>
          <a:p xmlns:a="http://schemas.openxmlformats.org/drawingml/2006/main">
            <a:r>
              <a:t>Term theme: Identity &amp; Belonging</a:t>
            </a:r>
          </a:p>
          <a:p xmlns:a="http://schemas.openxmlformats.org/drawingml/2006/main">
            <a:r>
              <a:t>Tidy and evidence check: 4 minutes.</a:t>
            </a:r>
          </a:p>
          <a:p xmlns:a="http://schemas.openxmlformats.org/drawingml/2006/main">
            <a:r>
              <a:t>Teacher: Check ownership, learner ID, support and actual storage reference. Do not tick banked until the work is actually banked. Agree a next step.</a:t>
            </a:r>
          </a:p>
          <a:p xmlns:a="http://schemas.openxmlformats.org/drawingml/2006/main">
            <a:r>
              <a:t>Support: read, scribe exact words or use the usual aid; record all prompts. Do not supply the assessed reason.</a:t>
            </a:r>
          </a:p>
          <a:p xmlns:a="http://schemas.openxmlformats.org/drawingml/2006/main">
            <a:r>
              <a:t>Evidence: An individual Week 7 assessment record linked to the actual CV, application and portfolio, a short mock-interview exchange with initial answers and prompts, a distinct feedback response, observed support, missing evidence, teacher judgement and a learner-agreed next step.</a:t>
            </a:r>
          </a:p>
          <a:p xmlns:a="http://schemas.openxmlformats.org/drawingml/2006/main">
            <a:r>
              <a:t>Scheme: LAUNCH Weekly - Autumn!C115; LAUNCH - Autumn!C19, D19, I19, J19; revision uploaded-source-2026-08-10.</a:t>
            </a:r>
          </a:p>
          <a:p xmlns:a="http://schemas.openxmlformats.org/drawingml/2006/main">
            <a:r>
              <a:t>Careers: This helps me explain my skills and choose a clear next step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CAREERS-LAUNCH-A2-W07 · Year A · Week beginning 14 December 2026</a:t>
            </a:r>
          </a:p>
          <a:p xmlns:a="http://schemas.openxmlformats.org/drawingml/2006/main">
            <a:r>
              <a:t>Term theme: Identity &amp; Belonging</a:t>
            </a:r>
          </a:p>
          <a:p xmlns:a="http://schemas.openxmlformats.org/drawingml/2006/main">
            <a:r>
              <a:t>Exit ticket: 2 minutes.</a:t>
            </a:r>
          </a:p>
          <a:p xmlns:a="http://schemas.openxmlformats.org/drawingml/2006/main">
            <a:r>
              <a:t>Teacher: Take an individual exit response in the chosen mode. Record one next teaching need; a learner may respond privately.</a:t>
            </a:r>
          </a:p>
          <a:p xmlns:a="http://schemas.openxmlformats.org/drawingml/2006/main">
            <a:r>
              <a:t>Support: read, scribe exact words or use the usual aid; record all prompts. Do not supply the assessed reason.</a:t>
            </a:r>
          </a:p>
          <a:p xmlns:a="http://schemas.openxmlformats.org/drawingml/2006/main">
            <a:r>
              <a:t>Evidence: An individual Week 7 assessment record linked to the actual CV, application and portfolio, a short mock-interview exchange with initial answers and prompts, a distinct feedback response, observed support, missing evidence, teacher judgement and a learner-agreed next step.</a:t>
            </a:r>
          </a:p>
          <a:p xmlns:a="http://schemas.openxmlformats.org/drawingml/2006/main">
            <a:r>
              <a:t>Scheme: LAUNCH Weekly - Autumn!C115; LAUNCH - Autumn!C19, D19, I19, J19; revision uploaded-source-2026-08-10.</a:t>
            </a:r>
          </a:p>
          <a:p xmlns:a="http://schemas.openxmlformats.org/drawingml/2006/main">
            <a:r>
              <a:t>Careers: This helps me explain my skills and choose a clear next step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CAREERS-LAUNCH-A2-W07 · Year A · Week beginning 14 December 2026</a:t>
            </a:r>
          </a:p>
          <a:p xmlns:a="http://schemas.openxmlformats.org/drawingml/2006/main">
            <a:r>
              <a:t>Term theme: Identity &amp; Belonging</a:t>
            </a:r>
          </a:p>
          <a:p xmlns:a="http://schemas.openxmlformats.org/drawingml/2006/main">
            <a:r>
              <a:t>Vocabulary: 0 minutes.</a:t>
            </a:r>
          </a:p>
          <a:p xmlns:a="http://schemas.openxmlformats.org/drawingml/2006/main">
            <a:r>
              <a:t>Teacher: Keep the vocabulary mat available throughout. Read a word aloud and pair it with a concrete example if needed.</a:t>
            </a:r>
          </a:p>
          <a:p xmlns:a="http://schemas.openxmlformats.org/drawingml/2006/main">
            <a:r>
              <a:t>Support: read, scribe exact words or use the usual aid; record all prompts. Do not supply the assessed reason.</a:t>
            </a:r>
          </a:p>
          <a:p xmlns:a="http://schemas.openxmlformats.org/drawingml/2006/main">
            <a:r>
              <a:t>Evidence: An individual Week 7 assessment record linked to the actual CV, application and portfolio, a short mock-interview exchange with initial answers and prompts, a distinct feedback response, observed support, missing evidence, teacher judgement and a learner-agreed next step.</a:t>
            </a:r>
          </a:p>
          <a:p xmlns:a="http://schemas.openxmlformats.org/drawingml/2006/main">
            <a:r>
              <a:t>Scheme: LAUNCH Weekly - Autumn!C115; LAUNCH - Autumn!C19, D19, I19, J19; revision uploaded-source-2026-08-10.</a:t>
            </a:r>
          </a:p>
          <a:p xmlns:a="http://schemas.openxmlformats.org/drawingml/2006/main">
            <a:r>
              <a:t>Careers: This helps me explain my skills and choose a clear next step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CAREERS-LAUNCH-A2-W07 · Year A · Week beginning 14 December 2026</a:t>
            </a:r>
          </a:p>
          <a:p xmlns:a="http://schemas.openxmlformats.org/drawingml/2006/main">
            <a:r>
              <a:t>Term theme: Identity &amp; Belonging</a:t>
            </a:r>
          </a:p>
          <a:p xmlns:a="http://schemas.openxmlformats.org/drawingml/2006/main">
            <a:r>
              <a:t>Staff brief: 0 minutes.</a:t>
            </a:r>
          </a:p>
          <a:p xmlns:a="http://schemas.openxmlformats.org/drawingml/2006/main">
            <a:r>
              <a:t>Teacher: Use fictional role briefs and learner IDs. No real names, contacts, addresses, accounts, passwords or referee details. No calls, emails or applications are sent. Offer speech, pointing, writing, scribing or the learner’s usual communication aid. No forced pair work, public performance or personal disclosure. If a concern arises, listen privately and follow the local safeguarding route. This is the assessing lesson. Use the local teaching checks: CV shows relevant skills with a true example; application addresses the fictional role and is clear enough to follow; interview answer gives a relevant example or explains a sensible help request. For each, record shown independently, shown with support or not yet, alongside evidence and the precise support. These are teaching judgements, not awarding-body criteria or a qualification completion decision. Do not assess eye contact, accent, speaking speed or confidence. Preserve initial evidence before feedback.</a:t>
            </a:r>
          </a:p>
          <a:p xmlns:a="http://schemas.openxmlformats.org/drawingml/2006/main">
            <a:r>
              <a:t>Support: read, scribe exact words or use the usual aid; record all prompts. Do not supply the assessed reason.</a:t>
            </a:r>
          </a:p>
          <a:p xmlns:a="http://schemas.openxmlformats.org/drawingml/2006/main">
            <a:r>
              <a:t>Evidence: An individual Week 7 assessment record linked to the actual CV, application and portfolio, a short mock-interview exchange with initial answers and prompts, a distinct feedback response, observed support, missing evidence, teacher judgement and a learner-agreed next step.</a:t>
            </a:r>
          </a:p>
          <a:p xmlns:a="http://schemas.openxmlformats.org/drawingml/2006/main">
            <a:r>
              <a:t>Scheme: LAUNCH Weekly - Autumn!C115; LAUNCH - Autumn!C19, D19, I19, J19; revision uploaded-source-2026-08-10.</a:t>
            </a:r>
          </a:p>
          <a:p xmlns:a="http://schemas.openxmlformats.org/drawingml/2006/main">
            <a:r>
              <a:t>Careers: This helps me explain my skills and choose a clear next step for work or training.</a:t>
            </a:r>
          </a:p>
          <a:p xmlns:a="http://schemas.openxmlformats.org/drawingml/2006/main">
            <a:r>
              <a:t>Unit: Applications, CVs &amp; digital footprint</a:t>
            </a:r>
          </a:p>
          <a:p xmlns:a="http://schemas.openxmlformats.org/drawingml/2006/main">
            <a:r>
              <a:t>Accreditation: The qualification: accredited units for applications and interviews.</a:t>
            </a:r>
          </a:p>
          <a:p xmlns:a="http://schemas.openxmlformats.org/drawingml/2006/main">
            <a:r>
              <a:t>Assessment: F: draft CV feedback.  S: completed CV + mock-interview assessment (Dec data drop).</a:t>
            </a:r>
          </a:p>
          <a:p xmlns:a="http://schemas.openxmlformats.org/drawingml/2006/main">
            <a:r>
              <a:t>Week 7 is the assessing lesson.</a:t>
            </a:r>
          </a:p>
          <a:p xmlns:a="http://schemas.openxmlformats.org/drawingml/2006/main">
            <a:r>
              <a:t>Sources: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7db81d71714c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57166e147242b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b47365b6fc44c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bf00d1d5f2847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f9b0c84eaa94c5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56371f692bc4b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8f98599c714736" /><Relationship Type="http://schemas.openxmlformats.org/officeDocument/2006/relationships/slideLayout" Target="/ppt/slideLayouts/slideLayout1.xml" Id="R7961bc98df7040c9" /><Relationship Type="http://schemas.openxmlformats.org/officeDocument/2006/relationships/slideLayout" Target="/ppt/slideLayouts/slideLayout2.xml" Id="R1549ce1419a14154" /><Relationship Type="http://schemas.openxmlformats.org/officeDocument/2006/relationships/slideLayout" Target="/ppt/slideLayouts/slideLayout3.xml" Id="Rad7809720fae4c4f" /><Relationship Type="http://schemas.openxmlformats.org/officeDocument/2006/relationships/slideLayout" Target="/ppt/slideLayouts/slideLayout4.xml" Id="Rc23ec74c1fe84b67" /><Relationship Type="http://schemas.openxmlformats.org/officeDocument/2006/relationships/slideLayout" Target="/ppt/slideLayouts/slideLayout5.xml" Id="Re79af71aace54ea6" /><Relationship Type="http://schemas.openxmlformats.org/officeDocument/2006/relationships/slideLayout" Target="/ppt/slideLayouts/slideLayout6.xml" Id="Rd34869ce327840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61bc98df7040c9"/>
    <p:sldLayoutId xmlns:r="http://schemas.openxmlformats.org/officeDocument/2006/relationships" id="2147483650" r:id="R1549ce1419a14154"/>
    <p:sldLayoutId xmlns:r="http://schemas.openxmlformats.org/officeDocument/2006/relationships" id="2147483651" r:id="Rad7809720fae4c4f"/>
    <p:sldLayoutId xmlns:r="http://schemas.openxmlformats.org/officeDocument/2006/relationships" id="2147483652" r:id="Rc23ec74c1fe84b67"/>
    <p:sldLayoutId xmlns:r="http://schemas.openxmlformats.org/officeDocument/2006/relationships" id="2147483653" r:id="Re79af71aace54ea6"/>
    <p:sldLayoutId xmlns:r="http://schemas.openxmlformats.org/officeDocument/2006/relationships" id="2147483654" r:id="Rd34869ce32784031"/>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268cc77c9b54952" /><Relationship Type="http://schemas.openxmlformats.org/officeDocument/2006/relationships/notesSlide" Target="/ppt/notesSlides/notesSlide1.xml" Id="R1b8b931f321941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18bd2935c514d18" /><Relationship Type="http://schemas.openxmlformats.org/officeDocument/2006/relationships/notesSlide" Target="/ppt/notesSlides/notesSlide2.xml" Id="Re8f2c1c099c141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1bc4894244b495a" /><Relationship Type="http://schemas.openxmlformats.org/officeDocument/2006/relationships/image" Target="/ppt/media/image.png" Id="R534fbd2ab9c54841" /><Relationship Type="http://schemas.openxmlformats.org/officeDocument/2006/relationships/notesSlide" Target="/ppt/notesSlides/notesSlide3.xml" Id="R6741ec416efd45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99acaaa821f4a69" /><Relationship Type="http://schemas.openxmlformats.org/officeDocument/2006/relationships/notesSlide" Target="/ppt/notesSlides/notesSlide4.xml" Id="R718da492dfb346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9b3f3e9840542ac" /><Relationship Type="http://schemas.openxmlformats.org/officeDocument/2006/relationships/notesSlide" Target="/ppt/notesSlides/notesSlide5.xml" Id="R834fbee6712941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8f41e80b5b14eee" /><Relationship Type="http://schemas.openxmlformats.org/officeDocument/2006/relationships/notesSlide" Target="/ppt/notesSlides/notesSlide6.xml" Id="Rf1b2b84ca10f4d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b969f2b627e4762" /><Relationship Type="http://schemas.openxmlformats.org/officeDocument/2006/relationships/notesSlide" Target="/ppt/notesSlides/notesSlide7.xml" Id="Rcea47ce6364449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642f9c3a25c4747" /><Relationship Type="http://schemas.openxmlformats.org/officeDocument/2006/relationships/notesSlide" Target="/ppt/notesSlides/notesSlide8.xml" Id="Rb0570091a77b4e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9c6ebfd81534df3" /><Relationship Type="http://schemas.openxmlformats.org/officeDocument/2006/relationships/notesSlide" Target="/ppt/notesSlides/notesSlide9.xml" Id="Rd4c5fd2d10d64a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ee444f2d2f64811" /><Relationship Type="http://schemas.openxmlformats.org/officeDocument/2006/relationships/notesSlide" Target="/ppt/notesSlides/notesSlide10.xml" Id="Rec05dda08dd64c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e9fdbe35b254f76" /><Relationship Type="http://schemas.openxmlformats.org/officeDocument/2006/relationships/notesSlide" Target="/ppt/notesSlides/notesSlide11.xml" Id="R6604adda68f44cf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b68a9cea5b74123" /><Relationship Type="http://schemas.openxmlformats.org/officeDocument/2006/relationships/notesSlide" Target="/ppt/notesSlides/notesSlide12.xml" Id="R2bac205466ba4c3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TITLE AND BIG QUESTION</a:t>
            </a:r>
          </a: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CV and application portfolio review</a:t>
            </a:r>
          </a: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a:p xmlns:a="http://schemas.openxmlformats.org/drawingml/2006/main">
            <a:pPr algn="l">
              <a:buNone/>
              <a:defRPr sz="2250" b="0">
                <a:solidFill>
                  <a:srgbClr val="146B68"/>
                </a:solidFill>
                <a:latin typeface="Arial"/>
                <a:ea typeface="Arial"/>
                <a:cs typeface="Arial"/>
              </a:defRPr>
            </a:pPr>
            <a:r>
              <a:rPr sz="2250" b="0">
                <a:solidFill>
                  <a:srgbClr val="146B68"/>
                </a:solidFill>
                <a:latin typeface="Arial"/>
                <a:ea typeface="Arial"/>
                <a:cs typeface="Arial"/>
              </a:rPr>
              <a:t>Year A · Week 7 · 14–18 December 2026 · 40 minutes</a:t>
            </a:r>
          </a: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CAREERS-LAUNCH-A2-W07</a:t>
            </a:r>
          </a: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can my work show, and what is still to do?</a:t>
            </a:r>
          </a: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This helps me explain my skills and choose a clear next step for work or training.</a:t>
            </a:r>
          </a: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47548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Term theme: Identity &amp; Belonging</a:t>
            </a:r>
          </a: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3 min</a:t>
            </a:r>
          </a: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Ready for a calm start</a:t>
            </a:r>
          </a: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CAREERS-LAUNCH-A2-W07</a:t>
            </a:r>
          </a: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Check how you feel in private.</a:t>
            </a:r>
          </a: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a quiet seat or a short pause.</a:t>
            </a:r>
          </a: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your work space clear.</a:t>
            </a:r>
          </a: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the adult if you need support.</a:t>
            </a:r>
          </a: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the agreed help route.</a:t>
            </a:r>
          </a: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We listen without judging each other.</a:t>
            </a:r>
          </a: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STARTER</a:t>
            </a:r>
          </a: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2 min</a:t>
            </a:r>
          </a: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Look at the diagram</a:t>
            </a:r>
          </a: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CAREERS-LAUNCH-A2-W07</a:t>
            </a:r>
          </a: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pic>
        <p:nvPicPr>
          <p:cNvPr id="18" name="">
            <a:extLst xmlns:a="http://schemas.openxmlformats.org/drawingml/2006/main">
              <a:ext uri="{FF2B5EF4-FFF2-40B4-BE49-F238E27FC236}">
                <a16:creationId xmlns:a16="http://schemas.microsoft.com/office/drawing/2014/main" id="{4AEEC46C-8CF9-42CF-9E4E-52161496C7CD}"/>
              </a:ext>
            </a:extLst>
          </p:cNvPr>
          <p:cNvPicPr>
            <a:picLocks xmlns:a="http://schemas.openxmlformats.org/drawingml/2006/main" noChangeAspect="1"/>
          </p:cNvPicPr>
          <p:nvPr/>
        </p:nvPicPr>
        <p:blipFill>
          <a:blip xmlns:r="http://schemas.openxmlformats.org/officeDocument/2006/relationships" xmlns:a="http://schemas.openxmlformats.org/drawingml/2006/main" r:embed="R534fbd2ab9c54841"/>
          <a:stretch xmlns:a="http://schemas.openxmlformats.org/drawingml/2006/main"/>
        </p:blipFill>
        <p:spPr>
          <a:xfrm xmlns:a="http://schemas.openxmlformats.org/drawingml/2006/main">
            <a:off x="609600" y="1770459"/>
            <a:ext cx="6343650" cy="3964781"/>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7381875" y="1714500"/>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Read the assessment route.</a:t>
            </a:r>
          </a: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7381875" y="2199704"/>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What makes work useful evidence?</a:t>
            </a:r>
          </a: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7381875" y="2684907"/>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How can you show that help was used?</a:t>
            </a:r>
          </a: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7381875" y="3483864"/>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Point to the step that keeps gaps visible.</a:t>
            </a:r>
          </a: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Today</a:t>
            </a:r>
          </a: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CAREERS-LAUNCH-A2-W07</a:t>
            </a:r>
          </a: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CV &amp; application portfolio (Dec).</a:t>
            </a:r>
          </a: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can show my CV and application work.</a:t>
            </a:r>
          </a: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can explain one true example in a short interview.</a:t>
            </a:r>
          </a: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 can name a strength, a gap and a next step.</a:t>
            </a:r>
          </a: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ASSESSMENT INSTRUCTIONS</a:t>
            </a:r>
          </a: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4 min</a:t>
            </a:r>
          </a: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Assessment instructions</a:t>
            </a:r>
          </a: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CAREERS-LAUNCH-A2-W07</a:t>
            </a:r>
          </a: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Use your own CV and application work.</a:t>
            </a:r>
          </a: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Use the made-up role brief.</a:t>
            </a:r>
          </a: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adult will ask three short questions.</a:t>
            </a:r>
          </a: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You can ask for a question to be explained.</a:t>
            </a:r>
          </a: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Use your usual aid; record the help used.</a:t>
            </a:r>
          </a: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missing item is marked not yet.</a:t>
            </a:r>
          </a: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buNone/>
              <a:defRPr sz="2025" b="0">
                <a:solidFill>
                  <a:srgbClr val="146B68"/>
                </a:solidFill>
                <a:latin typeface="Arial"/>
                <a:ea typeface="Arial"/>
                <a:cs typeface="Arial"/>
              </a:defRPr>
            </a:lvl1pPr>
            <a:lvl2pPr algn="l">
              <a:buNone/>
              <a:defRPr sz="2025" b="0">
                <a:solidFill>
                  <a:srgbClr val="146B68"/>
                </a:solidFill>
                <a:latin typeface="Arial"/>
                <a:ea typeface="Arial"/>
                <a:cs typeface="Arial"/>
              </a:defRPr>
            </a:lvl2pPr>
            <a:lvl3pPr algn="l">
              <a:buNone/>
              <a:defRPr sz="2025" b="0">
                <a:solidFill>
                  <a:srgbClr val="146B68"/>
                </a:solidFill>
                <a:latin typeface="Arial"/>
                <a:ea typeface="Arial"/>
                <a:cs typeface="Arial"/>
              </a:defRPr>
            </a:lvl3pPr>
            <a:lvl4pPr algn="l">
              <a:buNone/>
              <a:defRPr sz="2025" b="0">
                <a:solidFill>
                  <a:srgbClr val="146B68"/>
                </a:solidFill>
                <a:latin typeface="Arial"/>
                <a:ea typeface="Arial"/>
                <a:cs typeface="Arial"/>
              </a:defRPr>
            </a:lvl4pPr>
            <a:lvl5pPr algn="l">
              <a:buNone/>
              <a:defRPr sz="2025" b="0">
                <a:solidFill>
                  <a:srgbClr val="146B68"/>
                </a:solidFill>
                <a:latin typeface="Arial"/>
                <a:ea typeface="Arial"/>
                <a:cs typeface="Arial"/>
              </a:defRPr>
            </a:lvl5pPr>
            <a:lvl6pPr algn="l">
              <a:buNone/>
              <a:defRPr sz="2025" b="0">
                <a:solidFill>
                  <a:srgbClr val="146B68"/>
                </a:solidFill>
                <a:latin typeface="Arial"/>
                <a:ea typeface="Arial"/>
                <a:cs typeface="Arial"/>
              </a:defRPr>
            </a:lvl6pPr>
            <a:lvl7pPr algn="l">
              <a:buNone/>
              <a:defRPr sz="2025" b="0">
                <a:solidFill>
                  <a:srgbClr val="146B68"/>
                </a:solidFill>
                <a:latin typeface="Arial"/>
                <a:ea typeface="Arial"/>
                <a:cs typeface="Arial"/>
              </a:defRPr>
            </a:lvl7pPr>
            <a:lvl8pPr algn="l">
              <a:buNone/>
              <a:defRPr sz="2025" b="0">
                <a:solidFill>
                  <a:srgbClr val="146B68"/>
                </a:solidFill>
                <a:latin typeface="Arial"/>
                <a:ea typeface="Arial"/>
                <a:cs typeface="Arial"/>
              </a:defRPr>
            </a:lvl8pPr>
            <a:lvl9pPr algn="l">
              <a:buNone/>
              <a:defRPr sz="2025" b="0">
                <a:solidFill>
                  <a:srgbClr val="146B68"/>
                </a:solidFill>
                <a:latin typeface="Arial"/>
                <a:ea typeface="Arial"/>
                <a:cs typeface="Arial"/>
              </a:defRPr>
            </a:lvl9pPr>
          </a:lstStyle>
          <a:p xmlns:a="http://schemas.openxmlformats.org/drawingml/2006/main">
            <a:pPr algn="l">
              <a:buNone/>
              <a:defRPr sz="2025" b="0">
                <a:solidFill>
                  <a:srgbClr val="146B68"/>
                </a:solidFill>
                <a:latin typeface="Arial"/>
                <a:ea typeface="Arial"/>
                <a:cs typeface="Arial"/>
              </a:defRPr>
            </a:pPr>
            <a:r>
              <a:rPr sz="2025" b="0">
                <a:solidFill>
                  <a:srgbClr val="146B68"/>
                </a:solidFill>
                <a:latin typeface="Arial"/>
                <a:ea typeface="Arial"/>
                <a:cs typeface="Arial"/>
              </a:rPr>
              <a:t>Show what you can do. Keep the record honest.</a:t>
            </a:r>
          </a: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3 min</a:t>
            </a:r>
          </a: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Which step fits the facts?</a:t>
            </a:r>
          </a: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CAREERS-LAUNCH-A2-W07</a:t>
            </a:r>
          </a: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piece of work is missing. How is it recorded?</a:t>
            </a:r>
          </a: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Complete, because the learner tried hard.</a:t>
            </a:r>
          </a: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B  Not yet, with the gap and next step.</a:t>
            </a:r>
          </a: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  Complete, using another learner’s work.</a:t>
            </a:r>
          </a: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ASSESSMENT TASK</a:t>
            </a:r>
          </a: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14 min</a:t>
            </a:r>
          </a: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Show your work</a:t>
            </a:r>
          </a: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CAREERS-LAUNCH-A2-W07</a:t>
            </a:r>
          </a: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your CV and application work.</a:t>
            </a:r>
          </a: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Supported: show one item and answer one question.</a:t>
            </a:r>
          </a: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Independent: show both items and give an example.</a:t>
            </a:r>
          </a: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Aspire: explain how you would adapt an item.</a:t>
            </a:r>
          </a: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your own words. Record gaps and help.</a:t>
            </a:r>
          </a: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ASSESSMENT EVIDENCE</a:t>
            </a:r>
          </a: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8 min</a:t>
            </a:r>
          </a: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assessment record</a:t>
            </a:r>
          </a: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CAREERS-LAUNCH-A2-W07</a:t>
            </a:r>
          </a: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Link the record to the actual work shown.</a:t>
            </a:r>
          </a: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question and your first answer.</a:t>
            </a:r>
          </a: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feedback and your later response apart.</a:t>
            </a:r>
          </a: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a next step from the evidence.</a:t>
            </a:r>
          </a: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Tidy and check</a:t>
            </a:r>
          </a: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CAREERS-LAUNCH-A2-W07</a:t>
            </a:r>
          </a: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Check your learner ID and both pages.</a:t>
            </a:r>
          </a: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your work and record the help used.</a:t>
            </a:r>
          </a: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Put resources away safely.</a:t>
            </a:r>
          </a: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Tell the adult your next step.</a:t>
            </a:r>
          </a: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Exit ticket</a:t>
            </a:r>
          </a: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CAREERS-LAUNCH-A2-W07</a:t>
            </a:r>
          </a: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does your work show well?</a:t>
            </a:r>
          </a: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is still missing or needs practice?</a:t>
            </a:r>
          </a: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is the next step you have chosen?</a:t>
            </a:r>
          </a: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Words that help</a:t>
            </a:r>
          </a: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CAREERS-LAUNCH-A2-W07</a:t>
            </a:r>
          </a: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Assess: Check what you can do.</a:t>
            </a:r>
          </a: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CV: A short record of skills.</a:t>
            </a:r>
          </a: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Application: A request for a role.</a:t>
            </a:r>
          </a: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Example: A real task you can explain.</a:t>
            </a:r>
          </a: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Support: Help used to take part.</a:t>
            </a:r>
          </a: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Gap: Something not yet shown.</a:t>
            </a:r>
          </a: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Next step: What I will try next.</a:t>
            </a:r>
          </a: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CAREERS-LAUNCH-A2-W07</a:t>
            </a:r>
          </a: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Read the planner and local support route.</a:t>
            </a:r>
          </a: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the task limits and right to pass.</a:t>
            </a:r>
          </a: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TA: scribe exact words; record physical help.</a:t>
            </a:r>
          </a: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each learner’s own evidence.</a:t>
            </a:r>
          </a: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Learner voice: Space, Voice, Audience, Influence.</a:t>
            </a:r>
          </a: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
  <dc:title>CV and application portfolio review</dc:title>
  <dcterms:created xsi:type="dcterms:W3CDTF">2026-10-25T11:13:00.7230000Z</dcterms:created>
  <dcterms:modified xsi:type="dcterms:W3CDTF">2026-10-25T11:13:00.7230000Z</dcterms:modified>
</coreProperties>
</file>