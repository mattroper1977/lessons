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CAREERS-LAUNCH-A2-W03 · Year A · Week beginning 16 November 2026</ns0:t>
            </ns0:r>
          </ns0:p>
          <ns1:p xmlns:ns1="http://schemas.openxmlformats.org/drawingml/2006/main">
            <ns1:r>
              <ns1:t>Term theme: Identity &amp; Belonging</ns1:t>
            </ns1:r>
          </ns1:p>
          <ns2:p xmlns:ns2="http://schemas.openxmlformats.org/drawingml/2006/main">
            <ns2:r>
              <ns2:t>Title and big question: 0 minutes.</ns2:t>
            </ns2:r>
          </ns2:p>
          <ns3:p xmlns:ns3="http://schemas.openxmlformats.org/drawingml/2006/main">
            <ns3:r>
              <ns3:t>Teacher: Open the big question without requiring personal disclosure. Staff enter the actual date in the planner.</ns3:t>
            </ns3:r>
          </ns3:p>
          <ns4:p xmlns:ns4="http://schemas.openxmlformats.org/drawingml/2006/main">
            <ns4:r>
              <ns4:t>TA: offer processing time, read or scribe exact words, record physical help and avoid supplying the assessed answer.</ns4:t>
            </ns4:r>
          </ns4:p>
          <ns5:p xmlns:ns5="http://schemas.openxmlformats.org/drawingml/2006/main">
            <ns5:r>
              <ns5:t>Evidence: CAREERS-LAUNCH-A2-W3-E1; An individual review of fictional posts, with a chosen action and reason, one safer rewritten post, audience check, feedback response, actual support and visible gaps. No personal account is inspected.</ns5:t>
            </ns5:r>
          </ns5:p>
          <ns6:p xmlns:ns6="http://schemas.openxmlformats.org/drawingml/2006/main">
            <ns6:r>
              <ns6:t>Scheme: LAUNCH Weekly - Autumn!C111; LAUNCH - Autumn!D19, I19, J19; revision uploaded-source-2026-08-10.</ns6:t>
            </ns6:r>
          </ns6:p>
          <ns7:p xmlns:ns7="http://schemas.openxmlformats.org/drawingml/2006/main">
            <ns7:r>
              <ns7:t>Where this leads: This helps me share work with care when I seek work or training.</ns7:t>
            </ns7:r>
          </ns7:p>
          <ns8:p xmlns:ns8="http://schemas.openxmlformats.org/drawingml/2006/main">
            <ns8:r>
              <ns8:t>Source objective: Manage my digital footprint.</ns8:t>
            </ns8:r>
          </ns8:p>
          <ns9:p xmlns:ns9="http://schemas.openxmlformats.org/drawingml/2006/main">
            <ns9:r>
              <ns9:t>Calendar: Year A. One 40-minute Careers lesson per week. Week 3 is 16–20 November; Week 4 is 23–27 November 2026. No teaching day or clock slot is inferred. Staff enter the actual teaching date. Week 4 practice is formative; Week 7 is the assessing lesson.</ns9:t>
            </ns9:r>
          </ns9:p>
          <ns10:p xmlns:ns10="http://schemas.openxmlformats.org/drawingml/2006/main">
            <ns10:r>
              <ns10:t>Unit: Applications, CVs &amp; digital footprint</ns10:t>
            </ns10:r>
          </ns10:p>
          <ns11:p xmlns:ns11="http://schemas.openxmlformats.org/drawingml/2006/main">
            <ns11:r>
              <ns11:t>Accreditation: The qualification: accredited units for applications and interviews.</ns11:t>
            </ns11:r>
          </ns11:p>
          <ns12:p xmlns:ns12="http://schemas.openxmlformats.org/drawingml/2006/main">
            <ns12:r>
              <ns12:t>Assessment: F: draft CV feedback.  S: completed CV + mock-interview assessment (Dec data drop).</ns12:t>
            </ns12:r>
          </ns12:p>
          <ns13:p xmlns:ns13="http://schemas.openxmlformats.org/drawingml/2006/main">
            <ns13:r>
              <ns13:t>Sources: https://www.ncsc.gov.uk/guidance/social-media-how-to-use-it-safely</ns13:t>
            </ns13:r>
          </ns13:p>
          <ns14:p xmlns:ns14="http://schemas.openxmlformats.org/drawingml/2006/main">
            <ns14:r>
              <ns14:t>Lesson resource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CAREERS-LAUNCH-A2-W03 · Year A · Week beginning 16 November 2026</ns0:t>
            </ns0:r>
          </ns0:p>
          <ns1:p xmlns:ns1="http://schemas.openxmlformats.org/drawingml/2006/main">
            <ns1:r>
              <ns1:t>Term theme: Identity &amp; Belonging</ns1:t>
            </ns1:r>
          </ns1:p>
          <ns2:p xmlns:ns2="http://schemas.openxmlformats.org/drawingml/2006/main">
            <ns2:r>
              <ns2:t>Arrival and regulation: 4 minutes.</ns2:t>
            </ns2:r>
          </ns2:p>
          <ns3:p xmlns:ns3="http://schemas.openxmlformats.org/drawingml/2006/main">
            <ns3:r>
              <ns3:t>Teacher: Use a private check-in, quiet start and processing time. Identify the available adult and backup support route.</ns3:t>
            </ns3:r>
          </ns3:p>
          <ns4:p xmlns:ns4="http://schemas.openxmlformats.org/drawingml/2006/main">
            <ns4:r>
              <ns4:t>TA: offer processing time, read or scribe exact words, record physical help and avoid supplying the assessed answer.</ns4:t>
            </ns4:r>
          </ns4:p>
          <ns5:p xmlns:ns5="http://schemas.openxmlformats.org/drawingml/2006/main">
            <ns5:r>
              <ns5:t>Evidence: CAREERS-LAUNCH-A2-W3-E1; An individual review of fictional posts, with a chosen action and reason, one safer rewritten post, audience check, feedback response, actual support and visible gaps. No personal account is inspected.</ns5:t>
            </ns5:r>
          </ns5:p>
          <ns6:p xmlns:ns6="http://schemas.openxmlformats.org/drawingml/2006/main">
            <ns6:r>
              <ns6:t>Scheme: LAUNCH Weekly - Autumn!C111; LAUNCH - Autumn!D19, I19, J19; revision uploaded-source-2026-08-10.</ns6:t>
            </ns6:r>
          </ns6:p>
          <ns7:p xmlns:ns7="http://schemas.openxmlformats.org/drawingml/2006/main">
            <ns7:r>
              <ns7:t>Where this leads: This helps me share work with care when I seek work or training.</ns7:t>
            </ns7:r>
          </ns7:p>
          <ns8:p xmlns:ns8="http://schemas.openxmlformats.org/drawingml/2006/main">
            <ns8:r>
              <ns8:t>Source objective: Manage my digital footprint.</ns8:t>
            </ns8:r>
          </ns8:p>
          <ns9:p xmlns:ns9="http://schemas.openxmlformats.org/drawingml/2006/main">
            <ns9:r>
              <ns9:t>Calendar: Year A. One 40-minute Careers lesson per week. Week 3 is 16–20 November; Week 4 is 23–27 November 2026. No teaching day or clock slot is inferred. Staff enter the actual teaching date. Week 4 practice is formative; Week 7 is the assessing lesson.</ns9:t>
            </ns9:r>
          </ns9:p>
          <ns10:p xmlns:ns10="http://schemas.openxmlformats.org/drawingml/2006/main">
            <ns10:r>
              <ns10:t>Unit: Applications, CVs &amp; digital footprint</ns10:t>
            </ns10:r>
          </ns10:p>
          <ns11:p xmlns:ns11="http://schemas.openxmlformats.org/drawingml/2006/main">
            <ns11:r>
              <ns11:t>Accreditation: The qualification: accredited units for applications and interviews.</ns11:t>
            </ns11:r>
          </ns11:p>
          <ns12:p xmlns:ns12="http://schemas.openxmlformats.org/drawingml/2006/main">
            <ns12:r>
              <ns12:t>Assessment: F: draft CV feedback.  S: completed CV + mock-interview assessment (Dec data drop).</ns12:t>
            </ns12:r>
          </ns12:p>
          <ns13:p xmlns:ns13="http://schemas.openxmlformats.org/drawingml/2006/main">
            <ns13:r>
              <ns13:t>Sources: https://www.ncsc.gov.uk/guidance/social-media-how-to-use-it-safely</ns13:t>
            </ns13:r>
          </ns13:p>
          <ns14:p xmlns:ns14="http://schemas.openxmlformats.org/drawingml/2006/main">
            <ns14:r>
              <ns14:t>Lesson resource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CAREERS-LAUNCH-A2-W03 · Year A · Week beginning 16 November 2026</ns0:t>
            </ns0:r>
          </ns0:p>
          <ns1:p xmlns:ns1="http://schemas.openxmlformats.org/drawingml/2006/main">
            <ns1:r>
              <ns1:t>Term theme: Identity &amp; Belonging</ns1:t>
            </ns1:r>
          </ns1:p>
          <ns2:p xmlns:ns2="http://schemas.openxmlformats.org/drawingml/2006/main">
            <ns2:r>
              <ns2:t>Starter: 2 minutes.</ns2:t>
            </ns2:r>
          </ns2:p>
          <ns3:p xmlns:ns3="http://schemas.openxmlformats.org/drawingml/2006/main">
            <ns3:r>
              <ns3:t>Teacher: Read all diagram labels aloud. Accept a pointed clue. Diagrams are authored examples, not learner evidence or measuring templates.</ns3:t>
            </ns3:r>
          </ns3:p>
          <ns4:p xmlns:ns4="http://schemas.openxmlformats.org/drawingml/2006/main">
            <ns4:r>
              <ns4:t>TA: offer processing time, read or scribe exact words, record physical help and avoid supplying the assessed answer.</ns4:t>
            </ns4:r>
          </ns4:p>
          <ns5:p xmlns:ns5="http://schemas.openxmlformats.org/drawingml/2006/main">
            <ns5:r>
              <ns5:t>Evidence: CAREERS-LAUNCH-A2-W3-E1; An individual review of fictional posts, with a chosen action and reason, one safer rewritten post, audience check, feedback response, actual support and visible gaps. No personal account is inspected.</ns5:t>
            </ns5:r>
          </ns5:p>
          <ns6:p xmlns:ns6="http://schemas.openxmlformats.org/drawingml/2006/main">
            <ns6:r>
              <ns6:t>Scheme: LAUNCH Weekly - Autumn!C111; LAUNCH - Autumn!D19, I19, J19; revision uploaded-source-2026-08-10.</ns6:t>
            </ns6:r>
          </ns6:p>
          <ns7:p xmlns:ns7="http://schemas.openxmlformats.org/drawingml/2006/main">
            <ns7:r>
              <ns7:t>Where this leads: This helps me share work with care when I seek work or training.</ns7:t>
            </ns7:r>
          </ns7:p>
          <ns8:p xmlns:ns8="http://schemas.openxmlformats.org/drawingml/2006/main">
            <ns8:r>
              <ns8:t>Source objective: Manage my digital footprint.</ns8:t>
            </ns8:r>
          </ns8:p>
          <ns9:p xmlns:ns9="http://schemas.openxmlformats.org/drawingml/2006/main">
            <ns9:r>
              <ns9:t>Calendar: Year A. One 40-minute Careers lesson per week. Week 3 is 16–20 November; Week 4 is 23–27 November 2026. No teaching day or clock slot is inferred. Staff enter the actual teaching date. Week 4 practice is formative; Week 7 is the assessing lesson.</ns9:t>
            </ns9:r>
          </ns9:p>
          <ns10:p xmlns:ns10="http://schemas.openxmlformats.org/drawingml/2006/main">
            <ns10:r>
              <ns10:t>Unit: Applications, CVs &amp; digital footprint</ns10:t>
            </ns10:r>
          </ns10:p>
          <ns11:p xmlns:ns11="http://schemas.openxmlformats.org/drawingml/2006/main">
            <ns11:r>
              <ns11:t>Accreditation: The qualification: accredited units for applications and interviews.</ns11:t>
            </ns11:r>
          </ns11:p>
          <ns12:p xmlns:ns12="http://schemas.openxmlformats.org/drawingml/2006/main">
            <ns12:r>
              <ns12:t>Assessment: F: draft CV feedback.  S: completed CV + mock-interview assessment (Dec data drop).</ns12:t>
            </ns12:r>
          </ns12:p>
          <ns13:p xmlns:ns13="http://schemas.openxmlformats.org/drawingml/2006/main">
            <ns13:r>
              <ns13:t>Sources: https://www.ncsc.gov.uk/guidance/social-media-how-to-use-it-safely</ns13:t>
            </ns13:r>
          </ns13:p>
          <ns14:p xmlns:ns14="http://schemas.openxmlformats.org/drawingml/2006/main">
            <ns14:r>
              <ns14:t>Lesson resource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CAREERS-LAUNCH-A2-W03 · Year A · Week beginning 16 November 2026</ns0:t>
            </ns0:r>
          </ns0:p>
          <ns1:p xmlns:ns1="http://schemas.openxmlformats.org/drawingml/2006/main">
            <ns1:r>
              <ns1:t>Term theme: Identity &amp; Belonging</ns1:t>
            </ns1:r>
          </ns1:p>
          <ns2:p xmlns:ns2="http://schemas.openxmlformats.org/drawingml/2006/main">
            <ns2:r>
              <ns2:t>Today: 0 minutes.</ns2:t>
            </ns2:r>
          </ns2:p>
          <ns3:p xmlns:ns3="http://schemas.openxmlformats.org/drawingml/2006/main">
            <ns3:r>
              <ns3:t>Teacher: Read the exact scheme objective and the success checks. Explain today’s contribution without claiming award completion.</ns3:t>
            </ns3:r>
          </ns3:p>
          <ns4:p xmlns:ns4="http://schemas.openxmlformats.org/drawingml/2006/main">
            <ns4:r>
              <ns4:t>TA: offer processing time, read or scribe exact words, record physical help and avoid supplying the assessed answer.</ns4:t>
            </ns4:r>
          </ns4:p>
          <ns5:p xmlns:ns5="http://schemas.openxmlformats.org/drawingml/2006/main">
            <ns5:r>
              <ns5:t>Evidence: CAREERS-LAUNCH-A2-W3-E1; An individual review of fictional posts, with a chosen action and reason, one safer rewritten post, audience check, feedback response, actual support and visible gaps. No personal account is inspected.</ns5:t>
            </ns5:r>
          </ns5:p>
          <ns6:p xmlns:ns6="http://schemas.openxmlformats.org/drawingml/2006/main">
            <ns6:r>
              <ns6:t>Scheme: LAUNCH Weekly - Autumn!C111; LAUNCH - Autumn!D19, I19, J19; revision uploaded-source-2026-08-10.</ns6:t>
            </ns6:r>
          </ns6:p>
          <ns7:p xmlns:ns7="http://schemas.openxmlformats.org/drawingml/2006/main">
            <ns7:r>
              <ns7:t>Where this leads: This helps me share work with care when I seek work or training.</ns7:t>
            </ns7:r>
          </ns7:p>
          <ns8:p xmlns:ns8="http://schemas.openxmlformats.org/drawingml/2006/main">
            <ns8:r>
              <ns8:t>Source objective: Manage my digital footprint.</ns8:t>
            </ns8:r>
          </ns8:p>
          <ns9:p xmlns:ns9="http://schemas.openxmlformats.org/drawingml/2006/main">
            <ns9:r>
              <ns9:t>Calendar: Year A. One 40-minute Careers lesson per week. Week 3 is 16–20 November; Week 4 is 23–27 November 2026. No teaching day or clock slot is inferred. Staff enter the actual teaching date. Week 4 practice is formative; Week 7 is the assessing lesson.</ns9:t>
            </ns9:r>
          </ns9:p>
          <ns10:p xmlns:ns10="http://schemas.openxmlformats.org/drawingml/2006/main">
            <ns10:r>
              <ns10:t>Unit: Applications, CVs &amp; digital footprint</ns10:t>
            </ns10:r>
          </ns10:p>
          <ns11:p xmlns:ns11="http://schemas.openxmlformats.org/drawingml/2006/main">
            <ns11:r>
              <ns11:t>Accreditation: The qualification: accredited units for applications and interviews.</ns11:t>
            </ns11:r>
          </ns11:p>
          <ns12:p xmlns:ns12="http://schemas.openxmlformats.org/drawingml/2006/main">
            <ns12:r>
              <ns12:t>Assessment: F: draft CV feedback.  S: completed CV + mock-interview assessment (Dec data drop).</ns12:t>
            </ns12:r>
          </ns12:p>
          <ns13:p xmlns:ns13="http://schemas.openxmlformats.org/drawingml/2006/main">
            <ns13:r>
              <ns13:t>Sources: https://www.ncsc.gov.uk/guidance/social-media-how-to-use-it-safely</ns13:t>
            </ns13:r>
          </ns13:p>
          <ns14:p xmlns:ns14="http://schemas.openxmlformats.org/drawingml/2006/main">
            <ns14:r>
              <ns14:t>Lesson resource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CAREERS-LAUNCH-A2-W03 · Year A · Week beginning 16 November 2026</ns0:t>
            </ns0:r>
          </ns0:p>
          <ns1:p xmlns:ns1="http://schemas.openxmlformats.org/drawingml/2006/main">
            <ns1:r>
              <ns1:t>Term theme: Identity &amp; Belonging</ns1:t>
            </ns1:r>
          </ns1:p>
          <ns2:p xmlns:ns2="http://schemas.openxmlformats.org/drawingml/2006/main">
            <ns2:r>
              <ns2:t>I Do: 5 minutes.</ns2:t>
            </ns2:r>
          </ns2:p>
          <ns3:p xmlns:ns3="http://schemas.openxmlformats.org/drawingml/2006/main">
            <ns3:r>
              <ns3:t>Teacher: Model each line aloud and make the reasoning explicit. Check the learner links a particular detail to a risk and chooses a proportionate action: keep after checks, edit, or do not share. Accept a supported review of one card and record that the other cards are not yet assessed. The rewritten post must avoid private details and include an audience check. A privacy setting is not proof that copying is impossible. Record the learner’s own explanation and revision, not just the adult model.</ns3:t>
            </ns3:r>
          </ns3:p>
          <ns4:p xmlns:ns4="http://schemas.openxmlformats.org/drawingml/2006/main">
            <ns4:r>
              <ns4:t>TA: offer processing time, read or scribe exact words, record physical help and avoid supplying the assessed answer.</ns4:t>
            </ns4:r>
          </ns4:p>
          <ns5:p xmlns:ns5="http://schemas.openxmlformats.org/drawingml/2006/main">
            <ns5:r>
              <ns5:t>Evidence: CAREERS-LAUNCH-A2-W3-E1; An individual review of fictional posts, with a chosen action and reason, one safer rewritten post, audience check, feedback response, actual support and visible gaps. No personal account is inspected.</ns5:t>
            </ns5:r>
          </ns5:p>
          <ns6:p xmlns:ns6="http://schemas.openxmlformats.org/drawingml/2006/main">
            <ns6:r>
              <ns6:t>Scheme: LAUNCH Weekly - Autumn!C111; LAUNCH - Autumn!D19, I19, J19; revision uploaded-source-2026-08-10.</ns6:t>
            </ns6:r>
          </ns6:p>
          <ns7:p xmlns:ns7="http://schemas.openxmlformats.org/drawingml/2006/main">
            <ns7:r>
              <ns7:t>Where this leads: This helps me share work with care when I seek work or training.</ns7:t>
            </ns7:r>
          </ns7:p>
          <ns8:p xmlns:ns8="http://schemas.openxmlformats.org/drawingml/2006/main">
            <ns8:r>
              <ns8:t>Source objective: Manage my digital footprint.</ns8:t>
            </ns8:r>
          </ns8:p>
          <ns9:p xmlns:ns9="http://schemas.openxmlformats.org/drawingml/2006/main">
            <ns9:r>
              <ns9:t>Calendar: Year A. One 40-minute Careers lesson per week. Week 3 is 16–20 November; Week 4 is 23–27 November 2026. No teaching day or clock slot is inferred. Staff enter the actual teaching date. Week 4 practice is formative; Week 7 is the assessing lesson.</ns9:t>
            </ns9:r>
          </ns9:p>
          <ns10:p xmlns:ns10="http://schemas.openxmlformats.org/drawingml/2006/main">
            <ns10:r>
              <ns10:t>Unit: Applications, CVs &amp; digital footprint</ns10:t>
            </ns10:r>
          </ns10:p>
          <ns11:p xmlns:ns11="http://schemas.openxmlformats.org/drawingml/2006/main">
            <ns11:r>
              <ns11:t>Accreditation: The qualification: accredited units for applications and interviews.</ns11:t>
            </ns11:r>
          </ns11:p>
          <ns12:p xmlns:ns12="http://schemas.openxmlformats.org/drawingml/2006/main">
            <ns12:r>
              <ns12:t>Assessment: F: draft CV feedback.  S: completed CV + mock-interview assessment (Dec data drop).</ns12:t>
            </ns12:r>
          </ns12:p>
          <ns13:p xmlns:ns13="http://schemas.openxmlformats.org/drawingml/2006/main">
            <ns13:r>
              <ns13:t>Sources: https://www.ncsc.gov.uk/guidance/social-media-how-to-use-it-safely</ns13:t>
            </ns13:r>
          </ns13:p>
          <ns14:p xmlns:ns14="http://schemas.openxmlformats.org/drawingml/2006/main">
            <ns14:r>
              <ns14:t>Lesson resource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CAREERS-LAUNCH-A2-W03 · Year A · Week beginning 16 November 2026</ns0:t>
            </ns0:r>
          </ns0:p>
          <ns1:p xmlns:ns1="http://schemas.openxmlformats.org/drawingml/2006/main">
            <ns1:r>
              <ns1:t>Term theme: Identity &amp; Belonging</ns1:t>
            </ns1:r>
          </ns1:p>
          <ns2:p xmlns:ns2="http://schemas.openxmlformats.org/drawingml/2006/main">
            <ns2:r>
              <ns2:t>We Do: 5 minutes.</ns2:t>
            </ns2:r>
          </ns2:p>
          <ns3:p xmlns:ns3="http://schemas.openxmlformats.org/drawingml/2006/main">
            <ns3:r>
              <ns3:t>Teacher: Read the hinge aloud, ask for a choice and a reason. B. A limited audience reduces exposure but cannot guarantee that a viewer will not copy or share content. A promises too much; C adds an unnecessary private detail. Ask what could be removed before sharing. If needed, model how a paper copy can leave its first audience, then recheck with a fictional group photo. Do not demonstrate on a real account.</ns3:t>
            </ns3:r>
          </ns3:p>
          <ns4:p xmlns:ns4="http://schemas.openxmlformats.org/drawingml/2006/main">
            <ns4:r>
              <ns4:t>TA: offer processing time, read or scribe exact words, record physical help and avoid supplying the assessed answer.</ns4:t>
            </ns4:r>
          </ns4:p>
          <ns5:p xmlns:ns5="http://schemas.openxmlformats.org/drawingml/2006/main">
            <ns5:r>
              <ns5:t>Evidence: CAREERS-LAUNCH-A2-W3-E1; An individual review of fictional posts, with a chosen action and reason, one safer rewritten post, audience check, feedback response, actual support and visible gaps. No personal account is inspected.</ns5:t>
            </ns5:r>
          </ns5:p>
          <ns6:p xmlns:ns6="http://schemas.openxmlformats.org/drawingml/2006/main">
            <ns6:r>
              <ns6:t>Scheme: LAUNCH Weekly - Autumn!C111; LAUNCH - Autumn!D19, I19, J19; revision uploaded-source-2026-08-10.</ns6:t>
            </ns6:r>
          </ns6:p>
          <ns7:p xmlns:ns7="http://schemas.openxmlformats.org/drawingml/2006/main">
            <ns7:r>
              <ns7:t>Where this leads: This helps me share work with care when I seek work or training.</ns7:t>
            </ns7:r>
          </ns7:p>
          <ns8:p xmlns:ns8="http://schemas.openxmlformats.org/drawingml/2006/main">
            <ns8:r>
              <ns8:t>Source objective: Manage my digital footprint.</ns8:t>
            </ns8:r>
          </ns8:p>
          <ns9:p xmlns:ns9="http://schemas.openxmlformats.org/drawingml/2006/main">
            <ns9:r>
              <ns9:t>Calendar: Year A. One 40-minute Careers lesson per week. Week 3 is 16–20 November; Week 4 is 23–27 November 2026. No teaching day or clock slot is inferred. Staff enter the actual teaching date. Week 4 practice is formative; Week 7 is the assessing lesson.</ns9:t>
            </ns9:r>
          </ns9:p>
          <ns10:p xmlns:ns10="http://schemas.openxmlformats.org/drawingml/2006/main">
            <ns10:r>
              <ns10:t>Unit: Applications, CVs &amp; digital footprint</ns10:t>
            </ns10:r>
          </ns10:p>
          <ns11:p xmlns:ns11="http://schemas.openxmlformats.org/drawingml/2006/main">
            <ns11:r>
              <ns11:t>Accreditation: The qualification: accredited units for applications and interviews.</ns11:t>
            </ns11:r>
          </ns11:p>
          <ns12:p xmlns:ns12="http://schemas.openxmlformats.org/drawingml/2006/main">
            <ns12:r>
              <ns12:t>Assessment: F: draft CV feedback.  S: completed CV + mock-interview assessment (Dec data drop).</ns12:t>
            </ns12:r>
          </ns12:p>
          <ns13:p xmlns:ns13="http://schemas.openxmlformats.org/drawingml/2006/main">
            <ns13:r>
              <ns13:t>Sources: https://www.ncsc.gov.uk/guidance/social-media-how-to-use-it-safely</ns13:t>
            </ns13:r>
          </ns13:p>
          <ns14:p xmlns:ns14="http://schemas.openxmlformats.org/drawingml/2006/main">
            <ns14:r>
              <ns14:t>Lesson resource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CAREERS-LAUNCH-A2-W03 · Year A · Week beginning 16 November 2026</ns0:t>
            </ns0:r>
          </ns0:p>
          <ns1:p xmlns:ns1="http://schemas.openxmlformats.org/drawingml/2006/main">
            <ns1:r>
              <ns1:t>Term theme: Identity &amp; Belonging</ns1:t>
            </ns1:r>
          </ns1:p>
          <ns2:p xmlns:ns2="http://schemas.openxmlformats.org/drawingml/2006/main">
            <ns2:r>
              <ns2:t>You Do practice: 12 minutes.</ns2:t>
            </ns2:r>
          </ns2:p>
          <ns3:p xmlns:ns3="http://schemas.openxmlformats.org/drawingml/2006/main">
            <ns3:r>
              <ns3:t>Teacher: Use cards A, D and E as the three core reviews; the other cards extend discussion. Model A, then invite the learner to explain a choice using their own words. Supported learners may review one card; leave unattempted rows blank. Ask for one safer rewrite and an audience check. Give one specific NS+ prompt and retain the learner’s response.</ns3:t>
            </ns3:r>
          </ns3:p>
          <ns4:p xmlns:ns4="http://schemas.openxmlformats.org/drawingml/2006/main">
            <ns4:r>
              <ns4:t>TA: offer processing time, read or scribe exact words, record physical help and avoid supplying the assessed answer.</ns4:t>
            </ns4:r>
          </ns4:p>
          <ns5:p xmlns:ns5="http://schemas.openxmlformats.org/drawingml/2006/main">
            <ns5:r>
              <ns5:t>Evidence: CAREERS-LAUNCH-A2-W3-E1; An individual review of fictional posts, with a chosen action and reason, one safer rewritten post, audience check, feedback response, actual support and visible gaps. No personal account is inspected.</ns5:t>
            </ns5:r>
          </ns5:p>
          <ns6:p xmlns:ns6="http://schemas.openxmlformats.org/drawingml/2006/main">
            <ns6:r>
              <ns6:t>Scheme: LAUNCH Weekly - Autumn!C111; LAUNCH - Autumn!D19, I19, J19; revision uploaded-source-2026-08-10.</ns6:t>
            </ns6:r>
          </ns6:p>
          <ns7:p xmlns:ns7="http://schemas.openxmlformats.org/drawingml/2006/main">
            <ns7:r>
              <ns7:t>Where this leads: This helps me share work with care when I seek work or training.</ns7:t>
            </ns7:r>
          </ns7:p>
          <ns8:p xmlns:ns8="http://schemas.openxmlformats.org/drawingml/2006/main">
            <ns8:r>
              <ns8:t>Source objective: Manage my digital footprint.</ns8:t>
            </ns8:r>
          </ns8:p>
          <ns9:p xmlns:ns9="http://schemas.openxmlformats.org/drawingml/2006/main">
            <ns9:r>
              <ns9:t>Calendar: Year A. One 40-minute Careers lesson per week. Week 3 is 16–20 November; Week 4 is 23–27 November 2026. No teaching day or clock slot is inferred. Staff enter the actual teaching date. Week 4 practice is formative; Week 7 is the assessing lesson.</ns9:t>
            </ns9:r>
          </ns9:p>
          <ns10:p xmlns:ns10="http://schemas.openxmlformats.org/drawingml/2006/main">
            <ns10:r>
              <ns10:t>Unit: Applications, CVs &amp; digital footprint</ns10:t>
            </ns10:r>
          </ns10:p>
          <ns11:p xmlns:ns11="http://schemas.openxmlformats.org/drawingml/2006/main">
            <ns11:r>
              <ns11:t>Accreditation: The qualification: accredited units for applications and interviews.</ns11:t>
            </ns11:r>
          </ns11:p>
          <ns12:p xmlns:ns12="http://schemas.openxmlformats.org/drawingml/2006/main">
            <ns12:r>
              <ns12:t>Assessment: F: draft CV feedback.  S: completed CV + mock-interview assessment (Dec data drop).</ns12:t>
            </ns12:r>
          </ns12:p>
          <ns13:p xmlns:ns13="http://schemas.openxmlformats.org/drawingml/2006/main">
            <ns13:r>
              <ns13:t>Sources: https://www.ncsc.gov.uk/guidance/social-media-how-to-use-it-safely</ns13:t>
            </ns13:r>
          </ns13:p>
          <ns14:p xmlns:ns14="http://schemas.openxmlformats.org/drawingml/2006/main">
            <ns14:r>
              <ns14:t>Lesson resource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CAREERS-LAUNCH-A2-W03 · Year A · Week beginning 16 November 2026</ns0:t>
            </ns0:r>
          </ns0:p>
          <ns1:p xmlns:ns1="http://schemas.openxmlformats.org/drawingml/2006/main">
            <ns1:r>
              <ns1:t>Term theme: Identity &amp; Belonging</ns1:t>
            </ns1:r>
          </ns1:p>
          <ns2:p xmlns:ns2="http://schemas.openxmlformats.org/drawingml/2006/main">
            <ns2:r>
              <ns2:t>You Do evidence: 6 minutes.</ns2:t>
            </ns2:r>
          </ns2:p>
          <ns3:p xmlns:ns3="http://schemas.openxmlformats.org/drawingml/2006/main">
            <ns3:r>
              <ns3:t>Teacher: Complete both Evidence Sheet pages. Check the learner links a particular detail to a risk and chooses a proportionate action: keep after checks, edit, or do not share. Accept a supported review of one card and record that the other cards are not yet assessed. The rewritten post must avoid private details and include an audience check. A privacy setting is not proof that copying is impossible. Record the learner’s own explanation and revision, not just the adult model.</ns3:t>
            </ns3:r>
          </ns3:p>
          <ns4:p xmlns:ns4="http://schemas.openxmlformats.org/drawingml/2006/main">
            <ns4:r>
              <ns4:t>TA: offer processing time, read or scribe exact words, record physical help and avoid supplying the assessed answer.</ns4:t>
            </ns4:r>
          </ns4:p>
          <ns5:p xmlns:ns5="http://schemas.openxmlformats.org/drawingml/2006/main">
            <ns5:r>
              <ns5:t>Evidence: CAREERS-LAUNCH-A2-W3-E1; An individual review of fictional posts, with a chosen action and reason, one safer rewritten post, audience check, feedback response, actual support and visible gaps. No personal account is inspected.</ns5:t>
            </ns5:r>
          </ns5:p>
          <ns6:p xmlns:ns6="http://schemas.openxmlformats.org/drawingml/2006/main">
            <ns6:r>
              <ns6:t>Scheme: LAUNCH Weekly - Autumn!C111; LAUNCH - Autumn!D19, I19, J19; revision uploaded-source-2026-08-10.</ns6:t>
            </ns6:r>
          </ns6:p>
          <ns7:p xmlns:ns7="http://schemas.openxmlformats.org/drawingml/2006/main">
            <ns7:r>
              <ns7:t>Where this leads: This helps me share work with care when I seek work or training.</ns7:t>
            </ns7:r>
          </ns7:p>
          <ns8:p xmlns:ns8="http://schemas.openxmlformats.org/drawingml/2006/main">
            <ns8:r>
              <ns8:t>Source objective: Manage my digital footprint.</ns8:t>
            </ns8:r>
          </ns8:p>
          <ns9:p xmlns:ns9="http://schemas.openxmlformats.org/drawingml/2006/main">
            <ns9:r>
              <ns9:t>Calendar: Year A. One 40-minute Careers lesson per week. Week 3 is 16–20 November; Week 4 is 23–27 November 2026. No teaching day or clock slot is inferred. Staff enter the actual teaching date. Week 4 practice is formative; Week 7 is the assessing lesson.</ns9:t>
            </ns9:r>
          </ns9:p>
          <ns10:p xmlns:ns10="http://schemas.openxmlformats.org/drawingml/2006/main">
            <ns10:r>
              <ns10:t>Unit: Applications, CVs &amp; digital footprint</ns10:t>
            </ns10:r>
          </ns10:p>
          <ns11:p xmlns:ns11="http://schemas.openxmlformats.org/drawingml/2006/main">
            <ns11:r>
              <ns11:t>Accreditation: The qualification: accredited units for applications and interviews.</ns11:t>
            </ns11:r>
          </ns11:p>
          <ns12:p xmlns:ns12="http://schemas.openxmlformats.org/drawingml/2006/main">
            <ns12:r>
              <ns12:t>Assessment: F: draft CV feedback.  S: completed CV + mock-interview assessment (Dec data drop).</ns12:t>
            </ns12:r>
          </ns12:p>
          <ns13:p xmlns:ns13="http://schemas.openxmlformats.org/drawingml/2006/main">
            <ns13:r>
              <ns13:t>Sources: https://www.ncsc.gov.uk/guidance/social-media-how-to-use-it-safely</ns13:t>
            </ns13:r>
          </ns13:p>
          <ns14:p xmlns:ns14="http://schemas.openxmlformats.org/drawingml/2006/main">
            <ns14:r>
              <ns14:t>Lesson resource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CAREERS-LAUNCH-A2-W03 · Year A · Week beginning 16 November 2026</ns0:t>
            </ns0:r>
          </ns0:p>
          <ns1:p xmlns:ns1="http://schemas.openxmlformats.org/drawingml/2006/main">
            <ns1:r>
              <ns1:t>Term theme: Identity &amp; Belonging</ns1:t>
            </ns1:r>
          </ns1:p>
          <ns2:p xmlns:ns2="http://schemas.openxmlformats.org/drawingml/2006/main">
            <ns2:r>
              <ns2:t>Tidy and evidence check: 4 minutes.</ns2:t>
            </ns2:r>
          </ns2:p>
          <ns3:p xmlns:ns3="http://schemas.openxmlformats.org/drawingml/2006/main">
            <ns3:r>
              <ns3:t>Teacher: Check actual support, ownership and response. Use VF, WS, I, NS+, //, ?, R and E appropriately. R needs Voice, Audience, NS+ and a response in the learner’s own colour. E requires actual banking.</ns3:t>
            </ns3:r>
          </ns3:p>
          <ns4:p xmlns:ns4="http://schemas.openxmlformats.org/drawingml/2006/main">
            <ns4:r>
              <ns4:t>TA: offer processing time, read or scribe exact words, record physical help and avoid supplying the assessed answer.</ns4:t>
            </ns4:r>
          </ns4:p>
          <ns5:p xmlns:ns5="http://schemas.openxmlformats.org/drawingml/2006/main">
            <ns5:r>
              <ns5:t>Evidence: CAREERS-LAUNCH-A2-W3-E1; An individual review of fictional posts, with a chosen action and reason, one safer rewritten post, audience check, feedback response, actual support and visible gaps. No personal account is inspected.</ns5:t>
            </ns5:r>
          </ns5:p>
          <ns6:p xmlns:ns6="http://schemas.openxmlformats.org/drawingml/2006/main">
            <ns6:r>
              <ns6:t>Scheme: LAUNCH Weekly - Autumn!C111; LAUNCH - Autumn!D19, I19, J19; revision uploaded-source-2026-08-10.</ns6:t>
            </ns6:r>
          </ns6:p>
          <ns7:p xmlns:ns7="http://schemas.openxmlformats.org/drawingml/2006/main">
            <ns7:r>
              <ns7:t>Where this leads: This helps me share work with care when I seek work or training.</ns7:t>
            </ns7:r>
          </ns7:p>
          <ns8:p xmlns:ns8="http://schemas.openxmlformats.org/drawingml/2006/main">
            <ns8:r>
              <ns8:t>Source objective: Manage my digital footprint.</ns8:t>
            </ns8:r>
          </ns8:p>
          <ns9:p xmlns:ns9="http://schemas.openxmlformats.org/drawingml/2006/main">
            <ns9:r>
              <ns9:t>Calendar: Year A. One 40-minute Careers lesson per week. Week 3 is 16–20 November; Week 4 is 23–27 November 2026. No teaching day or clock slot is inferred. Staff enter the actual teaching date. Week 4 practice is formative; Week 7 is the assessing lesson.</ns9:t>
            </ns9:r>
          </ns9:p>
          <ns10:p xmlns:ns10="http://schemas.openxmlformats.org/drawingml/2006/main">
            <ns10:r>
              <ns10:t>Unit: Applications, CVs &amp; digital footprint</ns10:t>
            </ns10:r>
          </ns10:p>
          <ns11:p xmlns:ns11="http://schemas.openxmlformats.org/drawingml/2006/main">
            <ns11:r>
              <ns11:t>Accreditation: The qualification: accredited units for applications and interviews.</ns11:t>
            </ns11:r>
          </ns11:p>
          <ns12:p xmlns:ns12="http://schemas.openxmlformats.org/drawingml/2006/main">
            <ns12:r>
              <ns12:t>Assessment: F: draft CV feedback.  S: completed CV + mock-interview assessment (Dec data drop).</ns12:t>
            </ns12:r>
          </ns12:p>
          <ns13:p xmlns:ns13="http://schemas.openxmlformats.org/drawingml/2006/main">
            <ns13:r>
              <ns13:t>Sources: https://www.ncsc.gov.uk/guidance/social-media-how-to-use-it-safely</ns13:t>
            </ns13:r>
          </ns13:p>
          <ns14:p xmlns:ns14="http://schemas.openxmlformats.org/drawingml/2006/main">
            <ns14:r>
              <ns14:t>Lesson resource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CAREERS-LAUNCH-A2-W03 · Year A · Week beginning 16 November 2026</ns0:t>
            </ns0:r>
          </ns0:p>
          <ns1:p xmlns:ns1="http://schemas.openxmlformats.org/drawingml/2006/main">
            <ns1:r>
              <ns1:t>Term theme: Identity &amp; Belonging</ns1:t>
            </ns1:r>
          </ns1:p>
          <ns2:p xmlns:ns2="http://schemas.openxmlformats.org/drawingml/2006/main">
            <ns2:r>
              <ns2:t>Exit ticket: 2 minutes.</ns2:t>
            </ns2:r>
          </ns2:p>
          <ns3:p xmlns:ns3="http://schemas.openxmlformats.org/drawingml/2006/main">
            <ns3:r>
              <ns3:t>Teacher: Take a quiet exit response and note the next teaching need. Use the Staff Answers to assess the reason rather than just a letter.</ns3:t>
            </ns3:r>
          </ns3:p>
          <ns4:p xmlns:ns4="http://schemas.openxmlformats.org/drawingml/2006/main">
            <ns4:r>
              <ns4:t>TA: offer processing time, read or scribe exact words, record physical help and avoid supplying the assessed answer.</ns4:t>
            </ns4:r>
          </ns4:p>
          <ns5:p xmlns:ns5="http://schemas.openxmlformats.org/drawingml/2006/main">
            <ns5:r>
              <ns5:t>Evidence: CAREERS-LAUNCH-A2-W3-E1; An individual review of fictional posts, with a chosen action and reason, one safer rewritten post, audience check, feedback response, actual support and visible gaps. No personal account is inspected.</ns5:t>
            </ns5:r>
          </ns5:p>
          <ns6:p xmlns:ns6="http://schemas.openxmlformats.org/drawingml/2006/main">
            <ns6:r>
              <ns6:t>Scheme: LAUNCH Weekly - Autumn!C111; LAUNCH - Autumn!D19, I19, J19; revision uploaded-source-2026-08-10.</ns6:t>
            </ns6:r>
          </ns6:p>
          <ns7:p xmlns:ns7="http://schemas.openxmlformats.org/drawingml/2006/main">
            <ns7:r>
              <ns7:t>Where this leads: This helps me share work with care when I seek work or training.</ns7:t>
            </ns7:r>
          </ns7:p>
          <ns8:p xmlns:ns8="http://schemas.openxmlformats.org/drawingml/2006/main">
            <ns8:r>
              <ns8:t>Source objective: Manage my digital footprint.</ns8:t>
            </ns8:r>
          </ns8:p>
          <ns9:p xmlns:ns9="http://schemas.openxmlformats.org/drawingml/2006/main">
            <ns9:r>
              <ns9:t>Calendar: Year A. One 40-minute Careers lesson per week. Week 3 is 16–20 November; Week 4 is 23–27 November 2026. No teaching day or clock slot is inferred. Staff enter the actual teaching date. Week 4 practice is formative; Week 7 is the assessing lesson.</ns9:t>
            </ns9:r>
          </ns9:p>
          <ns10:p xmlns:ns10="http://schemas.openxmlformats.org/drawingml/2006/main">
            <ns10:r>
              <ns10:t>Unit: Applications, CVs &amp; digital footprint</ns10:t>
            </ns10:r>
          </ns10:p>
          <ns11:p xmlns:ns11="http://schemas.openxmlformats.org/drawingml/2006/main">
            <ns11:r>
              <ns11:t>Accreditation: The qualification: accredited units for applications and interviews.</ns11:t>
            </ns11:r>
          </ns11:p>
          <ns12:p xmlns:ns12="http://schemas.openxmlformats.org/drawingml/2006/main">
            <ns12:r>
              <ns12:t>Assessment: F: draft CV feedback.  S: completed CV + mock-interview assessment (Dec data drop).</ns12:t>
            </ns12:r>
          </ns12:p>
          <ns13:p xmlns:ns13="http://schemas.openxmlformats.org/drawingml/2006/main">
            <ns13:r>
              <ns13:t>Sources: https://www.ncsc.gov.uk/guidance/social-media-how-to-use-it-safely</ns13:t>
            </ns13:r>
          </ns13:p>
          <ns14:p xmlns:ns14="http://schemas.openxmlformats.org/drawingml/2006/main">
            <ns14:r>
              <ns14:t>Lesson resource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CAREERS-LAUNCH-A2-W03 · Year A · Week beginning 16 November 2026</ns0:t>
            </ns0:r>
          </ns0:p>
          <ns1:p xmlns:ns1="http://schemas.openxmlformats.org/drawingml/2006/main">
            <ns1:r>
              <ns1:t>Term theme: Identity &amp; Belonging</ns1:t>
            </ns1:r>
          </ns1:p>
          <ns2:p xmlns:ns2="http://schemas.openxmlformats.org/drawingml/2006/main">
            <ns2:r>
              <ns2:t>Vocabulary: 0 minutes.</ns2:t>
            </ns2:r>
          </ns2:p>
          <ns3:p xmlns:ns3="http://schemas.openxmlformats.org/drawingml/2006/main">
            <ns3:r>
              <ns3:t>Teacher: Keep the Vocabulary Mat available. Link each word to a case or actual task. Allow a home-language first response.</ns3:t>
            </ns3:r>
          </ns3:p>
          <ns4:p xmlns:ns4="http://schemas.openxmlformats.org/drawingml/2006/main">
            <ns4:r>
              <ns4:t>TA: offer processing time, read or scribe exact words, record physical help and avoid supplying the assessed answer.</ns4:t>
            </ns4:r>
          </ns4:p>
          <ns5:p xmlns:ns5="http://schemas.openxmlformats.org/drawingml/2006/main">
            <ns5:r>
              <ns5:t>Evidence: CAREERS-LAUNCH-A2-W3-E1; An individual review of fictional posts, with a chosen action and reason, one safer rewritten post, audience check, feedback response, actual support and visible gaps. No personal account is inspected.</ns5:t>
            </ns5:r>
          </ns5:p>
          <ns6:p xmlns:ns6="http://schemas.openxmlformats.org/drawingml/2006/main">
            <ns6:r>
              <ns6:t>Scheme: LAUNCH Weekly - Autumn!C111; LAUNCH - Autumn!D19, I19, J19; revision uploaded-source-2026-08-10.</ns6:t>
            </ns6:r>
          </ns6:p>
          <ns7:p xmlns:ns7="http://schemas.openxmlformats.org/drawingml/2006/main">
            <ns7:r>
              <ns7:t>Where this leads: This helps me share work with care when I seek work or training.</ns7:t>
            </ns7:r>
          </ns7:p>
          <ns8:p xmlns:ns8="http://schemas.openxmlformats.org/drawingml/2006/main">
            <ns8:r>
              <ns8:t>Source objective: Manage my digital footprint.</ns8:t>
            </ns8:r>
          </ns8:p>
          <ns9:p xmlns:ns9="http://schemas.openxmlformats.org/drawingml/2006/main">
            <ns9:r>
              <ns9:t>Calendar: Year A. One 40-minute Careers lesson per week. Week 3 is 16–20 November; Week 4 is 23–27 November 2026. No teaching day or clock slot is inferred. Staff enter the actual teaching date. Week 4 practice is formative; Week 7 is the assessing lesson.</ns9:t>
            </ns9:r>
          </ns9:p>
          <ns10:p xmlns:ns10="http://schemas.openxmlformats.org/drawingml/2006/main">
            <ns10:r>
              <ns10:t>Unit: Applications, CVs &amp; digital footprint</ns10:t>
            </ns10:r>
          </ns10:p>
          <ns11:p xmlns:ns11="http://schemas.openxmlformats.org/drawingml/2006/main">
            <ns11:r>
              <ns11:t>Accreditation: The qualification: accredited units for applications and interviews.</ns11:t>
            </ns11:r>
          </ns11:p>
          <ns12:p xmlns:ns12="http://schemas.openxmlformats.org/drawingml/2006/main">
            <ns12:r>
              <ns12:t>Assessment: F: draft CV feedback.  S: completed CV + mock-interview assessment (Dec data drop).</ns12:t>
            </ns12:r>
          </ns12:p>
          <ns13:p xmlns:ns13="http://schemas.openxmlformats.org/drawingml/2006/main">
            <ns13:r>
              <ns13:t>Sources: https://www.ncsc.gov.uk/guidance/social-media-how-to-use-it-safely</ns13:t>
            </ns13:r>
          </ns13:p>
          <ns14:p xmlns:ns14="http://schemas.openxmlformats.org/drawingml/2006/main">
            <ns14:r>
              <ns14:t>Lesson resource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CAREERS-LAUNCH-A2-W03 · Year A · Week beginning 16 November 2026</ns0:t>
            </ns0:r>
          </ns0:p>
          <ns1:p xmlns:ns1="http://schemas.openxmlformats.org/drawingml/2006/main">
            <ns1:r>
              <ns1:t>Term theme: Identity &amp; Belonging</ns1:t>
            </ns1:r>
          </ns1:p>
          <ns2:p xmlns:ns2="http://schemas.openxmlformats.org/drawingml/2006/main">
            <ns2:r>
              <ns2:t>Staff brief: 0 minutes.</ns2:t>
            </ns2:r>
          </ns2:p>
          <ns3:p xmlns:ns3="http://schemas.openxmlformats.org/drawingml/2006/main">
            <ns3:r>
              <ns3:t>Teacher: Hidden staff reference. Keep every example fictional and anonymous. Do not collect names, addresses, account handles, passwords or screenshots. Learners may pass on personal disclosure and use a card instead. If a concern arises, listen privately and follow the local safeguarding route; do not investigate it in the group. No account or post is changed in this lesson.</ns3:t>
            </ns3:r>
          </ns3:p>
          <ns4:p xmlns:ns4="http://schemas.openxmlformats.org/drawingml/2006/main">
            <ns4:r>
              <ns4:t>TA: offer processing time, read or scribe exact words, record physical help and avoid supplying the assessed answer.</ns4:t>
            </ns4:r>
          </ns4:p>
          <ns5:p xmlns:ns5="http://schemas.openxmlformats.org/drawingml/2006/main">
            <ns5:r>
              <ns5:t>Evidence: CAREERS-LAUNCH-A2-W3-E1; An individual review of fictional posts, with a chosen action and reason, one safer rewritten post, audience check, feedback response, actual support and visible gaps. No personal account is inspected.</ns5:t>
            </ns5:r>
          </ns5:p>
          <ns6:p xmlns:ns6="http://schemas.openxmlformats.org/drawingml/2006/main">
            <ns6:r>
              <ns6:t>Scheme: LAUNCH Weekly - Autumn!C111; LAUNCH - Autumn!D19, I19, J19; revision uploaded-source-2026-08-10.</ns6:t>
            </ns6:r>
          </ns6:p>
          <ns7:p xmlns:ns7="http://schemas.openxmlformats.org/drawingml/2006/main">
            <ns7:r>
              <ns7:t>Where this leads: This helps me share work with care when I seek work or training.</ns7:t>
            </ns7:r>
          </ns7:p>
          <ns8:p xmlns:ns8="http://schemas.openxmlformats.org/drawingml/2006/main">
            <ns8:r>
              <ns8:t>Source objective: Manage my digital footprint.</ns8:t>
            </ns8:r>
          </ns8:p>
          <ns9:p xmlns:ns9="http://schemas.openxmlformats.org/drawingml/2006/main">
            <ns9:r>
              <ns9:t>Calendar: Year A. One 40-minute Careers lesson per week. Week 3 is 16–20 November; Week 4 is 23–27 November 2026. No teaching day or clock slot is inferred. Staff enter the actual teaching date. Week 4 practice is formative; Week 7 is the assessing lesson.</ns9:t>
            </ns9:r>
          </ns9:p>
          <ns10:p xmlns:ns10="http://schemas.openxmlformats.org/drawingml/2006/main">
            <ns10:r>
              <ns10:t>Unit: Applications, CVs &amp; digital footprint</ns10:t>
            </ns10:r>
          </ns10:p>
          <ns11:p xmlns:ns11="http://schemas.openxmlformats.org/drawingml/2006/main">
            <ns11:r>
              <ns11:t>Accreditation: The qualification: accredited units for applications and interviews.</ns11:t>
            </ns11:r>
          </ns11:p>
          <ns12:p xmlns:ns12="http://schemas.openxmlformats.org/drawingml/2006/main">
            <ns12:r>
              <ns12:t>Assessment: F: draft CV feedback.  S: completed CV + mock-interview assessment (Dec data drop).</ns12:t>
            </ns12:r>
          </ns12:p>
          <ns13:p xmlns:ns13="http://schemas.openxmlformats.org/drawingml/2006/main">
            <ns13:r>
              <ns13:t>Sources: https://www.ncsc.gov.uk/guidance/social-media-how-to-use-it-safely</ns13:t>
            </ns13:r>
          </ns13:p>
          <ns14:p xmlns:ns14="http://schemas.openxmlformats.org/drawingml/2006/main">
            <ns14:r>
              <ns14:t>Lesson resource · CC BY-NC-SA 4.0: free for classroom use, share and adapt with credit, no resale</ns14:t>
            </ns14:r>
          </ns1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Manage my digital footprint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Year A · Week 3 · 16–20 November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CAREERS-LAUNCH-A2-W03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Lesson resource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might my posts show about me?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This helps me share work with care when I seek work or training.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Term theme: Identity &amp; Belonging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CAREERS-LAUNCH-A2-W03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Lesson resource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diagram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CAREERS-LAUNCH-A2-W03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Lesson resource · CC BY-NC-SA 4.0: free for classroom use, share and adapt with credit, no resale</ns4:t>
            </ns4:r>
          </ns4:p>
        </p:txBody>
      </p:sp>
      <p:pic>
        <p:nvPicPr>
          <p:cNvPr id="18" name="" descr="An authored three-step check: what does the post reveal, who could see or copy it, and what should change before sharing. This is a task guide, not a real profile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three checks.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might a post reveal?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Who could see or copy it?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Choose one check and explain why.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CAREERS-LAUNCH-A2-W03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Lesson resource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Manage my digital footprint.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spot a detail that should stay private.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choose who should see a post.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give a reason for a safer change.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CAREERS-LAUNCH-A2-W03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Lesson resource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Made-up draft: a photo of a finished craft.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name badge is in the photo too.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Pause: that badge shows a private detail.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Use a new photo of just the craft.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Check who can see it before sharing.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A private setting does not stop all copies.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Check the detail, the audience and the next step.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CAREERS-LAUNCH-A2-W03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Lesson resource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post is set to friends only. What is true?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No one can ever copy it.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Someone who sees it might copy it.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It is safe to add a home address.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CAREERS-LAUNCH-A2-W03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Lesson resource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the made-up posts on the cards.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choose one card and explain a step.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review three posts and give reasons.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compare two safer ways to share work.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Rewrite one post; keep private details out.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CAREERS-LAUNCH-A2-W03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Lesson resource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Keep your review of the made-up posts.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Give a reason for each choice you make.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Show a safer draft and one check to make.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Record the help used and your own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CAREERS-LAUNCH-A2-W03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Lesson resource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learner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CAREERS-LAUNCH-A2-W03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Lesson resource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Which detail should stay private?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Who might see or copy a post?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will you check before sharing work?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CAREERS-LAUNCH-A2-W03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Lesson resource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Digital footprint: Information about you online.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Audience: Who can see or hear it.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Private: Not for everyone to know.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Permission: Agreement to a specific action.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Copy: Another version of something.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Review: Check before you decide.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Draft: A version you can change.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CAREERS-LAUNCH-A2-W03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Lesson resource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Learner voice: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Manage my digital footprint</dc:title>
  <dc:subject>CAREERS-LAUNCH-A2-W03</dc:subject>
  <cp:lastModifiedBy/>
  <dc:description>Careers Autumn 2 Week 3</dc:description>
  <cp:keywords/>
</cp:coreProperties>
</file>