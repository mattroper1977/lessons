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d0e368929f407a" /><Relationship Type="http://schemas.openxmlformats.org/officeDocument/2006/relationships/extended-properties" Target="/docProps/app.xml" Id="R1d230a22b3614a94" /><Relationship Type="http://schemas.openxmlformats.org/officeDocument/2006/relationships/officeDocument" Target="/ppt/presentation.xml" Id="Rc7e6cfb103784599" /></Relationships>
</file>

<file path=ppt/presentation.xml><?xml version="1.0" encoding="utf-8"?>
<p:presentation xmlns:p="http://schemas.openxmlformats.org/presentationml/2006/main">
  <p:sldMasterIdLst>
    <p:sldMasterId xmlns:r="http://schemas.openxmlformats.org/officeDocument/2006/relationships" id="2147483648" r:id="Re6045d2091f54eb2"/>
  </p:sldMasterIdLst>
  <p:notesMasterIdLst>
    <p:notesMasterId xmlns:r="http://schemas.openxmlformats.org/officeDocument/2006/relationships" r:id="R9938d8880b3247e0"/>
  </p:notesMasterIdLst>
  <p:sldIdLst>
    <p:sldId xmlns:r="http://schemas.openxmlformats.org/officeDocument/2006/relationships" id="256" r:id="Rb438c008b3f3452c"/>
    <p:sldId xmlns:r="http://schemas.openxmlformats.org/officeDocument/2006/relationships" id="257" r:id="R8c1ca5820feb4f00"/>
    <p:sldId xmlns:r="http://schemas.openxmlformats.org/officeDocument/2006/relationships" id="258" r:id="Rdf10df7cee2c4c9f"/>
    <p:sldId xmlns:r="http://schemas.openxmlformats.org/officeDocument/2006/relationships" id="259" r:id="R498d7139633445bb"/>
    <p:sldId xmlns:r="http://schemas.openxmlformats.org/officeDocument/2006/relationships" id="260" r:id="R49618109b18c40a8"/>
    <p:sldId xmlns:r="http://schemas.openxmlformats.org/officeDocument/2006/relationships" id="261" r:id="R93ca717a019d478d"/>
    <p:sldId xmlns:r="http://schemas.openxmlformats.org/officeDocument/2006/relationships" id="262" r:id="R572707c590af47bb"/>
    <p:sldId xmlns:r="http://schemas.openxmlformats.org/officeDocument/2006/relationships" id="263" r:id="Rc6bf678e811d4259"/>
    <p:sldId xmlns:r="http://schemas.openxmlformats.org/officeDocument/2006/relationships" id="264" r:id="R31e965ae2430426b"/>
    <p:sldId xmlns:r="http://schemas.openxmlformats.org/officeDocument/2006/relationships" id="265" r:id="R8fa5e23ce9b04718"/>
    <p:sldId xmlns:r="http://schemas.openxmlformats.org/officeDocument/2006/relationships" id="266" r:id="R8e9fcb1808dd4a07"/>
    <p:sldId xmlns:r="http://schemas.openxmlformats.org/officeDocument/2006/relationships" id="267" r:id="R870fd35deb9649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5d2715592c4760" /><Relationship Type="http://schemas.openxmlformats.org/officeDocument/2006/relationships/slideMaster" Target="/ppt/slideMasters/slideMaster1.xml" Id="Re6045d2091f54eb2" /><Relationship Type="http://schemas.openxmlformats.org/officeDocument/2006/relationships/notesMaster" Target="/ppt/notesMasters/notesMaster1.xml" Id="R9938d8880b3247e0" /><Relationship Type="http://schemas.openxmlformats.org/officeDocument/2006/relationships/presProps" Target="/ppt/presProps.xml" Id="R2f40affb5fbb4380" /><Relationship Type="http://schemas.openxmlformats.org/officeDocument/2006/relationships/tableStyles" Target="/ppt/tableStyles.xml" Id="R1bf508bddbb043d0" /><Relationship Type="http://schemas.openxmlformats.org/officeDocument/2006/relationships/slide" Target="/ppt/slides/slide1.xml" Id="Rb438c008b3f3452c" /><Relationship Type="http://schemas.openxmlformats.org/officeDocument/2006/relationships/slide" Target="/ppt/slides/slide2.xml" Id="R8c1ca5820feb4f00" /><Relationship Type="http://schemas.openxmlformats.org/officeDocument/2006/relationships/slide" Target="/ppt/slides/slide3.xml" Id="Rdf10df7cee2c4c9f" /><Relationship Type="http://schemas.openxmlformats.org/officeDocument/2006/relationships/slide" Target="/ppt/slides/slide4.xml" Id="R498d7139633445bb" /><Relationship Type="http://schemas.openxmlformats.org/officeDocument/2006/relationships/slide" Target="/ppt/slides/slide5.xml" Id="R49618109b18c40a8" /><Relationship Type="http://schemas.openxmlformats.org/officeDocument/2006/relationships/slide" Target="/ppt/slides/slide6.xml" Id="R93ca717a019d478d" /><Relationship Type="http://schemas.openxmlformats.org/officeDocument/2006/relationships/slide" Target="/ppt/slides/slide7.xml" Id="R572707c590af47bb" /><Relationship Type="http://schemas.openxmlformats.org/officeDocument/2006/relationships/slide" Target="/ppt/slides/slide8.xml" Id="Rc6bf678e811d4259" /><Relationship Type="http://schemas.openxmlformats.org/officeDocument/2006/relationships/slide" Target="/ppt/slides/slide9.xml" Id="R31e965ae2430426b" /><Relationship Type="http://schemas.openxmlformats.org/officeDocument/2006/relationships/slide" Target="/ppt/slides/slide10.xml" Id="R8fa5e23ce9b04718" /><Relationship Type="http://schemas.openxmlformats.org/officeDocument/2006/relationships/slide" Target="/ppt/slides/slide11.xml" Id="R8e9fcb1808dd4a07" /><Relationship Type="http://schemas.openxmlformats.org/officeDocument/2006/relationships/slide" Target="/ppt/slides/slide12.xml" Id="R870fd35deb9649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f6e9fe8b5c4b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be1184231d437b" /><Relationship Type="http://schemas.openxmlformats.org/officeDocument/2006/relationships/notesMaster" Target="/ppt/notesMasters/notesMaster1.xml" Id="R2ea1b72508ac46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cbaa14ae824978" /><Relationship Type="http://schemas.openxmlformats.org/officeDocument/2006/relationships/notesMaster" Target="/ppt/notesMasters/notesMaster1.xml" Id="Rc0e2d32d074943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732d510b2946a8" /><Relationship Type="http://schemas.openxmlformats.org/officeDocument/2006/relationships/notesMaster" Target="/ppt/notesMasters/notesMaster1.xml" Id="Rfcb249ef25184a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f0eef14c004b94" /><Relationship Type="http://schemas.openxmlformats.org/officeDocument/2006/relationships/notesMaster" Target="/ppt/notesMasters/notesMaster1.xml" Id="R431083a8e8d44f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7dd70262ba4059" /><Relationship Type="http://schemas.openxmlformats.org/officeDocument/2006/relationships/notesMaster" Target="/ppt/notesMasters/notesMaster1.xml" Id="R3d35dfca8ca24c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4228c5bd674917" /><Relationship Type="http://schemas.openxmlformats.org/officeDocument/2006/relationships/notesMaster" Target="/ppt/notesMasters/notesMaster1.xml" Id="R576741575eea45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598682e0654acd" /><Relationship Type="http://schemas.openxmlformats.org/officeDocument/2006/relationships/notesMaster" Target="/ppt/notesMasters/notesMaster1.xml" Id="R6764d064d38f40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297ab5d23240cf" /><Relationship Type="http://schemas.openxmlformats.org/officeDocument/2006/relationships/notesMaster" Target="/ppt/notesMasters/notesMaster1.xml" Id="Rd738147c016644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6a9390366645b0" /><Relationship Type="http://schemas.openxmlformats.org/officeDocument/2006/relationships/notesMaster" Target="/ppt/notesMasters/notesMaster1.xml" Id="R87a50b551cf143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04ba47f3534ede" /><Relationship Type="http://schemas.openxmlformats.org/officeDocument/2006/relationships/notesMaster" Target="/ppt/notesMasters/notesMaster1.xml" Id="Rb90dba370e8245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c8ce5ee83f40e8" /><Relationship Type="http://schemas.openxmlformats.org/officeDocument/2006/relationships/notesMaster" Target="/ppt/notesMasters/notesMaster1.xml" Id="Ra16da071b39a47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7fc6ba9e3b4b6c" /><Relationship Type="http://schemas.openxmlformats.org/officeDocument/2006/relationships/notesMaster" Target="/ppt/notesMasters/notesMaster1.xml" Id="R7f9dd0f6e1f149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CAREERS-LAUNCH-A2-W05 · Year A · Week beginning 30 November 2026</a:t>
            </a:r>
          </a:p>
          <a:p xmlns:a="http://schemas.openxmlformats.org/drawingml/2006/main">
            <a:r>
              <a:t>Term theme: Identity &amp; Belonging</a:t>
            </a:r>
          </a:p>
          <a:p xmlns:a="http://schemas.openxmlformats.org/drawingml/2006/main">
            <a:r>
              <a:t>Title and big question: 0 minutes.</a:t>
            </a:r>
          </a:p>
          <a:p xmlns:a="http://schemas.openxmlformats.org/drawingml/2006/main">
            <a:r>
              <a:t>Teacher: Open the title and read the big question before starting the timed sequence.</a:t>
            </a:r>
          </a:p>
          <a:p xmlns:a="http://schemas.openxmlformats.org/drawingml/2006/main">
            <a:r>
              <a:t>Support: read, scribe exact words or use the usual aid; record all prompts. Do not supply the assessed reason.</a:t>
            </a:r>
          </a:p>
          <a:p xmlns:a="http://schemas.openxmlformats.org/drawingml/2006/main">
            <a:r>
              <a:t>Evidence: An individual practice enquiry record: the question, actual practice reply, fact understood or still unknown, unsent email draft, specific feedback, learner-owned change, response mode and support. Record which modes were attempted.</a:t>
            </a:r>
          </a:p>
          <a:p xmlns:a="http://schemas.openxmlformats.org/drawingml/2006/main">
            <a:r>
              <a:t>Scheme: LAUNCH Weekly - Autumn!C113; LAUNCH - Autumn!C19, D19, I19, J19; revision uploaded-source-2026-08-10.</a:t>
            </a:r>
          </a:p>
          <a:p xmlns:a="http://schemas.openxmlformats.org/drawingml/2006/main">
            <a:r>
              <a:t>Careers: This helps me ask for facts before I apply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CAREERS-LAUNCH-A2-W05 · Year A · Week beginning 30 November 2026</a:t>
            </a:r>
          </a:p>
          <a:p xmlns:a="http://schemas.openxmlformats.org/drawingml/2006/main">
            <a:r>
              <a:t>Term theme: Identity &amp; Belonging</a:t>
            </a:r>
          </a:p>
          <a:p xmlns:a="http://schemas.openxmlformats.org/drawingml/2006/main">
            <a:r>
              <a:t>Arrival and regulation: 4 minutes.</a:t>
            </a:r>
          </a:p>
          <a:p xmlns:a="http://schemas.openxmlformats.org/drawingml/2006/main">
            <a:r>
              <a:t>Teacher: Offer a quiet check-in and support choice. The learner may pass on personal disclosure. Confirm the usual communication aid and a calm route back to the task.</a:t>
            </a:r>
          </a:p>
          <a:p xmlns:a="http://schemas.openxmlformats.org/drawingml/2006/main">
            <a:r>
              <a:t>Support: read, scribe exact words or use the usual aid; record all prompts. Do not supply the assessed reason.</a:t>
            </a:r>
          </a:p>
          <a:p xmlns:a="http://schemas.openxmlformats.org/drawingml/2006/main">
            <a:r>
              <a:t>Evidence: An individual practice enquiry record: the question, actual practice reply, fact understood or still unknown, unsent email draft, specific feedback, learner-owned change, response mode and support. Record which modes were attempted.</a:t>
            </a:r>
          </a:p>
          <a:p xmlns:a="http://schemas.openxmlformats.org/drawingml/2006/main">
            <a:r>
              <a:t>Scheme: LAUNCH Weekly - Autumn!C113; LAUNCH - Autumn!C19, D19, I19, J19; revision uploaded-source-2026-08-10.</a:t>
            </a:r>
          </a:p>
          <a:p xmlns:a="http://schemas.openxmlformats.org/drawingml/2006/main">
            <a:r>
              <a:t>Careers: This helps me ask for facts before I apply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CAREERS-LAUNCH-A2-W05 · Year A · Week beginning 30 November 2026</a:t>
            </a:r>
          </a:p>
          <a:p xmlns:a="http://schemas.openxmlformats.org/drawingml/2006/main">
            <a:r>
              <a:t>Term theme: Identity &amp; Belonging</a:t>
            </a:r>
          </a:p>
          <a:p xmlns:a="http://schemas.openxmlformats.org/drawingml/2006/main">
            <a:r>
              <a:t>Starter: 2 minutes.</a:t>
            </a:r>
          </a:p>
          <a:p xmlns:a="http://schemas.openxmlformats.org/drawingml/2006/main">
            <a:r>
              <a:t>Teacher: Use the diagram to retrieve one useful step. Accept pointing, speech or writing. Do not infer understanding from a nod alone.</a:t>
            </a:r>
          </a:p>
          <a:p xmlns:a="http://schemas.openxmlformats.org/drawingml/2006/main">
            <a:r>
              <a:t>Support: read, scribe exact words or use the usual aid; record all prompts. Do not supply the assessed reason.</a:t>
            </a:r>
          </a:p>
          <a:p xmlns:a="http://schemas.openxmlformats.org/drawingml/2006/main">
            <a:r>
              <a:t>Evidence: An individual practice enquiry record: the question, actual practice reply, fact understood or still unknown, unsent email draft, specific feedback, learner-owned change, response mode and support. Record which modes were attempted.</a:t>
            </a:r>
          </a:p>
          <a:p xmlns:a="http://schemas.openxmlformats.org/drawingml/2006/main">
            <a:r>
              <a:t>Scheme: LAUNCH Weekly - Autumn!C113; LAUNCH - Autumn!C19, D19, I19, J19; revision uploaded-source-2026-08-10.</a:t>
            </a:r>
          </a:p>
          <a:p xmlns:a="http://schemas.openxmlformats.org/drawingml/2006/main">
            <a:r>
              <a:t>Careers: This helps me ask for facts before I apply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CAREERS-LAUNCH-A2-W05 · Year A · Week beginning 30 November 2026</a:t>
            </a:r>
          </a:p>
          <a:p xmlns:a="http://schemas.openxmlformats.org/drawingml/2006/main">
            <a:r>
              <a:t>Term theme: Identity &amp; Belonging</a:t>
            </a:r>
          </a:p>
          <a:p xmlns:a="http://schemas.openxmlformats.org/drawingml/2006/main">
            <a:r>
              <a:t>Today: 0 minutes.</a:t>
            </a:r>
          </a:p>
          <a:p xmlns:a="http://schemas.openxmlformats.org/drawingml/2006/main">
            <a:r>
              <a:t>Teacher: Read the exact weekly objective and the three success checks. Explain the careers link in plain words.</a:t>
            </a:r>
          </a:p>
          <a:p xmlns:a="http://schemas.openxmlformats.org/drawingml/2006/main">
            <a:r>
              <a:t>Support: read, scribe exact words or use the usual aid; record all prompts. Do not supply the assessed reason.</a:t>
            </a:r>
          </a:p>
          <a:p xmlns:a="http://schemas.openxmlformats.org/drawingml/2006/main">
            <a:r>
              <a:t>Evidence: An individual practice enquiry record: the question, actual practice reply, fact understood or still unknown, unsent email draft, specific feedback, learner-owned change, response mode and support. Record which modes were attempted.</a:t>
            </a:r>
          </a:p>
          <a:p xmlns:a="http://schemas.openxmlformats.org/drawingml/2006/main">
            <a:r>
              <a:t>Scheme: LAUNCH Weekly - Autumn!C113; LAUNCH - Autumn!C19, D19, I19, J19; revision uploaded-source-2026-08-10.</a:t>
            </a:r>
          </a:p>
          <a:p xmlns:a="http://schemas.openxmlformats.org/drawingml/2006/main">
            <a:r>
              <a:t>Careers: This helps me ask for facts before I apply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CAREERS-LAUNCH-A2-W05 · Year A · Week beginning 30 November 2026</a:t>
            </a:r>
          </a:p>
          <a:p xmlns:a="http://schemas.openxmlformats.org/drawingml/2006/main">
            <a:r>
              <a:t>Term theme: Identity &amp; Belonging</a:t>
            </a:r>
          </a:p>
          <a:p xmlns:a="http://schemas.openxmlformats.org/drawingml/2006/main">
            <a:r>
              <a:t>I Do: 5 minutes.</a:t>
            </a:r>
          </a:p>
          <a:p xmlns:a="http://schemas.openxmlformats.org/drawingml/2006/main">
            <a:r>
              <a:t>Teacher: Model the six lines with the fictional case. Ask which fact supports the decision. The model is not learner evidence.</a:t>
            </a:r>
          </a:p>
          <a:p xmlns:a="http://schemas.openxmlformats.org/drawingml/2006/main">
            <a:r>
              <a:t>Support: read, scribe exact words or use the usual aid; record all prompts. Do not supply the assessed reason.</a:t>
            </a:r>
          </a:p>
          <a:p xmlns:a="http://schemas.openxmlformats.org/drawingml/2006/main">
            <a:r>
              <a:t>Evidence: An individual practice enquiry record: the question, actual practice reply, fact understood or still unknown, unsent email draft, specific feedback, learner-owned change, response mode and support. Record which modes were attempted.</a:t>
            </a:r>
          </a:p>
          <a:p xmlns:a="http://schemas.openxmlformats.org/drawingml/2006/main">
            <a:r>
              <a:t>Scheme: LAUNCH Weekly - Autumn!C113; LAUNCH - Autumn!C19, D19, I19, J19; revision uploaded-source-2026-08-10.</a:t>
            </a:r>
          </a:p>
          <a:p xmlns:a="http://schemas.openxmlformats.org/drawingml/2006/main">
            <a:r>
              <a:t>Careers: This helps me ask for facts before I apply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CAREERS-LAUNCH-A2-W05 · Year A · Week beginning 30 November 2026</a:t>
            </a:r>
          </a:p>
          <a:p xmlns:a="http://schemas.openxmlformats.org/drawingml/2006/main">
            <a:r>
              <a:t>Term theme: Identity &amp; Belonging</a:t>
            </a:r>
          </a:p>
          <a:p xmlns:a="http://schemas.openxmlformats.org/drawingml/2006/main">
            <a:r>
              <a:t>We Do: 5 minutes.</a:t>
            </a:r>
          </a:p>
          <a:p xmlns:a="http://schemas.openxmlformats.org/drawingml/2006/main">
            <a:r>
              <a:t>Teacher: B. A missing fact stays to check. A and C invent information or a commitment. Model a short follow-up about hours, then use a new missing detail to recheck understanding.</a:t>
            </a:r>
          </a:p>
          <a:p xmlns:a="http://schemas.openxmlformats.org/drawingml/2006/main">
            <a:r>
              <a:t>Support: read, scribe exact words or use the usual aid; record all prompts. Do not supply the assessed reason.</a:t>
            </a:r>
          </a:p>
          <a:p xmlns:a="http://schemas.openxmlformats.org/drawingml/2006/main">
            <a:r>
              <a:t>Evidence: An individual practice enquiry record: the question, actual practice reply, fact understood or still unknown, unsent email draft, specific feedback, learner-owned change, response mode and support. Record which modes were attempted.</a:t>
            </a:r>
          </a:p>
          <a:p xmlns:a="http://schemas.openxmlformats.org/drawingml/2006/main">
            <a:r>
              <a:t>Scheme: LAUNCH Weekly - Autumn!C113; LAUNCH - Autumn!C19, D19, I19, J19; revision uploaded-source-2026-08-10.</a:t>
            </a:r>
          </a:p>
          <a:p xmlns:a="http://schemas.openxmlformats.org/drawingml/2006/main">
            <a:r>
              <a:t>Careers: This helps me ask for facts before I apply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CAREERS-LAUNCH-A2-W05 · Year A · Week beginning 30 November 2026</a:t>
            </a:r>
          </a:p>
          <a:p xmlns:a="http://schemas.openxmlformats.org/drawingml/2006/main">
            <a:r>
              <a:t>Term theme: Identity &amp; Belonging</a:t>
            </a:r>
          </a:p>
          <a:p xmlns:a="http://schemas.openxmlformats.org/drawingml/2006/main">
            <a:r>
              <a:t>You Do practice: 12 minutes.</a:t>
            </a:r>
          </a:p>
          <a:p xmlns:a="http://schemas.openxmlformats.org/drawingml/2006/main">
            <a:r>
              <a:t>Teacher: In 12 minutes, each learner drafts one question, rehearses a short call with an adult or willing partner, and writes or dictates an email version. Use the reply cards: training is shown at the start; hours are not confirmed. Give one specific prompt and keep the learner’s revision. The supported route may complete one enquiry; record any second mode as not yet.</a:t>
            </a:r>
          </a:p>
          <a:p xmlns:a="http://schemas.openxmlformats.org/drawingml/2006/main">
            <a:r>
              <a:t>Support: read, scribe exact words or use the usual aid; record all prompts. Do not supply the assessed reason.</a:t>
            </a:r>
          </a:p>
          <a:p xmlns:a="http://schemas.openxmlformats.org/drawingml/2006/main">
            <a:r>
              <a:t>Evidence: An individual practice enquiry record: the question, actual practice reply, fact understood or still unknown, unsent email draft, specific feedback, learner-owned change, response mode and support. Record which modes were attempted.</a:t>
            </a:r>
          </a:p>
          <a:p xmlns:a="http://schemas.openxmlformats.org/drawingml/2006/main">
            <a:r>
              <a:t>Scheme: LAUNCH Weekly - Autumn!C113; LAUNCH - Autumn!C19, D19, I19, J19; revision uploaded-source-2026-08-10.</a:t>
            </a:r>
          </a:p>
          <a:p xmlns:a="http://schemas.openxmlformats.org/drawingml/2006/main">
            <a:r>
              <a:t>Careers: This helps me ask for facts before I apply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CAREERS-LAUNCH-A2-W05 · Year A · Week beginning 30 November 2026</a:t>
            </a:r>
          </a:p>
          <a:p xmlns:a="http://schemas.openxmlformats.org/drawingml/2006/main">
            <a:r>
              <a:t>Term theme: Identity &amp; Belonging</a:t>
            </a:r>
          </a:p>
          <a:p xmlns:a="http://schemas.openxmlformats.org/drawingml/2006/main">
            <a:r>
              <a:t>You Do evidence: 6 minutes.</a:t>
            </a:r>
          </a:p>
          <a:p xmlns:a="http://schemas.openxmlformats.org/drawingml/2006/main">
            <a:r>
              <a:t>Teacher: Capture actual words and work references. Keep the initial evidence, exact prompt and later response separate. Record any unattempted mode, question or missing item.</a:t>
            </a:r>
          </a:p>
          <a:p xmlns:a="http://schemas.openxmlformats.org/drawingml/2006/main">
            <a:r>
              <a:t>Support: read, scribe exact words or use the usual aid; record all prompts. Do not supply the assessed reason.</a:t>
            </a:r>
          </a:p>
          <a:p xmlns:a="http://schemas.openxmlformats.org/drawingml/2006/main">
            <a:r>
              <a:t>Evidence: An individual practice enquiry record: the question, actual practice reply, fact understood or still unknown, unsent email draft, specific feedback, learner-owned change, response mode and support. Record which modes were attempted.</a:t>
            </a:r>
          </a:p>
          <a:p xmlns:a="http://schemas.openxmlformats.org/drawingml/2006/main">
            <a:r>
              <a:t>Scheme: LAUNCH Weekly - Autumn!C113; LAUNCH - Autumn!C19, D19, I19, J19; revision uploaded-source-2026-08-10.</a:t>
            </a:r>
          </a:p>
          <a:p xmlns:a="http://schemas.openxmlformats.org/drawingml/2006/main">
            <a:r>
              <a:t>Careers: This helps me ask for facts before I apply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CAREERS-LAUNCH-A2-W05 · Year A · Week beginning 30 November 2026</a:t>
            </a:r>
          </a:p>
          <a:p xmlns:a="http://schemas.openxmlformats.org/drawingml/2006/main">
            <a:r>
              <a:t>Term theme: Identity &amp; Belonging</a:t>
            </a:r>
          </a:p>
          <a:p xmlns:a="http://schemas.openxmlformats.org/drawingml/2006/main">
            <a:r>
              <a:t>Tidy and evidence check: 4 minutes.</a:t>
            </a:r>
          </a:p>
          <a:p xmlns:a="http://schemas.openxmlformats.org/drawingml/2006/main">
            <a:r>
              <a:t>Teacher: Check ownership, learner ID, support and actual storage reference. Do not tick banked until the work is actually banked. Agree a next step.</a:t>
            </a:r>
          </a:p>
          <a:p xmlns:a="http://schemas.openxmlformats.org/drawingml/2006/main">
            <a:r>
              <a:t>Support: read, scribe exact words or use the usual aid; record all prompts. Do not supply the assessed reason.</a:t>
            </a:r>
          </a:p>
          <a:p xmlns:a="http://schemas.openxmlformats.org/drawingml/2006/main">
            <a:r>
              <a:t>Evidence: An individual practice enquiry record: the question, actual practice reply, fact understood or still unknown, unsent email draft, specific feedback, learner-owned change, response mode and support. Record which modes were attempted.</a:t>
            </a:r>
          </a:p>
          <a:p xmlns:a="http://schemas.openxmlformats.org/drawingml/2006/main">
            <a:r>
              <a:t>Scheme: LAUNCH Weekly - Autumn!C113; LAUNCH - Autumn!C19, D19, I19, J19; revision uploaded-source-2026-08-10.</a:t>
            </a:r>
          </a:p>
          <a:p xmlns:a="http://schemas.openxmlformats.org/drawingml/2006/main">
            <a:r>
              <a:t>Careers: This helps me ask for facts before I apply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CAREERS-LAUNCH-A2-W05 · Year A · Week beginning 30 November 2026</a:t>
            </a:r>
          </a:p>
          <a:p xmlns:a="http://schemas.openxmlformats.org/drawingml/2006/main">
            <a:r>
              <a:t>Term theme: Identity &amp; Belonging</a:t>
            </a:r>
          </a:p>
          <a:p xmlns:a="http://schemas.openxmlformats.org/drawingml/2006/main">
            <a:r>
              <a:t>Exit ticket: 2 minutes.</a:t>
            </a:r>
          </a:p>
          <a:p xmlns:a="http://schemas.openxmlformats.org/drawingml/2006/main">
            <a:r>
              <a:t>Teacher: Take an individual exit response in the chosen mode. Record one next teaching need; a learner may respond privately.</a:t>
            </a:r>
          </a:p>
          <a:p xmlns:a="http://schemas.openxmlformats.org/drawingml/2006/main">
            <a:r>
              <a:t>Support: read, scribe exact words or use the usual aid; record all prompts. Do not supply the assessed reason.</a:t>
            </a:r>
          </a:p>
          <a:p xmlns:a="http://schemas.openxmlformats.org/drawingml/2006/main">
            <a:r>
              <a:t>Evidence: An individual practice enquiry record: the question, actual practice reply, fact understood or still unknown, unsent email draft, specific feedback, learner-owned change, response mode and support. Record which modes were attempted.</a:t>
            </a:r>
          </a:p>
          <a:p xmlns:a="http://schemas.openxmlformats.org/drawingml/2006/main">
            <a:r>
              <a:t>Scheme: LAUNCH Weekly - Autumn!C113; LAUNCH - Autumn!C19, D19, I19, J19; revision uploaded-source-2026-08-10.</a:t>
            </a:r>
          </a:p>
          <a:p xmlns:a="http://schemas.openxmlformats.org/drawingml/2006/main">
            <a:r>
              <a:t>Careers: This helps me ask for facts before I apply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CAREERS-LAUNCH-A2-W05 · Year A · Week beginning 30 November 2026</a:t>
            </a:r>
          </a:p>
          <a:p xmlns:a="http://schemas.openxmlformats.org/drawingml/2006/main">
            <a:r>
              <a:t>Term theme: Identity &amp; Belonging</a:t>
            </a:r>
          </a:p>
          <a:p xmlns:a="http://schemas.openxmlformats.org/drawingml/2006/main">
            <a:r>
              <a:t>Vocabulary: 0 minutes.</a:t>
            </a:r>
          </a:p>
          <a:p xmlns:a="http://schemas.openxmlformats.org/drawingml/2006/main">
            <a:r>
              <a:t>Teacher: Keep the vocabulary mat available throughout. Read a word aloud and pair it with a concrete example if needed.</a:t>
            </a:r>
          </a:p>
          <a:p xmlns:a="http://schemas.openxmlformats.org/drawingml/2006/main">
            <a:r>
              <a:t>Support: read, scribe exact words or use the usual aid; record all prompts. Do not supply the assessed reason.</a:t>
            </a:r>
          </a:p>
          <a:p xmlns:a="http://schemas.openxmlformats.org/drawingml/2006/main">
            <a:r>
              <a:t>Evidence: An individual practice enquiry record: the question, actual practice reply, fact understood or still unknown, unsent email draft, specific feedback, learner-owned change, response mode and support. Record which modes were attempted.</a:t>
            </a:r>
          </a:p>
          <a:p xmlns:a="http://schemas.openxmlformats.org/drawingml/2006/main">
            <a:r>
              <a:t>Scheme: LAUNCH Weekly - Autumn!C113; LAUNCH - Autumn!C19, D19, I19, J19; revision uploaded-source-2026-08-10.</a:t>
            </a:r>
          </a:p>
          <a:p xmlns:a="http://schemas.openxmlformats.org/drawingml/2006/main">
            <a:r>
              <a:t>Careers: This helps me ask for facts before I apply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CAREERS-LAUNCH-A2-W05 · Year A · Week beginning 30 November 2026</a:t>
            </a:r>
          </a:p>
          <a:p xmlns:a="http://schemas.openxmlformats.org/drawingml/2006/main">
            <a:r>
              <a:t>Term theme: Identity &amp; Belonging</a:t>
            </a:r>
          </a:p>
          <a:p xmlns:a="http://schemas.openxmlformats.org/drawingml/2006/main">
            <a:r>
              <a:t>Staff brief: 0 minutes.</a:t>
            </a:r>
          </a:p>
          <a:p xmlns:a="http://schemas.openxmlformats.org/drawingml/2006/main">
            <a:r>
              <a:t>Teacher: Use fictional role briefs and learner IDs. No real names, contacts, addresses, accounts, passwords or referee details. No calls, emails or applications are sent. Offer speech, pointing, writing, scribing or the learner’s usual communication aid. No forced pair work, public performance or personal disclosure. If a concern arises, listen privately and follow the local safeguarding route. Look for a relevant question, accurate recording of the reply, no invented vacancy facts and one learner-owned improvement. If a response is scribed, record the exact words and support. Completing a polished adult-written message is not evidence of an independent enquiry. This is formative practice for Week 7.</a:t>
            </a:r>
          </a:p>
          <a:p xmlns:a="http://schemas.openxmlformats.org/drawingml/2006/main">
            <a:r>
              <a:t>Support: read, scribe exact words or use the usual aid; record all prompts. Do not supply the assessed reason.</a:t>
            </a:r>
          </a:p>
          <a:p xmlns:a="http://schemas.openxmlformats.org/drawingml/2006/main">
            <a:r>
              <a:t>Evidence: An individual practice enquiry record: the question, actual practice reply, fact understood or still unknown, unsent email draft, specific feedback, learner-owned change, response mode and support. Record which modes were attempted.</a:t>
            </a:r>
          </a:p>
          <a:p xmlns:a="http://schemas.openxmlformats.org/drawingml/2006/main">
            <a:r>
              <a:t>Scheme: LAUNCH Weekly - Autumn!C113; LAUNCH - Autumn!C19, D19, I19, J19; revision uploaded-source-2026-08-10.</a:t>
            </a:r>
          </a:p>
          <a:p xmlns:a="http://schemas.openxmlformats.org/drawingml/2006/main">
            <a:r>
              <a:t>Careers: This helps me ask for facts before I apply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d0d6f7f6614d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7e10b75de645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3ecb06c9f647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4842efc5ac49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c104ab2a35b43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f76cd96a8043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75e7d1a2b74079" /><Relationship Type="http://schemas.openxmlformats.org/officeDocument/2006/relationships/slideLayout" Target="/ppt/slideLayouts/slideLayout1.xml" Id="Rab892f5b76a54a4a" /><Relationship Type="http://schemas.openxmlformats.org/officeDocument/2006/relationships/slideLayout" Target="/ppt/slideLayouts/slideLayout2.xml" Id="R4f0bbc47cca94527" /><Relationship Type="http://schemas.openxmlformats.org/officeDocument/2006/relationships/slideLayout" Target="/ppt/slideLayouts/slideLayout3.xml" Id="R14f3a9f348174398" /><Relationship Type="http://schemas.openxmlformats.org/officeDocument/2006/relationships/slideLayout" Target="/ppt/slideLayouts/slideLayout4.xml" Id="Reb82881547e24068" /><Relationship Type="http://schemas.openxmlformats.org/officeDocument/2006/relationships/slideLayout" Target="/ppt/slideLayouts/slideLayout5.xml" Id="R2e80b99dd3614fc0" /><Relationship Type="http://schemas.openxmlformats.org/officeDocument/2006/relationships/slideLayout" Target="/ppt/slideLayouts/slideLayout6.xml" Id="R704ce7ee9b1f46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892f5b76a54a4a"/>
    <p:sldLayoutId xmlns:r="http://schemas.openxmlformats.org/officeDocument/2006/relationships" id="2147483650" r:id="R4f0bbc47cca94527"/>
    <p:sldLayoutId xmlns:r="http://schemas.openxmlformats.org/officeDocument/2006/relationships" id="2147483651" r:id="R14f3a9f348174398"/>
    <p:sldLayoutId xmlns:r="http://schemas.openxmlformats.org/officeDocument/2006/relationships" id="2147483652" r:id="Reb82881547e24068"/>
    <p:sldLayoutId xmlns:r="http://schemas.openxmlformats.org/officeDocument/2006/relationships" id="2147483653" r:id="R2e80b99dd3614fc0"/>
    <p:sldLayoutId xmlns:r="http://schemas.openxmlformats.org/officeDocument/2006/relationships" id="2147483654" r:id="R704ce7ee9b1f464f"/>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06e6af1c614d41" /><Relationship Type="http://schemas.openxmlformats.org/officeDocument/2006/relationships/notesSlide" Target="/ppt/notesSlides/notesSlide1.xml" Id="R86af9db5fb9a45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441eb2672e04159" /><Relationship Type="http://schemas.openxmlformats.org/officeDocument/2006/relationships/notesSlide" Target="/ppt/notesSlides/notesSlide2.xml" Id="R0b258471bf4d4d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05689a450e941e8" /><Relationship Type="http://schemas.openxmlformats.org/officeDocument/2006/relationships/image" Target="/ppt/media/image.png" Id="R155e10b567cf4cc0" /><Relationship Type="http://schemas.openxmlformats.org/officeDocument/2006/relationships/notesSlide" Target="/ppt/notesSlides/notesSlide3.xml" Id="R1c681e73efe149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0db9817431c467e" /><Relationship Type="http://schemas.openxmlformats.org/officeDocument/2006/relationships/notesSlide" Target="/ppt/notesSlides/notesSlide4.xml" Id="R3c86b31d28c24a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63e7ad3d6243f4" /><Relationship Type="http://schemas.openxmlformats.org/officeDocument/2006/relationships/notesSlide" Target="/ppt/notesSlides/notesSlide5.xml" Id="Rcc5e38839be34d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c11e5163df414f" /><Relationship Type="http://schemas.openxmlformats.org/officeDocument/2006/relationships/notesSlide" Target="/ppt/notesSlides/notesSlide6.xml" Id="R2914297c668343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e175140a2414aab" /><Relationship Type="http://schemas.openxmlformats.org/officeDocument/2006/relationships/notesSlide" Target="/ppt/notesSlides/notesSlide7.xml" Id="R731f950382ee4d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99c97195c11474a" /><Relationship Type="http://schemas.openxmlformats.org/officeDocument/2006/relationships/notesSlide" Target="/ppt/notesSlides/notesSlide8.xml" Id="Rdcec14bf1ebb45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161f8eea79f467c" /><Relationship Type="http://schemas.openxmlformats.org/officeDocument/2006/relationships/notesSlide" Target="/ppt/notesSlides/notesSlide9.xml" Id="R314838dda2eb49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a49a64069714015" /><Relationship Type="http://schemas.openxmlformats.org/officeDocument/2006/relationships/notesSlide" Target="/ppt/notesSlides/notesSlide10.xml" Id="Rf172f7e4069049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efc5c4194de4d90" /><Relationship Type="http://schemas.openxmlformats.org/officeDocument/2006/relationships/notesSlide" Target="/ppt/notesSlides/notesSlide11.xml" Id="Rf14fefd5283e42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e0c855a82764d9b" /><Relationship Type="http://schemas.openxmlformats.org/officeDocument/2006/relationships/notesSlide" Target="/ppt/notesSlides/notesSlide12.xml" Id="Rcf5436b852424ed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Telephone and email enquiries</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Week 5 · 30 November–4 December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CAREERS-LAUNCH-A2-W05</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How can I ask a clear question about a role?</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ask for facts before I apply for work or training.</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4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Ready for 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CAREERS-LAUNCH-A2-W05</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how you feel in private.</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quiet seat or a short pause.</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your work space clear.</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the adult if you need support.</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the agreed help route.</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 listen without judging each other.</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2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Look at the diagram</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CAREERS-LAUNCH-A2-W05</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pic>
        <p:nvPicPr>
          <p:cNvPr id="18" name="">
            <a:extLst xmlns:a="http://schemas.openxmlformats.org/drawingml/2006/main">
              <a:ext uri="{FF2B5EF4-FFF2-40B4-BE49-F238E27FC236}">
                <a16:creationId xmlns:a16="http://schemas.microsoft.com/office/drawing/2014/main" id="{79EEFBAB-E55F-43FA-98A7-0D4BDB948078}"/>
              </a:ext>
            </a:extLst>
          </p:cNvPr>
          <p:cNvPicPr>
            <a:picLocks xmlns:a="http://schemas.openxmlformats.org/drawingml/2006/main" noChangeAspect="1"/>
          </p:cNvPicPr>
          <p:nvPr/>
        </p:nvPicPr>
        <p:blipFill>
          <a:blip xmlns:r="http://schemas.openxmlformats.org/officeDocument/2006/relationships" xmlns:a="http://schemas.openxmlformats.org/drawingml/2006/main" r:embed="R155e10b567cf4cc0"/>
          <a:stretch xmlns:a="http://schemas.openxmlformats.org/drawingml/2006/main"/>
        </p:blipFill>
        <p:spPr>
          <a:xfrm xmlns:a="http://schemas.openxmlformats.org/drawingml/2006/main">
            <a:off x="609600" y="1770459"/>
            <a:ext cx="6343650" cy="3964781"/>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three steps.</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What comes before we ask?</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What fact is still missing?</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Point, say or write a question.</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CAREERS-LAUNCH-A2-W05</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Telephone &amp; email enquiries.</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can ask one clear question.</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can note a reply or a fact still to check.</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can improve a draft after feedback.</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Watch the model</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CAREERS-LAUNCH-A2-W05</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Hello. I am asking about the stockroom role.</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Could you tell me what training is given?</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Reply: The task is shown at the start.</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My note: a demo is given at the start.</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still need to check the hours.</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Thank you. I will check that before I apply.</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Read → ask → listen or read → note.</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Which step fits the facts?</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CAREERS-LAUNCH-A2-W05</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reply does not give the hours. What now?</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Make up hours that seem likely.</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B  Mark them to check and ask a clear question.</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  Say that any hours will be fine.</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Our practice tasks</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CAREERS-LAUNCH-A2-W05</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made-up role and choose support.</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Supported: use a stem and ask one question.</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Independent: rehearse a call and draft an email.</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Aspire: adapt the question after a vague reply.</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the draft. Keep private details out.</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evidence</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CAREERS-LAUNCH-A2-W05</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your first question and the reply.</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Save your email draft; do not send it.</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one change after feedback.</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Record help used and one fact still to check.</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CAREERS-LAUNCH-A2-W05</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Check your learner ID and both pages.</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your work and record the help used.</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Put resources away safely.</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Tell the adult your next step.</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ticket</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CAREERS-LAUNCH-A2-W05</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Which question helped you get a fact?</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did you change in your draft?</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still needs to be checked?</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CAREERS-LAUNCH-A2-W05</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Enquiry: A question to find something out.</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Role: A set of work tasks.</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Subject: A short label for an email.</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Reply: An answer to a message.</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Clarify: Make a meaning clear.</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Draft: A version you can change.</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Look again to make sure.</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CAREERS-LAUNCH-A2-W05</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planner and local support route.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the task limits and right to pass.</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TA: scribe exact words; record physical help.</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each learner’s own evidence.</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Learner voice: Space, Voice, Audience, Influence.</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Telephone and email enquiries</dc:title>
  <dcterms:created xsi:type="dcterms:W3CDTF">2026-10-25T11:17:36.6230000Z</dcterms:created>
  <dcterms:modified xsi:type="dcterms:W3CDTF">2026-10-25T11:17:36.6230000Z</dcterms:modified>
</coreProperties>
</file>