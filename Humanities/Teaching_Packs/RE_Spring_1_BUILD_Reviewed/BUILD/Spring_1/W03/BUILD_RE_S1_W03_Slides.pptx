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51767b6005144668"/><Relationship Type="http://schemas.openxmlformats.org/officeDocument/2006/relationships/extended-properties" Target="/docProps/app.xml" Id="Rb982344b8f50496e"/><Relationship Type="http://schemas.openxmlformats.org/officeDocument/2006/relationships/officeDocument" Target="/ppt/presentation.xml" Id="R24c4561ee7ff46e0"/><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37ca2952b2e24ea1"/>
  </p:sldMasterIdLst>
  <p:notesMasterIdLst>
    <p:notesMasterId xmlns:r="http://schemas.openxmlformats.org/officeDocument/2006/relationships" r:id="R2d2b0d0c0a0e4078"/>
  </p:notesMasterIdLst>
  <p:sldIdLst>
    <p:sldId xmlns:r="http://schemas.openxmlformats.org/officeDocument/2006/relationships" id="256" r:id="Rec9159c8d9c44fee"/>
    <p:sldId xmlns:r="http://schemas.openxmlformats.org/officeDocument/2006/relationships" id="257" r:id="Re1c915f7c1754460"/>
    <p:sldId xmlns:r="http://schemas.openxmlformats.org/officeDocument/2006/relationships" id="258" r:id="Re431aab5f1694852"/>
    <p:sldId xmlns:r="http://schemas.openxmlformats.org/officeDocument/2006/relationships" id="259" r:id="R1bff895b35044bdb"/>
    <p:sldId xmlns:r="http://schemas.openxmlformats.org/officeDocument/2006/relationships" id="260" r:id="R249a1db602094181"/>
    <p:sldId xmlns:r="http://schemas.openxmlformats.org/officeDocument/2006/relationships" id="261" r:id="Re29f4b3beb56435f"/>
    <p:sldId xmlns:r="http://schemas.openxmlformats.org/officeDocument/2006/relationships" id="262" r:id="Rcc6b1c58a4604164"/>
    <p:sldId xmlns:r="http://schemas.openxmlformats.org/officeDocument/2006/relationships" id="263" r:id="Red515b4d7ea14d65"/>
    <p:sldId xmlns:r="http://schemas.openxmlformats.org/officeDocument/2006/relationships" id="264" r:id="R3788478b82504fd2"/>
    <p:sldId xmlns:r="http://schemas.openxmlformats.org/officeDocument/2006/relationships" id="265" r:id="Rab743435897e4dd5"/>
    <p:sldId xmlns:r="http://schemas.openxmlformats.org/officeDocument/2006/relationships" id="266" r:id="R7fcc10c2769c4d97"/>
    <p:sldId xmlns:r="http://schemas.openxmlformats.org/officeDocument/2006/relationships" id="267" r:id="Rc46eb4fcc8854212"/>
    <p:sldId xmlns:r="http://schemas.openxmlformats.org/officeDocument/2006/relationships" id="268" r:id="R913ec1e6764b4e52"/>
    <p:sldId xmlns:r="http://schemas.openxmlformats.org/officeDocument/2006/relationships" id="269" r:id="Rf45e2c551f274407"/>
    <p:sldId xmlns:r="http://schemas.openxmlformats.org/officeDocument/2006/relationships" id="270" r:id="R47399a62c1ef42f1"/>
    <p:sldId xmlns:r="http://schemas.openxmlformats.org/officeDocument/2006/relationships" id="271" r:id="R3bb56aa5b5634b93"/>
    <p:sldId xmlns:r="http://schemas.openxmlformats.org/officeDocument/2006/relationships" id="272" r:id="Re47bf567587141bb"/>
    <p:sldId xmlns:r="http://schemas.openxmlformats.org/officeDocument/2006/relationships" id="273" r:id="R771246ca8bae43bb"/>
    <p:sldId xmlns:r="http://schemas.openxmlformats.org/officeDocument/2006/relationships" id="274" r:id="R3f072f8f51be48a2"/>
    <p:sldId xmlns:r="http://schemas.openxmlformats.org/officeDocument/2006/relationships" id="275" r:id="Rf1ae6f1b5fe4456f"/>
    <p:sldId xmlns:r="http://schemas.openxmlformats.org/officeDocument/2006/relationships" id="276" r:id="R9ad80cb2ba73487e"/>
    <p:sldId xmlns:r="http://schemas.openxmlformats.org/officeDocument/2006/relationships" id="277" r:id="Rb309e1c5a4464caa"/>
    <p:sldId xmlns:r="http://schemas.openxmlformats.org/officeDocument/2006/relationships" id="278" r:id="R7d1f294c07d34219"/>
    <p:sldId xmlns:r="http://schemas.openxmlformats.org/officeDocument/2006/relationships" id="279" r:id="R21364a5863024469"/>
    <p:sldId xmlns:r="http://schemas.openxmlformats.org/officeDocument/2006/relationships" id="280" r:id="R41a261d10163475e"/>
    <p:sldId xmlns:r="http://schemas.openxmlformats.org/officeDocument/2006/relationships" id="281" r:id="Ra661c09484b84c11"/>
    <p:sldId xmlns:r="http://schemas.openxmlformats.org/officeDocument/2006/relationships" id="282" r:id="R11658fe9c4de4f4a"/>
    <p:sldId xmlns:r="http://schemas.openxmlformats.org/officeDocument/2006/relationships" id="283" r:id="Rd7a74500790b4b1b"/>
    <p:sldId xmlns:r="http://schemas.openxmlformats.org/officeDocument/2006/relationships" id="284" r:id="R64b63998bb3548b7"/>
    <p:sldId xmlns:r="http://schemas.openxmlformats.org/officeDocument/2006/relationships" id="285" r:id="R0e2e242ed62348ad"/>
    <p:sldId xmlns:r="http://schemas.openxmlformats.org/officeDocument/2006/relationships" id="286" r:id="R4b158567c6804b4b"/>
    <p:sldId xmlns:r="http://schemas.openxmlformats.org/officeDocument/2006/relationships" id="287" r:id="Rbf9ee9b2e3f5462b"/>
    <p:sldId xmlns:r="http://schemas.openxmlformats.org/officeDocument/2006/relationships" id="288" r:id="R68ea5c8f732e4d37"/>
    <p:sldId xmlns:r="http://schemas.openxmlformats.org/officeDocument/2006/relationships" id="289" r:id="R365201be26484cc3"/>
    <p:sldId xmlns:r="http://schemas.openxmlformats.org/officeDocument/2006/relationships" id="290" r:id="Ra69fb3aa6c014a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5bafda676764624" /><Relationship Type="http://schemas.openxmlformats.org/officeDocument/2006/relationships/slideMaster" Target="/ppt/slideMasters/slideMaster1.xml" Id="R37ca2952b2e24ea1" /><Relationship Type="http://schemas.openxmlformats.org/officeDocument/2006/relationships/notesMaster" Target="/ppt/notesMasters/notesMaster1.xml" Id="R2d2b0d0c0a0e4078" /><Relationship Type="http://schemas.openxmlformats.org/officeDocument/2006/relationships/presProps" Target="/ppt/presProps.xml" Id="R3114bae07fa04bc4" /><Relationship Type="http://schemas.openxmlformats.org/officeDocument/2006/relationships/tableStyles" Target="/ppt/tableStyles.xml" Id="R02316554171e4400" /><Relationship Type="http://schemas.openxmlformats.org/officeDocument/2006/relationships/slide" Target="/ppt/slides/slide1.xml" Id="Rec9159c8d9c44fee" /><Relationship Type="http://schemas.openxmlformats.org/officeDocument/2006/relationships/slide" Target="/ppt/slides/slide2.xml" Id="Re1c915f7c1754460" /><Relationship Type="http://schemas.openxmlformats.org/officeDocument/2006/relationships/slide" Target="/ppt/slides/slide3.xml" Id="Re431aab5f1694852" /><Relationship Type="http://schemas.openxmlformats.org/officeDocument/2006/relationships/slide" Target="/ppt/slides/slide4.xml" Id="R1bff895b35044bdb" /><Relationship Type="http://schemas.openxmlformats.org/officeDocument/2006/relationships/slide" Target="/ppt/slides/slide5.xml" Id="R249a1db602094181" /><Relationship Type="http://schemas.openxmlformats.org/officeDocument/2006/relationships/slide" Target="/ppt/slides/slide6.xml" Id="Re29f4b3beb56435f" /><Relationship Type="http://schemas.openxmlformats.org/officeDocument/2006/relationships/slide" Target="/ppt/slides/slide7.xml" Id="Rcc6b1c58a4604164" /><Relationship Type="http://schemas.openxmlformats.org/officeDocument/2006/relationships/slide" Target="/ppt/slides/slide8.xml" Id="Red515b4d7ea14d65" /><Relationship Type="http://schemas.openxmlformats.org/officeDocument/2006/relationships/slide" Target="/ppt/slides/slide9.xml" Id="R3788478b82504fd2" /><Relationship Type="http://schemas.openxmlformats.org/officeDocument/2006/relationships/slide" Target="/ppt/slides/slide10.xml" Id="Rab743435897e4dd5" /><Relationship Type="http://schemas.openxmlformats.org/officeDocument/2006/relationships/slide" Target="/ppt/slides/slide11.xml" Id="R7fcc10c2769c4d97" /><Relationship Type="http://schemas.openxmlformats.org/officeDocument/2006/relationships/slide" Target="/ppt/slides/slide12.xml" Id="Rc46eb4fcc8854212" /><Relationship Type="http://schemas.openxmlformats.org/officeDocument/2006/relationships/slide" Target="/ppt/slides/slide13.xml" Id="R913ec1e6764b4e52" /><Relationship Type="http://schemas.openxmlformats.org/officeDocument/2006/relationships/slide" Target="/ppt/slides/slide14.xml" Id="Rf45e2c551f274407" /><Relationship Type="http://schemas.openxmlformats.org/officeDocument/2006/relationships/slide" Target="/ppt/slides/slide15.xml" Id="R47399a62c1ef42f1" /><Relationship Type="http://schemas.openxmlformats.org/officeDocument/2006/relationships/slide" Target="/ppt/slides/slide16.xml" Id="R3bb56aa5b5634b93" /><Relationship Type="http://schemas.openxmlformats.org/officeDocument/2006/relationships/slide" Target="/ppt/slides/slide17.xml" Id="Re47bf567587141bb" /><Relationship Type="http://schemas.openxmlformats.org/officeDocument/2006/relationships/slide" Target="/ppt/slides/slide18.xml" Id="R771246ca8bae43bb" /><Relationship Type="http://schemas.openxmlformats.org/officeDocument/2006/relationships/slide" Target="/ppt/slides/slide19.xml" Id="R3f072f8f51be48a2" /><Relationship Type="http://schemas.openxmlformats.org/officeDocument/2006/relationships/slide" Target="/ppt/slides/slide20.xml" Id="Rf1ae6f1b5fe4456f" /><Relationship Type="http://schemas.openxmlformats.org/officeDocument/2006/relationships/slide" Target="/ppt/slides/slide21.xml" Id="R9ad80cb2ba73487e" /><Relationship Type="http://schemas.openxmlformats.org/officeDocument/2006/relationships/slide" Target="/ppt/slides/slide22.xml" Id="Rb309e1c5a4464caa" /><Relationship Type="http://schemas.openxmlformats.org/officeDocument/2006/relationships/slide" Target="/ppt/slides/slide23.xml" Id="R7d1f294c07d34219" /><Relationship Type="http://schemas.openxmlformats.org/officeDocument/2006/relationships/slide" Target="/ppt/slides/slide24.xml" Id="R21364a5863024469" /><Relationship Type="http://schemas.openxmlformats.org/officeDocument/2006/relationships/slide" Target="/ppt/slides/slide25.xml" Id="R41a261d10163475e" /><Relationship Type="http://schemas.openxmlformats.org/officeDocument/2006/relationships/slide" Target="/ppt/slides/slide26.xml" Id="Ra661c09484b84c11" /><Relationship Type="http://schemas.openxmlformats.org/officeDocument/2006/relationships/slide" Target="/ppt/slides/slide27.xml" Id="R11658fe9c4de4f4a" /><Relationship Type="http://schemas.openxmlformats.org/officeDocument/2006/relationships/slide" Target="/ppt/slides/slide28.xml" Id="Rd7a74500790b4b1b" /><Relationship Type="http://schemas.openxmlformats.org/officeDocument/2006/relationships/slide" Target="/ppt/slides/slide29.xml" Id="R64b63998bb3548b7" /><Relationship Type="http://schemas.openxmlformats.org/officeDocument/2006/relationships/slide" Target="/ppt/slides/slide30.xml" Id="R0e2e242ed62348ad" /><Relationship Type="http://schemas.openxmlformats.org/officeDocument/2006/relationships/slide" Target="/ppt/slides/slide31.xml" Id="R4b158567c6804b4b" /><Relationship Type="http://schemas.openxmlformats.org/officeDocument/2006/relationships/slide" Target="/ppt/slides/slide32.xml" Id="Rbf9ee9b2e3f5462b" /><Relationship Type="http://schemas.openxmlformats.org/officeDocument/2006/relationships/slide" Target="/ppt/slides/slide33.xml" Id="R68ea5c8f732e4d37" /><Relationship Type="http://schemas.openxmlformats.org/officeDocument/2006/relationships/slide" Target="/ppt/slides/slide34.xml" Id="R365201be26484cc3" /><Relationship Type="http://schemas.openxmlformats.org/officeDocument/2006/relationships/slide" Target="/ppt/slides/slide35.xml" Id="Ra69fb3aa6c014a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86046240cb949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0c6c16d2ef4503" /><Relationship Type="http://schemas.openxmlformats.org/officeDocument/2006/relationships/notesMaster" Target="/ppt/notesMasters/notesMaster1.xml" Id="R7c4bb963d5cb42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14745598e5441f" /><Relationship Type="http://schemas.openxmlformats.org/officeDocument/2006/relationships/notesMaster" Target="/ppt/notesMasters/notesMaster1.xml" Id="R9ef8d55f1ff843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c990bdef1394520" /><Relationship Type="http://schemas.openxmlformats.org/officeDocument/2006/relationships/notesMaster" Target="/ppt/notesMasters/notesMaster1.xml" Id="Rb8e0acafdb984a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d1e5da6ac74910" /><Relationship Type="http://schemas.openxmlformats.org/officeDocument/2006/relationships/notesMaster" Target="/ppt/notesMasters/notesMaster1.xml" Id="R6b4f24db87f644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0e97a0e3de4825" /><Relationship Type="http://schemas.openxmlformats.org/officeDocument/2006/relationships/notesMaster" Target="/ppt/notesMasters/notesMaster1.xml" Id="R7a4e12e7d61343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3c8bf34ff8b4f01" /><Relationship Type="http://schemas.openxmlformats.org/officeDocument/2006/relationships/notesMaster" Target="/ppt/notesMasters/notesMaster1.xml" Id="R22ef3b692d7943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e8500436f4840a5" /><Relationship Type="http://schemas.openxmlformats.org/officeDocument/2006/relationships/notesMaster" Target="/ppt/notesMasters/notesMaster1.xml" Id="R7b71e7a663a640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2a55d661e64508" /><Relationship Type="http://schemas.openxmlformats.org/officeDocument/2006/relationships/notesMaster" Target="/ppt/notesMasters/notesMaster1.xml" Id="R681ed20a41084b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ef8c864eaf4a9a" /><Relationship Type="http://schemas.openxmlformats.org/officeDocument/2006/relationships/notesMaster" Target="/ppt/notesMasters/notesMaster1.xml" Id="R400f3504487e4d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c49257299ca4e25" /><Relationship Type="http://schemas.openxmlformats.org/officeDocument/2006/relationships/notesMaster" Target="/ppt/notesMasters/notesMaster1.xml" Id="Rdeaf843461be4d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e934acc3c5940f5" /><Relationship Type="http://schemas.openxmlformats.org/officeDocument/2006/relationships/notesMaster" Target="/ppt/notesMasters/notesMaster1.xml" Id="R7c49d74d7c7c462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48316fb08d4d0b" /><Relationship Type="http://schemas.openxmlformats.org/officeDocument/2006/relationships/notesMaster" Target="/ppt/notesMasters/notesMaster1.xml" Id="R0dae384ecc13478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1381d7936d44185" /><Relationship Type="http://schemas.openxmlformats.org/officeDocument/2006/relationships/notesMaster" Target="/ppt/notesMasters/notesMaster1.xml" Id="Rf3abaf9fca7a4b7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76b395a6d04843" /><Relationship Type="http://schemas.openxmlformats.org/officeDocument/2006/relationships/notesMaster" Target="/ppt/notesMasters/notesMaster1.xml" Id="R458f62f6b9f74b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273a74b5f374f67" /><Relationship Type="http://schemas.openxmlformats.org/officeDocument/2006/relationships/notesMaster" Target="/ppt/notesMasters/notesMaster1.xml" Id="Rb6fbc104d4624e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2a4db84718444d9" /><Relationship Type="http://schemas.openxmlformats.org/officeDocument/2006/relationships/notesMaster" Target="/ppt/notesMasters/notesMaster1.xml" Id="R205084ba880a4f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e0aa5fbebf497d" /><Relationship Type="http://schemas.openxmlformats.org/officeDocument/2006/relationships/notesMaster" Target="/ppt/notesMasters/notesMaster1.xml" Id="Raacab98030144a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a4e7b334b94d28" /><Relationship Type="http://schemas.openxmlformats.org/officeDocument/2006/relationships/notesMaster" Target="/ppt/notesMasters/notesMaster1.xml" Id="R999b480e4baf432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eed0996f774b91" /><Relationship Type="http://schemas.openxmlformats.org/officeDocument/2006/relationships/notesMaster" Target="/ppt/notesMasters/notesMaster1.xml" Id="R59029f0257b948f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1fc677e7b7b4d07" /><Relationship Type="http://schemas.openxmlformats.org/officeDocument/2006/relationships/notesMaster" Target="/ppt/notesMasters/notesMaster1.xml" Id="R6758fd1cd68044b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45bbc4ebd0747be" /><Relationship Type="http://schemas.openxmlformats.org/officeDocument/2006/relationships/notesMaster" Target="/ppt/notesMasters/notesMaster1.xml" Id="R92988bd3fc304ad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d8f9f795f24518" /><Relationship Type="http://schemas.openxmlformats.org/officeDocument/2006/relationships/notesMaster" Target="/ppt/notesMasters/notesMaster1.xml" Id="R828ed5e76f1b46d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e066a974c7941a9" /><Relationship Type="http://schemas.openxmlformats.org/officeDocument/2006/relationships/notesMaster" Target="/ppt/notesMasters/notesMaster1.xml" Id="R5c45cb95974c44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e7045fabe3f4f37" /><Relationship Type="http://schemas.openxmlformats.org/officeDocument/2006/relationships/notesMaster" Target="/ppt/notesMasters/notesMaster1.xml" Id="Rb7c854e617bd462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194992b60044c0c" /><Relationship Type="http://schemas.openxmlformats.org/officeDocument/2006/relationships/notesMaster" Target="/ppt/notesMasters/notesMaster1.xml" Id="R10b8d3c632574b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45709fb385643b3" /><Relationship Type="http://schemas.openxmlformats.org/officeDocument/2006/relationships/notesMaster" Target="/ppt/notesMasters/notesMaster1.xml" Id="R24364a471397448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a4b8e575904416" /><Relationship Type="http://schemas.openxmlformats.org/officeDocument/2006/relationships/notesMaster" Target="/ppt/notesMasters/notesMaster1.xml" Id="R84fdd5236e424a6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7bb433611034b53" /><Relationship Type="http://schemas.openxmlformats.org/officeDocument/2006/relationships/notesMaster" Target="/ppt/notesMasters/notesMaster1.xml" Id="R2d8b6671a28c42d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a2617fa1c84d20" /><Relationship Type="http://schemas.openxmlformats.org/officeDocument/2006/relationships/notesMaster" Target="/ppt/notesMasters/notesMaster1.xml" Id="R62e198bdfe4449f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c77193181614a22" /><Relationship Type="http://schemas.openxmlformats.org/officeDocument/2006/relationships/notesMaster" Target="/ppt/notesMasters/notesMaster1.xml" Id="R5de538665cae413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f01e08c4ddc469a" /><Relationship Type="http://schemas.openxmlformats.org/officeDocument/2006/relationships/notesMaster" Target="/ppt/notesMasters/notesMaster1.xml" Id="R8132c9d061f4468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844be7d5fc84a06" /><Relationship Type="http://schemas.openxmlformats.org/officeDocument/2006/relationships/notesMaster" Target="/ppt/notesMasters/notesMaster1.xml" Id="R7928c42642744df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885f8ac5a4f4ba6" /><Relationship Type="http://schemas.openxmlformats.org/officeDocument/2006/relationships/notesMaster" Target="/ppt/notesMasters/notesMaster1.xml" Id="R612b34e585d54e8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4c1e32c0e084f80" /><Relationship Type="http://schemas.openxmlformats.org/officeDocument/2006/relationships/notesMaster" Target="/ppt/notesMasters/notesMaster1.xml" Id="Ra6437cd1f6f34a1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3ef5061403844ee" /><Relationship Type="http://schemas.openxmlformats.org/officeDocument/2006/relationships/notesMaster" Target="/ppt/notesMasters/notesMaster1.xml" Id="Rfc6432913cef432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BUILD-RE-S1-W03: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BUILD-RE-S1-W03.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see how saying sorry can help.”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1 (slide-1).</a:t>
            </a:r>
          </a:p>
          <a:p xmlns:a="http://schemas.openxmlformats.org/drawingml/2006/main">
            <a:r>
              <a:t>Educational RE: RE learns about caring; this activity is not worship. Reflection is optional and never worship. Where a source makes a faith claim use “some believers” or “this person”; model diversity within traditions and never rank beliefs. A story in a religious text is attributed as a story, not presented as a record of an observed event or a rule every believer follows.</a:t>
            </a:r>
          </a:p>
          <a:p xmlns:a="http://schemas.openxmlformats.org/drawingml/2006/main">
            <a:r>
              <a:t>No authentic sacred objects are used. Use replicas, protected learning resources, photographs, full picture descriptions or drawings instead; state respectful handling before any optional replica is touched. Distinguish a book, object or place from the faith itself. No real flame, worship, prayer, ritual or sacred-text recitation; no medical-treatment or injury enactment. Learning drawings are not authentic photographs.</a:t>
            </a:r>
          </a:p>
          <a:p xmlns:a="http://schemas.openxmlformats.org/drawingml/2006/main">
            <a:r>
              <a:t>No requirement to bring a personal object, state a belief, describe family/community experience, disclose a bereavement or explain a private mistake. Use third-person cases and a neutral community route. No pupil must apologise, forgive, reconcile or promise a real action. A person may retain boundaries, decline help or still feel upset. Reflection and quiet thinking are optional; a pass needs no book entry. Accept “depends” with a relevant reason, while checking harm, consent and the case facts.</a:t>
            </a:r>
          </a:p>
          <a:p xmlns:a="http://schemas.openxmlformats.org/drawingml/2006/main">
            <a:r>
              <a:t>No cold calling; nobody is asked to read difficult text aloud. Offer pointing before speech/writing, a symbol/word bank, 2–3 choices only where part of the task, drawing, exact scribing, verbal or witness-note responses, quiet space, reader, overlay and extra processing time. No compulsory pair work. Never question a pupil publicly about an adaptation.</a:t>
            </a:r>
          </a:p>
          <a:p xmlns:a="http://schemas.openxmlformats.org/drawingml/2006/main">
            <a:r>
              <a:t>Source status: W1 main story is a short original paraphrase adapted from a verified Christian text; its original reference and adaptation record are in the separate provenance file, not copied as a classroom web link. Every model, class case, independent case in later weeks and fresh Exit source is expressly authored third-person fiction. No invented case is scripture, testimony or a universal faith claim. All text/picture descriptions needed for the core task are supplied; no live lookup or extra image is needed.</a:t>
            </a:r>
          </a:p>
          <a:p xmlns:a="http://schemas.openxmlformats.org/drawingml/2006/main">
            <a:r>
              <a:t>Release: keep recall strips, words, organiser and new content covered during the first Arrival try. Show only the Starter observation needed at that stage. Read main source after Arrival and before modelling; model only at I Do, class source at We Do, chosen task cards at You Do. Show the full worked model long enough, then remove it and guided answers before You Do. Fresh Exit source stays hidden until Exit Ticket; close Word help, organiser, models and all help/answer panels then.</a:t>
            </a:r>
          </a:p>
          <a:p xmlns:a="http://schemas.openxmlformats.org/drawingml/2006/main">
            <a:r>
              <a:t>One Arrival tier, one Exit tier and one You Do route per pupil. Independent is first; add Supported or Choice only as needed. Aspire is extension, not a fourth support level. Before lowering demand reduce visual load, unnecessary reading/copying and repetition, then add structure/prompts; lower conceptual demand only if still needed. Keep each route on its own pupil page.</a:t>
            </a:r>
          </a:p>
          <a:p xmlns:a="http://schemas.openxmlformats.org/drawingml/2006/main">
            <a:r>
              <a:t>Staff I/S/C instruction: record actual I, S or C and the exact help in staff records; leave the pupil’s I · S · C box empty until an authorised staff mark. “record the level of support, not just success”. Independent = no content prompt; With prompt = stem/choice/reminder used; Not yet = adult supplied most of the content. Preserve baseline and prompted responses separately. Aspire does not itself establish independence.</a:t>
            </a:r>
          </a:p>
          <a:p xmlns:a="http://schemas.openxmlformats.org/drawingml/2006/main">
            <a:r>
              <a:t>Adult-only EHCP note: possible opportunities include source choice for cognition/learning, communicating a response, an agreed pause/return for SEMH, and an accessible sensory/physical mode. Observe only the relevant agreed individual outcome. Never infer diagnosis or progress from completion.</a:t>
            </a:r>
          </a:p>
          <a:p xmlns:a="http://schemas.openxmlformats.org/drawingml/2006/main">
            <a:r>
              <a:t>Space: check readiness, offer a planned brief regulation/movement break and quiet route. Printed return point is one source card, then one step. Log opt-out in Evaluation after teaching as Space evidence, not failure or R.</a:t>
            </a:r>
          </a:p>
          <a:p xmlns:a="http://schemas.openxmlformats.org/drawingml/2006/main">
            <a:r>
              <a:t>Same-day evidence — BUILD-RE-S1-W03: the teaching adult is the designated live-capture adult. Capture a pupil-arranged/pointed caring choice with an exactly scribed reason, or the chosen record, using a work-only photo, brief clip or one-line note. Record mode, actual source access, route, I/S/C, exact prompt and before/after-model status. Audience: this adult receives the whole response, names its change or reason back and checks it before tagging. Influence: use that response to select a next teaching step; record actual influence after teaching. Upload the selected item to the evidence app the same day in the 14:10–14:30 check-out slot, labelled BUILD-RE-S1-W03. E marks capture/upload, not closure. R requires both adult receipt and a shaped next step; a photo, a refusal or completion alone never earns R. The subject lead samples weekly; BUILD’s daily expectation is not claimed met by a planned lesson.</a:t>
            </a:r>
          </a:p>
          <a:p xmlns:a="http://schemas.openxmlformats.org/drawingml/2006/main">
            <a:r>
              <a:t>Evidence record: lesson [ ] / stage [ ] / route [ ] / I-S-C [ ] / mode [ ] / source access [ ] / exact prompt and ladder step [ ] / pupil response [ ] / VF or NS [ ] / received response [ ] / named-back change [ ] / next teaching step [ ] / R justified [ ] / agreed outcome observed [ ]. Identities belong only in the authorised private record; no names or initials here.</a:t>
            </a:r>
          </a:p>
          <a:p xmlns:a="http://schemas.openxmlformats.org/drawingml/2006/main">
            <a:r>
              <a:t>Printed stages: Arrival → Starter → I Do → We Do → You Do → Exit Ticket. Opening is 0 minutes, outside the stages. Default timing 5/3/6/8/15/3 = 40 minutes. Reveal one short instruction at a time; show only current-stage needs. Book work and small source strips, not copying a board or a central worksheet.</a:t>
            </a:r>
          </a:p>
          <a:p xmlns:a="http://schemas.openxmlformats.org/drawingml/2006/main">
            <a:r>
              <a:t>Cue fills and fixed meaning: instruction yellow #FFF1BB; scaffold blue #E4EFF9; stretch/Aspire green #E4F2E6; success criteria orange #FFE4C8. High Contrast takes precedence. House topic tints are separate. At build, give every actual picture its pupil-readable description and declare every colour as picture #hex: caption words; no rendered palette measurements are claimed here.</a:t>
            </a:r>
          </a:p>
          <a:p xmlns:a="http://schemas.openxmlformats.org/drawingml/2006/main">
            <a:r>
              <a:t>Pupil print at least 14 pt, instructions larger than explanations, clear sans-serif, spacing and overlay-safe pages. Staff body may follow the packet’s staff exception. Leave QR/KIT-1, source_page_sha256 and version fields empty for intake. No calendar dates; blank Date line only.</a:t>
            </a:r>
          </a:p>
          <a:p xmlns:a="http://schemas.openxmlformats.org/drawingml/2006/main">
            <a:r>
              <a:t>Every later pupil page, including each Arrival/Exit sheet, source card page, organiser, Word page and each You Do route page, repeats the accurate line “RE learns about caring; this activity is not worship”. Staff pages retain the educational/non-devotional care note. No exception for separate prints.</a:t>
            </a:r>
          </a:p>
          <a:p xmlns:a="http://schemas.openxmlformats.org/drawingml/2006/main">
            <a:r>
              <a:t>Every slide, including Opening, repeats the exact pupil objective “To be able to… see how saying sorry can help.” in its footer, plus its stage minutes and blank version line. The footer never replaces the objective with the version.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2 (slide-2).</a:t>
            </a:r>
          </a:p>
          <a:p xmlns:a="http://schemas.openxmlformats.org/drawingml/2006/main">
            <a:r>
              <a:t>Adult note: Items 1–3 retrieve the actual supplied Week 2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2 (slide-2).</a:t>
            </a:r>
          </a:p>
          <a:p xmlns:a="http://schemas.openxmlformats.org/drawingml/2006/main">
            <a:r>
              <a:t>Adult note: Items 1–3 retrieve the actual supplied Week 2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Returned.</a:t>
            </a:r>
          </a:p>
          <a:p xmlns:a="http://schemas.openxmlformats.org/drawingml/2006/main">
            <a:r>
              <a:t>2. Adult answer: Stopped them using it.</a:t>
            </a:r>
          </a:p>
          <a:p xmlns:a="http://schemas.openxmlformats.org/drawingml/2006/main">
            <a:r>
              <a:t>3. Adult answer: The act.</a:t>
            </a:r>
          </a:p>
          <a:p xmlns:a="http://schemas.openxmlformats.org/drawingml/2006/main">
            <a:r>
              <a:t>4. Adult answer: Yes; prior idea accepted.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2 (slide-2).</a:t>
            </a:r>
          </a:p>
          <a:p xmlns:a="http://schemas.openxmlformats.org/drawingml/2006/main">
            <a:r>
              <a:t>Adult note: Items 1–3 retrieve the actual supplied Week 2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2 (slide-2).</a:t>
            </a:r>
          </a:p>
          <a:p xmlns:a="http://schemas.openxmlformats.org/drawingml/2006/main">
            <a:r>
              <a:t>Adult note: Items 1–3 retrieve the actual supplied Week 2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Return it to its owner.</a:t>
            </a:r>
          </a:p>
          <a:p xmlns:a="http://schemas.openxmlformats.org/drawingml/2006/main">
            <a:r>
              <a:t>2. Adult answer: It stopped the owner using their work.</a:t>
            </a:r>
          </a:p>
          <a:p xmlns:a="http://schemas.openxmlformats.org/drawingml/2006/main">
            <a:r>
              <a:t>3. Adult answer: No; judge the act without labelling the whole person.</a:t>
            </a:r>
          </a:p>
          <a:p xmlns:a="http://schemas.openxmlformats.org/drawingml/2006/main">
            <a:r>
              <a:t>4. Adult answer: Name it, listen, repair or another sensible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2 (slide-2).</a:t>
            </a:r>
          </a:p>
          <a:p xmlns:a="http://schemas.openxmlformats.org/drawingml/2006/main">
            <a:r>
              <a:t>Adult note: Items 1–3 retrieve the actual supplied Week 2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2 (slide-2).</a:t>
            </a:r>
          </a:p>
          <a:p xmlns:a="http://schemas.openxmlformats.org/drawingml/2006/main">
            <a:r>
              <a:t>Adult note: Items 1–3 retrieve the actual supplied Week 2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1. Adult answer: It gave the owner access to their work.</a:t>
            </a:r>
          </a:p>
          <a:p xmlns:a="http://schemas.openxmlformats.org/drawingml/2006/main">
            <a:r>
              <a:t>2. Adult answer: It deprived the owner of their work/use of the card.</a:t>
            </a:r>
          </a:p>
          <a:p xmlns:a="http://schemas.openxmlformats.org/drawingml/2006/main">
            <a:r>
              <a:t>3. Adult answer: One act does not tell everything about a person; fair criticism addresses the act.</a:t>
            </a:r>
          </a:p>
          <a:p xmlns:a="http://schemas.openxmlformats.org/drawingml/2006/main">
            <a:r>
              <a:t>4. Adult answer: Address its effect or respect the person’s choice; prior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2 (slide-2).</a:t>
            </a:r>
          </a:p>
          <a:p xmlns:a="http://schemas.openxmlformats.org/drawingml/2006/main">
            <a:r>
              <a:t>Adult note: Items 1–3 retrieve the actual supplied Week 2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2 (slide-2).</a:t>
            </a:r>
          </a:p>
          <a:p xmlns:a="http://schemas.openxmlformats.org/drawingml/2006/main">
            <a:r>
              <a:t>Adult note: Items 1–3 retrieve the actual supplied Week 2 lesson, not presumed attendance. Item 4 links to today and comes last. After first try, offer a 60-second recap if prior learning was missed; retain first and later responses separately. No new teaching at Arrival.</a:t>
            </a:r>
          </a:p>
          <a:p xmlns:a="http://schemas.openxmlformats.org/drawingml/2006/main">
            <a:r>
              <a:t>Adult note: TA action — Help locate the first question and begin within about two minutes. Avoid — Do not answer the four questions or open recall resources before first try.</a:t>
            </a:r>
          </a:p>
          <a:p xmlns:a="http://schemas.openxmlformats.org/drawingml/2006/main">
            <a:r>
              <a:t>Adult note: LOOP — Space: offer readiness check, pause or pass. Feedback / VF script: “You made a first try. Show me what you want to check.” Voice: receive the pupil’s own sign, mark, word or directed choice. Audience: the teaching adult listens/looks start to finish and names the response back. Influence: Choose whether a brief missed-learning recap is needed. R only after this received response has shaped the next step; planned evidence is not claimed completed.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3 (slide-3).</a:t>
            </a:r>
          </a:p>
          <a:p xmlns:a="http://schemas.openxmlformats.org/drawingml/2006/main">
            <a:r>
              <a:t>Adult note: One question only, using the picture/source observation indicated. Do not add a second prompt or show a full task answer. Answer guidance: It fell from the table; accept a source-based observation only.</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It fell from the table; accept a source-based observation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3 (slide-3).</a:t>
            </a:r>
          </a:p>
          <a:p xmlns:a="http://schemas.openxmlformats.org/drawingml/2006/main">
            <a:r>
              <a:t>Adult note: One question only, using the picture/source observation indicated. Do not add a second prompt or show a full task answer. Answer guidance: It fell from the table; accept a source-based observation only.</a:t>
            </a:r>
          </a:p>
          <a:p xmlns:a="http://schemas.openxmlformats.org/drawingml/2006/main">
            <a:r>
              <a:t>Adult note: TA action — Read the one question and allow quiet/private think time. Avoid — Do not add a second question or require public speech.</a:t>
            </a:r>
          </a:p>
          <a:p xmlns:a="http://schemas.openxmlformats.org/drawingml/2006/main">
            <a:r>
              <a:t>Adult note: LOOP — Space: offer readiness check, pause or pass. Feedback / VF script: “You chose one detail. I heard your choice.” Voice: receive the pupil’s own sign, mark, word or directed choice. Audience: the teaching adult listens/looks start to finish and names the response back. Influence: Adjust the pace and source access for the model. R only after this received response has shaped the next step; planned evidence is not claimed completed.</a:t>
            </a:r>
          </a:p>
          <a:p xmlns:a="http://schemas.openxmlformats.org/drawingml/2006/main">
            <a:r>
              <a:t>Answer (adult): It fell from the table; accept a source-based observation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4 (slide-4).</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5 (slide-5).</a:t>
            </a:r>
          </a:p>
          <a:p xmlns:a="http://schemas.openxmlformats.org/drawingml/2006/main">
            <a:r>
              <a:t>Adult note: Read the main story/case in short chunks; ensure pupils have heard/accessed it before the model. Use two minutes for words, two for main source and two for the distinct Model source and stepped model. The source strips remain available; remove the full worked answer before independent application. Adult modelling is not pupil evidence.</a:t>
            </a:r>
          </a:p>
          <a:p xmlns:a="http://schemas.openxmlformats.org/drawingml/2006/main">
            <a:r>
              <a:t>Adult note: TA action — Support attention to one current model step and useful words. Avoid — Do not give a parallel explanation or ask for slide copying.</a:t>
            </a:r>
          </a:p>
          <a:p xmlns:a="http://schemas.openxmlformats.org/drawingml/2006/main">
            <a:r>
              <a:t>Adult note: LOOP — Space: offer readiness check, pause or pass. Feedback / VF script: “This step uses a case detail. You can point to it.” Voice: receive the pupil’s own sign, mark, word or directed choice. Audience: the teaching adult listens/looks start to finish and names the response back. Influence: Check access before guided practice.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Stop interrupting and offer the turn back; apology names interruption; person chooses whether to take the turn. No forced response or forgiveness.</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Stop interrupting and offer the turn back; apology names interruption; person chooses whether to take the turn. No forced response or forgiveness.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Stop interrupting and offer the turn back; apology names interruption; person chooses whether to take the turn. No forced response or forgiveness.</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Stop interrupting and offer the turn back; apology names interruption; person chooses whether to take the turn. No forced response or forgiveness.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6 (slide-6).</a:t>
            </a:r>
          </a:p>
          <a:p xmlns:a="http://schemas.openxmlformats.org/drawingml/2006/main">
            <a:r>
              <a:t>Adult note: Use the complete Class source. Two minutes for the source, four for each willing pupil’s own contribution, two to check. Use volunteers, directed choice or private checking, never cold calling. Reveal only after the own try. Guided answer: Stop interrupting and offer the turn back; apology names interruption; person chooses whether to take the turn. No forced response or forgiveness.</a:t>
            </a:r>
          </a:p>
          <a:p xmlns:a="http://schemas.openxmlformats.org/drawingml/2006/main">
            <a:r>
              <a:t>Adult note: TA action — Invite a volunteered or private contribution and record the pupil’s own choice before reveal. Avoid — Do not reveal a full answer before the pupil’s try.</a:t>
            </a:r>
          </a:p>
          <a:p xmlns:a="http://schemas.openxmlformats.org/drawingml/2006/main">
            <a:r>
              <a:t>Adult note: LOOP — Space: offer readiness check, pause or pass. Feedback / VF script: “Your choice uses this detail. Check this one part.” Voice: receive the pupil’s own sign, mark, word or directed choice. Audience: the teaching adult listens/looks start to finish and names the response back. Influence: Choose the least support needed for the own attempt. R only after this received response has shaped the next step; planned evidence is not claimed completed.</a:t>
            </a:r>
          </a:p>
          <a:p xmlns:a="http://schemas.openxmlformats.org/drawingml/2006/main">
            <a:r>
              <a:t>Answer (adult): Stop interrupting and offer the turn back; apology names interruption; person chooses whether to take the turn. No forced response or forgiveness.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7 (slide-7).</a:t>
            </a:r>
          </a:p>
          <a:p xmlns:a="http://schemas.openxmlformats.org/drawingml/2006/main">
            <a:r>
              <a:t>Adult note: Two minutes to select route/source access, eleven for the task and two for Review and improve. Offer book work, arrangement/pointing, symbols, drawing or exact scribe; the blank record is optional, so no task is worksheet-only. Record any Help actually used. Live verbal feedback is the default; no grid of written comments.</a:t>
            </a:r>
          </a:p>
          <a:p xmlns:a="http://schemas.openxmlformats.org/drawingml/2006/main">
            <a:r>
              <a:t>Adult note: TA action — Offer independence first; use the held ladder only if needed and fade. Avoid — Do not replace the pupil’s idea or mark prompted work independent.</a:t>
            </a:r>
          </a:p>
          <a:p xmlns:a="http://schemas.openxmlformats.org/drawingml/2006/main">
            <a:r>
              <a:t>Adult note: LOOP — Space: offer readiness check, pause or pass. Feedback / VF script: “You used this detail. Try one change, or tell me why it should stay.” Voice: receive the pupil’s own sign, mark, word or directed choice. Audience: the teaching adult listens/looks start to finish and names the response back. Influence: Receive the review and select one next teaching step.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Named it: taking the other person’s seat.</a:t>
            </a:r>
          </a:p>
          <a:p xmlns:a="http://schemas.openxmlformats.org/drawingml/2006/main">
            <a:r>
              <a:t>2. Adult answer: Getting up/returning the seat and leaving the other person a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Recognition of taking the other person’s seat.</a:t>
            </a:r>
          </a:p>
          <a:p xmlns:a="http://schemas.openxmlformats.org/drawingml/2006/main">
            <a:r>
              <a:t>2. Adult answer: The seat becomes available to its owner, who can choose whether to sit.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BUILD_RE_S1_W03.html; SHA-256 53d03dd8a8e1a30525d084207e4595142f593ef86b636538bbe8671489fad86e.</a:t>
            </a:r>
          </a:p>
          <a:p xmlns:a="http://schemas.openxmlformats.org/drawingml/2006/main">
            <a:r>
              <a:t>Lesson BUILD-RE-S1-W03; source slide 8 (slide-8).</a:t>
            </a:r>
          </a:p>
          <a:p xmlns:a="http://schemas.openxmlformats.org/drawingml/2006/main">
            <a:r>
              <a:t>Adult note: No hints, clues, sentence starters or word-card pointing. Give the full fresh source as text/read-aloud/description, close help and organiser, and keep answers hidden. Spend about one minute per response and the remaining time on confidence. Reading access is recorded separately from a content prompt. Do not change an answer.</a:t>
            </a:r>
          </a:p>
          <a:p xmlns:a="http://schemas.openxmlformats.org/drawingml/2006/main">
            <a:r>
              <a:t>Adult note: Prompting record: independent / with prompt / not yet [ ]; exact prompt [ ]; source-access mode [ ]. Preserve the baseline; adult-supplied content is not pupil independence.</a:t>
            </a:r>
          </a:p>
          <a:p xmlns:a="http://schemas.openxmlformats.org/drawingml/2006/main">
            <a:r>
              <a:t>Adult note: TA action — Offer complete fresh-source access and record an attempt or pass, plus actual prompting. Avoid — Never give a content clue or change an answer; close reference/help panels.</a:t>
            </a:r>
          </a:p>
          <a:p xmlns:a="http://schemas.openxmlformats.org/drawingml/2006/main">
            <a:r>
              <a:t>Adult note: LOOP — Space: offer readiness check, pause or pass. Feedback / VF script: “Thank you for your own response. It helps us plan.” Voice: receive the pupil’s own sign, mark, word or directed choice. Audience: the teaching adult listens/looks start to finish and names the response back. Influence: Use the original checks to plan the next lesson. R only after this received response has shaped the next step; planned evidence is not claimed completed.</a:t>
            </a:r>
          </a:p>
          <a:p xmlns:a="http://schemas.openxmlformats.org/drawingml/2006/main">
            <a:r>
              <a:t>1. Adult answer: They acknowledge taking another person’s seat by mistake.</a:t>
            </a:r>
          </a:p>
          <a:p xmlns:a="http://schemas.openxmlformats.org/drawingml/2006/main">
            <a:r>
              <a:t>2. Adult answer: The person vacates the seat and the other person chooses whether to use it; no forgiveness demanded.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c5aa20fa9544f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4bf5f9276941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6035e84ac948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7735c554b374c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55dadf7bc6946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cd65f451b74d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A86F60-A32C-4F24-8CD5-9802C2954C1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78F6751-46EC-4CCB-8443-5AEC11D222C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906851-7638-4B44-B767-627D4357722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066D10-2EF0-489B-A392-A45CA4575C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E4998BD-8BEC-435A-A9E0-70552C2CDC4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4F4F2FC-BE0C-4697-86BA-26D6986BE4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FDC110-BF34-4CBB-86A5-08B675E72A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852E64-3987-467E-892A-9C3A80BC82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DB510C-1125-4A72-A4B8-28F6915AD22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71295F-C8E7-464A-85DD-5AB1611EED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371b0722c3a44b8" /><Relationship Type="http://schemas.openxmlformats.org/officeDocument/2006/relationships/slideLayout" Target="/ppt/slideLayouts/slideLayout1.xml" Id="Rabc42013085d4d95" /><Relationship Type="http://schemas.openxmlformats.org/officeDocument/2006/relationships/slideLayout" Target="/ppt/slideLayouts/slideLayout2.xml" Id="R255e19401d214be6" /><Relationship Type="http://schemas.openxmlformats.org/officeDocument/2006/relationships/slideLayout" Target="/ppt/slideLayouts/slideLayout3.xml" Id="R336f645233eb473c" /><Relationship Type="http://schemas.openxmlformats.org/officeDocument/2006/relationships/slideLayout" Target="/ppt/slideLayouts/slideLayout4.xml" Id="Rc5338176b2524c38" /><Relationship Type="http://schemas.openxmlformats.org/officeDocument/2006/relationships/slideLayout" Target="/ppt/slideLayouts/slideLayout5.xml" Id="Rd03ac25535254ace" /><Relationship Type="http://schemas.openxmlformats.org/officeDocument/2006/relationships/slideLayout" Target="/ppt/slideLayouts/slideLayout6.xml" Id="R3dca417bd6b640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c42013085d4d95"/>
    <p:sldLayoutId xmlns:r="http://schemas.openxmlformats.org/officeDocument/2006/relationships" id="2147483650" r:id="R255e19401d214be6"/>
    <p:sldLayoutId xmlns:r="http://schemas.openxmlformats.org/officeDocument/2006/relationships" id="2147483651" r:id="R336f645233eb473c"/>
    <p:sldLayoutId xmlns:r="http://schemas.openxmlformats.org/officeDocument/2006/relationships" id="2147483652" r:id="Rc5338176b2524c38"/>
    <p:sldLayoutId xmlns:r="http://schemas.openxmlformats.org/officeDocument/2006/relationships" id="2147483653" r:id="Rd03ac25535254ace"/>
    <p:sldLayoutId xmlns:r="http://schemas.openxmlformats.org/officeDocument/2006/relationships" id="2147483654" r:id="R3dca417bd6b6403c"/>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4c4f26006645b4" /><Relationship Type="http://schemas.openxmlformats.org/officeDocument/2006/relationships/image" Target="/ppt/media/image.jpeg" Id="R8a0b20f29f0c482f" /><Relationship Type="http://schemas.openxmlformats.org/officeDocument/2006/relationships/notesSlide" Target="/ppt/notesSlides/notesSlide1.xml" Id="R6e77086a5e2342c9"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df178b311f9a4839"/><Relationship Type="http://schemas.openxmlformats.org/officeDocument/2006/relationships/image" Target="../media/image.jpeg" Id="Raafed94f8f9d4da0"/><Relationship Type="http://schemas.openxmlformats.org/officeDocument/2006/relationships/notesSlide" Target="/ppt/notesSlides/notesSlide2.xml" Id="Rd208d70c1c424b8d"/></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8f8c8795a1a74f26"/><Relationship Type="http://schemas.openxmlformats.org/officeDocument/2006/relationships/image" Target="../media/image.jpeg" Id="R6dc5fdc7121f46f1"/><Relationship Type="http://schemas.openxmlformats.org/officeDocument/2006/relationships/notesSlide" Target="/ppt/notesSlides/notesSlide3.xml" Id="Ra1a860d4e1364c1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359e352cc8ff4353"/><Relationship Type="http://schemas.openxmlformats.org/officeDocument/2006/relationships/image" Target="../media/image.jpeg" Id="R33cc9f3f67bc4372"/><Relationship Type="http://schemas.openxmlformats.org/officeDocument/2006/relationships/notesSlide" Target="/ppt/notesSlides/notesSlide4.xml" Id="R7e57ef581a7c49c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5bdc101a91b94846"/><Relationship Type="http://schemas.openxmlformats.org/officeDocument/2006/relationships/image" Target="../media/image.jpeg" Id="Rd9a42135e3f44e15"/><Relationship Type="http://schemas.openxmlformats.org/officeDocument/2006/relationships/notesSlide" Target="/ppt/notesSlides/notesSlide5.xml" Id="Rcad7e990bda34ec2"/></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3cfccc1b324a4dc2"/><Relationship Type="http://schemas.openxmlformats.org/officeDocument/2006/relationships/image" Target="../media/image.jpeg" Id="Rfae38d2b2679487e"/><Relationship Type="http://schemas.openxmlformats.org/officeDocument/2006/relationships/notesSlide" Target="/ppt/notesSlides/notesSlide6.xml" Id="Rf633786bdd2e442e"/></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53ec5cebc3ea44a8"/><Relationship Type="http://schemas.openxmlformats.org/officeDocument/2006/relationships/image" Target="../media/image.jpeg" Id="R2b5e2e1ca319450a"/><Relationship Type="http://schemas.openxmlformats.org/officeDocument/2006/relationships/notesSlide" Target="/ppt/notesSlides/notesSlide7.xml" Id="R50f20ee7d14a4b2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2d54f845c0734a0f"/><Relationship Type="http://schemas.openxmlformats.org/officeDocument/2006/relationships/image" Target="../media/image.jpeg" Id="Rd378e120841c4e1d"/><Relationship Type="http://schemas.openxmlformats.org/officeDocument/2006/relationships/notesSlide" Target="/ppt/notesSlides/notesSlide8.xml" Id="R8f21705d3b08420d"/></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7fbdbba1b2da4b3d"/><Relationship Type="http://schemas.openxmlformats.org/officeDocument/2006/relationships/image" Target="../media/image.jpeg" Id="Rd2bfd142eecb4f5d"/><Relationship Type="http://schemas.openxmlformats.org/officeDocument/2006/relationships/notesSlide" Target="/ppt/notesSlides/notesSlide9.xml" Id="R40559f87f0234b4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b2d1630643b649f2"/><Relationship Type="http://schemas.openxmlformats.org/officeDocument/2006/relationships/image" Target="../media/image.jpeg" Id="R117e5e861ecf4396"/><Relationship Type="http://schemas.openxmlformats.org/officeDocument/2006/relationships/notesSlide" Target="/ppt/notesSlides/notesSlide10.xml" Id="R75cad79aa5ef482b"/></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7b1795f42a254d06"/><Relationship Type="http://schemas.openxmlformats.org/officeDocument/2006/relationships/image" Target="../media/image.jpeg" Id="R0237fa90c3c547f0"/><Relationship Type="http://schemas.openxmlformats.org/officeDocument/2006/relationships/notesSlide" Target="/ppt/notesSlides/notesSlide11.xml" Id="R184309db2f8e48d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4f2403c5d07f4ebf"/><Relationship Type="http://schemas.openxmlformats.org/officeDocument/2006/relationships/image" Target="../media/image.jpeg" Id="Rac7a7eb91975458e"/><Relationship Type="http://schemas.openxmlformats.org/officeDocument/2006/relationships/notesSlide" Target="/ppt/notesSlides/notesSlide12.xml" Id="Rd50aa35866504a03"/></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2b43faeb91fd4d21"/><Relationship Type="http://schemas.openxmlformats.org/officeDocument/2006/relationships/image" Target="../media/image.jpeg" Id="R2999f40d0fd545a1"/><Relationship Type="http://schemas.openxmlformats.org/officeDocument/2006/relationships/notesSlide" Target="/ppt/notesSlides/notesSlide13.xml" Id="Rae99934713714c0c"/></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21d340184036460f"/><Relationship Type="http://schemas.openxmlformats.org/officeDocument/2006/relationships/image" Target="../media/image.jpeg" Id="Rc3e0646b380541ae"/><Relationship Type="http://schemas.openxmlformats.org/officeDocument/2006/relationships/notesSlide" Target="/ppt/notesSlides/notesSlide14.xml" Id="R2b376ba0b00349e8"/></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1ef2a3016f544d0e"/><Relationship Type="http://schemas.openxmlformats.org/officeDocument/2006/relationships/image" Target="../media/image.jpeg" Id="R44f749647d1f42e5"/><Relationship Type="http://schemas.openxmlformats.org/officeDocument/2006/relationships/notesSlide" Target="/ppt/notesSlides/notesSlide15.xml" Id="Rcacc526691e7410d"/></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02700d2366644f87"/><Relationship Type="http://schemas.openxmlformats.org/officeDocument/2006/relationships/image" Target="../media/image.jpeg" Id="Rd3ed0878bb064210"/><Relationship Type="http://schemas.openxmlformats.org/officeDocument/2006/relationships/notesSlide" Target="/ppt/notesSlides/notesSlide16.xml" Id="R5dd57e3a3e82487d"/></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82e53976c4b94c06"/><Relationship Type="http://schemas.openxmlformats.org/officeDocument/2006/relationships/image" Target="../media/image.jpeg" Id="Rc3c0fd9cc783460a"/><Relationship Type="http://schemas.openxmlformats.org/officeDocument/2006/relationships/notesSlide" Target="/ppt/notesSlides/notesSlide17.xml" Id="Ra60a080a0bcf47ee"/></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7198d45311324291"/><Relationship Type="http://schemas.openxmlformats.org/officeDocument/2006/relationships/image" Target="../media/image.jpeg" Id="R5c4034278be94821"/><Relationship Type="http://schemas.openxmlformats.org/officeDocument/2006/relationships/notesSlide" Target="/ppt/notesSlides/notesSlide18.xml" Id="R4d32c81926564037"/></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185e7e39b8af43a8"/><Relationship Type="http://schemas.openxmlformats.org/officeDocument/2006/relationships/image" Target="../media/image.jpeg" Id="Rce2b27a451934edd"/><Relationship Type="http://schemas.openxmlformats.org/officeDocument/2006/relationships/notesSlide" Target="/ppt/notesSlides/notesSlide19.xml" Id="R5dbbc97d489f4505"/></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8c02762ae29148bf"/><Relationship Type="http://schemas.openxmlformats.org/officeDocument/2006/relationships/image" Target="../media/image.jpeg" Id="R7a8a1320e68c41eb"/><Relationship Type="http://schemas.openxmlformats.org/officeDocument/2006/relationships/notesSlide" Target="/ppt/notesSlides/notesSlide20.xml" Id="R6bce5d214f644815"/></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b91062d28613485b"/><Relationship Type="http://schemas.openxmlformats.org/officeDocument/2006/relationships/image" Target="../media/image.jpeg" Id="Ree0a09b2dd1d4180"/><Relationship Type="http://schemas.openxmlformats.org/officeDocument/2006/relationships/notesSlide" Target="/ppt/notesSlides/notesSlide21.xml" Id="R93828106acd340c3"/></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9f437eb7c27a4655"/><Relationship Type="http://schemas.openxmlformats.org/officeDocument/2006/relationships/image" Target="../media/image.jpeg" Id="Re61994e82843432a"/><Relationship Type="http://schemas.openxmlformats.org/officeDocument/2006/relationships/notesSlide" Target="/ppt/notesSlides/notesSlide22.xml" Id="R54aa5e46d042463a"/></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eb37f4b985394cf3"/><Relationship Type="http://schemas.openxmlformats.org/officeDocument/2006/relationships/image" Target="../media/image.jpeg" Id="Rbef0e2cc60c14b43"/><Relationship Type="http://schemas.openxmlformats.org/officeDocument/2006/relationships/notesSlide" Target="/ppt/notesSlides/notesSlide23.xml" Id="R7092573ffbff4da7"/></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a6e627ddc4d54018"/><Relationship Type="http://schemas.openxmlformats.org/officeDocument/2006/relationships/image" Target="../media/image.jpeg" Id="R23a8cffb46c74526"/><Relationship Type="http://schemas.openxmlformats.org/officeDocument/2006/relationships/notesSlide" Target="/ppt/notesSlides/notesSlide24.xml" Id="R3fa0119e82784c66"/></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90b892c92c1542c7"/><Relationship Type="http://schemas.openxmlformats.org/officeDocument/2006/relationships/image" Target="../media/image.jpeg" Id="R5e8f19331e314e7d"/><Relationship Type="http://schemas.openxmlformats.org/officeDocument/2006/relationships/notesSlide" Target="/ppt/notesSlides/notesSlide25.xml" Id="R3fd92cf4012049fe"/></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011820d46b7e454d"/><Relationship Type="http://schemas.openxmlformats.org/officeDocument/2006/relationships/image" Target="../media/image.jpeg" Id="Raa1050e2b1be4562"/><Relationship Type="http://schemas.openxmlformats.org/officeDocument/2006/relationships/notesSlide" Target="/ppt/notesSlides/notesSlide26.xml" Id="Rb861aeb8e7de4a9d"/></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3eed9b6923ae4854"/><Relationship Type="http://schemas.openxmlformats.org/officeDocument/2006/relationships/image" Target="../media/image.jpeg" Id="R8bd3bb37dc9a4c3c"/><Relationship Type="http://schemas.openxmlformats.org/officeDocument/2006/relationships/notesSlide" Target="/ppt/notesSlides/notesSlide27.xml" Id="Rd049ec2efeb446a1"/></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5212ecaa20fc4198"/><Relationship Type="http://schemas.openxmlformats.org/officeDocument/2006/relationships/image" Target="../media/image.jpeg" Id="Rd8539c774ed04c51"/><Relationship Type="http://schemas.openxmlformats.org/officeDocument/2006/relationships/notesSlide" Target="/ppt/notesSlides/notesSlide28.xml" Id="R77b9336825a9458c"/></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f64a4cff94f34a9e"/><Relationship Type="http://schemas.openxmlformats.org/officeDocument/2006/relationships/image" Target="../media/image.jpeg" Id="R65a97c289bcb40a9"/><Relationship Type="http://schemas.openxmlformats.org/officeDocument/2006/relationships/notesSlide" Target="/ppt/notesSlides/notesSlide29.xml" Id="R8f1d0f5ef69e4eef"/></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bc0af001622c4a1e"/><Relationship Type="http://schemas.openxmlformats.org/officeDocument/2006/relationships/image" Target="../media/image.jpeg" Id="R421fdfd0842a4dde"/><Relationship Type="http://schemas.openxmlformats.org/officeDocument/2006/relationships/notesSlide" Target="/ppt/notesSlides/notesSlide30.xml" Id="Rbcbc5b76205044fa"/></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1149975732954ff7"/><Relationship Type="http://schemas.openxmlformats.org/officeDocument/2006/relationships/image" Target="../media/image.jpeg" Id="R69c87d46225a452c"/><Relationship Type="http://schemas.openxmlformats.org/officeDocument/2006/relationships/notesSlide" Target="/ppt/notesSlides/notesSlide31.xml" Id="R85b2b4d8d2474734"/></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9d8946ed653a4317"/><Relationship Type="http://schemas.openxmlformats.org/officeDocument/2006/relationships/image" Target="../media/image.jpeg" Id="Rf156f05001a24cee"/><Relationship Type="http://schemas.openxmlformats.org/officeDocument/2006/relationships/notesSlide" Target="/ppt/notesSlides/notesSlide32.xml" Id="R98d0d7930f984ac1"/></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8c688daec2ef4b12"/><Relationship Type="http://schemas.openxmlformats.org/officeDocument/2006/relationships/image" Target="../media/image.jpeg" Id="R14843252edbc45dd"/><Relationship Type="http://schemas.openxmlformats.org/officeDocument/2006/relationships/notesSlide" Target="/ppt/notesSlides/notesSlide33.xml" Id="R7ffa6a9b8d6e4052"/></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52db665b82bf4c66"/><Relationship Type="http://schemas.openxmlformats.org/officeDocument/2006/relationships/image" Target="../media/image.jpeg" Id="Ra833eafa9f5c4c53"/><Relationship Type="http://schemas.openxmlformats.org/officeDocument/2006/relationships/notesSlide" Target="/ppt/notesSlides/notesSlide34.xml" Id="R1887f4a5b0fe48cc"/></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f57db661fe5f44cf"/><Relationship Type="http://schemas.openxmlformats.org/officeDocument/2006/relationships/image" Target="../media/image.jpeg" Id="R94c59b1497cc4c2c"/><Relationship Type="http://schemas.openxmlformats.org/officeDocument/2006/relationships/notesSlide" Target="/ppt/notesSlides/notesSlide35.xml" Id="R1bb7511291c74133"/></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lesson-header">
            <a:extLst xmlns:a="http://schemas.openxmlformats.org/drawingml/2006/main">
              <a:ext uri="{FF2B5EF4-FFF2-40B4-BE49-F238E27FC236}">
                <a16:creationId xmlns:a16="http://schemas.microsoft.com/office/drawing/2014/main" id="{651F6384-2963-4ECE-AB33-A39E4EF7035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08537CED-FE3A-4EC5-9CEB-EE08828DA8F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C3A78571-1026-4AA8-BEAC-8F67AC4DA63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3</a:t>
            </a:r>
          </a:p>
        </p:txBody>
      </p:sp>
      <p:sp>
        <p:nvSpPr>
          <p:cNvPr id="4" name="shape">
            <a:extLst xmlns:a="http://schemas.openxmlformats.org/drawingml/2006/main">
              <a:ext uri="{FF2B5EF4-FFF2-40B4-BE49-F238E27FC236}">
                <a16:creationId xmlns:a16="http://schemas.microsoft.com/office/drawing/2014/main" id="{E4F7F362-DB84-4D83-969C-96E1610F541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5D9A64B-FA15-48AD-AADA-BC5DB60F585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BEEA557-6037-4B64-9D9D-0F86CD2CA85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0678413-69BB-4EAC-97E7-34AA5749A7D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11F2C63-333D-4D69-AB15-5B2981E3F85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719581E-404C-47EF-84B6-5B8F700E79F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5A4D15D-0E5C-4380-A0FB-587E41A4332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4BF03BD6-31F9-4176-9483-4B10CE640EB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766BEFB-E18E-4817-8504-6A676E56929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D8BC50E5-D734-4A58-8593-5A33D4DB32C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35</a:t>
            </a:r>
          </a:p>
        </p:txBody>
      </p:sp>
      <p:sp>
        <p:nvSpPr>
          <p:cNvPr id="14" name="licence-footer">
            <a:extLst xmlns:a="http://schemas.openxmlformats.org/drawingml/2006/main">
              <a:ext uri="{FF2B5EF4-FFF2-40B4-BE49-F238E27FC236}">
                <a16:creationId xmlns:a16="http://schemas.microsoft.com/office/drawing/2014/main" id="{0B5935D9-1C3F-4A55-B0C5-243FA08659D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F363532-E797-4D8B-9DBF-E8B5A317EAE6}"/>
              </a:ext>
            </a:extLst>
          </p:cNvPr>
          <p:cNvPicPr>
            <a:picLocks xmlns:a="http://schemas.openxmlformats.org/drawingml/2006/main" noChangeAspect="1"/>
          </p:cNvPicPr>
          <p:nvPr/>
        </p:nvPicPr>
        <p:blipFill>
          <a:blip xmlns:r="http://schemas.openxmlformats.org/officeDocument/2006/relationships" xmlns:a="http://schemas.openxmlformats.org/drawingml/2006/main" r:embed="R8a0b20f29f0c482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ACD3A21-2DB6-49EF-BC70-3502BCA9F8A4}"/>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Caring for others</a:t>
            </a:r>
          </a:p>
        </p:txBody>
      </p:sp>
      <p:sp>
        <p:nvSpPr>
          <p:cNvPr id="17" name="pupil-text">
            <a:extLst xmlns:a="http://schemas.openxmlformats.org/drawingml/2006/main">
              <a:ext uri="{FF2B5EF4-FFF2-40B4-BE49-F238E27FC236}">
                <a16:creationId xmlns:a16="http://schemas.microsoft.com/office/drawing/2014/main" id="{772D1637-8F5B-4493-B549-B49E9EA89E99}"/>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BUILD</a:t>
            </a:r>
          </a:p>
        </p:txBody>
      </p:sp>
      <p:sp>
        <p:nvSpPr>
          <p:cNvPr id="18" name="pupil-text">
            <a:extLst xmlns:a="http://schemas.openxmlformats.org/drawingml/2006/main">
              <a:ext uri="{FF2B5EF4-FFF2-40B4-BE49-F238E27FC236}">
                <a16:creationId xmlns:a16="http://schemas.microsoft.com/office/drawing/2014/main" id="{0CC641E6-DF79-472A-BC3C-7F9D41ED413C}"/>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3 · Lesson: BUILD-RE-S1-W03</a:t>
            </a:r>
          </a:p>
        </p:txBody>
      </p:sp>
      <p:sp>
        <p:nvSpPr>
          <p:cNvPr id="19" name="pupil-text">
            <a:extLst xmlns:a="http://schemas.openxmlformats.org/drawingml/2006/main">
              <a:ext uri="{FF2B5EF4-FFF2-40B4-BE49-F238E27FC236}">
                <a16:creationId xmlns:a16="http://schemas.microsoft.com/office/drawing/2014/main" id="{C0AF8C1B-833F-4E1D-9E69-960F36FF9F24}"/>
              </a:ext>
            </a:extLst>
          </p:cNvPr>
          <p:cNvSpPr>
            <a:spLocks xmlns:a="http://schemas.openxmlformats.org/drawingml/2006/main" noGrp="1"/>
          </p:cNvSpPr>
          <p:nvPr/>
        </p:nvSpPr>
        <p:spPr>
          <a:xfrm xmlns:a="http://schemas.openxmlformats.org/drawingml/2006/main">
            <a:off x="457200" y="25431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How can sorry help put things right?</a:t>
            </a:r>
          </a:p>
        </p:txBody>
      </p:sp>
      <p:sp>
        <p:nvSpPr>
          <p:cNvPr id="20" name="pupil-text">
            <a:extLst xmlns:a="http://schemas.openxmlformats.org/drawingml/2006/main">
              <a:ext uri="{FF2B5EF4-FFF2-40B4-BE49-F238E27FC236}">
                <a16:creationId xmlns:a16="http://schemas.microsoft.com/office/drawing/2014/main" id="{F730FA7B-6001-4C3E-B103-AB751F375408}"/>
              </a:ext>
            </a:extLst>
          </p:cNvPr>
          <p:cNvSpPr>
            <a:spLocks xmlns:a="http://schemas.openxmlformats.org/drawingml/2006/main" noGrp="1"/>
          </p:cNvSpPr>
          <p:nvPr/>
        </p:nvSpPr>
        <p:spPr>
          <a:xfrm xmlns:a="http://schemas.openxmlformats.org/drawingml/2006/main">
            <a:off x="457200" y="2867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see how saying sorry can help.</a:t>
            </a:r>
          </a:p>
        </p:txBody>
      </p:sp>
      <p:sp>
        <p:nvSpPr>
          <p:cNvPr id="21" name="shape">
            <a:extLst xmlns:a="http://schemas.openxmlformats.org/drawingml/2006/main">
              <a:ext uri="{FF2B5EF4-FFF2-40B4-BE49-F238E27FC236}">
                <a16:creationId xmlns:a16="http://schemas.microsoft.com/office/drawing/2014/main" id="{2A33985F-5D44-41DD-85C3-06C34D349794}"/>
              </a:ext>
            </a:extLst>
          </p:cNvPr>
          <p:cNvSpPr>
            <a:spLocks xmlns:a="http://schemas.openxmlformats.org/drawingml/2006/main" noGrp="1"/>
          </p:cNvSpPr>
          <p:nvPr/>
        </p:nvSpPr>
        <p:spPr>
          <a:xfrm xmlns:a="http://schemas.openxmlformats.org/drawingml/2006/main">
            <a:off x="409575" y="315277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A6F594D5-CA5D-4410-B056-7B8381827973}"/>
              </a:ext>
            </a:extLst>
          </p:cNvPr>
          <p:cNvSpPr>
            <a:spLocks xmlns:a="http://schemas.openxmlformats.org/drawingml/2006/main" noGrp="1"/>
          </p:cNvSpPr>
          <p:nvPr/>
        </p:nvSpPr>
        <p:spPr>
          <a:xfrm xmlns:a="http://schemas.openxmlformats.org/drawingml/2006/main">
            <a:off x="457200" y="3162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link sorry to one act that puts things right.</a:t>
            </a:r>
          </a:p>
        </p:txBody>
      </p:sp>
      <p:sp>
        <p:nvSpPr>
          <p:cNvPr id="23" name="pupil-text">
            <a:extLst xmlns:a="http://schemas.openxmlformats.org/drawingml/2006/main">
              <a:ext uri="{FF2B5EF4-FFF2-40B4-BE49-F238E27FC236}">
                <a16:creationId xmlns:a16="http://schemas.microsoft.com/office/drawing/2014/main" id="{DD5A00A1-9A24-48D4-8D3D-495814A6B35A}"/>
              </a:ext>
            </a:extLst>
          </p:cNvPr>
          <p:cNvSpPr>
            <a:spLocks xmlns:a="http://schemas.openxmlformats.org/drawingml/2006/main" noGrp="1"/>
          </p:cNvSpPr>
          <p:nvPr/>
        </p:nvSpPr>
        <p:spPr>
          <a:xfrm xmlns:a="http://schemas.openxmlformats.org/drawingml/2006/main">
            <a:off x="457200" y="3457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Own a mistake and help fix it.</a:t>
            </a:r>
          </a:p>
        </p:txBody>
      </p:sp>
      <p:sp>
        <p:nvSpPr>
          <p:cNvPr id="24" name="pupil-text">
            <a:extLst xmlns:a="http://schemas.openxmlformats.org/drawingml/2006/main">
              <a:ext uri="{FF2B5EF4-FFF2-40B4-BE49-F238E27FC236}">
                <a16:creationId xmlns:a16="http://schemas.microsoft.com/office/drawing/2014/main" id="{DD82319A-3575-41D0-B0DC-ADA06F33AE10}"/>
              </a:ext>
            </a:extLst>
          </p:cNvPr>
          <p:cNvSpPr>
            <a:spLocks xmlns:a="http://schemas.openxmlformats.org/drawingml/2006/main" noGrp="1"/>
          </p:cNvSpPr>
          <p:nvPr/>
        </p:nvSpPr>
        <p:spPr>
          <a:xfrm xmlns:a="http://schemas.openxmlformats.org/drawingml/2006/main">
            <a:off x="457200" y="3752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5" name="pupil-text">
            <a:extLst xmlns:a="http://schemas.openxmlformats.org/drawingml/2006/main">
              <a:ext uri="{FF2B5EF4-FFF2-40B4-BE49-F238E27FC236}">
                <a16:creationId xmlns:a16="http://schemas.microsoft.com/office/drawing/2014/main" id="{8E844099-FD84-44DA-A313-036C53204A82}"/>
              </a:ext>
            </a:extLst>
          </p:cNvPr>
          <p:cNvSpPr>
            <a:spLocks xmlns:a="http://schemas.openxmlformats.org/drawingml/2006/main" noGrp="1"/>
          </p:cNvSpPr>
          <p:nvPr/>
        </p:nvSpPr>
        <p:spPr>
          <a:xfrm xmlns:a="http://schemas.openxmlformats.org/drawingml/2006/main">
            <a:off x="457200" y="4048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6" name="pupil-text">
            <a:extLst xmlns:a="http://schemas.openxmlformats.org/drawingml/2006/main">
              <a:ext uri="{FF2B5EF4-FFF2-40B4-BE49-F238E27FC236}">
                <a16:creationId xmlns:a16="http://schemas.microsoft.com/office/drawing/2014/main" id="{D31A815A-D502-45FF-A12C-C9C779FDE424}"/>
              </a:ext>
            </a:extLst>
          </p:cNvPr>
          <p:cNvSpPr>
            <a:spLocks xmlns:a="http://schemas.openxmlformats.org/drawingml/2006/main" noGrp="1"/>
          </p:cNvSpPr>
          <p:nvPr/>
        </p:nvSpPr>
        <p:spPr>
          <a:xfrm xmlns:a="http://schemas.openxmlformats.org/drawingml/2006/main">
            <a:off x="457200" y="4343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Reflection is optional and never worship.</a:t>
            </a:r>
          </a:p>
        </p:txBody>
      </p:sp>
      <p:sp>
        <p:nvSpPr>
          <p:cNvPr id="27" name="pupil-text">
            <a:extLst xmlns:a="http://schemas.openxmlformats.org/drawingml/2006/main">
              <a:ext uri="{FF2B5EF4-FFF2-40B4-BE49-F238E27FC236}">
                <a16:creationId xmlns:a16="http://schemas.microsoft.com/office/drawing/2014/main" id="{E4ECEBF5-FD36-41CB-8700-27A980B04056}"/>
              </a:ext>
            </a:extLst>
          </p:cNvPr>
          <p:cNvSpPr>
            <a:spLocks xmlns:a="http://schemas.openxmlformats.org/drawingml/2006/main" noGrp="1"/>
          </p:cNvSpPr>
          <p:nvPr/>
        </p:nvSpPr>
        <p:spPr>
          <a:xfrm xmlns:a="http://schemas.openxmlformats.org/drawingml/2006/main">
            <a:off x="457200" y="4638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use the neutral made-up case. Keep private stories private.</a:t>
            </a:r>
          </a:p>
        </p:txBody>
      </p:sp>
      <p:sp>
        <p:nvSpPr>
          <p:cNvPr id="28" name="pupil-text">
            <a:extLst xmlns:a="http://schemas.openxmlformats.org/drawingml/2006/main">
              <a:ext uri="{FF2B5EF4-FFF2-40B4-BE49-F238E27FC236}">
                <a16:creationId xmlns:a16="http://schemas.microsoft.com/office/drawing/2014/main" id="{8DE7E012-5BE5-4E41-AAB1-6C5908A85B39}"/>
              </a:ext>
            </a:extLst>
          </p:cNvPr>
          <p:cNvSpPr>
            <a:spLocks xmlns:a="http://schemas.openxmlformats.org/drawingml/2006/main" noGrp="1"/>
          </p:cNvSpPr>
          <p:nvPr/>
        </p:nvSpPr>
        <p:spPr>
          <a:xfrm xmlns:a="http://schemas.openxmlformats.org/drawingml/2006/main">
            <a:off x="457200" y="4933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Tree>
    <p:extLst>
      <p:ext uri="{BB962C8B-B14F-4D97-AF65-F5344CB8AC3E}">
        <p14:creationId xmlns:p14="http://schemas.microsoft.com/office/powerpoint/2010/main" val="11721544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F4648033-16BB-47AD-9AF2-58A516F7C95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DE981345-31FE-4EAD-8824-D7BBD21B1E7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E1400CD6-FFF3-42F8-89D0-D49030C3496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BUILD · Spring 1 · Week 3 · continued</a:t>
            </a:r>
          </a:p>
        </p:txBody>
      </p:sp>
      <p:sp>
        <p:nvSpPr>
          <p:cNvPr id="4" name="shape">
            <a:extLst xmlns:a="http://schemas.openxmlformats.org/drawingml/2006/main">
              <a:ext uri="{FF2B5EF4-FFF2-40B4-BE49-F238E27FC236}">
                <a16:creationId xmlns:a16="http://schemas.microsoft.com/office/drawing/2014/main" id="{43EC9C4B-B994-4CA0-9E31-DBBBEB95A23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D89757E-4347-4DD5-9DB6-3046DF45326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3B3A555-9E0D-44E8-9280-4D4AF1DCCB9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F1F856F-F243-4EFF-A208-0B95795E88C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82A4D63-96CA-4005-87A6-6D9148BB5B4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DB46F3F-4FCC-4198-995B-EE8B0F6A4B9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559E776-7187-434D-B4EF-BAD38DDAFE3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C65841DF-DFD4-4F52-B060-BCBE614941D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682BDEA-BE15-437A-998F-FFE7B0102DF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88253A94-75D1-451D-A35E-C81AF54749D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35</a:t>
            </a:r>
          </a:p>
        </p:txBody>
      </p:sp>
      <p:sp>
        <p:nvSpPr>
          <p:cNvPr id="14" name="licence-footer">
            <a:extLst xmlns:a="http://schemas.openxmlformats.org/drawingml/2006/main">
              <a:ext uri="{FF2B5EF4-FFF2-40B4-BE49-F238E27FC236}">
                <a16:creationId xmlns:a16="http://schemas.microsoft.com/office/drawing/2014/main" id="{379270AA-8231-48EF-82DA-93B734083F1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5BA7B68-87A5-4764-A7D9-2D1CF9C7BC3B}"/>
              </a:ext>
            </a:extLst>
          </p:cNvPr>
          <p:cNvPicPr>
            <a:picLocks xmlns:a="http://schemas.openxmlformats.org/drawingml/2006/main" noChangeAspect="1"/>
          </p:cNvPicPr>
          <p:nvPr/>
        </p:nvPicPr>
        <p:blipFill>
          <a:blip xmlns:r="http://schemas.openxmlformats.org/officeDocument/2006/relationships" xmlns:a="http://schemas.openxmlformats.org/drawingml/2006/main" r:embed="Raafed94f8f9d4da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872CBCF-029F-4BE5-ACE3-4A4386BF3BB9}"/>
              </a:ext>
            </a:extLst>
          </p:cNvPr>
          <p:cNvSpPr>
            <a:spLocks xmlns:a="http://schemas.openxmlformats.org/drawingml/2006/main" noGrp="1"/>
          </p:cNvSpPr>
          <p:nvPr/>
        </p:nvSpPr>
        <p:spPr>
          <a:xfrm xmlns:a="http://schemas.openxmlformats.org/drawingml/2006/main">
            <a:off x="457200" y="1657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Pause / Pass / Back to one source card, then one step.</a:t>
            </a:r>
          </a:p>
        </p:txBody>
      </p:sp>
      <p:sp>
        <p:nvSpPr>
          <p:cNvPr id="17" name="pupil-text">
            <a:extLst xmlns:a="http://schemas.openxmlformats.org/drawingml/2006/main">
              <a:ext uri="{FF2B5EF4-FFF2-40B4-BE49-F238E27FC236}">
                <a16:creationId xmlns:a16="http://schemas.microsoft.com/office/drawing/2014/main" id="{8BE3C035-3EB1-4032-9FB6-10136D6E1A17}"/>
              </a:ext>
            </a:extLst>
          </p:cNvPr>
          <p:cNvSpPr>
            <a:spLocks xmlns:a="http://schemas.openxmlformats.org/drawingml/2006/main" noGrp="1"/>
          </p:cNvSpPr>
          <p:nvPr/>
        </p:nvSpPr>
        <p:spPr>
          <a:xfrm xmlns:a="http://schemas.openxmlformats.org/drawingml/2006/main">
            <a:off x="457200" y="1952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18" name="pupil-text">
            <a:extLst xmlns:a="http://schemas.openxmlformats.org/drawingml/2006/main">
              <a:ext uri="{FF2B5EF4-FFF2-40B4-BE49-F238E27FC236}">
                <a16:creationId xmlns:a16="http://schemas.microsoft.com/office/drawing/2014/main" id="{15CC3538-1BA1-42CF-A0C4-FE215DCB2D78}"/>
              </a:ext>
            </a:extLst>
          </p:cNvPr>
          <p:cNvSpPr>
            <a:spLocks xmlns:a="http://schemas.openxmlformats.org/drawingml/2006/main" noGrp="1"/>
          </p:cNvSpPr>
          <p:nvPr/>
        </p:nvSpPr>
        <p:spPr>
          <a:xfrm xmlns:a="http://schemas.openxmlformats.org/drawingml/2006/main">
            <a:off x="457200" y="2247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We talk about your work.</a:t>
            </a:r>
          </a:p>
        </p:txBody>
      </p:sp>
      <p:sp>
        <p:nvSpPr>
          <p:cNvPr id="19" name="pupil-text">
            <a:extLst xmlns:a="http://schemas.openxmlformats.org/drawingml/2006/main">
              <a:ext uri="{FF2B5EF4-FFF2-40B4-BE49-F238E27FC236}">
                <a16:creationId xmlns:a16="http://schemas.microsoft.com/office/drawing/2014/main" id="{036454B8-33E9-4267-8C3A-121D4FE70492}"/>
              </a:ext>
            </a:extLst>
          </p:cNvPr>
          <p:cNvSpPr>
            <a:spLocks xmlns:a="http://schemas.openxmlformats.org/drawingml/2006/main" noGrp="1"/>
          </p:cNvSpPr>
          <p:nvPr/>
        </p:nvSpPr>
        <p:spPr>
          <a:xfrm xmlns:a="http://schemas.openxmlformats.org/drawingml/2006/main">
            <a:off x="457200" y="2543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WS — You worked with help.</a:t>
            </a:r>
          </a:p>
        </p:txBody>
      </p:sp>
      <p:sp>
        <p:nvSpPr>
          <p:cNvPr id="20" name="pupil-text">
            <a:extLst xmlns:a="http://schemas.openxmlformats.org/drawingml/2006/main">
              <a:ext uri="{FF2B5EF4-FFF2-40B4-BE49-F238E27FC236}">
                <a16:creationId xmlns:a16="http://schemas.microsoft.com/office/drawing/2014/main" id="{84883AD1-41B3-4C3D-A757-9EA7DC9D1785}"/>
              </a:ext>
            </a:extLst>
          </p:cNvPr>
          <p:cNvSpPr>
            <a:spLocks xmlns:a="http://schemas.openxmlformats.org/drawingml/2006/main" noGrp="1"/>
          </p:cNvSpPr>
          <p:nvPr/>
        </p:nvSpPr>
        <p:spPr>
          <a:xfrm xmlns:a="http://schemas.openxmlformats.org/drawingml/2006/main">
            <a:off x="457200" y="2838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You did the thinking on your own.</a:t>
            </a:r>
          </a:p>
        </p:txBody>
      </p:sp>
      <p:sp>
        <p:nvSpPr>
          <p:cNvPr id="21" name="pupil-text">
            <a:extLst xmlns:a="http://schemas.openxmlformats.org/drawingml/2006/main">
              <a:ext uri="{FF2B5EF4-FFF2-40B4-BE49-F238E27FC236}">
                <a16:creationId xmlns:a16="http://schemas.microsoft.com/office/drawing/2014/main" id="{C7C26E54-7F19-4707-89E0-F30F5E455CE0}"/>
              </a:ext>
            </a:extLst>
          </p:cNvPr>
          <p:cNvSpPr>
            <a:spLocks xmlns:a="http://schemas.openxmlformats.org/drawingml/2006/main" noGrp="1"/>
          </p:cNvSpPr>
          <p:nvPr/>
        </p:nvSpPr>
        <p:spPr>
          <a:xfrm xmlns:a="http://schemas.openxmlformats.org/drawingml/2006/main">
            <a:off x="457200" y="3133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NS — Try one next step.</a:t>
            </a:r>
          </a:p>
        </p:txBody>
      </p:sp>
      <p:sp>
        <p:nvSpPr>
          <p:cNvPr id="22" name="pupil-text">
            <a:extLst xmlns:a="http://schemas.openxmlformats.org/drawingml/2006/main">
              <a:ext uri="{FF2B5EF4-FFF2-40B4-BE49-F238E27FC236}">
                <a16:creationId xmlns:a16="http://schemas.microsoft.com/office/drawing/2014/main" id="{3B4449BB-130A-46CD-B911-DBF520123F4D}"/>
              </a:ext>
            </a:extLst>
          </p:cNvPr>
          <p:cNvSpPr>
            <a:spLocks xmlns:a="http://schemas.openxmlformats.org/drawingml/2006/main" noGrp="1"/>
          </p:cNvSpPr>
          <p:nvPr/>
        </p:nvSpPr>
        <p:spPr>
          <a:xfrm xmlns:a="http://schemas.openxmlformats.org/drawingml/2006/main">
            <a:off x="457200" y="34290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 — Your work is saved.</a:t>
            </a:r>
          </a:p>
        </p:txBody>
      </p:sp>
      <p:sp>
        <p:nvSpPr>
          <p:cNvPr id="23" name="pupil-text">
            <a:extLst xmlns:a="http://schemas.openxmlformats.org/drawingml/2006/main">
              <a:ext uri="{FF2B5EF4-FFF2-40B4-BE49-F238E27FC236}">
                <a16:creationId xmlns:a16="http://schemas.microsoft.com/office/drawing/2014/main" id="{14CB22AE-66F5-4506-B32A-A94F1F95E74D}"/>
              </a:ext>
            </a:extLst>
          </p:cNvPr>
          <p:cNvSpPr>
            <a:spLocks xmlns:a="http://schemas.openxmlformats.org/drawingml/2006/main" noGrp="1"/>
          </p:cNvSpPr>
          <p:nvPr/>
        </p:nvSpPr>
        <p:spPr>
          <a:xfrm xmlns:a="http://schemas.openxmlformats.org/drawingml/2006/main">
            <a:off x="457200" y="37242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 — You respond. We hear you. It helps us plan.</a:t>
            </a:r>
          </a:p>
        </p:txBody>
      </p:sp>
      <p:sp>
        <p:nvSpPr>
          <p:cNvPr id="24" name="pupil-text">
            <a:extLst xmlns:a="http://schemas.openxmlformats.org/drawingml/2006/main">
              <a:ext uri="{FF2B5EF4-FFF2-40B4-BE49-F238E27FC236}">
                <a16:creationId xmlns:a16="http://schemas.microsoft.com/office/drawing/2014/main" id="{2B607A42-F568-4C9A-9B6C-3AE0FB5F4B16}"/>
              </a:ext>
            </a:extLst>
          </p:cNvPr>
          <p:cNvSpPr>
            <a:spLocks xmlns:a="http://schemas.openxmlformats.org/drawingml/2006/main" noGrp="1"/>
          </p:cNvSpPr>
          <p:nvPr/>
        </p:nvSpPr>
        <p:spPr>
          <a:xfrm xmlns:a="http://schemas.openxmlformats.org/drawingml/2006/main">
            <a:off x="457200" y="4019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Check this bit.</a:t>
            </a:r>
          </a:p>
        </p:txBody>
      </p:sp>
      <p:sp>
        <p:nvSpPr>
          <p:cNvPr id="25" name="pupil-text">
            <a:extLst xmlns:a="http://schemas.openxmlformats.org/drawingml/2006/main">
              <a:ext uri="{FF2B5EF4-FFF2-40B4-BE49-F238E27FC236}">
                <a16:creationId xmlns:a16="http://schemas.microsoft.com/office/drawing/2014/main" id="{F6723D58-C9C2-41C5-9B14-AC158897493E}"/>
              </a:ext>
            </a:extLst>
          </p:cNvPr>
          <p:cNvSpPr>
            <a:spLocks xmlns:a="http://schemas.openxmlformats.org/drawingml/2006/main" noGrp="1"/>
          </p:cNvSpPr>
          <p:nvPr/>
        </p:nvSpPr>
        <p:spPr>
          <a:xfrm xmlns:a="http://schemas.openxmlformats.org/drawingml/2006/main">
            <a:off x="457200" y="4314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 — Show me or read it back.</a:t>
            </a:r>
          </a:p>
        </p:txBody>
      </p:sp>
    </p:spTree>
    <p:extLst>
      <p:ext uri="{BB962C8B-B14F-4D97-AF65-F5344CB8AC3E}">
        <p14:creationId xmlns:p14="http://schemas.microsoft.com/office/powerpoint/2010/main" val="13818909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04CECFD8-1A94-4282-B56D-3BE929406C4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B1D09844-E1D0-4620-8A55-BFE485F3FB4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D470160-16FB-4E3E-8DFE-116DDC989BC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213800E4-6C77-4863-8FF2-9CA80FFBFB69}"/>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AFFC169-1C82-45EE-8124-147DD7A29F3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532E95A-6589-413C-94DC-2F2CC5C98CA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B4358BA-B096-451C-A05F-DD6DBB78EB5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8416002-933C-471A-8F3D-50D08264C87B}"/>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286C49A-A4E0-41F6-B330-CD3C1F744EE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E6E6D21-5BF9-4044-99F8-A8560FB70E5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0C0916B9-5D81-4E06-AF8A-4667B506670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B99E8D8-125B-4314-BFF3-07ACAB7126F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132E188-9CFC-42CD-AE39-BBB570D2DF6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35</a:t>
            </a:r>
          </a:p>
        </p:txBody>
      </p:sp>
      <p:sp>
        <p:nvSpPr>
          <p:cNvPr id="14" name="licence-footer">
            <a:extLst xmlns:a="http://schemas.openxmlformats.org/drawingml/2006/main">
              <a:ext uri="{FF2B5EF4-FFF2-40B4-BE49-F238E27FC236}">
                <a16:creationId xmlns:a16="http://schemas.microsoft.com/office/drawing/2014/main" id="{EC7A9B44-EFA4-4F19-B5D7-7520E798319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CE92693-5EC9-4E5D-8C89-09F9A46EFA73}"/>
              </a:ext>
            </a:extLst>
          </p:cNvPr>
          <p:cNvPicPr>
            <a:picLocks xmlns:a="http://schemas.openxmlformats.org/drawingml/2006/main" noChangeAspect="1"/>
          </p:cNvPicPr>
          <p:nvPr/>
        </p:nvPicPr>
        <p:blipFill>
          <a:blip xmlns:r="http://schemas.openxmlformats.org/officeDocument/2006/relationships" xmlns:a="http://schemas.openxmlformats.org/drawingml/2006/main" r:embed="R6dc5fdc7121f46f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94A69C6-61BB-434E-B1DA-1DA63DA3A3D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64D28658-C63F-4F6B-B9B1-0EAFF2C3CE3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sorry help put things right?</a:t>
            </a:r>
          </a:p>
        </p:txBody>
      </p:sp>
    </p:spTree>
    <p:extLst>
      <p:ext uri="{BB962C8B-B14F-4D97-AF65-F5344CB8AC3E}">
        <p14:creationId xmlns:p14="http://schemas.microsoft.com/office/powerpoint/2010/main" val="9165855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7D2457C8-57DC-4F56-8D56-891827E5D73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9A7F59D3-687D-4908-A1DE-D253AD5C714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68808A7-D25A-4637-A359-A7284C56BE5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B4C60F8B-B4AE-4964-BF6B-F58A86FC3C5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2DD4043-A70F-46B2-A73F-8D449DBF420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07D3B5B-EE93-4350-8322-7D158F42117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D95696F-CF8C-41F8-B8F1-999204C6EBF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D284365-B4CF-4CA2-AE1A-6181B297019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985CAEC-AFF2-4EF9-BEB8-688B670CAB0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54D9BAD-9F19-4B7D-A915-8E9139C14BC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F6CF6F76-8FE6-4804-887E-5B2A719B421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3906E31-7F00-4C42-A01A-8047F75E110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607B645D-7EBC-4A2C-B70B-947934AB642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35</a:t>
            </a:r>
          </a:p>
        </p:txBody>
      </p:sp>
      <p:sp>
        <p:nvSpPr>
          <p:cNvPr id="14" name="licence-footer">
            <a:extLst xmlns:a="http://schemas.openxmlformats.org/drawingml/2006/main">
              <a:ext uri="{FF2B5EF4-FFF2-40B4-BE49-F238E27FC236}">
                <a16:creationId xmlns:a16="http://schemas.microsoft.com/office/drawing/2014/main" id="{6EB921D8-6FED-45A3-B366-58A036F71D5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9FC5E25-17BC-481F-A589-7CA18ACFD26B}"/>
              </a:ext>
            </a:extLst>
          </p:cNvPr>
          <p:cNvPicPr>
            <a:picLocks xmlns:a="http://schemas.openxmlformats.org/drawingml/2006/main" noChangeAspect="1"/>
          </p:cNvPicPr>
          <p:nvPr/>
        </p:nvPicPr>
        <p:blipFill>
          <a:blip xmlns:r="http://schemas.openxmlformats.org/officeDocument/2006/relationships" xmlns:a="http://schemas.openxmlformats.org/drawingml/2006/main" r:embed="R33cc9f3f67bc437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BCEE2AB-BCCF-4A9C-91B9-152C29784A5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64C523C9-E156-4A91-8F8E-1458D4079492}"/>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B6BE8D43-FEE5-4CBA-99E6-CDE2078B0D8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Was the shape card returned or hidden in the fair act?</a:t>
            </a:r>
          </a:p>
        </p:txBody>
      </p:sp>
      <p:sp>
        <p:nvSpPr>
          <p:cNvPr id="19" name="pupil-text">
            <a:extLst xmlns:a="http://schemas.openxmlformats.org/drawingml/2006/main">
              <a:ext uri="{FF2B5EF4-FFF2-40B4-BE49-F238E27FC236}">
                <a16:creationId xmlns:a16="http://schemas.microsoft.com/office/drawing/2014/main" id="{9563760C-BF2E-4861-84C3-6B9057AE1C5B}"/>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9E7DE353-B36C-4BB2-ACB0-B2F9F3889027}"/>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hiding the card help its owner or stop them using it?</a:t>
            </a:r>
          </a:p>
        </p:txBody>
      </p:sp>
      <p:sp>
        <p:nvSpPr>
          <p:cNvPr id="21" name="pupil-text">
            <a:extLst xmlns:a="http://schemas.openxmlformats.org/drawingml/2006/main">
              <a:ext uri="{FF2B5EF4-FFF2-40B4-BE49-F238E27FC236}">
                <a16:creationId xmlns:a16="http://schemas.microsoft.com/office/drawing/2014/main" id="{04A46654-6B75-4697-B7F4-FB9131C0F8BD}"/>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48BE4A82-3018-40C9-A1A1-E507DFE4A4DB}"/>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we judge the act or call the whole person bad?</a:t>
            </a:r>
          </a:p>
        </p:txBody>
      </p:sp>
      <p:sp>
        <p:nvSpPr>
          <p:cNvPr id="23" name="pupil-text">
            <a:extLst xmlns:a="http://schemas.openxmlformats.org/drawingml/2006/main">
              <a:ext uri="{FF2B5EF4-FFF2-40B4-BE49-F238E27FC236}">
                <a16:creationId xmlns:a16="http://schemas.microsoft.com/office/drawing/2014/main" id="{89D8231A-61D5-40A5-BFAE-3F011FB73E1F}"/>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45A84BA1-CE9B-4674-B883-C87EDCD2EFCC}"/>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Could words and actions help put a mistake right: yes or no?</a:t>
            </a:r>
          </a:p>
        </p:txBody>
      </p:sp>
    </p:spTree>
    <p:extLst>
      <p:ext uri="{BB962C8B-B14F-4D97-AF65-F5344CB8AC3E}">
        <p14:creationId xmlns:p14="http://schemas.microsoft.com/office/powerpoint/2010/main" val="62435571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FB93407A-2C7D-4D1E-B473-B4C72912F8B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A9C314CE-B9B8-40B4-9A51-3CC156D36D5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57F3AF85-CD17-4FFC-9CFA-AF4AB98918A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7192CD49-2E81-4503-8603-CB75050214A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E39F03D-0373-45A8-9BE3-FF69BEA7D32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D9545D0-33B4-4B3C-A254-B112A6C099C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22AB8B4-9AF0-4BF7-A7DD-7C41365EDCD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520762E-D108-4D5F-9B20-D19B761D34A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4E201D9-3059-459A-BC7A-4ED51A9F2EE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9E5E997-90D1-429D-8074-FB19D12CA11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DCDBAF57-650E-47E8-9042-CE1A380AC9C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B6F5A4D-A2CC-4D1A-9E5B-232861867A0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5E6B5D8F-2610-43BA-BB8A-DBAEC47D1D0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35</a:t>
            </a:r>
          </a:p>
        </p:txBody>
      </p:sp>
      <p:sp>
        <p:nvSpPr>
          <p:cNvPr id="14" name="licence-footer">
            <a:extLst xmlns:a="http://schemas.openxmlformats.org/drawingml/2006/main">
              <a:ext uri="{FF2B5EF4-FFF2-40B4-BE49-F238E27FC236}">
                <a16:creationId xmlns:a16="http://schemas.microsoft.com/office/drawing/2014/main" id="{50635B19-DD0B-436A-AE09-17031EB150D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3553466-F3D3-47B0-9AC7-59D59A879A60}"/>
              </a:ext>
            </a:extLst>
          </p:cNvPr>
          <p:cNvPicPr>
            <a:picLocks xmlns:a="http://schemas.openxmlformats.org/drawingml/2006/main" noChangeAspect="1"/>
          </p:cNvPicPr>
          <p:nvPr/>
        </p:nvPicPr>
        <p:blipFill>
          <a:blip xmlns:r="http://schemas.openxmlformats.org/officeDocument/2006/relationships" xmlns:a="http://schemas.openxmlformats.org/drawingml/2006/main" r:embed="Rd9a42135e3f44e1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174EF81-79DA-4D8D-8C45-A82F262F9981}"/>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2F0D2047-25C0-42D5-AC93-8CC5FE73FE8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A120A959-6D8F-4E33-A6B4-27B7E64AF260}"/>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card’s owner.</a:t>
            </a:r>
          </a:p>
        </p:txBody>
      </p:sp>
      <p:sp>
        <p:nvSpPr>
          <p:cNvPr id="19" name="pupil-text">
            <a:extLst xmlns:a="http://schemas.openxmlformats.org/drawingml/2006/main">
              <a:ext uri="{FF2B5EF4-FFF2-40B4-BE49-F238E27FC236}">
                <a16:creationId xmlns:a16="http://schemas.microsoft.com/office/drawing/2014/main" id="{3735178A-1A56-4455-B25E-0CC4F7DE755D}"/>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E5B981FE-DBE8-4AA0-B270-F0A8608CFF08}"/>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EB3E2BA-8F92-40EB-8646-38A505AC88FA}"/>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happened to the work.</a:t>
            </a:r>
          </a:p>
        </p:txBody>
      </p:sp>
      <p:sp>
        <p:nvSpPr>
          <p:cNvPr id="22" name="pupil-text">
            <a:extLst xmlns:a="http://schemas.openxmlformats.org/drawingml/2006/main">
              <a:ext uri="{FF2B5EF4-FFF2-40B4-BE49-F238E27FC236}">
                <a16:creationId xmlns:a16="http://schemas.microsoft.com/office/drawing/2014/main" id="{9B9B1056-E32F-4BF5-978C-2DE6EE2D9AF8}"/>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719EF7BF-EBA1-46A7-AC59-935A9E3A644E}"/>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8CA4892B-E426-4931-8C37-85BBDCDF4A73}"/>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rule about judging.</a:t>
            </a:r>
          </a:p>
        </p:txBody>
      </p:sp>
      <p:sp>
        <p:nvSpPr>
          <p:cNvPr id="25" name="pupil-text">
            <a:extLst xmlns:a="http://schemas.openxmlformats.org/drawingml/2006/main">
              <a:ext uri="{FF2B5EF4-FFF2-40B4-BE49-F238E27FC236}">
                <a16:creationId xmlns:a16="http://schemas.microsoft.com/office/drawing/2014/main" id="{3E28E24B-6AAA-44DD-8461-48ACFA25CA9C}"/>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DD5296A1-7A05-4686-8C3D-0788EE966E60}"/>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9CDFF569-4169-4DE1-BB2A-8B60136538E0}"/>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putting things right.</a:t>
            </a:r>
          </a:p>
        </p:txBody>
      </p:sp>
    </p:spTree>
    <p:extLst>
      <p:ext uri="{BB962C8B-B14F-4D97-AF65-F5344CB8AC3E}">
        <p14:creationId xmlns:p14="http://schemas.microsoft.com/office/powerpoint/2010/main" val="12128731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21D4C453-0825-4D38-8CA6-5D6780EB42F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2C950B6D-18F8-47C9-8663-F6F26774D71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E7D558C-E007-4A65-BF28-FF83D838D5B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6A3235B0-BF85-4392-B7A0-77A1CA650630}"/>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434251C-3F09-4CD3-A660-992EAF2F871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C9D6591-AE60-413F-B672-B147A5DE6797}"/>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7B6DECF-D43D-4DD3-AF07-462075CF868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EF7BF2E-5B19-462E-9BD3-8F871E84A58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906EB62-86C6-4141-937D-963E7141C44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646A916-DF0E-4F86-A287-94DE94968AD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B543CE0D-87B5-41C1-A96A-CB94A4F59CE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2478802-A4BB-455E-9BC6-932C3ED92EA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6A1DBAD9-5AB5-4BB8-BD46-D48B4E961CF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35</a:t>
            </a:r>
          </a:p>
        </p:txBody>
      </p:sp>
      <p:sp>
        <p:nvSpPr>
          <p:cNvPr id="14" name="licence-footer">
            <a:extLst xmlns:a="http://schemas.openxmlformats.org/drawingml/2006/main">
              <a:ext uri="{FF2B5EF4-FFF2-40B4-BE49-F238E27FC236}">
                <a16:creationId xmlns:a16="http://schemas.microsoft.com/office/drawing/2014/main" id="{C94E3404-5E5B-4DBD-A159-F3DD14722EC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514D83B-BECC-4AD7-B61D-317D0E399EB7}"/>
              </a:ext>
            </a:extLst>
          </p:cNvPr>
          <p:cNvPicPr>
            <a:picLocks xmlns:a="http://schemas.openxmlformats.org/drawingml/2006/main" noChangeAspect="1"/>
          </p:cNvPicPr>
          <p:nvPr/>
        </p:nvPicPr>
        <p:blipFill>
          <a:blip xmlns:r="http://schemas.openxmlformats.org/officeDocument/2006/relationships" xmlns:a="http://schemas.openxmlformats.org/drawingml/2006/main" r:embed="Rfae38d2b2679487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CA0BF22-AA85-4427-8E64-5B6927C43A4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76FEDB64-9BE9-40DD-A6ED-863B93197EB6}"/>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B2034668-7182-427F-B65F-57145399A79F}"/>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fair act did we choose for the shape card?</a:t>
            </a:r>
          </a:p>
        </p:txBody>
      </p:sp>
      <p:sp>
        <p:nvSpPr>
          <p:cNvPr id="19" name="pupil-text">
            <a:extLst xmlns:a="http://schemas.openxmlformats.org/drawingml/2006/main">
              <a:ext uri="{FF2B5EF4-FFF2-40B4-BE49-F238E27FC236}">
                <a16:creationId xmlns:a16="http://schemas.microsoft.com/office/drawing/2014/main" id="{70F02366-549D-4BCE-AB2D-287659B9BF62}"/>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15F82E34-F4F9-4DDE-8B51-061B5411534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was wrong with hiding the card?</a:t>
            </a:r>
          </a:p>
        </p:txBody>
      </p:sp>
      <p:sp>
        <p:nvSpPr>
          <p:cNvPr id="21" name="pupil-text">
            <a:extLst xmlns:a="http://schemas.openxmlformats.org/drawingml/2006/main">
              <a:ext uri="{FF2B5EF4-FFF2-40B4-BE49-F238E27FC236}">
                <a16:creationId xmlns:a16="http://schemas.microsoft.com/office/drawing/2014/main" id="{AF2C1317-4D03-463E-B7A4-667CF810C458}"/>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20FC7817-375A-4DDB-984D-9F3E439F2FC7}"/>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Does one wrong act make a whole person bad?</a:t>
            </a:r>
          </a:p>
        </p:txBody>
      </p:sp>
      <p:sp>
        <p:nvSpPr>
          <p:cNvPr id="23" name="pupil-text">
            <a:extLst xmlns:a="http://schemas.openxmlformats.org/drawingml/2006/main">
              <a:ext uri="{FF2B5EF4-FFF2-40B4-BE49-F238E27FC236}">
                <a16:creationId xmlns:a16="http://schemas.microsoft.com/office/drawing/2014/main" id="{7C37328C-9FFF-43FF-8177-ACD9EEC58AC7}"/>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5C38A679-8CCB-4AC6-A4DA-7D78ECC003EF}"/>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could help after a small mistake?</a:t>
            </a:r>
          </a:p>
        </p:txBody>
      </p:sp>
    </p:spTree>
    <p:extLst>
      <p:ext uri="{BB962C8B-B14F-4D97-AF65-F5344CB8AC3E}">
        <p14:creationId xmlns:p14="http://schemas.microsoft.com/office/powerpoint/2010/main" val="17368038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039194F8-27AE-4457-8A7E-7A20DEEBDB2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8C7789BD-FA18-4227-8792-54B3B202729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3FF0625-5A74-45CA-BF85-C28B71F055B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0880C96A-C7BB-4D79-B339-F3D244B95A37}"/>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0BAAAF9-B53C-4970-87DB-927CB8048B6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4127CEA-48B7-43EC-8CAC-36761418B5C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F48FCDD-EB29-4668-9D0B-56DE63D21FD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7C85CC5-F3B5-4151-A4A4-8FD1C5DA8D6E}"/>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DF0885D-7FF3-4EFF-8CEB-891AB9AD1F3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45202BA-96AC-4BE3-AB6E-9C6D98241A6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773D8DA1-D91E-417B-9524-A974CC358A5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E1D6D1E-3181-4FD3-9759-240E520AE89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B4915EF-B171-480E-BB22-E7E56993054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35</a:t>
            </a:r>
          </a:p>
        </p:txBody>
      </p:sp>
      <p:sp>
        <p:nvSpPr>
          <p:cNvPr id="14" name="licence-footer">
            <a:extLst xmlns:a="http://schemas.openxmlformats.org/drawingml/2006/main">
              <a:ext uri="{FF2B5EF4-FFF2-40B4-BE49-F238E27FC236}">
                <a16:creationId xmlns:a16="http://schemas.microsoft.com/office/drawing/2014/main" id="{83E98E7C-6783-4BB8-804F-37EA51D7F22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D114E98-AFFD-408C-8588-441C1A238456}"/>
              </a:ext>
            </a:extLst>
          </p:cNvPr>
          <p:cNvPicPr>
            <a:picLocks xmlns:a="http://schemas.openxmlformats.org/drawingml/2006/main" noChangeAspect="1"/>
          </p:cNvPicPr>
          <p:nvPr/>
        </p:nvPicPr>
        <p:blipFill>
          <a:blip xmlns:r="http://schemas.openxmlformats.org/officeDocument/2006/relationships" xmlns:a="http://schemas.openxmlformats.org/drawingml/2006/main" r:embed="R2b5e2e1ca319450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4DA8AD7-EF62-4837-A96F-C745E97942D1}"/>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B855AE1E-9E34-44BB-89B1-1CDDBA173856}"/>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E119D46D-0A66-437E-ABE9-C476DA5E72E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card’s owner.</a:t>
            </a:r>
          </a:p>
        </p:txBody>
      </p:sp>
      <p:sp>
        <p:nvSpPr>
          <p:cNvPr id="19" name="pupil-text">
            <a:extLst xmlns:a="http://schemas.openxmlformats.org/drawingml/2006/main">
              <a:ext uri="{FF2B5EF4-FFF2-40B4-BE49-F238E27FC236}">
                <a16:creationId xmlns:a16="http://schemas.microsoft.com/office/drawing/2014/main" id="{09B8B61F-3FF7-4E9E-BB24-5DE906DD2A93}"/>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B44BE85D-18D8-4E2E-BA44-5A849F1CF24C}"/>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A903E14-F137-4ECC-BC67-242386F34959}"/>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happened to the work.</a:t>
            </a:r>
          </a:p>
        </p:txBody>
      </p:sp>
      <p:sp>
        <p:nvSpPr>
          <p:cNvPr id="22" name="pupil-text">
            <a:extLst xmlns:a="http://schemas.openxmlformats.org/drawingml/2006/main">
              <a:ext uri="{FF2B5EF4-FFF2-40B4-BE49-F238E27FC236}">
                <a16:creationId xmlns:a16="http://schemas.microsoft.com/office/drawing/2014/main" id="{B88DE42D-0005-42B2-AF40-D2BBAB302FDB}"/>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9BC0B5EF-CBFB-4935-A7DC-85F99D567332}"/>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73B9CB90-EEDE-4B2E-A708-F22F1EE3FA8A}"/>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rule about judging.</a:t>
            </a:r>
          </a:p>
        </p:txBody>
      </p:sp>
      <p:sp>
        <p:nvSpPr>
          <p:cNvPr id="25" name="pupil-text">
            <a:extLst xmlns:a="http://schemas.openxmlformats.org/drawingml/2006/main">
              <a:ext uri="{FF2B5EF4-FFF2-40B4-BE49-F238E27FC236}">
                <a16:creationId xmlns:a16="http://schemas.microsoft.com/office/drawing/2014/main" id="{C577F75F-F5FF-49EF-BC29-35406507302B}"/>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176FAE75-D080-4473-94DC-0743B70B22A2}"/>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40974A58-E995-46A6-BB02-6EA329A4D56C}"/>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putting things right.</a:t>
            </a:r>
          </a:p>
        </p:txBody>
      </p:sp>
    </p:spTree>
    <p:extLst>
      <p:ext uri="{BB962C8B-B14F-4D97-AF65-F5344CB8AC3E}">
        <p14:creationId xmlns:p14="http://schemas.microsoft.com/office/powerpoint/2010/main" val="214113756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987D82E1-A4AA-47F5-8048-F9C542FD58D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DF815CC7-AD36-4DE0-8D58-D3D550F14FB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5F5F5D0-607C-48D5-A61E-98B4256B0FF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C8F5359F-5ACE-438E-87D4-2126A899E9B3}"/>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5501EF0-DBF6-4902-93B8-8EAF7C3567C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C396953-90A8-4974-93F6-9BBF5C9D9E6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6BB34A7-1DE6-4B74-BB4C-A72574365E0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D39D067-0D17-4564-95F1-B1AA2DBC18B1}"/>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9210C61-C413-4D61-974E-3FB9561C915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C54148B-0CDD-47E5-9370-88E0EA7E907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92AEF7C1-1E58-4AE8-885A-2D6146AA647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AE116B7-DC7A-4954-ACBD-7807E06D630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C53A704-1873-4C4B-99B2-E98464AF919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35</a:t>
            </a:r>
          </a:p>
        </p:txBody>
      </p:sp>
      <p:sp>
        <p:nvSpPr>
          <p:cNvPr id="14" name="licence-footer">
            <a:extLst xmlns:a="http://schemas.openxmlformats.org/drawingml/2006/main">
              <a:ext uri="{FF2B5EF4-FFF2-40B4-BE49-F238E27FC236}">
                <a16:creationId xmlns:a16="http://schemas.microsoft.com/office/drawing/2014/main" id="{DCAB5616-FE77-4F18-A810-E6C676B15F8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A3EF38F-75BB-48B8-8E88-7EFECF790CF4}"/>
              </a:ext>
            </a:extLst>
          </p:cNvPr>
          <p:cNvPicPr>
            <a:picLocks xmlns:a="http://schemas.openxmlformats.org/drawingml/2006/main" noChangeAspect="1"/>
          </p:cNvPicPr>
          <p:nvPr/>
        </p:nvPicPr>
        <p:blipFill>
          <a:blip xmlns:r="http://schemas.openxmlformats.org/officeDocument/2006/relationships" xmlns:a="http://schemas.openxmlformats.org/drawingml/2006/main" r:embed="Rd378e120841c4e1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C0DF69D-5F72-4ED1-96A0-C356342E883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
        <p:nvSpPr>
          <p:cNvPr id="17" name="pupil-text">
            <a:extLst xmlns:a="http://schemas.openxmlformats.org/drawingml/2006/main">
              <a:ext uri="{FF2B5EF4-FFF2-40B4-BE49-F238E27FC236}">
                <a16:creationId xmlns:a16="http://schemas.microsoft.com/office/drawing/2014/main" id="{15CB5969-3206-4E47-89E6-A1B50376CBCA}"/>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8" name="pupil-text">
            <a:extLst xmlns:a="http://schemas.openxmlformats.org/drawingml/2006/main">
              <a:ext uri="{FF2B5EF4-FFF2-40B4-BE49-F238E27FC236}">
                <a16:creationId xmlns:a16="http://schemas.microsoft.com/office/drawing/2014/main" id="{C2D2CEEE-D8F3-4672-9A19-83D6084D31A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was returning the shape card fair?</a:t>
            </a:r>
          </a:p>
        </p:txBody>
      </p:sp>
      <p:sp>
        <p:nvSpPr>
          <p:cNvPr id="19" name="pupil-text">
            <a:extLst xmlns:a="http://schemas.openxmlformats.org/drawingml/2006/main">
              <a:ext uri="{FF2B5EF4-FFF2-40B4-BE49-F238E27FC236}">
                <a16:creationId xmlns:a16="http://schemas.microsoft.com/office/drawing/2014/main" id="{5989E2E4-F9CC-4CB5-976A-B2CE1DF46E98}"/>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pupil-text">
            <a:extLst xmlns:a="http://schemas.openxmlformats.org/drawingml/2006/main">
              <a:ext uri="{FF2B5EF4-FFF2-40B4-BE49-F238E27FC236}">
                <a16:creationId xmlns:a16="http://schemas.microsoft.com/office/drawing/2014/main" id="{40FC1661-674D-4AF8-9F4F-E6E80B7BE0D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an effect to explain why hiding the card was wrong.</a:t>
            </a:r>
          </a:p>
        </p:txBody>
      </p:sp>
      <p:sp>
        <p:nvSpPr>
          <p:cNvPr id="21" name="pupil-text">
            <a:extLst xmlns:a="http://schemas.openxmlformats.org/drawingml/2006/main">
              <a:ext uri="{FF2B5EF4-FFF2-40B4-BE49-F238E27FC236}">
                <a16:creationId xmlns:a16="http://schemas.microsoft.com/office/drawing/2014/main" id="{54CDC605-9537-4B64-9E6C-BFD2C677D47F}"/>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2" name="pupil-text">
            <a:extLst xmlns:a="http://schemas.openxmlformats.org/drawingml/2006/main">
              <a:ext uri="{FF2B5EF4-FFF2-40B4-BE49-F238E27FC236}">
                <a16:creationId xmlns:a16="http://schemas.microsoft.com/office/drawing/2014/main" id="{1A89E69C-2CAD-43E0-8CF4-E2E65459FDFE}"/>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did we keep the act apart from the whole person?</a:t>
            </a:r>
          </a:p>
        </p:txBody>
      </p:sp>
      <p:sp>
        <p:nvSpPr>
          <p:cNvPr id="23" name="pupil-text">
            <a:extLst xmlns:a="http://schemas.openxmlformats.org/drawingml/2006/main">
              <a:ext uri="{FF2B5EF4-FFF2-40B4-BE49-F238E27FC236}">
                <a16:creationId xmlns:a16="http://schemas.microsoft.com/office/drawing/2014/main" id="{3302EE27-D984-4385-9C42-78B794D66B9B}"/>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4" name="pupil-text">
            <a:extLst xmlns:a="http://schemas.openxmlformats.org/drawingml/2006/main">
              <a:ext uri="{FF2B5EF4-FFF2-40B4-BE49-F238E27FC236}">
                <a16:creationId xmlns:a16="http://schemas.microsoft.com/office/drawing/2014/main" id="{004A8745-4C20-4109-BBCD-2B36A176024E}"/>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might a next act help after a mistake?</a:t>
            </a:r>
          </a:p>
        </p:txBody>
      </p:sp>
    </p:spTree>
    <p:extLst>
      <p:ext uri="{BB962C8B-B14F-4D97-AF65-F5344CB8AC3E}">
        <p14:creationId xmlns:p14="http://schemas.microsoft.com/office/powerpoint/2010/main" val="6350393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5222CA7D-3B2C-4528-B456-D2EAFC905EE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3489A89D-7798-42F8-9ABB-4D6BCC9E0DC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71E993A8-08C1-487B-AF35-504B58716D0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7DDC054B-131F-4F89-8D7C-796A59562055}"/>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C9D1516-6184-43CF-947E-A5F7383632B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D909CFF-291B-430D-9490-A7CB5063E0D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6A30A20-3AE3-4AF4-925C-B2FB95FB93EE}"/>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16835D4-228D-4531-929A-6B945EC8D04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3395A86-FDFE-4099-9932-B57D5BB7FC7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C55832B-ADC6-4A13-BB33-0E84F55FBC5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7930473A-98FF-4698-8A9A-0771B41147E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1DB107D-6DC1-410C-8A24-EE4BC9EC78F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38B4DDA8-F965-45E9-94F3-C28949E952D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35</a:t>
            </a:r>
          </a:p>
        </p:txBody>
      </p:sp>
      <p:sp>
        <p:nvSpPr>
          <p:cNvPr id="14" name="licence-footer">
            <a:extLst xmlns:a="http://schemas.openxmlformats.org/drawingml/2006/main">
              <a:ext uri="{FF2B5EF4-FFF2-40B4-BE49-F238E27FC236}">
                <a16:creationId xmlns:a16="http://schemas.microsoft.com/office/drawing/2014/main" id="{147EAB9A-4996-43F4-8D4D-8B9A580FA40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585A9B0-208A-456C-BBC3-724AABF41DAA}"/>
              </a:ext>
            </a:extLst>
          </p:cNvPr>
          <p:cNvPicPr>
            <a:picLocks xmlns:a="http://schemas.openxmlformats.org/drawingml/2006/main" noChangeAspect="1"/>
          </p:cNvPicPr>
          <p:nvPr/>
        </p:nvPicPr>
        <p:blipFill>
          <a:blip xmlns:r="http://schemas.openxmlformats.org/officeDocument/2006/relationships" xmlns:a="http://schemas.openxmlformats.org/drawingml/2006/main" r:embed="Rd2bfd142eecb4f5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BFC7FC3-6027-4BBC-AED5-53ABBA5E7A77}"/>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week 1</a:t>
            </a:r>
          </a:p>
        </p:txBody>
      </p:sp>
      <p:sp>
        <p:nvSpPr>
          <p:cNvPr id="17" name="shape">
            <a:extLst xmlns:a="http://schemas.openxmlformats.org/drawingml/2006/main">
              <a:ext uri="{FF2B5EF4-FFF2-40B4-BE49-F238E27FC236}">
                <a16:creationId xmlns:a16="http://schemas.microsoft.com/office/drawing/2014/main" id="{DB973A32-7FB8-4131-8424-640BA23904F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A34798C6-6708-439D-B16E-C4583775F73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card’s owner.</a:t>
            </a:r>
          </a:p>
        </p:txBody>
      </p:sp>
      <p:sp>
        <p:nvSpPr>
          <p:cNvPr id="19" name="pupil-text">
            <a:extLst xmlns:a="http://schemas.openxmlformats.org/drawingml/2006/main">
              <a:ext uri="{FF2B5EF4-FFF2-40B4-BE49-F238E27FC236}">
                <a16:creationId xmlns:a16="http://schemas.microsoft.com/office/drawing/2014/main" id="{1339F00E-6A78-4728-B407-1D8379DD7531}"/>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week 2</a:t>
            </a:r>
          </a:p>
        </p:txBody>
      </p:sp>
      <p:sp>
        <p:nvSpPr>
          <p:cNvPr id="20" name="shape">
            <a:extLst xmlns:a="http://schemas.openxmlformats.org/drawingml/2006/main">
              <a:ext uri="{FF2B5EF4-FFF2-40B4-BE49-F238E27FC236}">
                <a16:creationId xmlns:a16="http://schemas.microsoft.com/office/drawing/2014/main" id="{450D1424-C195-4D69-AC0B-62910550ABF3}"/>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CA80777-9D12-4A8F-A0AC-F9250313950B}"/>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what happened to the work.</a:t>
            </a:r>
          </a:p>
        </p:txBody>
      </p:sp>
      <p:sp>
        <p:nvSpPr>
          <p:cNvPr id="22" name="pupil-text">
            <a:extLst xmlns:a="http://schemas.openxmlformats.org/drawingml/2006/main">
              <a:ext uri="{FF2B5EF4-FFF2-40B4-BE49-F238E27FC236}">
                <a16:creationId xmlns:a16="http://schemas.microsoft.com/office/drawing/2014/main" id="{0DACEE40-4606-4C47-ABE5-2608FAF0AE0D}"/>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week 3</a:t>
            </a:r>
          </a:p>
        </p:txBody>
      </p:sp>
      <p:sp>
        <p:nvSpPr>
          <p:cNvPr id="23" name="shape">
            <a:extLst xmlns:a="http://schemas.openxmlformats.org/drawingml/2006/main">
              <a:ext uri="{FF2B5EF4-FFF2-40B4-BE49-F238E27FC236}">
                <a16:creationId xmlns:a16="http://schemas.microsoft.com/office/drawing/2014/main" id="{50F09EFB-9A59-4A69-B369-9810DB742438}"/>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335CD230-EA8B-4B85-853B-E173C3337CDF}"/>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the rule about judging.</a:t>
            </a:r>
          </a:p>
        </p:txBody>
      </p:sp>
      <p:sp>
        <p:nvSpPr>
          <p:cNvPr id="25" name="pupil-text">
            <a:extLst xmlns:a="http://schemas.openxmlformats.org/drawingml/2006/main">
              <a:ext uri="{FF2B5EF4-FFF2-40B4-BE49-F238E27FC236}">
                <a16:creationId xmlns:a16="http://schemas.microsoft.com/office/drawing/2014/main" id="{E344D996-BF13-4080-9179-94B1D1463FA9}"/>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4</a:t>
            </a:r>
          </a:p>
        </p:txBody>
      </p:sp>
      <p:sp>
        <p:nvSpPr>
          <p:cNvPr id="26" name="shape">
            <a:extLst xmlns:a="http://schemas.openxmlformats.org/drawingml/2006/main">
              <a:ext uri="{FF2B5EF4-FFF2-40B4-BE49-F238E27FC236}">
                <a16:creationId xmlns:a16="http://schemas.microsoft.com/office/drawing/2014/main" id="{B090F849-A584-4FD7-81FE-F8F7AC0A2A40}"/>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7BF3A45-4350-471C-9472-4CA3B919412E}"/>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of putting things right.</a:t>
            </a:r>
          </a:p>
        </p:txBody>
      </p:sp>
    </p:spTree>
    <p:extLst>
      <p:ext uri="{BB962C8B-B14F-4D97-AF65-F5344CB8AC3E}">
        <p14:creationId xmlns:p14="http://schemas.microsoft.com/office/powerpoint/2010/main" val="19052882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8A80C358-0DA0-4A92-82ED-F5B4F3598A5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B97463A5-8593-4C28-BB3D-24F470BCD95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AB468A5-A5AE-49D4-8511-2AAA6817EAC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strip — after the first Arrival try only</a:t>
            </a:r>
          </a:p>
        </p:txBody>
      </p:sp>
      <p:sp>
        <p:nvSpPr>
          <p:cNvPr id="4" name="shape">
            <a:extLst xmlns:a="http://schemas.openxmlformats.org/drawingml/2006/main">
              <a:ext uri="{FF2B5EF4-FFF2-40B4-BE49-F238E27FC236}">
                <a16:creationId xmlns:a16="http://schemas.microsoft.com/office/drawing/2014/main" id="{3D9BB5F4-0DFE-4335-ABAA-F035D1DCB852}"/>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3B0C5F8-A9BD-4255-8577-5BBE06E4877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7769F36-F584-4C4C-8B71-D9DBF17DB84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8E5CEFF-B0A7-453A-8532-3A5411A8D810}"/>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BCA53B6-E1F4-4BE7-B897-454622C541B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2094B29-EB33-4B1D-9419-1E363BB1F10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59E43DF-9E87-4C42-B5BE-15E971E0E61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36A68465-5190-4628-A0EC-B7D680630D5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25FE451D-4602-40BA-A954-2DCD9F8AA9B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44A2D8B2-1FBA-4456-A473-1FFEC216E51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35</a:t>
            </a:r>
          </a:p>
        </p:txBody>
      </p:sp>
      <p:sp>
        <p:nvSpPr>
          <p:cNvPr id="14" name="licence-footer">
            <a:extLst xmlns:a="http://schemas.openxmlformats.org/drawingml/2006/main">
              <a:ext uri="{FF2B5EF4-FFF2-40B4-BE49-F238E27FC236}">
                <a16:creationId xmlns:a16="http://schemas.microsoft.com/office/drawing/2014/main" id="{29CF4322-5B5B-4EB5-B280-3C18550E103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8504457-B5C6-4823-8932-A592812A5D57}"/>
              </a:ext>
            </a:extLst>
          </p:cNvPr>
          <p:cNvPicPr>
            <a:picLocks xmlns:a="http://schemas.openxmlformats.org/drawingml/2006/main" noChangeAspect="1"/>
          </p:cNvPicPr>
          <p:nvPr/>
        </p:nvPicPr>
        <p:blipFill>
          <a:blip xmlns:r="http://schemas.openxmlformats.org/officeDocument/2006/relationships" xmlns:a="http://schemas.openxmlformats.org/drawingml/2006/main" r:embed="R117e5e861ecf439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CED6E2B-4815-4BAC-8800-29AB77B7FB1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We chose returning the shape card as fair. Hiding it stopped the owner using their work. We judged</a:t>
            </a:r>
          </a:p>
        </p:txBody>
      </p:sp>
      <p:sp>
        <p:nvSpPr>
          <p:cNvPr id="17" name="pupil-text">
            <a:extLst xmlns:a="http://schemas.openxmlformats.org/drawingml/2006/main">
              <a:ext uri="{FF2B5EF4-FFF2-40B4-BE49-F238E27FC236}">
                <a16:creationId xmlns:a16="http://schemas.microsoft.com/office/drawing/2014/main" id="{889C57AC-E030-4DB6-A89A-86070A52AC8E}"/>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act, not the whole person.</a:t>
            </a:r>
          </a:p>
        </p:txBody>
      </p:sp>
      <p:sp>
        <p:nvSpPr>
          <p:cNvPr id="18" name="shape">
            <a:extLst xmlns:a="http://schemas.openxmlformats.org/drawingml/2006/main">
              <a:ext uri="{FF2B5EF4-FFF2-40B4-BE49-F238E27FC236}">
                <a16:creationId xmlns:a16="http://schemas.microsoft.com/office/drawing/2014/main" id="{C008208F-03B3-49A6-873F-492E602E9679}"/>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06F8C40-C14E-4D38-B575-3EAF834EA2DF}"/>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four short replies or marks. You may pass.</a:t>
            </a:r>
          </a:p>
        </p:txBody>
      </p:sp>
    </p:spTree>
    <p:extLst>
      <p:ext uri="{BB962C8B-B14F-4D97-AF65-F5344CB8AC3E}">
        <p14:creationId xmlns:p14="http://schemas.microsoft.com/office/powerpoint/2010/main" val="9056856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3EFEB896-075D-4E4C-8116-FB114EA0D58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F15CAF09-4C6C-4BC0-84CB-ACB9300D935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E8A68565-4AD8-442A-927B-72CBBCDE204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ECF0CA32-D59E-4F71-A076-BEFAC3D6530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5C9A3C3-389D-4688-ABC6-FFA917E8F4DC}"/>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EC48D92-726B-487F-B366-71A33413B03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DA90038-D75B-49DB-ADF6-D33C9F833D2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5837A02-271D-43B6-83DD-F8DC5EF5D5D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D85114A-FFB8-444F-844B-6A1F8DBAA19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A30F779-18E6-439B-8464-0479970CD6C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6F14FD2A-FE5E-4EB1-8506-947733AC8D9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E4BF028-7793-423E-A96A-D328ECF8425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B4A16076-C75E-4B78-9019-02BFCF4F500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35</a:t>
            </a:r>
          </a:p>
        </p:txBody>
      </p:sp>
      <p:sp>
        <p:nvSpPr>
          <p:cNvPr id="14" name="licence-footer">
            <a:extLst xmlns:a="http://schemas.openxmlformats.org/drawingml/2006/main">
              <a:ext uri="{FF2B5EF4-FFF2-40B4-BE49-F238E27FC236}">
                <a16:creationId xmlns:a16="http://schemas.microsoft.com/office/drawing/2014/main" id="{1566E431-3C77-4175-9430-A575E31711B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7C8F241-7993-4895-AE70-4C45F95C7905}"/>
              </a:ext>
            </a:extLst>
          </p:cNvPr>
          <p:cNvPicPr>
            <a:picLocks xmlns:a="http://schemas.openxmlformats.org/drawingml/2006/main" noChangeAspect="1"/>
          </p:cNvPicPr>
          <p:nvPr/>
        </p:nvPicPr>
        <p:blipFill>
          <a:blip xmlns:r="http://schemas.openxmlformats.org/officeDocument/2006/relationships" xmlns:a="http://schemas.openxmlformats.org/drawingml/2006/main" r:embed="R0237fa90c3c547f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0C7D4CC-B9CD-4B4A-8F6A-DFFBBB84729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
        <p:nvSpPr>
          <p:cNvPr id="17" name="pupil-text">
            <a:extLst xmlns:a="http://schemas.openxmlformats.org/drawingml/2006/main">
              <a:ext uri="{FF2B5EF4-FFF2-40B4-BE49-F238E27FC236}">
                <a16:creationId xmlns:a16="http://schemas.microsoft.com/office/drawing/2014/main" id="{66A8D21E-6586-4B4E-9245-91E0456A86D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has happened to the paper?</a:t>
            </a:r>
          </a:p>
        </p:txBody>
      </p:sp>
    </p:spTree>
    <p:extLst>
      <p:ext uri="{BB962C8B-B14F-4D97-AF65-F5344CB8AC3E}">
        <p14:creationId xmlns:p14="http://schemas.microsoft.com/office/powerpoint/2010/main" val="25075445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1A66F86B-F7BE-4A84-9D6B-E73AB0EFDFA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1E2869EE-DFC0-4DFD-AF1C-BA0585227F5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F0FF825F-DEC1-41D1-B0FE-60BE330F5A3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Picture access — Starter observation</a:t>
            </a:r>
          </a:p>
        </p:txBody>
      </p:sp>
      <p:sp>
        <p:nvSpPr>
          <p:cNvPr id="4" name="shape">
            <a:extLst xmlns:a="http://schemas.openxmlformats.org/drawingml/2006/main">
              <a:ext uri="{FF2B5EF4-FFF2-40B4-BE49-F238E27FC236}">
                <a16:creationId xmlns:a16="http://schemas.microsoft.com/office/drawing/2014/main" id="{2A6A65C2-6952-4544-93C3-A8F3E618FC4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DDB3044-D443-4554-911E-A62A670EE320}"/>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3E8B637-22EE-46EF-B24E-1A6EFBED851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F20F2A5-41FE-4AB5-8F89-A28777982D8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DF56D13-5C1B-438E-A8F0-E32FE2A69713}"/>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1CB05F1-6830-4808-B203-E67664E3254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BC98878-65E2-4867-8515-D233DC18A8F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E0CAFDBD-E3A1-4315-A58D-D297EBE9837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3CF6107-4499-491E-A3D5-E3DE377F579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819F69C5-B155-4EF0-8C0D-F5C36B08B3D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35</a:t>
            </a:r>
          </a:p>
        </p:txBody>
      </p:sp>
      <p:sp>
        <p:nvSpPr>
          <p:cNvPr id="14" name="licence-footer">
            <a:extLst xmlns:a="http://schemas.openxmlformats.org/drawingml/2006/main">
              <a:ext uri="{FF2B5EF4-FFF2-40B4-BE49-F238E27FC236}">
                <a16:creationId xmlns:a16="http://schemas.microsoft.com/office/drawing/2014/main" id="{7D654D09-660A-43B4-AB43-ECBA1640C4B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187D655-7C40-40B9-B069-FFC87F949195}"/>
              </a:ext>
            </a:extLst>
          </p:cNvPr>
          <p:cNvPicPr>
            <a:picLocks xmlns:a="http://schemas.openxmlformats.org/drawingml/2006/main" noChangeAspect="1"/>
          </p:cNvPicPr>
          <p:nvPr/>
        </p:nvPicPr>
        <p:blipFill>
          <a:blip xmlns:r="http://schemas.openxmlformats.org/officeDocument/2006/relationships" xmlns:a="http://schemas.openxmlformats.org/drawingml/2006/main" r:embed="Rac7a7eb91975458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0365128-7654-46E5-98FE-C70C9EF60B0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Paper lies by a table. One person has an open hand and a speech bubble. A second picture shows</a:t>
            </a:r>
          </a:p>
        </p:txBody>
      </p:sp>
      <p:sp>
        <p:nvSpPr>
          <p:cNvPr id="17" name="pupil-text">
            <a:extLst xmlns:a="http://schemas.openxmlformats.org/drawingml/2006/main">
              <a:ext uri="{FF2B5EF4-FFF2-40B4-BE49-F238E27FC236}">
                <a16:creationId xmlns:a16="http://schemas.microsoft.com/office/drawing/2014/main" id="{874A0975-0664-4718-93D1-13EEE1BC9E0C}"/>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paper stacked again. This is an invented case.</a:t>
            </a:r>
          </a:p>
        </p:txBody>
      </p:sp>
      <p:sp>
        <p:nvSpPr>
          <p:cNvPr id="18" name="shape">
            <a:extLst xmlns:a="http://schemas.openxmlformats.org/drawingml/2006/main">
              <a:ext uri="{FF2B5EF4-FFF2-40B4-BE49-F238E27FC236}">
                <a16:creationId xmlns:a16="http://schemas.microsoft.com/office/drawing/2014/main" id="{B4710B90-503B-4A22-BE55-28D2E7C64DD4}"/>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27D01C6B-E856-4DEF-98B7-F627BAF56F0D}"/>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one short reply or mark. You may pass.</a:t>
            </a:r>
          </a:p>
        </p:txBody>
      </p:sp>
    </p:spTree>
    <p:extLst>
      <p:ext uri="{BB962C8B-B14F-4D97-AF65-F5344CB8AC3E}">
        <p14:creationId xmlns:p14="http://schemas.microsoft.com/office/powerpoint/2010/main" val="14891754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B924B792-EDEC-45CC-AD6D-FBA9B2C4907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F804C185-25AA-4E6F-9E38-F7174703BE8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135F20D3-8F2C-43CA-B6B1-FD18F43B5DA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5E372AC1-2165-4BB9-9701-67565AECD78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639BFCA-BE14-462D-976F-8096605E5B5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9E1346A-6F70-461A-BFE9-322A0225D0A9}"/>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D08DE51-07DA-4870-8E8B-93B83E1C2A1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CE41E84-779C-47B2-83CC-0FB7F4B5B9EF}"/>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59F4248-A583-42CA-B598-B85BE2D3F80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79BED8E-9D62-45BA-BD96-29600CE5ADD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36EA17C6-38E3-40ED-AD1E-2FDBD0F1BE1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59ED3BE-EA04-4222-ADCE-0EE137B5BB2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9484896-0770-4B2C-9BA4-60CBC450B82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35</a:t>
            </a:r>
          </a:p>
        </p:txBody>
      </p:sp>
      <p:sp>
        <p:nvSpPr>
          <p:cNvPr id="14" name="licence-footer">
            <a:extLst xmlns:a="http://schemas.openxmlformats.org/drawingml/2006/main">
              <a:ext uri="{FF2B5EF4-FFF2-40B4-BE49-F238E27FC236}">
                <a16:creationId xmlns:a16="http://schemas.microsoft.com/office/drawing/2014/main" id="{C8F8E354-FD1E-4F4A-8738-38D93353565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374AC92-23AA-46F4-94FD-6A3DA84B300F}"/>
              </a:ext>
            </a:extLst>
          </p:cNvPr>
          <p:cNvPicPr>
            <a:picLocks xmlns:a="http://schemas.openxmlformats.org/drawingml/2006/main" noChangeAspect="1"/>
          </p:cNvPicPr>
          <p:nvPr/>
        </p:nvPicPr>
        <p:blipFill>
          <a:blip xmlns:r="http://schemas.openxmlformats.org/officeDocument/2006/relationships" xmlns:a="http://schemas.openxmlformats.org/drawingml/2006/main" r:embed="R2999f40d0fd545a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7D1D910-1159-46EC-ACF6-516A10401AEC}"/>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polygon">
            <a:extLst xmlns:a="http://schemas.openxmlformats.org/drawingml/2006/main">
              <a:ext uri="{FF2B5EF4-FFF2-40B4-BE49-F238E27FC236}">
                <a16:creationId xmlns:a16="http://schemas.microsoft.com/office/drawing/2014/main" id="{41F74F7A-512F-4C18-AA98-51BF94E818C5}"/>
              </a:ext>
            </a:extLst>
          </p:cNvPr>
          <p:cNvSpPr>
            <a:spLocks xmlns:a="http://schemas.openxmlformats.org/drawingml/2006/main" noGrp="1"/>
          </p:cNvSpPr>
          <p:nvPr/>
        </p:nvSpPr>
        <p:spPr>
          <a:xfrm xmlns:a="http://schemas.openxmlformats.org/drawingml/2006/main">
            <a:off x="1245394" y="2902744"/>
            <a:ext cx="285750" cy="357188"/>
          </a:xfrm>
          <a:custGeom xmlns:a="http://schemas.openxmlformats.org/drawingml/2006/main">
            <a:pathLst>
              <a:path w="285750" h="357188">
                <a:moveTo>
                  <a:pt x="0" y="178594"/>
                </a:moveTo>
                <a:lnTo>
                  <a:pt x="0" y="63500"/>
                </a:lnTo>
                <a:lnTo>
                  <a:pt x="47625" y="63500"/>
                </a:lnTo>
                <a:lnTo>
                  <a:pt x="47625" y="158750"/>
                </a:lnTo>
                <a:lnTo>
                  <a:pt x="79375" y="0"/>
                </a:lnTo>
                <a:lnTo>
                  <a:pt x="127000" y="0"/>
                </a:lnTo>
                <a:lnTo>
                  <a:pt x="127000" y="158750"/>
                </a:lnTo>
                <a:lnTo>
                  <a:pt x="158750" y="19844"/>
                </a:lnTo>
                <a:lnTo>
                  <a:pt x="206375" y="19844"/>
                </a:lnTo>
                <a:lnTo>
                  <a:pt x="206375" y="174625"/>
                </a:lnTo>
                <a:lnTo>
                  <a:pt x="238125" y="79375"/>
                </a:lnTo>
                <a:lnTo>
                  <a:pt x="285750" y="79375"/>
                </a:lnTo>
                <a:lnTo>
                  <a:pt x="285750" y="238125"/>
                </a:lnTo>
                <a:lnTo>
                  <a:pt x="198438" y="357188"/>
                </a:lnTo>
                <a:lnTo>
                  <a:pt x="71438" y="357188"/>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8" name="native-vector-2-polygon">
            <a:extLst xmlns:a="http://schemas.openxmlformats.org/drawingml/2006/main">
              <a:ext uri="{FF2B5EF4-FFF2-40B4-BE49-F238E27FC236}">
                <a16:creationId xmlns:a16="http://schemas.microsoft.com/office/drawing/2014/main" id="{B2474B4B-C525-4122-968F-C8ED63EDD912}"/>
              </a:ext>
            </a:extLst>
          </p:cNvPr>
          <p:cNvSpPr>
            <a:spLocks xmlns:a="http://schemas.openxmlformats.org/drawingml/2006/main" noGrp="1"/>
          </p:cNvSpPr>
          <p:nvPr/>
        </p:nvSpPr>
        <p:spPr>
          <a:xfrm xmlns:a="http://schemas.openxmlformats.org/drawingml/2006/main">
            <a:off x="1741488" y="2644775"/>
            <a:ext cx="873125" cy="484188"/>
          </a:xfrm>
          <a:custGeom xmlns:a="http://schemas.openxmlformats.org/drawingml/2006/main">
            <a:pathLst>
              <a:path w="873125" h="484188">
                <a:moveTo>
                  <a:pt x="0" y="0"/>
                </a:moveTo>
                <a:lnTo>
                  <a:pt x="873125" y="0"/>
                </a:lnTo>
                <a:lnTo>
                  <a:pt x="873125" y="345281"/>
                </a:lnTo>
                <a:lnTo>
                  <a:pt x="297656" y="345281"/>
                </a:lnTo>
                <a:lnTo>
                  <a:pt x="138906" y="484188"/>
                </a:lnTo>
                <a:lnTo>
                  <a:pt x="158750" y="345281"/>
                </a:lnTo>
                <a:lnTo>
                  <a:pt x="0" y="345281"/>
                </a:lnTo>
                <a:close/>
              </a:path>
            </a:pathLst>
          </a:custGeom>
          <a:solidFill xmlns:a="http://schemas.openxmlformats.org/drawingml/2006/main">
            <a:srgbClr val="FFFFFF"/>
          </a:solidFill>
          <a:ln xmlns:a="http://schemas.openxmlformats.org/drawingml/2006/main" w="15875">
            <a:solidFill>
              <a:srgbClr val="17324D"/>
            </a:solidFill>
            <a:prstDash val="solid"/>
          </a:ln>
        </p:spPr>
      </p:sp>
      <p:sp>
        <p:nvSpPr>
          <p:cNvPr id="19" name="pupil-text">
            <a:extLst xmlns:a="http://schemas.openxmlformats.org/drawingml/2006/main">
              <a:ext uri="{FF2B5EF4-FFF2-40B4-BE49-F238E27FC236}">
                <a16:creationId xmlns:a16="http://schemas.microsoft.com/office/drawing/2014/main" id="{54BD4757-86C8-49F5-BE97-7061173C7E14}"/>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sorry</a:t>
            </a:r>
          </a:p>
        </p:txBody>
      </p:sp>
      <p:sp>
        <p:nvSpPr>
          <p:cNvPr id="20" name="pupil-text">
            <a:extLst xmlns:a="http://schemas.openxmlformats.org/drawingml/2006/main">
              <a:ext uri="{FF2B5EF4-FFF2-40B4-BE49-F238E27FC236}">
                <a16:creationId xmlns:a16="http://schemas.microsoft.com/office/drawing/2014/main" id="{F84F318F-BAC7-4A17-BDBF-8F7ED21A1978}"/>
              </a:ext>
            </a:extLst>
          </p:cNvPr>
          <p:cNvSpPr>
            <a:spLocks xmlns:a="http://schemas.openxmlformats.org/drawingml/2006/main" noGrp="1"/>
          </p:cNvSpPr>
          <p:nvPr/>
        </p:nvSpPr>
        <p:spPr>
          <a:xfrm xmlns:a="http://schemas.openxmlformats.org/drawingml/2006/main">
            <a:off x="3333750" y="2514600"/>
            <a:ext cx="8096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words that show we know we caused harm.</a:t>
            </a:r>
          </a:p>
        </p:txBody>
      </p:sp>
      <p:sp>
        <p:nvSpPr>
          <p:cNvPr id="21" name="picture-description">
            <a:extLst xmlns:a="http://schemas.openxmlformats.org/drawingml/2006/main">
              <a:ext uri="{FF2B5EF4-FFF2-40B4-BE49-F238E27FC236}">
                <a16:creationId xmlns:a16="http://schemas.microsoft.com/office/drawing/2014/main" id="{D70D486B-6521-4511-8F59-396B02678850}"/>
              </a:ext>
            </a:extLst>
          </p:cNvPr>
          <p:cNvSpPr>
            <a:spLocks xmlns:a="http://schemas.openxmlformats.org/drawingml/2006/main" noGrp="1"/>
          </p:cNvSpPr>
          <p:nvPr/>
        </p:nvSpPr>
        <p:spPr>
          <a:xfrm xmlns:a="http://schemas.openxmlformats.org/drawingml/2006/main">
            <a:off x="609600" y="4248150"/>
            <a:ext cx="10906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speech bubble beside a hand held open.</a:t>
            </a:r>
          </a:p>
        </p:txBody>
      </p:sp>
      <p:sp>
        <p:nvSpPr>
          <p:cNvPr id="22" name="book-direction">
            <a:extLst xmlns:a="http://schemas.openxmlformats.org/drawingml/2006/main">
              <a:ext uri="{FF2B5EF4-FFF2-40B4-BE49-F238E27FC236}">
                <a16:creationId xmlns:a16="http://schemas.microsoft.com/office/drawing/2014/main" id="{23572F47-4FCE-4CF4-A32C-BBE1828A99A4}"/>
              </a:ext>
            </a:extLst>
          </p:cNvPr>
          <p:cNvSpPr>
            <a:spLocks xmlns:a="http://schemas.openxmlformats.org/drawingml/2006/main" noGrp="1"/>
          </p:cNvSpPr>
          <p:nvPr/>
        </p:nvSpPr>
        <p:spPr>
          <a:xfrm xmlns:a="http://schemas.openxmlformats.org/drawingml/2006/main">
            <a:off x="609600" y="5048250"/>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 it Model. Do not copy the whole slide.</a:t>
            </a:r>
          </a:p>
        </p:txBody>
      </p:sp>
    </p:spTree>
    <p:extLst>
      <p:ext uri="{BB962C8B-B14F-4D97-AF65-F5344CB8AC3E}">
        <p14:creationId xmlns:p14="http://schemas.microsoft.com/office/powerpoint/2010/main" val="135432244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lesson-header">
            <a:extLst xmlns:a="http://schemas.openxmlformats.org/drawingml/2006/main">
              <a:ext uri="{FF2B5EF4-FFF2-40B4-BE49-F238E27FC236}">
                <a16:creationId xmlns:a16="http://schemas.microsoft.com/office/drawing/2014/main" id="{29BB2BA5-2384-4375-9709-ABC0402F4C5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2876878E-A8B1-4135-B948-FD3ABBECA160}"/>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450827D2-1E36-41FF-B918-874D3C4A8B0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82F55D20-4C7B-4046-AB4A-4110A936FC6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F8EC822-8FDD-41EE-9E83-1A8BFCA4BA6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9C941B7-EDD7-4EFE-A040-AA17DE74CACA}"/>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5AD1D16-B148-40E8-9E35-9B13A6ED3D2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7F6F721-ABD6-47CD-9CC7-E03EAF9EFC82}"/>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CF0659B-8037-460A-ADD2-2DEDD96FE77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5D3B1E5-B9E3-4B6C-9B4D-EA3992D1331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3DBCBA0E-0CB3-4C44-BCD3-0F707EB4202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4FFF0D2D-783C-41F6-9C57-FB908983957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317CAF9-2026-4958-AA27-57B0DA6F893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35</a:t>
            </a:r>
          </a:p>
        </p:txBody>
      </p:sp>
      <p:sp>
        <p:nvSpPr>
          <p:cNvPr id="14" name="licence-footer">
            <a:extLst xmlns:a="http://schemas.openxmlformats.org/drawingml/2006/main">
              <a:ext uri="{FF2B5EF4-FFF2-40B4-BE49-F238E27FC236}">
                <a16:creationId xmlns:a16="http://schemas.microsoft.com/office/drawing/2014/main" id="{79DBCC39-4698-427C-86CD-CD560A2977E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FF4D282-17BB-4F58-BBB5-3BAB52AE4CC0}"/>
              </a:ext>
            </a:extLst>
          </p:cNvPr>
          <p:cNvPicPr>
            <a:picLocks xmlns:a="http://schemas.openxmlformats.org/drawingml/2006/main" noChangeAspect="1"/>
          </p:cNvPicPr>
          <p:nvPr/>
        </p:nvPicPr>
        <p:blipFill>
          <a:blip xmlns:r="http://schemas.openxmlformats.org/officeDocument/2006/relationships" xmlns:a="http://schemas.openxmlformats.org/drawingml/2006/main" r:embed="Rc3e0646b380541a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A34FD2F-BA25-4C23-BD03-A5999C085974}"/>
              </a:ext>
            </a:extLst>
          </p:cNvPr>
          <p:cNvSpPr>
            <a:spLocks xmlns:a="http://schemas.openxmlformats.org/drawingml/2006/main" noGrp="1"/>
          </p:cNvSpPr>
          <p:nvPr/>
        </p:nvSpPr>
        <p:spPr>
          <a:xfrm xmlns:a="http://schemas.openxmlformats.org/drawingml/2006/main">
            <a:off x="457200" y="1657350"/>
            <a:ext cx="5562600" cy="3305175"/>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pupil-text">
            <a:extLst xmlns:a="http://schemas.openxmlformats.org/drawingml/2006/main">
              <a:ext uri="{FF2B5EF4-FFF2-40B4-BE49-F238E27FC236}">
                <a16:creationId xmlns:a16="http://schemas.microsoft.com/office/drawing/2014/main" id="{0A95E097-C44F-4654-BD59-D802F0DF71F8}"/>
              </a:ext>
            </a:extLst>
          </p:cNvPr>
          <p:cNvSpPr>
            <a:spLocks xmlns:a="http://schemas.openxmlformats.org/drawingml/2006/main" noGrp="1"/>
          </p:cNvSpPr>
          <p:nvPr/>
        </p:nvSpPr>
        <p:spPr>
          <a:xfrm xmlns:a="http://schemas.openxmlformats.org/drawingml/2006/main">
            <a:off x="628650" y="180022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repair</a:t>
            </a:r>
          </a:p>
        </p:txBody>
      </p:sp>
      <p:sp>
        <p:nvSpPr>
          <p:cNvPr id="18" name="pupil-text">
            <a:extLst xmlns:a="http://schemas.openxmlformats.org/drawingml/2006/main">
              <a:ext uri="{FF2B5EF4-FFF2-40B4-BE49-F238E27FC236}">
                <a16:creationId xmlns:a16="http://schemas.microsoft.com/office/drawing/2014/main" id="{4D4E62FE-0185-49B2-BF13-0DAFD838F8D3}"/>
              </a:ext>
            </a:extLst>
          </p:cNvPr>
          <p:cNvSpPr>
            <a:spLocks xmlns:a="http://schemas.openxmlformats.org/drawingml/2006/main" noGrp="1"/>
          </p:cNvSpPr>
          <p:nvPr/>
        </p:nvSpPr>
        <p:spPr>
          <a:xfrm xmlns:a="http://schemas.openxmlformats.org/drawingml/2006/main">
            <a:off x="628650" y="2286000"/>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help put things right.</a:t>
            </a:r>
          </a:p>
        </p:txBody>
      </p:sp>
      <p:sp>
        <p:nvSpPr>
          <p:cNvPr id="19" name="native-vector-1-polygon">
            <a:extLst xmlns:a="http://schemas.openxmlformats.org/drawingml/2006/main">
              <a:ext uri="{FF2B5EF4-FFF2-40B4-BE49-F238E27FC236}">
                <a16:creationId xmlns:a16="http://schemas.microsoft.com/office/drawing/2014/main" id="{81A5FC78-33F4-4188-804A-C8B68E6C60E4}"/>
              </a:ext>
            </a:extLst>
          </p:cNvPr>
          <p:cNvSpPr>
            <a:spLocks xmlns:a="http://schemas.openxmlformats.org/drawingml/2006/main" noGrp="1"/>
          </p:cNvSpPr>
          <p:nvPr/>
        </p:nvSpPr>
        <p:spPr>
          <a:xfrm xmlns:a="http://schemas.openxmlformats.org/drawingml/2006/main">
            <a:off x="2105705" y="3224213"/>
            <a:ext cx="1151164" cy="900113"/>
          </a:xfrm>
          <a:custGeom xmlns:a="http://schemas.openxmlformats.org/drawingml/2006/main">
            <a:pathLst>
              <a:path w="1151164" h="900113">
                <a:moveTo>
                  <a:pt x="0" y="0"/>
                </a:moveTo>
                <a:lnTo>
                  <a:pt x="1102179" y="0"/>
                </a:lnTo>
                <a:lnTo>
                  <a:pt x="998084" y="208189"/>
                </a:lnTo>
                <a:lnTo>
                  <a:pt x="1151164" y="428625"/>
                </a:lnTo>
                <a:lnTo>
                  <a:pt x="1010330" y="661307"/>
                </a:lnTo>
                <a:lnTo>
                  <a:pt x="1120548" y="900113"/>
                </a:lnTo>
                <a:lnTo>
                  <a:pt x="0" y="900113"/>
                </a:lnTo>
                <a:close/>
              </a:path>
            </a:pathLst>
          </a:custGeom>
          <a:solidFill xmlns:a="http://schemas.openxmlformats.org/drawingml/2006/main">
            <a:srgbClr val="FFFFFF"/>
          </a:solidFill>
          <a:ln xmlns:a="http://schemas.openxmlformats.org/drawingml/2006/main" w="24493">
            <a:solidFill>
              <a:srgbClr val="17324D"/>
            </a:solidFill>
            <a:prstDash val="solid"/>
          </a:ln>
        </p:spPr>
      </p:sp>
      <p:sp>
        <p:nvSpPr>
          <p:cNvPr id="20" name="native-vector-2-polygon">
            <a:extLst xmlns:a="http://schemas.openxmlformats.org/drawingml/2006/main">
              <a:ext uri="{FF2B5EF4-FFF2-40B4-BE49-F238E27FC236}">
                <a16:creationId xmlns:a16="http://schemas.microsoft.com/office/drawing/2014/main" id="{D79C1881-9FAB-4B85-B745-7D87BDCDE786}"/>
              </a:ext>
            </a:extLst>
          </p:cNvPr>
          <p:cNvSpPr>
            <a:spLocks xmlns:a="http://schemas.openxmlformats.org/drawingml/2006/main" noGrp="1"/>
          </p:cNvSpPr>
          <p:nvPr/>
        </p:nvSpPr>
        <p:spPr>
          <a:xfrm xmlns:a="http://schemas.openxmlformats.org/drawingml/2006/main">
            <a:off x="3177268" y="3224213"/>
            <a:ext cx="1194027" cy="900113"/>
          </a:xfrm>
          <a:custGeom xmlns:a="http://schemas.openxmlformats.org/drawingml/2006/main">
            <a:pathLst>
              <a:path w="1194027" h="900113">
                <a:moveTo>
                  <a:pt x="104095" y="0"/>
                </a:moveTo>
                <a:lnTo>
                  <a:pt x="1194027" y="0"/>
                </a:lnTo>
                <a:lnTo>
                  <a:pt x="1194027" y="900113"/>
                </a:lnTo>
                <a:lnTo>
                  <a:pt x="122464" y="900113"/>
                </a:lnTo>
                <a:lnTo>
                  <a:pt x="12246" y="661307"/>
                </a:lnTo>
                <a:lnTo>
                  <a:pt x="153080" y="428625"/>
                </a:lnTo>
                <a:lnTo>
                  <a:pt x="0" y="208189"/>
                </a:lnTo>
                <a:close/>
              </a:path>
            </a:pathLst>
          </a:custGeom>
          <a:solidFill xmlns:a="http://schemas.openxmlformats.org/drawingml/2006/main">
            <a:srgbClr val="FFFFFF"/>
          </a:solidFill>
          <a:ln xmlns:a="http://schemas.openxmlformats.org/drawingml/2006/main" w="24493">
            <a:solidFill>
              <a:srgbClr val="17324D"/>
            </a:solidFill>
            <a:prstDash val="solid"/>
          </a:ln>
        </p:spPr>
      </p:sp>
      <p:sp>
        <p:nvSpPr>
          <p:cNvPr id="21" name="native-vector-3-rect">
            <a:extLst xmlns:a="http://schemas.openxmlformats.org/drawingml/2006/main">
              <a:ext uri="{FF2B5EF4-FFF2-40B4-BE49-F238E27FC236}">
                <a16:creationId xmlns:a16="http://schemas.microsoft.com/office/drawing/2014/main" id="{94F42D1C-02D4-48A0-B972-069160D0E36D}"/>
              </a:ext>
            </a:extLst>
          </p:cNvPr>
          <p:cNvSpPr>
            <a:spLocks xmlns:a="http://schemas.openxmlformats.org/drawingml/2006/main" noGrp="1"/>
          </p:cNvSpPr>
          <p:nvPr/>
        </p:nvSpPr>
        <p:spPr>
          <a:xfrm xmlns:a="http://schemas.openxmlformats.org/drawingml/2006/main">
            <a:off x="3024188" y="3518127"/>
            <a:ext cx="398009" cy="232682"/>
          </a:xfrm>
          <a:prstGeom xmlns:a="http://schemas.openxmlformats.org/drawingml/2006/main" prst="rect">
            <a:avLst/>
          </a:prstGeom>
          <a:solidFill xmlns:a="http://schemas.openxmlformats.org/drawingml/2006/main">
            <a:srgbClr val="FFFFFF"/>
          </a:solidFill>
          <a:ln xmlns:a="http://schemas.openxmlformats.org/drawingml/2006/main" w="24493">
            <a:solidFill>
              <a:srgbClr val="17324D"/>
            </a:solidFill>
            <a:prstDash val="solid"/>
          </a:ln>
        </p:spPr>
      </p:sp>
      <p:sp>
        <p:nvSpPr>
          <p:cNvPr id="22" name="picture-description">
            <a:extLst xmlns:a="http://schemas.openxmlformats.org/drawingml/2006/main">
              <a:ext uri="{FF2B5EF4-FFF2-40B4-BE49-F238E27FC236}">
                <a16:creationId xmlns:a16="http://schemas.microsoft.com/office/drawing/2014/main" id="{28C1BFD2-020C-4DCE-8A33-6EAB0D034B49}"/>
              </a:ext>
            </a:extLst>
          </p:cNvPr>
          <p:cNvSpPr>
            <a:spLocks xmlns:a="http://schemas.openxmlformats.org/drawingml/2006/main" noGrp="1"/>
          </p:cNvSpPr>
          <p:nvPr/>
        </p:nvSpPr>
        <p:spPr>
          <a:xfrm xmlns:a="http://schemas.openxmlformats.org/drawingml/2006/main">
            <a:off x="628650" y="4391025"/>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halves of a torn paper joined by a strip.</a:t>
            </a:r>
          </a:p>
        </p:txBody>
      </p:sp>
      <p:sp>
        <p:nvSpPr>
          <p:cNvPr id="23" name="shape">
            <a:extLst xmlns:a="http://schemas.openxmlformats.org/drawingml/2006/main">
              <a:ext uri="{FF2B5EF4-FFF2-40B4-BE49-F238E27FC236}">
                <a16:creationId xmlns:a16="http://schemas.microsoft.com/office/drawing/2014/main" id="{8A00D12F-1212-4FCB-9FBA-B5DDDAF24D5E}"/>
              </a:ext>
            </a:extLst>
          </p:cNvPr>
          <p:cNvSpPr>
            <a:spLocks xmlns:a="http://schemas.openxmlformats.org/drawingml/2006/main" noGrp="1"/>
          </p:cNvSpPr>
          <p:nvPr/>
        </p:nvSpPr>
        <p:spPr>
          <a:xfrm xmlns:a="http://schemas.openxmlformats.org/drawingml/2006/main">
            <a:off x="6324600" y="1657350"/>
            <a:ext cx="5562600" cy="3305175"/>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24" name="pupil-text">
            <a:extLst xmlns:a="http://schemas.openxmlformats.org/drawingml/2006/main">
              <a:ext uri="{FF2B5EF4-FFF2-40B4-BE49-F238E27FC236}">
                <a16:creationId xmlns:a16="http://schemas.microsoft.com/office/drawing/2014/main" id="{F59348ED-5195-4052-9E60-E4C9F46F2FBF}"/>
              </a:ext>
            </a:extLst>
          </p:cNvPr>
          <p:cNvSpPr>
            <a:spLocks xmlns:a="http://schemas.openxmlformats.org/drawingml/2006/main" noGrp="1"/>
          </p:cNvSpPr>
          <p:nvPr/>
        </p:nvSpPr>
        <p:spPr>
          <a:xfrm xmlns:a="http://schemas.openxmlformats.org/drawingml/2006/main">
            <a:off x="6496050" y="1800225"/>
            <a:ext cx="521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respect</a:t>
            </a:r>
          </a:p>
        </p:txBody>
      </p:sp>
      <p:sp>
        <p:nvSpPr>
          <p:cNvPr id="25" name="pupil-text">
            <a:extLst xmlns:a="http://schemas.openxmlformats.org/drawingml/2006/main">
              <a:ext uri="{FF2B5EF4-FFF2-40B4-BE49-F238E27FC236}">
                <a16:creationId xmlns:a16="http://schemas.microsoft.com/office/drawing/2014/main" id="{095E5D70-58C4-4019-A847-F46CDDF853D7}"/>
              </a:ext>
            </a:extLst>
          </p:cNvPr>
          <p:cNvSpPr>
            <a:spLocks xmlns:a="http://schemas.openxmlformats.org/drawingml/2006/main" noGrp="1"/>
          </p:cNvSpPr>
          <p:nvPr/>
        </p:nvSpPr>
        <p:spPr>
          <a:xfrm xmlns:a="http://schemas.openxmlformats.org/drawingml/2006/main">
            <a:off x="6496050" y="2286000"/>
            <a:ext cx="5219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take another person’s choice seriously.</a:t>
            </a:r>
          </a:p>
        </p:txBody>
      </p:sp>
      <p:sp>
        <p:nvSpPr>
          <p:cNvPr id="26" name="native-vector-1-ellipse">
            <a:extLst xmlns:a="http://schemas.openxmlformats.org/drawingml/2006/main">
              <a:ext uri="{FF2B5EF4-FFF2-40B4-BE49-F238E27FC236}">
                <a16:creationId xmlns:a16="http://schemas.microsoft.com/office/drawing/2014/main" id="{E7960658-8690-4A79-AA7A-9BA3228A48F6}"/>
              </a:ext>
            </a:extLst>
          </p:cNvPr>
          <p:cNvSpPr>
            <a:spLocks xmlns:a="http://schemas.openxmlformats.org/drawingml/2006/main" noGrp="1"/>
          </p:cNvSpPr>
          <p:nvPr/>
        </p:nvSpPr>
        <p:spPr>
          <a:xfrm xmlns:a="http://schemas.openxmlformats.org/drawingml/2006/main">
            <a:off x="8126186" y="3162980"/>
            <a:ext cx="244929" cy="244929"/>
          </a:xfrm>
          <a:prstGeom xmlns:a="http://schemas.openxmlformats.org/drawingml/2006/main" prst="ellipse">
            <a:avLst/>
          </a:prstGeom>
          <a:solidFill xmlns:a="http://schemas.openxmlformats.org/drawingml/2006/main">
            <a:srgbClr val="FFFFFF"/>
          </a:solidFill>
          <a:ln xmlns:a="http://schemas.openxmlformats.org/drawingml/2006/main" w="24493">
            <a:solidFill>
              <a:srgbClr val="17324D"/>
            </a:solidFill>
            <a:prstDash val="solid"/>
          </a:ln>
        </p:spPr>
      </p:sp>
      <p:sp>
        <p:nvSpPr>
          <p:cNvPr id="27" name="native-vector-2-line">
            <a:extLst xmlns:a="http://schemas.openxmlformats.org/drawingml/2006/main">
              <a:ext uri="{FF2B5EF4-FFF2-40B4-BE49-F238E27FC236}">
                <a16:creationId xmlns:a16="http://schemas.microsoft.com/office/drawing/2014/main" id="{475DEA8E-C925-46ED-A8D9-C14F316B59A7}"/>
              </a:ext>
            </a:extLst>
          </p:cNvPr>
          <p:cNvSpPr>
            <a:spLocks xmlns:a="http://schemas.openxmlformats.org/drawingml/2006/main" noGrp="1"/>
          </p:cNvSpPr>
          <p:nvPr/>
        </p:nvSpPr>
        <p:spPr>
          <a:xfrm xmlns:a="http://schemas.openxmlformats.org/drawingml/2006/main">
            <a:off x="8248650" y="3414032"/>
            <a:ext cx="6" cy="428625"/>
          </a:xfrm>
          <a:custGeom xmlns:a="http://schemas.openxmlformats.org/drawingml/2006/main">
            <a:pathLst>
              <a:path w="6" h="428625">
                <a:moveTo>
                  <a:pt x="0" y="0"/>
                </a:moveTo>
                <a:lnTo>
                  <a:pt x="0" y="428625"/>
                </a:lnTo>
              </a:path>
            </a:pathLst>
          </a:custGeom>
          <a:noFill xmlns:a="http://schemas.openxmlformats.org/drawingml/2006/main"/>
          <a:ln xmlns:a="http://schemas.openxmlformats.org/drawingml/2006/main" w="24493">
            <a:solidFill>
              <a:srgbClr val="17324D"/>
            </a:solidFill>
            <a:prstDash val="solid"/>
          </a:ln>
        </p:spPr>
      </p:sp>
      <p:sp>
        <p:nvSpPr>
          <p:cNvPr id="28" name="native-vector-3-line">
            <a:extLst xmlns:a="http://schemas.openxmlformats.org/drawingml/2006/main">
              <a:ext uri="{FF2B5EF4-FFF2-40B4-BE49-F238E27FC236}">
                <a16:creationId xmlns:a16="http://schemas.microsoft.com/office/drawing/2014/main" id="{EEE12459-39F3-4674-A75A-4CF3C183ED12}"/>
              </a:ext>
            </a:extLst>
          </p:cNvPr>
          <p:cNvSpPr>
            <a:spLocks xmlns:a="http://schemas.openxmlformats.org/drawingml/2006/main" noGrp="1"/>
          </p:cNvSpPr>
          <p:nvPr/>
        </p:nvSpPr>
        <p:spPr>
          <a:xfrm xmlns:a="http://schemas.openxmlformats.org/drawingml/2006/main">
            <a:off x="8015968" y="3573236"/>
            <a:ext cx="465364" cy="6"/>
          </a:xfrm>
          <a:custGeom xmlns:a="http://schemas.openxmlformats.org/drawingml/2006/main">
            <a:pathLst>
              <a:path w="465364" h="6">
                <a:moveTo>
                  <a:pt x="0" y="0"/>
                </a:moveTo>
                <a:lnTo>
                  <a:pt x="465364" y="0"/>
                </a:lnTo>
              </a:path>
            </a:pathLst>
          </a:custGeom>
          <a:noFill xmlns:a="http://schemas.openxmlformats.org/drawingml/2006/main"/>
          <a:ln xmlns:a="http://schemas.openxmlformats.org/drawingml/2006/main" w="24493">
            <a:solidFill>
              <a:srgbClr val="17324D"/>
            </a:solidFill>
            <a:prstDash val="solid"/>
          </a:ln>
        </p:spPr>
      </p:sp>
      <p:sp>
        <p:nvSpPr>
          <p:cNvPr id="29" name="native-vector-4-line">
            <a:extLst xmlns:a="http://schemas.openxmlformats.org/drawingml/2006/main">
              <a:ext uri="{FF2B5EF4-FFF2-40B4-BE49-F238E27FC236}">
                <a16:creationId xmlns:a16="http://schemas.microsoft.com/office/drawing/2014/main" id="{3FDBA212-1D3A-4656-BD9B-9A04DD5A5312}"/>
              </a:ext>
            </a:extLst>
          </p:cNvPr>
          <p:cNvSpPr>
            <a:spLocks xmlns:a="http://schemas.openxmlformats.org/drawingml/2006/main" noGrp="1"/>
          </p:cNvSpPr>
          <p:nvPr/>
        </p:nvSpPr>
        <p:spPr>
          <a:xfrm xmlns:a="http://schemas.openxmlformats.org/drawingml/2006/main">
            <a:off x="8064954" y="3842657"/>
            <a:ext cx="183696" cy="300038"/>
          </a:xfrm>
          <a:custGeom xmlns:a="http://schemas.openxmlformats.org/drawingml/2006/main">
            <a:pathLst>
              <a:path w="183696" h="300038">
                <a:moveTo>
                  <a:pt x="183696" y="0"/>
                </a:moveTo>
                <a:lnTo>
                  <a:pt x="0" y="300038"/>
                </a:lnTo>
              </a:path>
            </a:pathLst>
          </a:custGeom>
          <a:noFill xmlns:a="http://schemas.openxmlformats.org/drawingml/2006/main"/>
          <a:ln xmlns:a="http://schemas.openxmlformats.org/drawingml/2006/main" w="24493">
            <a:solidFill>
              <a:srgbClr val="17324D"/>
            </a:solidFill>
            <a:prstDash val="solid"/>
          </a:ln>
        </p:spPr>
      </p:sp>
      <p:sp>
        <p:nvSpPr>
          <p:cNvPr id="30" name="native-vector-5-line">
            <a:extLst xmlns:a="http://schemas.openxmlformats.org/drawingml/2006/main">
              <a:ext uri="{FF2B5EF4-FFF2-40B4-BE49-F238E27FC236}">
                <a16:creationId xmlns:a16="http://schemas.microsoft.com/office/drawing/2014/main" id="{8CC5C8A5-40A7-4A33-AAD0-0B74A85AE6BC}"/>
              </a:ext>
            </a:extLst>
          </p:cNvPr>
          <p:cNvSpPr>
            <a:spLocks xmlns:a="http://schemas.openxmlformats.org/drawingml/2006/main" noGrp="1"/>
          </p:cNvSpPr>
          <p:nvPr/>
        </p:nvSpPr>
        <p:spPr>
          <a:xfrm xmlns:a="http://schemas.openxmlformats.org/drawingml/2006/main">
            <a:off x="8248650" y="3842657"/>
            <a:ext cx="183696" cy="300038"/>
          </a:xfrm>
          <a:custGeom xmlns:a="http://schemas.openxmlformats.org/drawingml/2006/main">
            <a:pathLst>
              <a:path w="183696" h="300038">
                <a:moveTo>
                  <a:pt x="0" y="0"/>
                </a:moveTo>
                <a:lnTo>
                  <a:pt x="183696" y="300038"/>
                </a:lnTo>
              </a:path>
            </a:pathLst>
          </a:custGeom>
          <a:noFill xmlns:a="http://schemas.openxmlformats.org/drawingml/2006/main"/>
          <a:ln xmlns:a="http://schemas.openxmlformats.org/drawingml/2006/main" w="24493">
            <a:solidFill>
              <a:srgbClr val="17324D"/>
            </a:solidFill>
            <a:prstDash val="solid"/>
          </a:ln>
        </p:spPr>
      </p:sp>
      <p:sp>
        <p:nvSpPr>
          <p:cNvPr id="31" name="native-vector-6-ellipse">
            <a:extLst xmlns:a="http://schemas.openxmlformats.org/drawingml/2006/main">
              <a:ext uri="{FF2B5EF4-FFF2-40B4-BE49-F238E27FC236}">
                <a16:creationId xmlns:a16="http://schemas.microsoft.com/office/drawing/2014/main" id="{65C3CB15-B614-4F94-B6B0-8196EF657BD6}"/>
              </a:ext>
            </a:extLst>
          </p:cNvPr>
          <p:cNvSpPr>
            <a:spLocks xmlns:a="http://schemas.openxmlformats.org/drawingml/2006/main" noGrp="1"/>
          </p:cNvSpPr>
          <p:nvPr/>
        </p:nvSpPr>
        <p:spPr>
          <a:xfrm xmlns:a="http://schemas.openxmlformats.org/drawingml/2006/main">
            <a:off x="9840686" y="3162980"/>
            <a:ext cx="244929" cy="244929"/>
          </a:xfrm>
          <a:prstGeom xmlns:a="http://schemas.openxmlformats.org/drawingml/2006/main" prst="ellipse">
            <a:avLst/>
          </a:prstGeom>
          <a:solidFill xmlns:a="http://schemas.openxmlformats.org/drawingml/2006/main">
            <a:srgbClr val="FFFFFF"/>
          </a:solidFill>
          <a:ln xmlns:a="http://schemas.openxmlformats.org/drawingml/2006/main" w="24493">
            <a:solidFill>
              <a:srgbClr val="17324D"/>
            </a:solidFill>
            <a:prstDash val="solid"/>
          </a:ln>
        </p:spPr>
      </p:sp>
      <p:sp>
        <p:nvSpPr>
          <p:cNvPr id="32" name="native-vector-7-line">
            <a:extLst xmlns:a="http://schemas.openxmlformats.org/drawingml/2006/main">
              <a:ext uri="{FF2B5EF4-FFF2-40B4-BE49-F238E27FC236}">
                <a16:creationId xmlns:a16="http://schemas.microsoft.com/office/drawing/2014/main" id="{EA230144-A455-40A6-91B3-785BB6D3C60C}"/>
              </a:ext>
            </a:extLst>
          </p:cNvPr>
          <p:cNvSpPr>
            <a:spLocks xmlns:a="http://schemas.openxmlformats.org/drawingml/2006/main" noGrp="1"/>
          </p:cNvSpPr>
          <p:nvPr/>
        </p:nvSpPr>
        <p:spPr>
          <a:xfrm xmlns:a="http://schemas.openxmlformats.org/drawingml/2006/main">
            <a:off x="9963150" y="3414032"/>
            <a:ext cx="6" cy="428625"/>
          </a:xfrm>
          <a:custGeom xmlns:a="http://schemas.openxmlformats.org/drawingml/2006/main">
            <a:pathLst>
              <a:path w="6" h="428625">
                <a:moveTo>
                  <a:pt x="0" y="0"/>
                </a:moveTo>
                <a:lnTo>
                  <a:pt x="0" y="428625"/>
                </a:lnTo>
              </a:path>
            </a:pathLst>
          </a:custGeom>
          <a:noFill xmlns:a="http://schemas.openxmlformats.org/drawingml/2006/main"/>
          <a:ln xmlns:a="http://schemas.openxmlformats.org/drawingml/2006/main" w="24493">
            <a:solidFill>
              <a:srgbClr val="17324D"/>
            </a:solidFill>
            <a:prstDash val="solid"/>
          </a:ln>
        </p:spPr>
      </p:sp>
      <p:sp>
        <p:nvSpPr>
          <p:cNvPr id="33" name="native-vector-8-line">
            <a:extLst xmlns:a="http://schemas.openxmlformats.org/drawingml/2006/main">
              <a:ext uri="{FF2B5EF4-FFF2-40B4-BE49-F238E27FC236}">
                <a16:creationId xmlns:a16="http://schemas.microsoft.com/office/drawing/2014/main" id="{B8EF23FF-A163-4F1E-983B-F9F1E50EBE27}"/>
              </a:ext>
            </a:extLst>
          </p:cNvPr>
          <p:cNvSpPr>
            <a:spLocks xmlns:a="http://schemas.openxmlformats.org/drawingml/2006/main" noGrp="1"/>
          </p:cNvSpPr>
          <p:nvPr/>
        </p:nvSpPr>
        <p:spPr>
          <a:xfrm xmlns:a="http://schemas.openxmlformats.org/drawingml/2006/main">
            <a:off x="9730468" y="3573236"/>
            <a:ext cx="465364" cy="6"/>
          </a:xfrm>
          <a:custGeom xmlns:a="http://schemas.openxmlformats.org/drawingml/2006/main">
            <a:pathLst>
              <a:path w="465364" h="6">
                <a:moveTo>
                  <a:pt x="0" y="0"/>
                </a:moveTo>
                <a:lnTo>
                  <a:pt x="465364" y="0"/>
                </a:lnTo>
              </a:path>
            </a:pathLst>
          </a:custGeom>
          <a:noFill xmlns:a="http://schemas.openxmlformats.org/drawingml/2006/main"/>
          <a:ln xmlns:a="http://schemas.openxmlformats.org/drawingml/2006/main" w="24493">
            <a:solidFill>
              <a:srgbClr val="17324D"/>
            </a:solidFill>
            <a:prstDash val="solid"/>
          </a:ln>
        </p:spPr>
      </p:sp>
      <p:sp>
        <p:nvSpPr>
          <p:cNvPr id="34" name="native-vector-9-line">
            <a:extLst xmlns:a="http://schemas.openxmlformats.org/drawingml/2006/main">
              <a:ext uri="{FF2B5EF4-FFF2-40B4-BE49-F238E27FC236}">
                <a16:creationId xmlns:a16="http://schemas.microsoft.com/office/drawing/2014/main" id="{5B705D6E-62CB-4CC9-B6B4-EFBC73779A09}"/>
              </a:ext>
            </a:extLst>
          </p:cNvPr>
          <p:cNvSpPr>
            <a:spLocks xmlns:a="http://schemas.openxmlformats.org/drawingml/2006/main" noGrp="1"/>
          </p:cNvSpPr>
          <p:nvPr/>
        </p:nvSpPr>
        <p:spPr>
          <a:xfrm xmlns:a="http://schemas.openxmlformats.org/drawingml/2006/main">
            <a:off x="9779454" y="3842657"/>
            <a:ext cx="183696" cy="300038"/>
          </a:xfrm>
          <a:custGeom xmlns:a="http://schemas.openxmlformats.org/drawingml/2006/main">
            <a:pathLst>
              <a:path w="183696" h="300038">
                <a:moveTo>
                  <a:pt x="183696" y="0"/>
                </a:moveTo>
                <a:lnTo>
                  <a:pt x="0" y="300038"/>
                </a:lnTo>
              </a:path>
            </a:pathLst>
          </a:custGeom>
          <a:noFill xmlns:a="http://schemas.openxmlformats.org/drawingml/2006/main"/>
          <a:ln xmlns:a="http://schemas.openxmlformats.org/drawingml/2006/main" w="24493">
            <a:solidFill>
              <a:srgbClr val="17324D"/>
            </a:solidFill>
            <a:prstDash val="solid"/>
          </a:ln>
        </p:spPr>
      </p:sp>
      <p:sp>
        <p:nvSpPr>
          <p:cNvPr id="35" name="native-vector-10-line">
            <a:extLst xmlns:a="http://schemas.openxmlformats.org/drawingml/2006/main">
              <a:ext uri="{FF2B5EF4-FFF2-40B4-BE49-F238E27FC236}">
                <a16:creationId xmlns:a16="http://schemas.microsoft.com/office/drawing/2014/main" id="{6E2DCB60-0658-4681-93D0-20D1BB54025C}"/>
              </a:ext>
            </a:extLst>
          </p:cNvPr>
          <p:cNvSpPr>
            <a:spLocks xmlns:a="http://schemas.openxmlformats.org/drawingml/2006/main" noGrp="1"/>
          </p:cNvSpPr>
          <p:nvPr/>
        </p:nvSpPr>
        <p:spPr>
          <a:xfrm xmlns:a="http://schemas.openxmlformats.org/drawingml/2006/main">
            <a:off x="9963150" y="3842657"/>
            <a:ext cx="183696" cy="300038"/>
          </a:xfrm>
          <a:custGeom xmlns:a="http://schemas.openxmlformats.org/drawingml/2006/main">
            <a:pathLst>
              <a:path w="183696" h="300038">
                <a:moveTo>
                  <a:pt x="0" y="0"/>
                </a:moveTo>
                <a:lnTo>
                  <a:pt x="183696" y="300038"/>
                </a:lnTo>
              </a:path>
            </a:pathLst>
          </a:custGeom>
          <a:noFill xmlns:a="http://schemas.openxmlformats.org/drawingml/2006/main"/>
          <a:ln xmlns:a="http://schemas.openxmlformats.org/drawingml/2006/main" w="24493">
            <a:solidFill>
              <a:srgbClr val="17324D"/>
            </a:solidFill>
            <a:prstDash val="solid"/>
          </a:ln>
        </p:spPr>
      </p:sp>
      <p:sp>
        <p:nvSpPr>
          <p:cNvPr id="36" name="picture-description">
            <a:extLst xmlns:a="http://schemas.openxmlformats.org/drawingml/2006/main">
              <a:ext uri="{FF2B5EF4-FFF2-40B4-BE49-F238E27FC236}">
                <a16:creationId xmlns:a16="http://schemas.microsoft.com/office/drawing/2014/main" id="{71D3D035-C9A1-41D1-BEEC-ABFC38C4393F}"/>
              </a:ext>
            </a:extLst>
          </p:cNvPr>
          <p:cNvSpPr>
            <a:spLocks xmlns:a="http://schemas.openxmlformats.org/drawingml/2006/main" noGrp="1"/>
          </p:cNvSpPr>
          <p:nvPr/>
        </p:nvSpPr>
        <p:spPr>
          <a:xfrm xmlns:a="http://schemas.openxmlformats.org/drawingml/2006/main">
            <a:off x="6496050" y="4391025"/>
            <a:ext cx="5219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Two person shapes with space between them.</a:t>
            </a:r>
          </a:p>
        </p:txBody>
      </p:sp>
      <p:sp>
        <p:nvSpPr>
          <p:cNvPr id="37" name="book-direction">
            <a:extLst xmlns:a="http://schemas.openxmlformats.org/drawingml/2006/main">
              <a:ext uri="{FF2B5EF4-FFF2-40B4-BE49-F238E27FC236}">
                <a16:creationId xmlns:a16="http://schemas.microsoft.com/office/drawing/2014/main" id="{9852B7A3-966E-4C8B-815E-BC9C0175266B}"/>
              </a:ext>
            </a:extLst>
          </p:cNvPr>
          <p:cNvSpPr>
            <a:spLocks xmlns:a="http://schemas.openxmlformats.org/drawingml/2006/main" noGrp="1"/>
          </p:cNvSpPr>
          <p:nvPr/>
        </p:nvSpPr>
        <p:spPr>
          <a:xfrm xmlns:a="http://schemas.openxmlformats.org/drawingml/2006/main">
            <a:off x="609600" y="5076825"/>
            <a:ext cx="10906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word or model step. Mark it Model. Do not copy the whole slide.</a:t>
            </a:r>
          </a:p>
        </p:txBody>
      </p:sp>
    </p:spTree>
    <p:extLst>
      <p:ext uri="{BB962C8B-B14F-4D97-AF65-F5344CB8AC3E}">
        <p14:creationId xmlns:p14="http://schemas.microsoft.com/office/powerpoint/2010/main" val="17769498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04F07A68-384A-41DE-8FD3-1E41510B06E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D6DD3D75-F3D3-421A-9997-B120723262E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C3BABDB-4DC0-4C09-9BD9-10AD4961C0A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Main source — story/case cards</a:t>
            </a:r>
          </a:p>
        </p:txBody>
      </p:sp>
      <p:sp>
        <p:nvSpPr>
          <p:cNvPr id="4" name="shape">
            <a:extLst xmlns:a="http://schemas.openxmlformats.org/drawingml/2006/main">
              <a:ext uri="{FF2B5EF4-FFF2-40B4-BE49-F238E27FC236}">
                <a16:creationId xmlns:a16="http://schemas.microsoft.com/office/drawing/2014/main" id="{06634D9F-6BB9-4709-BE79-9623858EB9C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4E7FBCCE-6E92-4423-AEE8-4DBAE6653B0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73E7A79-8DDF-46A7-B02E-7DF9BCDD2583}"/>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06CB1D9-A38B-4BD9-9799-791EE52C5782}"/>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085E868-86D7-42A2-8A7A-5158772470C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6319FB0-9A48-456A-936F-1AC53F29A7B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C7BC2F9-627B-4EA9-AA33-0E63725176D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245104DA-6D4C-4397-9231-9305FC6F0CE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5D0706C-303F-44E7-9322-41460A85DFD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38A2F2BF-F1E7-459D-A58A-4EE830C70F2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35</a:t>
            </a:r>
          </a:p>
        </p:txBody>
      </p:sp>
      <p:sp>
        <p:nvSpPr>
          <p:cNvPr id="14" name="licence-footer">
            <a:extLst xmlns:a="http://schemas.openxmlformats.org/drawingml/2006/main">
              <a:ext uri="{FF2B5EF4-FFF2-40B4-BE49-F238E27FC236}">
                <a16:creationId xmlns:a16="http://schemas.microsoft.com/office/drawing/2014/main" id="{CE151DE3-8D87-4E87-ACF0-41EED926DA9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15D78DC-AC3E-45FA-B07B-8478E091CE50}"/>
              </a:ext>
            </a:extLst>
          </p:cNvPr>
          <p:cNvPicPr>
            <a:picLocks xmlns:a="http://schemas.openxmlformats.org/drawingml/2006/main" noChangeAspect="1"/>
          </p:cNvPicPr>
          <p:nvPr/>
        </p:nvPicPr>
        <p:blipFill>
          <a:blip xmlns:r="http://schemas.openxmlformats.org/officeDocument/2006/relationships" xmlns:a="http://schemas.openxmlformats.org/drawingml/2006/main" r:embed="R44f749647d1f42e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B6F83426-9838-4B70-AB4A-1EC0BADB5E6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F5FE63DC-8FF9-47C0-ABDE-9671B5ED1E9E}"/>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case: A person bumps a table by mistake. A stack of someone else’s paper falls.</a:t>
            </a:r>
          </a:p>
        </p:txBody>
      </p:sp>
      <p:sp>
        <p:nvSpPr>
          <p:cNvPr id="18" name="pupil-text">
            <a:extLst xmlns:a="http://schemas.openxmlformats.org/drawingml/2006/main">
              <a:ext uri="{FF2B5EF4-FFF2-40B4-BE49-F238E27FC236}">
                <a16:creationId xmlns:a16="http://schemas.microsoft.com/office/drawing/2014/main" id="{E9C2C506-1E73-4678-9D8B-DB6B1A8D0F7F}"/>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person says, “I am sorry I knocked your paper down.” They ask if help is wanted. The owner says</a:t>
            </a:r>
          </a:p>
        </p:txBody>
      </p:sp>
      <p:sp>
        <p:nvSpPr>
          <p:cNvPr id="19" name="pupil-text">
            <a:extLst xmlns:a="http://schemas.openxmlformats.org/drawingml/2006/main">
              <a:ext uri="{FF2B5EF4-FFF2-40B4-BE49-F238E27FC236}">
                <a16:creationId xmlns:a16="http://schemas.microsoft.com/office/drawing/2014/main" id="{311843EE-B55A-4BFC-B91B-8B64A2322E59}"/>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yes. The person helps stack the paper.</a:t>
            </a:r>
          </a:p>
        </p:txBody>
      </p:sp>
      <p:sp>
        <p:nvSpPr>
          <p:cNvPr id="20" name="pupil-text">
            <a:extLst xmlns:a="http://schemas.openxmlformats.org/drawingml/2006/main">
              <a:ext uri="{FF2B5EF4-FFF2-40B4-BE49-F238E27FC236}">
                <a16:creationId xmlns:a16="http://schemas.microsoft.com/office/drawing/2014/main" id="{1706C3C3-BCAA-4489-A6D3-3DA8312CFFEE}"/>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owner does not have to say it is fine or forgive. They may still feel upset. No one has to share a</a:t>
            </a:r>
          </a:p>
        </p:txBody>
      </p:sp>
      <p:sp>
        <p:nvSpPr>
          <p:cNvPr id="21" name="pupil-text">
            <a:extLst xmlns:a="http://schemas.openxmlformats.org/drawingml/2006/main">
              <a:ext uri="{FF2B5EF4-FFF2-40B4-BE49-F238E27FC236}">
                <a16:creationId xmlns:a16="http://schemas.microsoft.com/office/drawing/2014/main" id="{BED3D55E-23D1-496E-8F0F-6AAC1BC2C9D5}"/>
              </a:ext>
            </a:extLst>
          </p:cNvPr>
          <p:cNvSpPr>
            <a:spLocks xmlns:a="http://schemas.openxmlformats.org/drawingml/2006/main" noGrp="1"/>
          </p:cNvSpPr>
          <p:nvPr/>
        </p:nvSpPr>
        <p:spPr>
          <a:xfrm xmlns:a="http://schemas.openxmlformats.org/drawingml/2006/main">
            <a:off x="457200" y="35147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real mistake.</a:t>
            </a:r>
          </a:p>
        </p:txBody>
      </p:sp>
    </p:spTree>
    <p:extLst>
      <p:ext uri="{BB962C8B-B14F-4D97-AF65-F5344CB8AC3E}">
        <p14:creationId xmlns:p14="http://schemas.microsoft.com/office/powerpoint/2010/main" val="8712560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13007F0E-EDEF-48FF-8E29-778B06EF099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6A4822A2-B0B3-4990-8281-98805240CDF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087F586B-4054-4338-97F3-8B49F274216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Model source — I Do only</a:t>
            </a:r>
          </a:p>
        </p:txBody>
      </p:sp>
      <p:sp>
        <p:nvSpPr>
          <p:cNvPr id="4" name="shape">
            <a:extLst xmlns:a="http://schemas.openxmlformats.org/drawingml/2006/main">
              <a:ext uri="{FF2B5EF4-FFF2-40B4-BE49-F238E27FC236}">
                <a16:creationId xmlns:a16="http://schemas.microsoft.com/office/drawing/2014/main" id="{3267908A-E104-440B-822E-3F9C653E650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FB5EB84-C5C7-4277-A289-F7D8E39797F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8D5BA55-F94E-4005-9C9F-8514E6C810B4}"/>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188ABFDE-E862-48CB-9029-2B3228A9B6EB}"/>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FB874EC-28F4-488D-A5A3-AE63512CD617}"/>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59FA8AC-25ED-422B-A40A-3D90BDDD782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45A8FBE-531C-4578-AEEF-6E4A951B0F8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09C5D598-02D4-49DE-B53C-0F07BFE87AF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2486BDF3-FCFA-45DB-9512-FF5E58EE977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1293460-7312-4B86-888A-B7D0BE4EF78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35</a:t>
            </a:r>
          </a:p>
        </p:txBody>
      </p:sp>
      <p:sp>
        <p:nvSpPr>
          <p:cNvPr id="14" name="licence-footer">
            <a:extLst xmlns:a="http://schemas.openxmlformats.org/drawingml/2006/main">
              <a:ext uri="{FF2B5EF4-FFF2-40B4-BE49-F238E27FC236}">
                <a16:creationId xmlns:a16="http://schemas.microsoft.com/office/drawing/2014/main" id="{A4236AE4-F08C-4E50-A3D0-B34870650CA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B237088-AC47-4FE4-AD92-220CF43950A6}"/>
              </a:ext>
            </a:extLst>
          </p:cNvPr>
          <p:cNvPicPr>
            <a:picLocks xmlns:a="http://schemas.openxmlformats.org/drawingml/2006/main" noChangeAspect="1"/>
          </p:cNvPicPr>
          <p:nvPr/>
        </p:nvPicPr>
        <p:blipFill>
          <a:blip xmlns:r="http://schemas.openxmlformats.org/officeDocument/2006/relationships" xmlns:a="http://schemas.openxmlformats.org/drawingml/2006/main" r:embed="Rd3ed0878bb06421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3901C3E-E1F1-4CAE-A251-5BE6603F695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F3B2FE56-5A68-4D84-B7D2-5BC5C1C619E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model case: A person draws on someone else’s card by mistake. They name what they did, say</a:t>
            </a:r>
          </a:p>
        </p:txBody>
      </p:sp>
      <p:sp>
        <p:nvSpPr>
          <p:cNvPr id="18" name="pupil-text">
            <a:extLst xmlns:a="http://schemas.openxmlformats.org/drawingml/2006/main">
              <a:ext uri="{FF2B5EF4-FFF2-40B4-BE49-F238E27FC236}">
                <a16:creationId xmlns:a16="http://schemas.microsoft.com/office/drawing/2014/main" id="{B7C6C760-9AEA-4323-8D3A-748BA438C210}"/>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sorry and offer a new blank card. The owner chooses the new card.</a:t>
            </a:r>
          </a:p>
        </p:txBody>
      </p:sp>
    </p:spTree>
    <p:extLst>
      <p:ext uri="{BB962C8B-B14F-4D97-AF65-F5344CB8AC3E}">
        <p14:creationId xmlns:p14="http://schemas.microsoft.com/office/powerpoint/2010/main" val="78111335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700D995A-EC0C-4D66-B36E-6F7966D8D31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0D369A71-5C67-4E2A-935B-C10EA4B7134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58210805-D42F-43CE-A515-B4E91D1D010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A7427575-B2C3-4BB5-9678-70495E09FA5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79AE6BA-D1ED-4FF3-A9C0-495277DC6634}"/>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EE9F8EE-B1EB-4478-8315-C44472CF4B86}"/>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8908220-282D-4E00-A9A1-32A05AB0A697}"/>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2BF0D24-E293-461D-8772-A3E5DEE5CFAA}"/>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618B9C-6136-4310-AFE3-D3F6BFFE63D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AF2C239-0B77-4902-9D14-B645F2B652C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9F1AB27B-ABB7-4767-95A8-FC1FF570A61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8D5B08FA-4F12-4398-86D9-9271E3167CA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E2029F3-D9F7-4428-906A-2E603026C43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35</a:t>
            </a:r>
          </a:p>
        </p:txBody>
      </p:sp>
      <p:sp>
        <p:nvSpPr>
          <p:cNvPr id="14" name="licence-footer">
            <a:extLst xmlns:a="http://schemas.openxmlformats.org/drawingml/2006/main">
              <a:ext uri="{FF2B5EF4-FFF2-40B4-BE49-F238E27FC236}">
                <a16:creationId xmlns:a16="http://schemas.microsoft.com/office/drawing/2014/main" id="{78218686-9E8E-4AF0-8D4F-A16821C3E27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B6AA88D-6042-4A3F-91E5-2FFA1579DE12}"/>
              </a:ext>
            </a:extLst>
          </p:cNvPr>
          <p:cNvPicPr>
            <a:picLocks xmlns:a="http://schemas.openxmlformats.org/drawingml/2006/main" noChangeAspect="1"/>
          </p:cNvPicPr>
          <p:nvPr/>
        </p:nvPicPr>
        <p:blipFill>
          <a:blip xmlns:r="http://schemas.openxmlformats.org/officeDocument/2006/relationships" xmlns:a="http://schemas.openxmlformats.org/drawingml/2006/main" r:embed="Rc3c0fd9cc783460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AF735C6-B5A0-40E7-8F44-43392A33EA6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pupil-text">
            <a:extLst xmlns:a="http://schemas.openxmlformats.org/drawingml/2006/main">
              <a:ext uri="{FF2B5EF4-FFF2-40B4-BE49-F238E27FC236}">
                <a16:creationId xmlns:a16="http://schemas.microsoft.com/office/drawing/2014/main" id="{ECB2589F-5EB0-4549-B516-76389B90133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Watch one step at a time.</a:t>
            </a:r>
          </a:p>
        </p:txBody>
      </p:sp>
    </p:spTree>
    <p:extLst>
      <p:ext uri="{BB962C8B-B14F-4D97-AF65-F5344CB8AC3E}">
        <p14:creationId xmlns:p14="http://schemas.microsoft.com/office/powerpoint/2010/main" val="167538397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1CB49032-0875-4F75-8625-603E8F1EAF1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3E91B29C-5236-4D0C-9085-917F8677298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6 min · 08 to 14</a:t>
            </a:r>
          </a:p>
        </p:txBody>
      </p:sp>
      <p:sp>
        <p:nvSpPr>
          <p:cNvPr id="3" name="slide-title">
            <a:extLst xmlns:a="http://schemas.openxmlformats.org/drawingml/2006/main">
              <a:ext uri="{FF2B5EF4-FFF2-40B4-BE49-F238E27FC236}">
                <a16:creationId xmlns:a16="http://schemas.microsoft.com/office/drawing/2014/main" id="{63666462-5B6E-4856-AE70-B2F51BC0634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02C4D161-AC3A-4C0C-BC2C-FF72D8C1236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990FE8D-8A46-4D32-87FE-3051C91DEBD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0D7767F-D68B-41D9-AB04-0D6D92BA2ECE}"/>
              </a:ext>
            </a:extLst>
          </p:cNvPr>
          <p:cNvSpPr>
            <a:spLocks xmlns:a="http://schemas.openxmlformats.org/drawingml/2006/main" noGrp="1"/>
          </p:cNvSpPr>
          <p:nvPr/>
        </p:nvSpPr>
        <p:spPr>
          <a:xfrm xmlns:a="http://schemas.openxmlformats.org/drawingml/2006/main">
            <a:off x="2657475" y="1381125"/>
            <a:ext cx="1678781"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48D9B83-4F07-494E-844D-87564C0C6AF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B2ECBD3-A423-4C87-AF01-D1525FB7EDE0}"/>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897C146-A826-492D-99EA-DBAC6CBB9A4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9F25667-F3CA-4347-8229-C829ABC3FD8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C75761B7-0D0F-4C7E-82AA-83414971E85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7477362-AAA7-47A7-BDA4-AA1228FBDA2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FDCA5175-9AA2-4391-91CF-0028EACF5BF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35</a:t>
            </a:r>
          </a:p>
        </p:txBody>
      </p:sp>
      <p:sp>
        <p:nvSpPr>
          <p:cNvPr id="14" name="licence-footer">
            <a:extLst xmlns:a="http://schemas.openxmlformats.org/drawingml/2006/main">
              <a:ext uri="{FF2B5EF4-FFF2-40B4-BE49-F238E27FC236}">
                <a16:creationId xmlns:a16="http://schemas.microsoft.com/office/drawing/2014/main" id="{2BB288C2-19CC-4D01-9204-2A000927946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BF21A65-6086-4B88-89E0-2A92DADCE723}"/>
              </a:ext>
            </a:extLst>
          </p:cNvPr>
          <p:cNvPicPr>
            <a:picLocks xmlns:a="http://schemas.openxmlformats.org/drawingml/2006/main" noChangeAspect="1"/>
          </p:cNvPicPr>
          <p:nvPr/>
        </p:nvPicPr>
        <p:blipFill>
          <a:blip xmlns:r="http://schemas.openxmlformats.org/officeDocument/2006/relationships" xmlns:a="http://schemas.openxmlformats.org/drawingml/2006/main" r:embed="R5c4034278be9482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26EC0D3-B4E7-4910-B747-3141F462722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word or model step. Mark it Model. Do not copy the whole slide.</a:t>
            </a:r>
          </a:p>
        </p:txBody>
      </p:sp>
      <p:sp>
        <p:nvSpPr>
          <p:cNvPr id="17" name="answer-text">
            <a:extLst xmlns:a="http://schemas.openxmlformats.org/drawingml/2006/main">
              <a:ext uri="{FF2B5EF4-FFF2-40B4-BE49-F238E27FC236}">
                <a16:creationId xmlns:a16="http://schemas.microsoft.com/office/drawing/2014/main" id="{A92F588A-48F7-48BD-89AF-C9F35DCAB4D2}"/>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link the words to the act. “Sorry I drew on your card” names the harm. Offering a new card helps</a:t>
            </a:r>
          </a:p>
        </p:txBody>
      </p:sp>
      <p:sp>
        <p:nvSpPr>
          <p:cNvPr id="18" name="answer-text">
            <a:extLst xmlns:a="http://schemas.openxmlformats.org/drawingml/2006/main">
              <a:ext uri="{FF2B5EF4-FFF2-40B4-BE49-F238E27FC236}">
                <a16:creationId xmlns:a16="http://schemas.microsoft.com/office/drawing/2014/main" id="{2997E61C-B28C-4530-9D8C-BC3B71568EC7}"/>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repair it. The owner still gets a choice.</a:t>
            </a:r>
          </a:p>
        </p:txBody>
      </p:sp>
    </p:spTree>
    <p:extLst>
      <p:ext uri="{BB962C8B-B14F-4D97-AF65-F5344CB8AC3E}">
        <p14:creationId xmlns:p14="http://schemas.microsoft.com/office/powerpoint/2010/main" val="6615764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2E0A740B-A122-485D-858E-FA2C30F5A6B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BBB4E551-D32E-4833-ADD3-31B30B0EA02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568DF7A5-7EB4-40D4-9DEC-7797C6307D2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Class source — We Do only</a:t>
            </a:r>
          </a:p>
        </p:txBody>
      </p:sp>
      <p:sp>
        <p:nvSpPr>
          <p:cNvPr id="4" name="shape">
            <a:extLst xmlns:a="http://schemas.openxmlformats.org/drawingml/2006/main">
              <a:ext uri="{FF2B5EF4-FFF2-40B4-BE49-F238E27FC236}">
                <a16:creationId xmlns:a16="http://schemas.microsoft.com/office/drawing/2014/main" id="{39FCFD18-347E-496C-B3FE-D2C45F10902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F02DF82-55D2-4FE6-91E5-587BE43B62B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F15CD84-B36D-4AEE-B467-D830CDC770FF}"/>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17DC3F4-DDB0-4815-A5CA-79D32048AA45}"/>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D132406-FC20-46D6-AA34-A4B91850EDC4}"/>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CAE5F4C-13B2-4C9E-88AA-60440E7C554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5AF3809-AA89-4C0E-A2F6-4EA8BBC70CB1}"/>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483BB28B-769D-4ECD-97E2-9CE4F7E6AC6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53BBAE6-65E0-443C-9471-2A2C9240161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F80A3719-C703-4CFF-8FB9-E4A801BBE3A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35</a:t>
            </a:r>
          </a:p>
        </p:txBody>
      </p:sp>
      <p:sp>
        <p:nvSpPr>
          <p:cNvPr id="14" name="licence-footer">
            <a:extLst xmlns:a="http://schemas.openxmlformats.org/drawingml/2006/main">
              <a:ext uri="{FF2B5EF4-FFF2-40B4-BE49-F238E27FC236}">
                <a16:creationId xmlns:a16="http://schemas.microsoft.com/office/drawing/2014/main" id="{3229D6EB-EC0C-4712-AA12-6AD7C64AAC7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AD01E0C-DE71-492A-BD6D-01CC16A57052}"/>
              </a:ext>
            </a:extLst>
          </p:cNvPr>
          <p:cNvPicPr>
            <a:picLocks xmlns:a="http://schemas.openxmlformats.org/drawingml/2006/main" noChangeAspect="1"/>
          </p:cNvPicPr>
          <p:nvPr/>
        </p:nvPicPr>
        <p:blipFill>
          <a:blip xmlns:r="http://schemas.openxmlformats.org/officeDocument/2006/relationships" xmlns:a="http://schemas.openxmlformats.org/drawingml/2006/main" r:embed="Rce2b27a451934ed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55328C8-6D43-4EF0-B8C8-F9607C12A38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Made-up class case: A person talks over someone’s turn. They say sorry, stop and offer the turn</a:t>
            </a:r>
          </a:p>
        </p:txBody>
      </p:sp>
      <p:sp>
        <p:nvSpPr>
          <p:cNvPr id="17" name="pupil-text">
            <a:extLst xmlns:a="http://schemas.openxmlformats.org/drawingml/2006/main">
              <a:ext uri="{FF2B5EF4-FFF2-40B4-BE49-F238E27FC236}">
                <a16:creationId xmlns:a16="http://schemas.microsoft.com/office/drawing/2014/main" id="{D57B0F55-7202-448D-9644-017E69736F55}"/>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back. The other person chooses whether to speak now.</a:t>
            </a:r>
          </a:p>
        </p:txBody>
      </p:sp>
      <p:sp>
        <p:nvSpPr>
          <p:cNvPr id="18" name="shape">
            <a:extLst xmlns:a="http://schemas.openxmlformats.org/drawingml/2006/main">
              <a:ext uri="{FF2B5EF4-FFF2-40B4-BE49-F238E27FC236}">
                <a16:creationId xmlns:a16="http://schemas.microsoft.com/office/drawing/2014/main" id="{C30AB920-AE6E-4C77-AF47-F6691F16485E}"/>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45F7F37-0394-40F4-895C-7BDEC10469E1}"/>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Tree>
    <p:extLst>
      <p:ext uri="{BB962C8B-B14F-4D97-AF65-F5344CB8AC3E}">
        <p14:creationId xmlns:p14="http://schemas.microsoft.com/office/powerpoint/2010/main" val="549594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F5895CDD-565F-401E-A864-FF09CDDCD83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A076E5F9-571A-42C4-BF10-663AADBF062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93B540C5-BDF2-47A7-B524-6779C6D9E58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C5C1F5B1-2C72-4D54-9ACE-6DAEF0296EF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AE32B44-0A25-4F9F-B8EF-08C9E54C86D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D187B1E-68FC-4EE3-A327-57BE29935C2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1CE486C-029C-43A0-98D9-D039B85A8BB9}"/>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4DABBD6-A6C1-4242-B378-57F8031D053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CE736F0-3EE5-455A-B9C2-EDFDD902DD9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B924819-D279-466F-8947-223BDF2C482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C8E23356-2252-4048-80E7-DC2F413BC13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710E042-E7BE-4873-A8F9-31AD220A9A9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CD6CE2F3-B3F8-4ABA-B02E-57963C3E9EF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35</a:t>
            </a:r>
          </a:p>
        </p:txBody>
      </p:sp>
      <p:sp>
        <p:nvSpPr>
          <p:cNvPr id="14" name="licence-footer">
            <a:extLst xmlns:a="http://schemas.openxmlformats.org/drawingml/2006/main">
              <a:ext uri="{FF2B5EF4-FFF2-40B4-BE49-F238E27FC236}">
                <a16:creationId xmlns:a16="http://schemas.microsoft.com/office/drawing/2014/main" id="{66555632-7B5F-4215-82D0-75E88003A06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76928AC-3CED-4B3F-8632-667CCB1613E5}"/>
              </a:ext>
            </a:extLst>
          </p:cNvPr>
          <p:cNvPicPr>
            <a:picLocks xmlns:a="http://schemas.openxmlformats.org/drawingml/2006/main" noChangeAspect="1"/>
          </p:cNvPicPr>
          <p:nvPr/>
        </p:nvPicPr>
        <p:blipFill>
          <a:blip xmlns:r="http://schemas.openxmlformats.org/officeDocument/2006/relationships" xmlns:a="http://schemas.openxmlformats.org/drawingml/2006/main" r:embed="R7a8a1320e68c41e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F7F624A-4ABE-4EDB-8C2D-7116CE137F0A}"/>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guided try and one word or mark of your own.</a:t>
            </a:r>
          </a:p>
        </p:txBody>
      </p:sp>
      <p:sp>
        <p:nvSpPr>
          <p:cNvPr id="17" name="pupil-text">
            <a:extLst xmlns:a="http://schemas.openxmlformats.org/drawingml/2006/main">
              <a:ext uri="{FF2B5EF4-FFF2-40B4-BE49-F238E27FC236}">
                <a16:creationId xmlns:a16="http://schemas.microsoft.com/office/drawing/2014/main" id="{4B5C8B16-7ED3-45DA-A085-14D043FAFF0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one act that helps put this mistake right. Link it to sorry. Show how the other person keeps a</a:t>
            </a:r>
          </a:p>
        </p:txBody>
      </p:sp>
      <p:sp>
        <p:nvSpPr>
          <p:cNvPr id="18" name="pupil-text">
            <a:extLst xmlns:a="http://schemas.openxmlformats.org/drawingml/2006/main">
              <a:ext uri="{FF2B5EF4-FFF2-40B4-BE49-F238E27FC236}">
                <a16:creationId xmlns:a16="http://schemas.microsoft.com/office/drawing/2014/main" id="{DB4FEEDD-3F6C-4ACC-BF9F-AF0609B3FE66}"/>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choice.</a:t>
            </a:r>
          </a:p>
        </p:txBody>
      </p:sp>
      <p:sp>
        <p:nvSpPr>
          <p:cNvPr id="19" name="pupil-text">
            <a:extLst xmlns:a="http://schemas.openxmlformats.org/drawingml/2006/main">
              <a:ext uri="{FF2B5EF4-FFF2-40B4-BE49-F238E27FC236}">
                <a16:creationId xmlns:a16="http://schemas.microsoft.com/office/drawing/2014/main" id="{9F6DB618-C3F1-4F19-9CA4-65983D907A7E}"/>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Have a quiet try before the class check. You may pass.</a:t>
            </a:r>
          </a:p>
        </p:txBody>
      </p:sp>
      <p:sp>
        <p:nvSpPr>
          <p:cNvPr id="20" name="pupil-text">
            <a:extLst xmlns:a="http://schemas.openxmlformats.org/drawingml/2006/main">
              <a:ext uri="{FF2B5EF4-FFF2-40B4-BE49-F238E27FC236}">
                <a16:creationId xmlns:a16="http://schemas.microsoft.com/office/drawing/2014/main" id="{AB76E996-8B60-4D82-A0AB-4FDC5AB1DF3D}"/>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Guided record: My first try [ ] / My own word or mark [ ] / My check [ ].</a:t>
            </a:r>
          </a:p>
        </p:txBody>
      </p:sp>
    </p:spTree>
    <p:extLst>
      <p:ext uri="{BB962C8B-B14F-4D97-AF65-F5344CB8AC3E}">
        <p14:creationId xmlns:p14="http://schemas.microsoft.com/office/powerpoint/2010/main" val="154160306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6F98B96-F1C6-4602-9F53-34970C4C2C0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8412375C-4D86-44C8-9EEB-5545E10677D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8 min · 14 to 22</a:t>
            </a:r>
          </a:p>
        </p:txBody>
      </p:sp>
      <p:sp>
        <p:nvSpPr>
          <p:cNvPr id="3" name="slide-title">
            <a:extLst xmlns:a="http://schemas.openxmlformats.org/drawingml/2006/main">
              <a:ext uri="{FF2B5EF4-FFF2-40B4-BE49-F238E27FC236}">
                <a16:creationId xmlns:a16="http://schemas.microsoft.com/office/drawing/2014/main" id="{F7EC22C4-506C-4118-AAD7-F0D7010DBA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D2B2AF2C-20B7-4CFE-994B-AC15E253FB5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646A948-A762-45EC-866B-83FA28BF752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0786058-9ABE-4F0C-B950-6DDADE41582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5D253B8-9D93-4E22-A2AC-774D6837B3C8}"/>
              </a:ext>
            </a:extLst>
          </p:cNvPr>
          <p:cNvSpPr>
            <a:spLocks xmlns:a="http://schemas.openxmlformats.org/drawingml/2006/main" noGrp="1"/>
          </p:cNvSpPr>
          <p:nvPr/>
        </p:nvSpPr>
        <p:spPr>
          <a:xfrm xmlns:a="http://schemas.openxmlformats.org/drawingml/2006/main">
            <a:off x="4364831" y="1381125"/>
            <a:ext cx="2247900"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C3EFA17-07C6-4D73-A8B9-E96EFC64DC9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76830CD-F355-4FA1-A300-33D4AC80FAE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3CF7C6F2-6202-479C-9D85-F1E162734EE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7D820107-751A-4645-B592-997DB7B55CC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DD21394F-C76F-4A3B-BA45-0684AD06249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652560D2-FF88-404B-8BB5-76E024312BA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35</a:t>
            </a:r>
          </a:p>
        </p:txBody>
      </p:sp>
      <p:sp>
        <p:nvSpPr>
          <p:cNvPr id="14" name="licence-footer">
            <a:extLst xmlns:a="http://schemas.openxmlformats.org/drawingml/2006/main">
              <a:ext uri="{FF2B5EF4-FFF2-40B4-BE49-F238E27FC236}">
                <a16:creationId xmlns:a16="http://schemas.microsoft.com/office/drawing/2014/main" id="{DA5FAFB3-45B1-4467-A048-3CB725D8B47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923C430-15AC-4DD3-8B9B-742D1F690190}"/>
              </a:ext>
            </a:extLst>
          </p:cNvPr>
          <p:cNvPicPr>
            <a:picLocks xmlns:a="http://schemas.openxmlformats.org/drawingml/2006/main" noChangeAspect="1"/>
          </p:cNvPicPr>
          <p:nvPr/>
        </p:nvPicPr>
        <p:blipFill>
          <a:blip xmlns:r="http://schemas.openxmlformats.org/officeDocument/2006/relationships" xmlns:a="http://schemas.openxmlformats.org/drawingml/2006/main" r:embed="Ree0a09b2dd1d418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D0F4FEF7-72ED-4EE4-AA84-94BDDBB5C1C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Stop interrupting and offer the turn back; apology names interruption; person chooses whether to</a:t>
            </a:r>
          </a:p>
        </p:txBody>
      </p:sp>
      <p:sp>
        <p:nvSpPr>
          <p:cNvPr id="17" name="answer-text">
            <a:extLst xmlns:a="http://schemas.openxmlformats.org/drawingml/2006/main">
              <a:ext uri="{FF2B5EF4-FFF2-40B4-BE49-F238E27FC236}">
                <a16:creationId xmlns:a16="http://schemas.microsoft.com/office/drawing/2014/main" id="{27DECD5F-3E0D-405A-9B15-9B9F7AFCC41F}"/>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take the turn. No forced response or forgiveness.</a:t>
            </a:r>
          </a:p>
        </p:txBody>
      </p:sp>
    </p:spTree>
    <p:extLst>
      <p:ext uri="{BB962C8B-B14F-4D97-AF65-F5344CB8AC3E}">
        <p14:creationId xmlns:p14="http://schemas.microsoft.com/office/powerpoint/2010/main" val="169650700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FC2B961B-EB52-42F3-9A33-9804B35791E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8B146C8F-2AED-4CBF-9325-9CD182294DD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2CF57F32-3355-4152-ACA0-2C0EA2F2B31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FD3206AC-633C-4CC4-9C9C-47000E704B6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B259DC2-31BF-450B-9772-09F0AF4E5696}"/>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F344061-888B-454F-ACD7-D678199DAAC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4D0EA86-CAB0-4766-84FB-1E44542E5BA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BC6092E-8375-48DC-87E4-8BA38A1A869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36643F9-2A3F-4826-A215-CAB75233FD4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3696459-563A-4BA9-B216-1BF035A7097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7048FA58-EE09-4D19-9539-520551E02CB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854EC44-23B8-4A1B-AE29-5C12F3582FC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6D82F554-2927-40B6-9C86-1547C4CB0331}"/>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35</a:t>
            </a:r>
          </a:p>
        </p:txBody>
      </p:sp>
      <p:sp>
        <p:nvSpPr>
          <p:cNvPr id="14" name="licence-footer">
            <a:extLst xmlns:a="http://schemas.openxmlformats.org/drawingml/2006/main">
              <a:ext uri="{FF2B5EF4-FFF2-40B4-BE49-F238E27FC236}">
                <a16:creationId xmlns:a16="http://schemas.microsoft.com/office/drawing/2014/main" id="{7B946715-5039-463B-9D3D-E8E34ABACC5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6F8823D-8F54-4E47-9625-C14F712E69E0}"/>
              </a:ext>
            </a:extLst>
          </p:cNvPr>
          <p:cNvPicPr>
            <a:picLocks xmlns:a="http://schemas.openxmlformats.org/drawingml/2006/main" noChangeAspect="1"/>
          </p:cNvPicPr>
          <p:nvPr/>
        </p:nvPicPr>
        <p:blipFill>
          <a:blip xmlns:r="http://schemas.openxmlformats.org/officeDocument/2006/relationships" xmlns:a="http://schemas.openxmlformats.org/drawingml/2006/main" r:embed="Re61994e82843432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E000082C-2952-4D1A-AAEE-83354DEFD26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task and one check or change.</a:t>
            </a:r>
          </a:p>
        </p:txBody>
      </p:sp>
      <p:sp>
        <p:nvSpPr>
          <p:cNvPr id="17" name="pupil-text">
            <a:extLst xmlns:a="http://schemas.openxmlformats.org/drawingml/2006/main">
              <a:ext uri="{FF2B5EF4-FFF2-40B4-BE49-F238E27FC236}">
                <a16:creationId xmlns:a16="http://schemas.microsoft.com/office/drawing/2014/main" id="{2B5F5904-F89B-46B0-974B-39672B83D0F7}"/>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8" name="pupil-text">
            <a:extLst xmlns:a="http://schemas.openxmlformats.org/drawingml/2006/main">
              <a:ext uri="{FF2B5EF4-FFF2-40B4-BE49-F238E27FC236}">
                <a16:creationId xmlns:a16="http://schemas.microsoft.com/office/drawing/2014/main" id="{BDA328D5-BE59-4EAD-B714-D916D1CB76A6}"/>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route with the adult. Try on your own first.</a:t>
            </a:r>
          </a:p>
        </p:txBody>
      </p:sp>
    </p:spTree>
    <p:extLst>
      <p:ext uri="{BB962C8B-B14F-4D97-AF65-F5344CB8AC3E}">
        <p14:creationId xmlns:p14="http://schemas.microsoft.com/office/powerpoint/2010/main" val="7884222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CC2BE727-323E-4F11-90E9-8E6A8CE4DE74}"/>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4FEE40CE-D287-4ECE-A4AA-07422DAEF60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F2954669-392E-4C36-BB47-A1395895BAF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9AE6BF3-E7A3-4260-813B-23F2154E298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9C00A58-1708-4248-B70D-B614AA1FFD9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3A97679-06C1-4AE4-A630-1F2F22E8B958}"/>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A2E7B2A-F48F-4582-BD57-57075343045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79FE9EA-3967-4B0C-AC3C-E919726A9F0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A570DC89-0CC5-4220-A230-C63C3A0FC7D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51F714C-AA2B-44E7-A8B7-EE7027436EA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79C12451-7B26-4664-8A4B-6688FDFFEE0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B829914E-CC9D-49B5-BAEE-743B46E3A74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E5736211-30E9-4FCA-8CA4-6037DDFB4B7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35</a:t>
            </a:r>
          </a:p>
        </p:txBody>
      </p:sp>
      <p:sp>
        <p:nvSpPr>
          <p:cNvPr id="14" name="licence-footer">
            <a:extLst xmlns:a="http://schemas.openxmlformats.org/drawingml/2006/main">
              <a:ext uri="{FF2B5EF4-FFF2-40B4-BE49-F238E27FC236}">
                <a16:creationId xmlns:a16="http://schemas.microsoft.com/office/drawing/2014/main" id="{01798E3C-1743-4995-8F52-B8880FAC1F2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8995864-E423-4881-8B50-7C6D0C31437F}"/>
              </a:ext>
            </a:extLst>
          </p:cNvPr>
          <p:cNvPicPr>
            <a:picLocks xmlns:a="http://schemas.openxmlformats.org/drawingml/2006/main" noChangeAspect="1"/>
          </p:cNvPicPr>
          <p:nvPr/>
        </p:nvPicPr>
        <p:blipFill>
          <a:blip xmlns:r="http://schemas.openxmlformats.org/officeDocument/2006/relationships" xmlns:a="http://schemas.openxmlformats.org/drawingml/2006/main" r:embed="Rbef0e2cc60c14b4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7680772-5A73-4001-8F9E-75EE48437917}"/>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2D49A75-A777-48DF-BBB8-7E5F517AD245}"/>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BA3F7EBE-E501-47C7-8672-924F30E822D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6D9C8F1F-DD1A-4CD0-A721-F7363F108E0B}"/>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11CB94BB-35BD-474B-99FD-0306F4D33C16}"/>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A072D4D3-6D50-4B9B-AC4D-77739F5C030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case. Make your own choices.</a:t>
            </a:r>
          </a:p>
        </p:txBody>
      </p:sp>
      <p:sp>
        <p:nvSpPr>
          <p:cNvPr id="22" name="shape">
            <a:extLst xmlns:a="http://schemas.openxmlformats.org/drawingml/2006/main">
              <a:ext uri="{FF2B5EF4-FFF2-40B4-BE49-F238E27FC236}">
                <a16:creationId xmlns:a16="http://schemas.microsoft.com/office/drawing/2014/main" id="{D4EEA294-8551-4C46-810B-E8A436A1311A}"/>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3490E1C-B2F1-478C-86CA-5AD71451B4FF}"/>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paper case. Show what the sorry words name. Choose one act that helps repair the harm.</a:t>
            </a:r>
          </a:p>
        </p:txBody>
      </p:sp>
      <p:sp>
        <p:nvSpPr>
          <p:cNvPr id="24" name="shape">
            <a:extLst xmlns:a="http://schemas.openxmlformats.org/drawingml/2006/main">
              <a:ext uri="{FF2B5EF4-FFF2-40B4-BE49-F238E27FC236}">
                <a16:creationId xmlns:a16="http://schemas.microsoft.com/office/drawing/2014/main" id="{A4E1FA22-4964-4548-BE73-3505F752D115}"/>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5F28975A-DA42-40CC-9905-BDE59DA30248}"/>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respect for the owner’s choice. Use sorry, repair and respect in your words or marks.</a:t>
            </a:r>
          </a:p>
        </p:txBody>
      </p:sp>
      <p:sp>
        <p:nvSpPr>
          <p:cNvPr id="26" name="shape">
            <a:extLst xmlns:a="http://schemas.openxmlformats.org/drawingml/2006/main">
              <a:ext uri="{FF2B5EF4-FFF2-40B4-BE49-F238E27FC236}">
                <a16:creationId xmlns:a16="http://schemas.microsoft.com/office/drawing/2014/main" id="{EB27BA6C-6657-4625-A1EA-885B573A6B42}"/>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B5FD07B-64A3-43E7-B002-E7D29DA7D2D9}"/>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28" name="shape">
            <a:extLst xmlns:a="http://schemas.openxmlformats.org/drawingml/2006/main">
              <a:ext uri="{FF2B5EF4-FFF2-40B4-BE49-F238E27FC236}">
                <a16:creationId xmlns:a16="http://schemas.microsoft.com/office/drawing/2014/main" id="{DF504FFE-7DEE-4E5F-97AE-92E365D0653E}"/>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5A00C947-8883-4D05-AC1C-8AD664E53B00}"/>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What happened [ ] / Sorry names [ ] / Repair act [ ] / The owner can choose [ ] / My</a:t>
            </a:r>
          </a:p>
        </p:txBody>
      </p:sp>
      <p:sp>
        <p:nvSpPr>
          <p:cNvPr id="30" name="shape">
            <a:extLst xmlns:a="http://schemas.openxmlformats.org/drawingml/2006/main">
              <a:ext uri="{FF2B5EF4-FFF2-40B4-BE49-F238E27FC236}">
                <a16:creationId xmlns:a16="http://schemas.microsoft.com/office/drawing/2014/main" id="{6674BB8D-2BB4-4144-9210-F2CC6215AB9C}"/>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20AA4875-E43B-45A3-87FE-2F4A7FB919FF}"/>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 ].</a:t>
            </a:r>
          </a:p>
        </p:txBody>
      </p:sp>
      <p:sp>
        <p:nvSpPr>
          <p:cNvPr id="32" name="shape">
            <a:extLst xmlns:a="http://schemas.openxmlformats.org/drawingml/2006/main">
              <a:ext uri="{FF2B5EF4-FFF2-40B4-BE49-F238E27FC236}">
                <a16:creationId xmlns:a16="http://schemas.microsoft.com/office/drawing/2014/main" id="{95CB84FD-7F7A-49CB-8519-FAF3C30ADB3F}"/>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BE742BF8-C608-44B0-9BDF-0154CE4AF2A6}"/>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200768209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8B8F17F-2FB2-4AE6-98EB-2E3721F1565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7B860B31-9BBA-4C9B-8C2C-259F6206AB8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7FDC4F9B-A639-443E-817A-00F22BDD2C8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B5318F3F-475B-4256-91E7-38ED4C44EB9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635AAD5-85A2-4466-B0AD-0DA3FFA7513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6DA61C4-AF43-4EDC-A3D2-0F37872E9BAD}"/>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F2E4DD8-F8CA-4643-AF60-14BA4EB33156}"/>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42931A5-1AB3-408B-951B-837E6999734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5FD4C38-3817-4202-8505-0A2623F57D4D}"/>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E6C6C7B1-11E2-42C2-A7DE-7A6ADFC6DB5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04F91D5B-C3AA-4D48-BAB5-DBE226A905C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968C52C-D92C-4533-BFA4-72AAFD74F74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0A7CBC8-99A7-4CD6-A649-326669F1955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35</a:t>
            </a:r>
          </a:p>
        </p:txBody>
      </p:sp>
      <p:sp>
        <p:nvSpPr>
          <p:cNvPr id="14" name="licence-footer">
            <a:extLst xmlns:a="http://schemas.openxmlformats.org/drawingml/2006/main">
              <a:ext uri="{FF2B5EF4-FFF2-40B4-BE49-F238E27FC236}">
                <a16:creationId xmlns:a16="http://schemas.microsoft.com/office/drawing/2014/main" id="{38E9B96F-74F4-48E6-993C-B5AAAFD2393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607A16D-6FED-4596-B4B4-29D3124F2B65}"/>
              </a:ext>
            </a:extLst>
          </p:cNvPr>
          <p:cNvPicPr>
            <a:picLocks xmlns:a="http://schemas.openxmlformats.org/drawingml/2006/main" noChangeAspect="1"/>
          </p:cNvPicPr>
          <p:nvPr/>
        </p:nvPicPr>
        <p:blipFill>
          <a:blip xmlns:r="http://schemas.openxmlformats.org/officeDocument/2006/relationships" xmlns:a="http://schemas.openxmlformats.org/drawingml/2006/main" r:embed="R23a8cffb46c7452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DD3F24A-F906-450E-BA86-942F3634191E}"/>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441BA686-ACC4-4B01-BF67-527145C36E8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83DC3C02-D0DF-4821-9F14-CCAEFA8C680C}"/>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4DC3192-9041-4C2F-8A5A-505B55B02FB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46157011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9E42747C-ADAC-4EF1-BF15-8FDECD34E9A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50C9D2B2-01B4-43FC-8BA2-5BE60ECC73E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658600A7-7B0A-43BC-BBF0-5FE9B3E273F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6376C75A-708A-4CFA-92E4-FE708B1EE4E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40A354D-EAD0-48A6-8A59-9914C149F62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730E253-E69B-4934-B0A1-DF24FD9EFC0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7EF1275-A2AB-4A83-BB67-282861409E0A}"/>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C09D8FC-3384-401C-B5FA-C6EADABA142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1393D90-BFC0-40B3-86CB-D5554AF5F26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0CB1887-EBD5-423C-BA18-B9A0845E7A9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A6852779-CF06-43E8-AD94-0E9FEC1F636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F4B4E02-E4C0-4AC2-8011-896DAD3EE59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B3737AB6-3FDE-455A-B89D-95CAB53ECC6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35</a:t>
            </a:r>
          </a:p>
        </p:txBody>
      </p:sp>
      <p:sp>
        <p:nvSpPr>
          <p:cNvPr id="14" name="licence-footer">
            <a:extLst xmlns:a="http://schemas.openxmlformats.org/drawingml/2006/main">
              <a:ext uri="{FF2B5EF4-FFF2-40B4-BE49-F238E27FC236}">
                <a16:creationId xmlns:a16="http://schemas.microsoft.com/office/drawing/2014/main" id="{530D8684-3038-42BB-9736-7E0C1C7C39D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8BF3A76-DCE9-4115-9CFF-79DBEAD04EF0}"/>
              </a:ext>
            </a:extLst>
          </p:cNvPr>
          <p:cNvPicPr>
            <a:picLocks xmlns:a="http://schemas.openxmlformats.org/drawingml/2006/main" noChangeAspect="1"/>
          </p:cNvPicPr>
          <p:nvPr/>
        </p:nvPicPr>
        <p:blipFill>
          <a:blip xmlns:r="http://schemas.openxmlformats.org/officeDocument/2006/relationships" xmlns:a="http://schemas.openxmlformats.org/drawingml/2006/main" r:embed="R5e8f19331e314e7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8B91D7E-2C1A-42AD-AEEA-58B3A5CA7759}"/>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744AA34-FA9B-4F7C-A4B3-6A09D151CEAC}"/>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75E29A74-7005-4E3D-8A06-83BCBA7E6547}"/>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E7791402-8BFA-433A-876E-3F9CC8298564}"/>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7DAC4D21-6B3C-499B-84E5-F71EECF6991B}"/>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AECB198-694E-4477-AEE1-61D985C4AFF4}"/>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Take one step at a time. You choose.</a:t>
            </a:r>
          </a:p>
        </p:txBody>
      </p:sp>
      <p:sp>
        <p:nvSpPr>
          <p:cNvPr id="22" name="shape">
            <a:extLst xmlns:a="http://schemas.openxmlformats.org/drawingml/2006/main">
              <a:ext uri="{FF2B5EF4-FFF2-40B4-BE49-F238E27FC236}">
                <a16:creationId xmlns:a16="http://schemas.microsoft.com/office/drawing/2014/main" id="{F8DF16A3-9EC8-4A90-A93F-C047A2B6EFB4}"/>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DF6661C9-554C-40AA-9E3F-F81C696852CE}"/>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paper case. Show what the sorry words name. Choose one act that helps repair the harm.</a:t>
            </a:r>
          </a:p>
        </p:txBody>
      </p:sp>
      <p:sp>
        <p:nvSpPr>
          <p:cNvPr id="24" name="shape">
            <a:extLst xmlns:a="http://schemas.openxmlformats.org/drawingml/2006/main">
              <a:ext uri="{FF2B5EF4-FFF2-40B4-BE49-F238E27FC236}">
                <a16:creationId xmlns:a16="http://schemas.microsoft.com/office/drawing/2014/main" id="{27D309B8-2C79-493F-BBA6-6F4A2E46BE6E}"/>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34CD6254-C4C2-4356-8507-F5940ACA5CEE}"/>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respect for the owner’s choice. Use sorry, repair and respect in your words or marks.</a:t>
            </a:r>
          </a:p>
        </p:txBody>
      </p:sp>
      <p:sp>
        <p:nvSpPr>
          <p:cNvPr id="26" name="shape">
            <a:extLst xmlns:a="http://schemas.openxmlformats.org/drawingml/2006/main">
              <a:ext uri="{FF2B5EF4-FFF2-40B4-BE49-F238E27FC236}">
                <a16:creationId xmlns:a16="http://schemas.microsoft.com/office/drawing/2014/main" id="{661CAF37-A5B4-47AE-85B4-540321137489}"/>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A3F3EDC-5A66-4891-B01F-028A60DAA7D4}"/>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Use the case in three parts: what happened, the sorry words, the next act. Point to the part</a:t>
            </a:r>
          </a:p>
        </p:txBody>
      </p:sp>
      <p:sp>
        <p:nvSpPr>
          <p:cNvPr id="28" name="shape">
            <a:extLst xmlns:a="http://schemas.openxmlformats.org/drawingml/2006/main">
              <a:ext uri="{FF2B5EF4-FFF2-40B4-BE49-F238E27FC236}">
                <a16:creationId xmlns:a16="http://schemas.microsoft.com/office/drawing/2014/main" id="{604E2C00-8D34-47C0-83FF-2C017ACDAA72}"/>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6ABCA3E-D98E-47BD-8271-BB6896E709A4}"/>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need.</a:t>
            </a:r>
          </a:p>
        </p:txBody>
      </p:sp>
      <p:sp>
        <p:nvSpPr>
          <p:cNvPr id="30" name="shape">
            <a:extLst xmlns:a="http://schemas.openxmlformats.org/drawingml/2006/main">
              <a:ext uri="{FF2B5EF4-FFF2-40B4-BE49-F238E27FC236}">
                <a16:creationId xmlns:a16="http://schemas.microsoft.com/office/drawing/2014/main" id="{C53D3874-17C2-4CCC-A2B8-EF394BEDC04C}"/>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61609049-F89E-4942-9AF2-A6865270F42A}"/>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What happened [ ] / Sorry names [ ] / Repair act [ ] / The owner can choose [ ] / My</a:t>
            </a:r>
          </a:p>
        </p:txBody>
      </p:sp>
      <p:sp>
        <p:nvSpPr>
          <p:cNvPr id="32" name="shape">
            <a:extLst xmlns:a="http://schemas.openxmlformats.org/drawingml/2006/main">
              <a:ext uri="{FF2B5EF4-FFF2-40B4-BE49-F238E27FC236}">
                <a16:creationId xmlns:a16="http://schemas.microsoft.com/office/drawing/2014/main" id="{53F3D490-3FD2-4D82-B416-694D86852A4B}"/>
              </a:ext>
            </a:extLst>
          </p:cNvPr>
          <p:cNvSpPr>
            <a:spLocks xmlns:a="http://schemas.openxmlformats.org/drawingml/2006/main" noGrp="1"/>
          </p:cNvSpPr>
          <p:nvPr/>
        </p:nvSpPr>
        <p:spPr>
          <a:xfrm xmlns:a="http://schemas.openxmlformats.org/drawingml/2006/main">
            <a:off x="409575" y="46101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B86CE587-B048-4FB5-8DE0-CE4A0D1AD7E8}"/>
              </a:ext>
            </a:extLst>
          </p:cNvPr>
          <p:cNvSpPr>
            <a:spLocks xmlns:a="http://schemas.openxmlformats.org/drawingml/2006/main" noGrp="1"/>
          </p:cNvSpPr>
          <p:nvPr/>
        </p:nvSpPr>
        <p:spPr>
          <a:xfrm xmlns:a="http://schemas.openxmlformats.org/drawingml/2006/main">
            <a:off x="457200" y="4619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 ].</a:t>
            </a:r>
          </a:p>
        </p:txBody>
      </p:sp>
      <p:sp>
        <p:nvSpPr>
          <p:cNvPr id="34" name="shape">
            <a:extLst xmlns:a="http://schemas.openxmlformats.org/drawingml/2006/main">
              <a:ext uri="{FF2B5EF4-FFF2-40B4-BE49-F238E27FC236}">
                <a16:creationId xmlns:a16="http://schemas.microsoft.com/office/drawing/2014/main" id="{DE90A0CB-840C-46E0-B164-94764B5F615B}"/>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7E7CA565-9552-4DB7-9B32-8CF432DAF0BB}"/>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Tree>
    <p:extLst>
      <p:ext uri="{BB962C8B-B14F-4D97-AF65-F5344CB8AC3E}">
        <p14:creationId xmlns:p14="http://schemas.microsoft.com/office/powerpoint/2010/main" val="163728652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7C411B92-D570-4794-A44A-9D9DB894BAD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65EBF81E-4AD0-43E1-8D2C-F5EA52BA937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5B24099D-DC3B-41FC-B9E7-8BC3C5ADCE5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5DAB9635-2F56-427B-A257-0A1FFD21E8D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238EA79-CFDC-4C38-8C4F-DD9B6A94373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E7C980E-AB58-4E6A-8C2A-45DD326433E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A42BC21-0FD8-42BA-8A91-B1AE88D5FE4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D44B50A-1F6B-4214-8AF5-558E338FA726}"/>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1924DC8-D046-40A1-8FCE-0FC9255AC30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C409C37-CEFD-4482-9A64-E3AAF8D6949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FD6A3ED4-CF54-4423-A1C6-99317049B9E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7A535F9-A328-46D0-A2AA-5A0946BF274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9589A64C-D0D0-4D3C-BD58-21E81C77584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35</a:t>
            </a:r>
          </a:p>
        </p:txBody>
      </p:sp>
      <p:sp>
        <p:nvSpPr>
          <p:cNvPr id="14" name="licence-footer">
            <a:extLst xmlns:a="http://schemas.openxmlformats.org/drawingml/2006/main">
              <a:ext uri="{FF2B5EF4-FFF2-40B4-BE49-F238E27FC236}">
                <a16:creationId xmlns:a16="http://schemas.microsoft.com/office/drawing/2014/main" id="{C7A45AFA-6A7E-4F79-A3B3-87DE8F36C16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8FC4AD6-7820-431F-BE03-F47D7A5B8CE1}"/>
              </a:ext>
            </a:extLst>
          </p:cNvPr>
          <p:cNvPicPr>
            <a:picLocks xmlns:a="http://schemas.openxmlformats.org/drawingml/2006/main" noChangeAspect="1"/>
          </p:cNvPicPr>
          <p:nvPr/>
        </p:nvPicPr>
        <p:blipFill>
          <a:blip xmlns:r="http://schemas.openxmlformats.org/officeDocument/2006/relationships" xmlns:a="http://schemas.openxmlformats.org/drawingml/2006/main" r:embed="Raa1050e2b1be456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36EC2A03-9443-4278-9F47-53484F396F59}"/>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EE3A8BDA-B5AD-4E81-A9F9-DA2EFA3EEE4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18" name="shape">
            <a:extLst xmlns:a="http://schemas.openxmlformats.org/drawingml/2006/main">
              <a:ext uri="{FF2B5EF4-FFF2-40B4-BE49-F238E27FC236}">
                <a16:creationId xmlns:a16="http://schemas.microsoft.com/office/drawing/2014/main" id="{20AEA394-B0F2-49F9-B7CA-2C941E1AC186}"/>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EBAE8532-575C-4513-8732-39084700E821}"/>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692458559"/>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055F50CF-DE8A-4FD0-A583-488241BB239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6130BDA6-1EA3-41B7-A88D-F842DC270A6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006CB821-4710-4164-AD21-FDB301A1F75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2B1D5CDA-BC1F-4EC5-8167-0871E821511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CF49E00-CC93-4FA6-BE67-38974FF82C8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B91E50F-424F-4620-809B-CE0BCB4913FE}"/>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407405B-74A6-47B7-8454-F06C1AAF976F}"/>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ADA0258-10EB-4CB7-9E5E-868D03B3218D}"/>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37207D5-AB87-43C2-95CD-C29428F0A2F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4B6037F-4696-477C-8BCB-E9A79A69C40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D9406882-C971-457C-897E-B3FE6274973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C04D0BE4-0C93-42E0-8311-9597CA7706C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F6DABDCF-A8DC-4FBB-ADD7-23577F0B85E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35</a:t>
            </a:r>
          </a:p>
        </p:txBody>
      </p:sp>
      <p:sp>
        <p:nvSpPr>
          <p:cNvPr id="14" name="licence-footer">
            <a:extLst xmlns:a="http://schemas.openxmlformats.org/drawingml/2006/main">
              <a:ext uri="{FF2B5EF4-FFF2-40B4-BE49-F238E27FC236}">
                <a16:creationId xmlns:a16="http://schemas.microsoft.com/office/drawing/2014/main" id="{CB6E857A-0C38-4067-B87F-A0752D0B40D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0F680ED-0CBD-43D0-8EDB-5C6712B35660}"/>
              </a:ext>
            </a:extLst>
          </p:cNvPr>
          <p:cNvPicPr>
            <a:picLocks xmlns:a="http://schemas.openxmlformats.org/drawingml/2006/main" noChangeAspect="1"/>
          </p:cNvPicPr>
          <p:nvPr/>
        </p:nvPicPr>
        <p:blipFill>
          <a:blip xmlns:r="http://schemas.openxmlformats.org/officeDocument/2006/relationships" xmlns:a="http://schemas.openxmlformats.org/drawingml/2006/main" r:embed="R8bd3bb37dc9a4c3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91BFE06-A017-444E-9F51-E87B568546EA}"/>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4F44480-6DC3-4E7A-8B53-2A5E629C5CA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692C5846-C69D-4BD7-A6D3-A93D4D1E7DF6}"/>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CFF12415-1676-4BB8-8F77-6DB2589510C7}"/>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3FD771F6-FCCA-4B87-B9F8-2CB114B40616}"/>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87F8A29-E931-4A37-B1AF-5F90DE0D39A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then add your own words.</a:t>
            </a:r>
          </a:p>
        </p:txBody>
      </p:sp>
      <p:sp>
        <p:nvSpPr>
          <p:cNvPr id="22" name="shape">
            <a:extLst xmlns:a="http://schemas.openxmlformats.org/drawingml/2006/main">
              <a:ext uri="{FF2B5EF4-FFF2-40B4-BE49-F238E27FC236}">
                <a16:creationId xmlns:a16="http://schemas.microsoft.com/office/drawing/2014/main" id="{CE47CC9E-02BD-43D9-9069-AABCCCA9E58B}"/>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2FD235F-EF32-444A-9885-059AFE45AD2E}"/>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paper case. Show what the sorry words name. Choose one act that helps repair the harm.</a:t>
            </a:r>
          </a:p>
        </p:txBody>
      </p:sp>
      <p:sp>
        <p:nvSpPr>
          <p:cNvPr id="24" name="shape">
            <a:extLst xmlns:a="http://schemas.openxmlformats.org/drawingml/2006/main">
              <a:ext uri="{FF2B5EF4-FFF2-40B4-BE49-F238E27FC236}">
                <a16:creationId xmlns:a16="http://schemas.microsoft.com/office/drawing/2014/main" id="{CF7B39A8-509E-4656-B2A3-D209845AD9D0}"/>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FD6D0D15-30CD-4CA3-A7D8-DF5AD8FE3029}"/>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respect for the owner’s choice. Use sorry, repair and respect in your words or marks.</a:t>
            </a:r>
          </a:p>
        </p:txBody>
      </p:sp>
      <p:sp>
        <p:nvSpPr>
          <p:cNvPr id="26" name="shape">
            <a:extLst xmlns:a="http://schemas.openxmlformats.org/drawingml/2006/main">
              <a:ext uri="{FF2B5EF4-FFF2-40B4-BE49-F238E27FC236}">
                <a16:creationId xmlns:a16="http://schemas.microsoft.com/office/drawing/2014/main" id="{394FBCD2-4680-4CEA-9CB8-AAF51EAE95B1}"/>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8098186-175D-41E3-9B8E-7B397E89110F}"/>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 repair act: help stack the paper if wanted / demand that the owner smiles. Add your own</a:t>
            </a:r>
          </a:p>
        </p:txBody>
      </p:sp>
      <p:sp>
        <p:nvSpPr>
          <p:cNvPr id="28" name="shape">
            <a:extLst xmlns:a="http://schemas.openxmlformats.org/drawingml/2006/main">
              <a:ext uri="{FF2B5EF4-FFF2-40B4-BE49-F238E27FC236}">
                <a16:creationId xmlns:a16="http://schemas.microsoft.com/office/drawing/2014/main" id="{EC4832BF-8FEB-4699-B71A-E96256E48B74}"/>
              </a:ext>
            </a:extLst>
          </p:cNvPr>
          <p:cNvSpPr>
            <a:spLocks xmlns:a="http://schemas.openxmlformats.org/drawingml/2006/main" noGrp="1"/>
          </p:cNvSpPr>
          <p:nvPr/>
        </p:nvSpPr>
        <p:spPr>
          <a:xfrm xmlns:a="http://schemas.openxmlformats.org/drawingml/2006/main">
            <a:off x="409575" y="3924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8BAC5A64-80E4-48C6-99E6-72964938DE44}"/>
              </a:ext>
            </a:extLst>
          </p:cNvPr>
          <p:cNvSpPr>
            <a:spLocks xmlns:a="http://schemas.openxmlformats.org/drawingml/2006/main" noGrp="1"/>
          </p:cNvSpPr>
          <p:nvPr/>
        </p:nvSpPr>
        <p:spPr>
          <a:xfrm xmlns:a="http://schemas.openxmlformats.org/drawingml/2006/main">
            <a:off x="457200" y="3933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word or phrase about the owner’s choice.</a:t>
            </a:r>
          </a:p>
        </p:txBody>
      </p:sp>
      <p:sp>
        <p:nvSpPr>
          <p:cNvPr id="30" name="shape">
            <a:extLst xmlns:a="http://schemas.openxmlformats.org/drawingml/2006/main">
              <a:ext uri="{FF2B5EF4-FFF2-40B4-BE49-F238E27FC236}">
                <a16:creationId xmlns:a16="http://schemas.microsoft.com/office/drawing/2014/main" id="{90533483-AD41-4EEE-9570-1792B77B6A13}"/>
              </a:ext>
            </a:extLst>
          </p:cNvPr>
          <p:cNvSpPr>
            <a:spLocks xmlns:a="http://schemas.openxmlformats.org/drawingml/2006/main" noGrp="1"/>
          </p:cNvSpPr>
          <p:nvPr/>
        </p:nvSpPr>
        <p:spPr>
          <a:xfrm xmlns:a="http://schemas.openxmlformats.org/drawingml/2006/main">
            <a:off x="409575" y="43148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F999B083-6C9A-4304-B95A-7126F90DEDF9}"/>
              </a:ext>
            </a:extLst>
          </p:cNvPr>
          <p:cNvSpPr>
            <a:spLocks xmlns:a="http://schemas.openxmlformats.org/drawingml/2006/main" noGrp="1"/>
          </p:cNvSpPr>
          <p:nvPr/>
        </p:nvSpPr>
        <p:spPr>
          <a:xfrm xmlns:a="http://schemas.openxmlformats.org/drawingml/2006/main">
            <a:off x="457200" y="4324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2" name="shape">
            <a:extLst xmlns:a="http://schemas.openxmlformats.org/drawingml/2006/main">
              <a:ext uri="{FF2B5EF4-FFF2-40B4-BE49-F238E27FC236}">
                <a16:creationId xmlns:a16="http://schemas.microsoft.com/office/drawing/2014/main" id="{B5A41C21-D904-49EB-A2A9-E5E23FB058C3}"/>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AE706ADF-325C-4AFB-B9D4-FBEEDB678798}"/>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What happened [ ] / Sorry names [ ] / Repair act [ ] / The owner can choose [ ] / My</a:t>
            </a:r>
          </a:p>
        </p:txBody>
      </p:sp>
      <p:sp>
        <p:nvSpPr>
          <p:cNvPr id="34" name="shape">
            <a:extLst xmlns:a="http://schemas.openxmlformats.org/drawingml/2006/main">
              <a:ext uri="{FF2B5EF4-FFF2-40B4-BE49-F238E27FC236}">
                <a16:creationId xmlns:a16="http://schemas.microsoft.com/office/drawing/2014/main" id="{2FF25AF7-D1DD-4D3A-AF23-2F685FD6671D}"/>
              </a:ext>
            </a:extLst>
          </p:cNvPr>
          <p:cNvSpPr>
            <a:spLocks xmlns:a="http://schemas.openxmlformats.org/drawingml/2006/main" noGrp="1"/>
          </p:cNvSpPr>
          <p:nvPr/>
        </p:nvSpPr>
        <p:spPr>
          <a:xfrm xmlns:a="http://schemas.openxmlformats.org/drawingml/2006/main">
            <a:off x="409575" y="5000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329C1AB0-AEF2-4B7C-862B-8A012051EF1A}"/>
              </a:ext>
            </a:extLst>
          </p:cNvPr>
          <p:cNvSpPr>
            <a:spLocks xmlns:a="http://schemas.openxmlformats.org/drawingml/2006/main" noGrp="1"/>
          </p:cNvSpPr>
          <p:nvPr/>
        </p:nvSpPr>
        <p:spPr>
          <a:xfrm xmlns:a="http://schemas.openxmlformats.org/drawingml/2006/main">
            <a:off x="457200" y="5010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 ].</a:t>
            </a:r>
          </a:p>
        </p:txBody>
      </p:sp>
    </p:spTree>
    <p:extLst>
      <p:ext uri="{BB962C8B-B14F-4D97-AF65-F5344CB8AC3E}">
        <p14:creationId xmlns:p14="http://schemas.microsoft.com/office/powerpoint/2010/main" val="11548790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6E50C8AD-19A8-4CE1-91BB-A9D5C359525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B9044B29-6EF7-411D-8D5C-71FEFE0D4AB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3EDE1B00-53FD-4D79-A8FB-2D9192796B7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83E8B45-BF5C-40C4-8859-93B8760E222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E06D77F-0171-41F8-AD46-4AD926896C6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CF25B5C-7302-4857-A89A-A5B3AB8249DA}"/>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A09910C-9530-43B6-A535-4B280A5DDDF1}"/>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370DB4F-EA0D-4678-B836-F621630A416F}"/>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5A63787-0086-49DC-AF23-52441FD0BB4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595DBEB-9ADA-4C61-8355-2BEE5B21E15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62F69B57-B039-4E35-8EBD-CFDB3FDCC83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0BC5C9C9-572A-4532-B41B-2D33B6F8270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FC574F24-92B2-42F4-8F70-C7DD2BD2720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35</a:t>
            </a:r>
          </a:p>
        </p:txBody>
      </p:sp>
      <p:sp>
        <p:nvSpPr>
          <p:cNvPr id="14" name="licence-footer">
            <a:extLst xmlns:a="http://schemas.openxmlformats.org/drawingml/2006/main">
              <a:ext uri="{FF2B5EF4-FFF2-40B4-BE49-F238E27FC236}">
                <a16:creationId xmlns:a16="http://schemas.microsoft.com/office/drawing/2014/main" id="{BF4E3582-5B50-43E3-81C2-90A8077B266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3FAEB43-025B-4DD0-85F6-91226B4B907A}"/>
              </a:ext>
            </a:extLst>
          </p:cNvPr>
          <p:cNvPicPr>
            <a:picLocks xmlns:a="http://schemas.openxmlformats.org/drawingml/2006/main" noChangeAspect="1"/>
          </p:cNvPicPr>
          <p:nvPr/>
        </p:nvPicPr>
        <p:blipFill>
          <a:blip xmlns:r="http://schemas.openxmlformats.org/officeDocument/2006/relationships" xmlns:a="http://schemas.openxmlformats.org/drawingml/2006/main" r:embed="Rd8539c774ed04c5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5EA2594-38A6-450C-994A-1A5B4696B5C4}"/>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2459112D-692A-447D-820D-AD6E7037405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09BFA7D3-6F9B-4C11-999B-E1AB851F003F}"/>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670622C-6AA3-4F83-AE35-EC62D3F0C510}"/>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C2097E8B-CE93-41B9-BAB3-1C90077E87B6}"/>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0EF93D5-2292-4BE2-BCC0-53622380B0ED}"/>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53788982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lesson-header">
            <a:extLst xmlns:a="http://schemas.openxmlformats.org/drawingml/2006/main">
              <a:ext uri="{FF2B5EF4-FFF2-40B4-BE49-F238E27FC236}">
                <a16:creationId xmlns:a16="http://schemas.microsoft.com/office/drawing/2014/main" id="{BB5FF433-F157-4DDA-BE1D-E5AB60B10A7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59B86563-A0A3-4463-8D5F-BB5B257BD23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1184AF0B-ADC6-4236-9B4E-D2ABECAA48D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CD428C20-500E-483C-9A20-EDD08279CF6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B6E53A6-CE93-4AA5-97E1-32A9C3D1BE9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D9A22D2-A832-4F45-A660-69BF245BEFD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5D53040-902B-4724-BFC7-87D158AF2BD5}"/>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A08CE7A-2958-4919-9FD3-30D7F92A4B6E}"/>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EA86360-B4DF-413D-8697-FF7BE5063C5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2E3E745F-EB3D-4DEC-9094-24717123ACF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5F752791-5DF0-463B-8AED-4187E4A0980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5B58A5B3-DA18-4B6D-BCF7-FD970EEF8F2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D0F0C23-5A02-4B14-8BE8-4BF76ACB58A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35</a:t>
            </a:r>
          </a:p>
        </p:txBody>
      </p:sp>
      <p:sp>
        <p:nvSpPr>
          <p:cNvPr id="14" name="licence-footer">
            <a:extLst xmlns:a="http://schemas.openxmlformats.org/drawingml/2006/main">
              <a:ext uri="{FF2B5EF4-FFF2-40B4-BE49-F238E27FC236}">
                <a16:creationId xmlns:a16="http://schemas.microsoft.com/office/drawing/2014/main" id="{6389838F-BCAE-4D00-B52A-4D0E5949AE6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C87BA09-E1EA-40F3-AC6E-3DEDB1965490}"/>
              </a:ext>
            </a:extLst>
          </p:cNvPr>
          <p:cNvPicPr>
            <a:picLocks xmlns:a="http://schemas.openxmlformats.org/drawingml/2006/main" noChangeAspect="1"/>
          </p:cNvPicPr>
          <p:nvPr/>
        </p:nvPicPr>
        <p:blipFill>
          <a:blip xmlns:r="http://schemas.openxmlformats.org/officeDocument/2006/relationships" xmlns:a="http://schemas.openxmlformats.org/drawingml/2006/main" r:embed="R65a97c289bcb40a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394C79D-91E9-47C6-88A9-E734DE9A7997}"/>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1F4545E4-6459-40A7-8126-2B6E7AC43AD5}"/>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F3B9807C-E731-41FD-9EE0-E9A3673F316A}"/>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1F39E098-CDE5-4FCD-A555-D1AE524088D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caring; this activity is not worship</a:t>
            </a:r>
          </a:p>
        </p:txBody>
      </p:sp>
      <p:sp>
        <p:nvSpPr>
          <p:cNvPr id="20" name="shape">
            <a:extLst xmlns:a="http://schemas.openxmlformats.org/drawingml/2006/main">
              <a:ext uri="{FF2B5EF4-FFF2-40B4-BE49-F238E27FC236}">
                <a16:creationId xmlns:a16="http://schemas.microsoft.com/office/drawing/2014/main" id="{0F8E36A4-FA55-42F0-9670-0986E0599B41}"/>
              </a:ext>
            </a:extLst>
          </p:cNvPr>
          <p:cNvSpPr>
            <a:spLocks xmlns:a="http://schemas.openxmlformats.org/drawingml/2006/main" noGrp="1"/>
          </p:cNvSpPr>
          <p:nvPr/>
        </p:nvSpPr>
        <p:spPr>
          <a:xfrm xmlns:a="http://schemas.openxmlformats.org/drawingml/2006/main">
            <a:off x="409575" y="2552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E1D9653-5C40-4EEF-BCDD-9DE16A844FF1}"/>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Do the task, then the extra part.</a:t>
            </a:r>
          </a:p>
        </p:txBody>
      </p:sp>
      <p:sp>
        <p:nvSpPr>
          <p:cNvPr id="22" name="shape">
            <a:extLst xmlns:a="http://schemas.openxmlformats.org/drawingml/2006/main">
              <a:ext uri="{FF2B5EF4-FFF2-40B4-BE49-F238E27FC236}">
                <a16:creationId xmlns:a16="http://schemas.microsoft.com/office/drawing/2014/main" id="{FD2A82EF-8A76-440E-97F8-86F6097F232F}"/>
              </a:ext>
            </a:extLst>
          </p:cNvPr>
          <p:cNvSpPr>
            <a:spLocks xmlns:a="http://schemas.openxmlformats.org/drawingml/2006/main" noGrp="1"/>
          </p:cNvSpPr>
          <p:nvPr/>
        </p:nvSpPr>
        <p:spPr>
          <a:xfrm xmlns:a="http://schemas.openxmlformats.org/drawingml/2006/main">
            <a:off x="409575" y="2943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B1EB7EF5-5121-4D41-8BED-63B38F83324E}"/>
              </a:ext>
            </a:extLst>
          </p:cNvPr>
          <p:cNvSpPr>
            <a:spLocks xmlns:a="http://schemas.openxmlformats.org/drawingml/2006/main" noGrp="1"/>
          </p:cNvSpPr>
          <p:nvPr/>
        </p:nvSpPr>
        <p:spPr>
          <a:xfrm xmlns:a="http://schemas.openxmlformats.org/drawingml/2006/main">
            <a:off x="457200" y="2952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the paper case. Show what the sorry words name. Choose one act that helps repair the harm.</a:t>
            </a:r>
          </a:p>
        </p:txBody>
      </p:sp>
      <p:sp>
        <p:nvSpPr>
          <p:cNvPr id="24" name="shape">
            <a:extLst xmlns:a="http://schemas.openxmlformats.org/drawingml/2006/main">
              <a:ext uri="{FF2B5EF4-FFF2-40B4-BE49-F238E27FC236}">
                <a16:creationId xmlns:a16="http://schemas.microsoft.com/office/drawing/2014/main" id="{085767AC-90AD-475D-ABCD-4E9AA6BA5A45}"/>
              </a:ext>
            </a:extLst>
          </p:cNvPr>
          <p:cNvSpPr>
            <a:spLocks xmlns:a="http://schemas.openxmlformats.org/drawingml/2006/main" noGrp="1"/>
          </p:cNvSpPr>
          <p:nvPr/>
        </p:nvSpPr>
        <p:spPr>
          <a:xfrm xmlns:a="http://schemas.openxmlformats.org/drawingml/2006/main">
            <a:off x="409575" y="3238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7F91DD1-131E-4935-BA15-419F20AF97EA}"/>
              </a:ext>
            </a:extLst>
          </p:cNvPr>
          <p:cNvSpPr>
            <a:spLocks xmlns:a="http://schemas.openxmlformats.org/drawingml/2006/main" noGrp="1"/>
          </p:cNvSpPr>
          <p:nvPr/>
        </p:nvSpPr>
        <p:spPr>
          <a:xfrm xmlns:a="http://schemas.openxmlformats.org/drawingml/2006/main">
            <a:off x="457200" y="3248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Show respect for the owner’s choice. Use sorry, repair and respect in your words or marks.</a:t>
            </a:r>
          </a:p>
        </p:txBody>
      </p:sp>
      <p:sp>
        <p:nvSpPr>
          <p:cNvPr id="26" name="shape">
            <a:extLst xmlns:a="http://schemas.openxmlformats.org/drawingml/2006/main">
              <a:ext uri="{FF2B5EF4-FFF2-40B4-BE49-F238E27FC236}">
                <a16:creationId xmlns:a16="http://schemas.microsoft.com/office/drawing/2014/main" id="{7DB55A9A-78F9-4D40-8C15-3AF0FD1E8CFD}"/>
              </a:ext>
            </a:extLst>
          </p:cNvPr>
          <p:cNvSpPr>
            <a:spLocks xmlns:a="http://schemas.openxmlformats.org/drawingml/2006/main" noGrp="1"/>
          </p:cNvSpPr>
          <p:nvPr/>
        </p:nvSpPr>
        <p:spPr>
          <a:xfrm xmlns:a="http://schemas.openxmlformats.org/drawingml/2006/main">
            <a:off x="409575" y="36290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066CE88-B4C7-45E8-8EB2-AADC08941035}"/>
              </a:ext>
            </a:extLst>
          </p:cNvPr>
          <p:cNvSpPr>
            <a:spLocks xmlns:a="http://schemas.openxmlformats.org/drawingml/2006/main" noGrp="1"/>
          </p:cNvSpPr>
          <p:nvPr/>
        </p:nvSpPr>
        <p:spPr>
          <a:xfrm xmlns:a="http://schemas.openxmlformats.org/drawingml/2006/main">
            <a:off x="457200" y="36385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Say why sorry words alone may not put the paper right. Keep the owner’s right to choose.</a:t>
            </a:r>
          </a:p>
        </p:txBody>
      </p:sp>
      <p:sp>
        <p:nvSpPr>
          <p:cNvPr id="28" name="shape">
            <a:extLst xmlns:a="http://schemas.openxmlformats.org/drawingml/2006/main">
              <a:ext uri="{FF2B5EF4-FFF2-40B4-BE49-F238E27FC236}">
                <a16:creationId xmlns:a16="http://schemas.microsoft.com/office/drawing/2014/main" id="{AD45AE14-CE0F-4BCB-BE66-401D2624FA38}"/>
              </a:ext>
            </a:extLst>
          </p:cNvPr>
          <p:cNvSpPr>
            <a:spLocks xmlns:a="http://schemas.openxmlformats.org/drawingml/2006/main" noGrp="1"/>
          </p:cNvSpPr>
          <p:nvPr/>
        </p:nvSpPr>
        <p:spPr>
          <a:xfrm xmlns:a="http://schemas.openxmlformats.org/drawingml/2006/main">
            <a:off x="409575" y="40195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DF75F1E6-D69D-42E4-BBAB-284411FD8E98}"/>
              </a:ext>
            </a:extLst>
          </p:cNvPr>
          <p:cNvSpPr>
            <a:spLocks xmlns:a="http://schemas.openxmlformats.org/drawingml/2006/main" noGrp="1"/>
          </p:cNvSpPr>
          <p:nvPr/>
        </p:nvSpPr>
        <p:spPr>
          <a:xfrm xmlns:a="http://schemas.openxmlformats.org/drawingml/2006/main">
            <a:off x="457200" y="4029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Go back to one source part. Find the detail you need.</a:t>
            </a:r>
          </a:p>
        </p:txBody>
      </p:sp>
      <p:sp>
        <p:nvSpPr>
          <p:cNvPr id="30" name="shape">
            <a:extLst xmlns:a="http://schemas.openxmlformats.org/drawingml/2006/main">
              <a:ext uri="{FF2B5EF4-FFF2-40B4-BE49-F238E27FC236}">
                <a16:creationId xmlns:a16="http://schemas.microsoft.com/office/drawing/2014/main" id="{4108D244-623D-47C7-AB6F-F5D77FED767D}"/>
              </a:ext>
            </a:extLst>
          </p:cNvPr>
          <p:cNvSpPr>
            <a:spLocks xmlns:a="http://schemas.openxmlformats.org/drawingml/2006/main" noGrp="1"/>
          </p:cNvSpPr>
          <p:nvPr/>
        </p:nvSpPr>
        <p:spPr>
          <a:xfrm xmlns:a="http://schemas.openxmlformats.org/drawingml/2006/main">
            <a:off x="409575" y="4410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4E09281E-61F9-4C1B-8CB5-6045B83C9CC2}"/>
              </a:ext>
            </a:extLst>
          </p:cNvPr>
          <p:cNvSpPr>
            <a:spLocks xmlns:a="http://schemas.openxmlformats.org/drawingml/2006/main" noGrp="1"/>
          </p:cNvSpPr>
          <p:nvPr/>
        </p:nvSpPr>
        <p:spPr>
          <a:xfrm xmlns:a="http://schemas.openxmlformats.org/drawingml/2006/main">
            <a:off x="457200" y="4419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What happened [ ] / Sorry names [ ] / Repair act [ ] / The owner can choose [ ] / My</a:t>
            </a:r>
          </a:p>
        </p:txBody>
      </p:sp>
      <p:sp>
        <p:nvSpPr>
          <p:cNvPr id="32" name="shape">
            <a:extLst xmlns:a="http://schemas.openxmlformats.org/drawingml/2006/main">
              <a:ext uri="{FF2B5EF4-FFF2-40B4-BE49-F238E27FC236}">
                <a16:creationId xmlns:a16="http://schemas.microsoft.com/office/drawing/2014/main" id="{9D35D76F-5561-4BC9-B051-B62B67244C66}"/>
              </a:ext>
            </a:extLst>
          </p:cNvPr>
          <p:cNvSpPr>
            <a:spLocks xmlns:a="http://schemas.openxmlformats.org/drawingml/2006/main" noGrp="1"/>
          </p:cNvSpPr>
          <p:nvPr/>
        </p:nvSpPr>
        <p:spPr>
          <a:xfrm xmlns:a="http://schemas.openxmlformats.org/drawingml/2006/main">
            <a:off x="409575" y="47053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6B928580-ECD7-4343-8CED-099261894BF6}"/>
              </a:ext>
            </a:extLst>
          </p:cNvPr>
          <p:cNvSpPr>
            <a:spLocks xmlns:a="http://schemas.openxmlformats.org/drawingml/2006/main" noGrp="1"/>
          </p:cNvSpPr>
          <p:nvPr/>
        </p:nvSpPr>
        <p:spPr>
          <a:xfrm xmlns:a="http://schemas.openxmlformats.org/drawingml/2006/main">
            <a:off x="457200" y="4714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check [ ].</a:t>
            </a:r>
          </a:p>
        </p:txBody>
      </p:sp>
    </p:spTree>
    <p:extLst>
      <p:ext uri="{BB962C8B-B14F-4D97-AF65-F5344CB8AC3E}">
        <p14:creationId xmlns:p14="http://schemas.microsoft.com/office/powerpoint/2010/main" val="85942890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7C73FAB-EAE5-4341-9BF6-32B2923AA31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95406E57-97AE-486F-AD09-A90B5F1D31A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15 min · 22 to 37</a:t>
            </a:r>
          </a:p>
        </p:txBody>
      </p:sp>
      <p:sp>
        <p:nvSpPr>
          <p:cNvPr id="3" name="slide-title">
            <a:extLst xmlns:a="http://schemas.openxmlformats.org/drawingml/2006/main">
              <a:ext uri="{FF2B5EF4-FFF2-40B4-BE49-F238E27FC236}">
                <a16:creationId xmlns:a16="http://schemas.microsoft.com/office/drawing/2014/main" id="{B47D63E7-08BB-4D9C-B1FF-CBF280EACBB2}"/>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4D3F9971-8BC6-4070-943F-AFFF3093E43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EED4AB2-97AC-4F31-94C2-122CCFC1E13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E344031-4FD4-4598-A778-A09A050E849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181982D-B005-404B-AEF2-58AAF5657423}"/>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E470D57-DC5C-4262-8FE8-FE313862AAA9}"/>
              </a:ext>
            </a:extLst>
          </p:cNvPr>
          <p:cNvSpPr>
            <a:spLocks xmlns:a="http://schemas.openxmlformats.org/drawingml/2006/main" noGrp="1"/>
          </p:cNvSpPr>
          <p:nvPr/>
        </p:nvSpPr>
        <p:spPr>
          <a:xfrm xmlns:a="http://schemas.openxmlformats.org/drawingml/2006/main">
            <a:off x="6641306" y="1381125"/>
            <a:ext cx="4239816"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1B1C2BB-0C23-4295-8B1E-5E87DDACEEF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09FC5E5-A480-4CDF-BD10-24E3CED794E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3D994729-6A63-4B75-BC92-2613B6B43DF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165360DD-0CCD-4840-9A54-424EC675B02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7C24CC58-5019-4162-9DF9-A89B0928069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35</a:t>
            </a:r>
          </a:p>
        </p:txBody>
      </p:sp>
      <p:sp>
        <p:nvSpPr>
          <p:cNvPr id="14" name="licence-footer">
            <a:extLst xmlns:a="http://schemas.openxmlformats.org/drawingml/2006/main">
              <a:ext uri="{FF2B5EF4-FFF2-40B4-BE49-F238E27FC236}">
                <a16:creationId xmlns:a16="http://schemas.microsoft.com/office/drawing/2014/main" id="{AD844E85-FEE6-4E60-BFFD-071BD811702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33276F3-99FC-435E-87B4-C01A3B59CE22}"/>
              </a:ext>
            </a:extLst>
          </p:cNvPr>
          <p:cNvPicPr>
            <a:picLocks xmlns:a="http://schemas.openxmlformats.org/drawingml/2006/main" noChangeAspect="1"/>
          </p:cNvPicPr>
          <p:nvPr/>
        </p:nvPicPr>
        <p:blipFill>
          <a:blip xmlns:r="http://schemas.openxmlformats.org/officeDocument/2006/relationships" xmlns:a="http://schemas.openxmlformats.org/drawingml/2006/main" r:embed="R421fdfd0842a4dd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0571C89-6CD2-400F-8D59-D123B1ACBA68}"/>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336345BB-C5B8-44BD-92AA-0391D7B4BEB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Check one part against the case. Change it, or say why it should stay.</a:t>
            </a:r>
          </a:p>
        </p:txBody>
      </p:sp>
      <p:sp>
        <p:nvSpPr>
          <p:cNvPr id="18" name="shape">
            <a:extLst xmlns:a="http://schemas.openxmlformats.org/drawingml/2006/main">
              <a:ext uri="{FF2B5EF4-FFF2-40B4-BE49-F238E27FC236}">
                <a16:creationId xmlns:a16="http://schemas.microsoft.com/office/drawing/2014/main" id="{1F3B9E70-238B-4DEC-8BA9-FB361A8B32D2}"/>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55661191-4BBD-4BD9-91FE-528388C4D275}"/>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use symbols, draw or write. An adult may write your words. You may pass.</a:t>
            </a:r>
          </a:p>
        </p:txBody>
      </p:sp>
      <p:sp>
        <p:nvSpPr>
          <p:cNvPr id="20" name="shape">
            <a:extLst xmlns:a="http://schemas.openxmlformats.org/drawingml/2006/main">
              <a:ext uri="{FF2B5EF4-FFF2-40B4-BE49-F238E27FC236}">
                <a16:creationId xmlns:a16="http://schemas.microsoft.com/office/drawing/2014/main" id="{5732114F-2159-4352-8F36-F5A2757E3C12}"/>
              </a:ext>
            </a:extLst>
          </p:cNvPr>
          <p:cNvSpPr>
            <a:spLocks xmlns:a="http://schemas.openxmlformats.org/drawingml/2006/main" noGrp="1"/>
          </p:cNvSpPr>
          <p:nvPr/>
        </p:nvSpPr>
        <p:spPr>
          <a:xfrm xmlns:a="http://schemas.openxmlformats.org/drawingml/2006/main">
            <a:off x="409575" y="25241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D2D26518-9BDE-4464-9730-686EAF1555BE}"/>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213540219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2D3CB51-42C4-43D4-AEC0-39E95582473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97999495-0E87-46CF-8C77-1E34D84313E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55DEB5E1-09C6-4913-BFB0-AE731BAA77A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20714DE5-2E8B-4E7B-8331-3B7D2141697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7A2DE2A-459C-45C0-A737-225404F462A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2B2971E-8FA3-41C3-BFEC-A19CB42536FC}"/>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2E3FF0F-064E-41B0-A7CC-438610256FC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EC35824-A32F-416A-AA30-81983B0646A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CF6D80F-3A26-4703-9130-E38AC389DB6A}"/>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95CEE8A-7F74-4C98-8E63-546BE784123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D173FED8-9A8F-4585-8586-77481CFA2B1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328D60B0-E622-482C-922C-879E31E3861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3E94C64D-A1D9-4654-96F8-36D4DAC6D84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35</a:t>
            </a:r>
          </a:p>
        </p:txBody>
      </p:sp>
      <p:sp>
        <p:nvSpPr>
          <p:cNvPr id="14" name="licence-footer">
            <a:extLst xmlns:a="http://schemas.openxmlformats.org/drawingml/2006/main">
              <a:ext uri="{FF2B5EF4-FFF2-40B4-BE49-F238E27FC236}">
                <a16:creationId xmlns:a16="http://schemas.microsoft.com/office/drawing/2014/main" id="{B21B24BD-9893-41C7-B97A-51E82C49695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19BE521A-F4AA-4B76-BF6C-F2DAEA1CFE45}"/>
              </a:ext>
            </a:extLst>
          </p:cNvPr>
          <p:cNvPicPr>
            <a:picLocks xmlns:a="http://schemas.openxmlformats.org/drawingml/2006/main" noChangeAspect="1"/>
          </p:cNvPicPr>
          <p:nvPr/>
        </p:nvPicPr>
        <p:blipFill>
          <a:blip xmlns:r="http://schemas.openxmlformats.org/officeDocument/2006/relationships" xmlns:a="http://schemas.openxmlformats.org/drawingml/2006/main" r:embed="R69c87d46225a452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221BEB18-6693-487A-B60A-345FDECC133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97CEB996-7E9D-4D10-9126-3AACAAA6DF3C}"/>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Use only the fresh source. You may pass.</a:t>
            </a:r>
          </a:p>
        </p:txBody>
      </p:sp>
      <p:sp>
        <p:nvSpPr>
          <p:cNvPr id="18" name="pupil-text">
            <a:extLst xmlns:a="http://schemas.openxmlformats.org/drawingml/2006/main">
              <a:ext uri="{FF2B5EF4-FFF2-40B4-BE49-F238E27FC236}">
                <a16:creationId xmlns:a16="http://schemas.microsoft.com/office/drawing/2014/main" id="{73529341-5B43-4E40-8264-6184DAD82B6B}"/>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case: A person takes someone else’s seat by mistake. They say, “Sorry, I took your</a:t>
            </a:r>
          </a:p>
        </p:txBody>
      </p:sp>
      <p:sp>
        <p:nvSpPr>
          <p:cNvPr id="19" name="pupil-text">
            <a:extLst xmlns:a="http://schemas.openxmlformats.org/drawingml/2006/main">
              <a:ext uri="{FF2B5EF4-FFF2-40B4-BE49-F238E27FC236}">
                <a16:creationId xmlns:a16="http://schemas.microsoft.com/office/drawing/2014/main" id="{D0AE4D36-616B-4D96-A4F5-72F5C3B6145F}"/>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seat.” They get up and let the other person choose whether to sit there.</a:t>
            </a:r>
          </a:p>
        </p:txBody>
      </p:sp>
      <p:sp>
        <p:nvSpPr>
          <p:cNvPr id="20" name="pupil-text">
            <a:extLst xmlns:a="http://schemas.openxmlformats.org/drawingml/2006/main">
              <a:ext uri="{FF2B5EF4-FFF2-40B4-BE49-F238E27FC236}">
                <a16:creationId xmlns:a16="http://schemas.microsoft.com/office/drawing/2014/main" id="{F233544A-7276-4227-955A-B9A489D208C6}"/>
              </a:ext>
            </a:extLst>
          </p:cNvPr>
          <p:cNvSpPr>
            <a:spLocks xmlns:a="http://schemas.openxmlformats.org/drawingml/2006/main" noGrp="1"/>
          </p:cNvSpPr>
          <p:nvPr/>
        </p:nvSpPr>
        <p:spPr>
          <a:xfrm xmlns:a="http://schemas.openxmlformats.org/drawingml/2006/main">
            <a:off x="457200" y="32194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My confidence: 1 = not sure yet; 2 = some is clear; 3 = I can show it.</a:t>
            </a:r>
          </a:p>
        </p:txBody>
      </p:sp>
    </p:spTree>
    <p:extLst>
      <p:ext uri="{BB962C8B-B14F-4D97-AF65-F5344CB8AC3E}">
        <p14:creationId xmlns:p14="http://schemas.microsoft.com/office/powerpoint/2010/main" val="174697274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95EACC52-77F9-42FB-B521-FF37D0E6C2F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1E52C310-8E75-45E8-A955-11D01264C6F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84695E06-6706-4144-8BF1-864AB7AF529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9048FC08-03C7-429F-811D-AC993D776AB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7A0C71E-3500-4149-835D-6F8DCC522D8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9BFB392-9089-4AEC-9157-8AB60ACF2825}"/>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A7ECA697-A3A9-46B8-A256-2E972F8B7854}"/>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CEFB790-6D8D-4FAC-A417-8934AF104BD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0A42CC2-4D21-41DA-8F75-29EB1F24A02E}"/>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68D2D47-C3DD-4358-A25B-A9E14FE8698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DFE7E27D-7BC6-47AF-9255-99E78379DD0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6EB46E5C-ABF2-4A15-AA73-31DE9B4D425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B9584955-9BCE-4257-9101-C0925876593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35</a:t>
            </a:r>
          </a:p>
        </p:txBody>
      </p:sp>
      <p:sp>
        <p:nvSpPr>
          <p:cNvPr id="14" name="licence-footer">
            <a:extLst xmlns:a="http://schemas.openxmlformats.org/drawingml/2006/main">
              <a:ext uri="{FF2B5EF4-FFF2-40B4-BE49-F238E27FC236}">
                <a16:creationId xmlns:a16="http://schemas.microsoft.com/office/drawing/2014/main" id="{EB6D8954-1585-408F-AE86-9325BCA11FC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F24F2B7-85DA-437B-B1F9-FD42CDE614F0}"/>
              </a:ext>
            </a:extLst>
          </p:cNvPr>
          <p:cNvPicPr>
            <a:picLocks xmlns:a="http://schemas.openxmlformats.org/drawingml/2006/main" noChangeAspect="1"/>
          </p:cNvPicPr>
          <p:nvPr/>
        </p:nvPicPr>
        <p:blipFill>
          <a:blip xmlns:r="http://schemas.openxmlformats.org/officeDocument/2006/relationships" xmlns:a="http://schemas.openxmlformats.org/drawingml/2006/main" r:embed="Rf156f05001a24ce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C633595B-A0D2-4BE9-B892-DBC3EA386DE5}"/>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made-up case: A person takes someone else’s seat by mistake. They say, “Sorry, I took your</a:t>
            </a:r>
          </a:p>
        </p:txBody>
      </p:sp>
      <p:sp>
        <p:nvSpPr>
          <p:cNvPr id="17" name="pupil-text">
            <a:extLst xmlns:a="http://schemas.openxmlformats.org/drawingml/2006/main">
              <a:ext uri="{FF2B5EF4-FFF2-40B4-BE49-F238E27FC236}">
                <a16:creationId xmlns:a16="http://schemas.microsoft.com/office/drawing/2014/main" id="{4B51A6D4-BDFF-4D7C-B36C-EE74FBBF69D4}"/>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seat.” They get up and let the other person choose whether to sit there.</a:t>
            </a:r>
          </a:p>
        </p:txBody>
      </p:sp>
      <p:sp>
        <p:nvSpPr>
          <p:cNvPr id="18" name="shape">
            <a:extLst xmlns:a="http://schemas.openxmlformats.org/drawingml/2006/main">
              <a:ext uri="{FF2B5EF4-FFF2-40B4-BE49-F238E27FC236}">
                <a16:creationId xmlns:a16="http://schemas.microsoft.com/office/drawing/2014/main" id="{84E731F2-28F1-4D53-BC6C-E93704D6361A}"/>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867EC671-6B50-4BE5-A66B-C8EEE3DA206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Tree>
    <p:extLst>
      <p:ext uri="{BB962C8B-B14F-4D97-AF65-F5344CB8AC3E}">
        <p14:creationId xmlns:p14="http://schemas.microsoft.com/office/powerpoint/2010/main" val="1147778725"/>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6BB9748F-0D0B-49DC-BBE9-17519678791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A42EAE27-92B4-4D76-8797-96A60516308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DEFC6C9E-6D03-469A-AD01-A74A62CFD96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BAD4FBE5-D76F-4712-A3B8-724C274DD4B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992A163-8017-4DE8-8F45-A3836FA7483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C5C21F7-FED1-42EA-A562-F8A2E25E8F01}"/>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B5773DB-46CA-45AC-BE97-8730714A96D9}"/>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CA1D781-3D5D-419A-A549-3E05F1C930C9}"/>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E1E8CBE-CA83-4213-829A-25B4AE7395AB}"/>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B78B2DC-2534-4183-9C33-44B56BA3889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920C3A58-CF96-4419-ACAB-2176FE78886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CD36D7B-0199-4EF5-93D8-DE511689BB2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4997237-BB5B-42E3-983A-B04F39350C1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35</a:t>
            </a:r>
          </a:p>
        </p:txBody>
      </p:sp>
      <p:sp>
        <p:nvSpPr>
          <p:cNvPr id="14" name="licence-footer">
            <a:extLst xmlns:a="http://schemas.openxmlformats.org/drawingml/2006/main">
              <a:ext uri="{FF2B5EF4-FFF2-40B4-BE49-F238E27FC236}">
                <a16:creationId xmlns:a16="http://schemas.microsoft.com/office/drawing/2014/main" id="{656BA700-9A8D-42DF-9E41-E0E68ABF418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022BB97-6C06-45A4-937B-2431408956C4}"/>
              </a:ext>
            </a:extLst>
          </p:cNvPr>
          <p:cNvPicPr>
            <a:picLocks xmlns:a="http://schemas.openxmlformats.org/drawingml/2006/main" noChangeAspect="1"/>
          </p:cNvPicPr>
          <p:nvPr/>
        </p:nvPicPr>
        <p:blipFill>
          <a:blip xmlns:r="http://schemas.openxmlformats.org/officeDocument/2006/relationships" xmlns:a="http://schemas.openxmlformats.org/drawingml/2006/main" r:embed="R14843252edbc45d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8C60A09-5882-4C2A-9BF8-81BD1DD3EBE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D5495B7B-0863-4675-B322-EF87B2F18F76}"/>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F96F311F-DAFF-4DA9-A3F6-EB35B1F047D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Did the sorry words name the mistake or hide it?</a:t>
            </a:r>
          </a:p>
        </p:txBody>
      </p:sp>
      <p:sp>
        <p:nvSpPr>
          <p:cNvPr id="19" name="pupil-text">
            <a:extLst xmlns:a="http://schemas.openxmlformats.org/drawingml/2006/main">
              <a:ext uri="{FF2B5EF4-FFF2-40B4-BE49-F238E27FC236}">
                <a16:creationId xmlns:a16="http://schemas.microsoft.com/office/drawing/2014/main" id="{448D91D1-5127-423B-A4EB-A0F9983235EC}"/>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B5DB135F-33A6-47A7-82AA-E92494223F6C}"/>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act helped put things right?</a:t>
            </a:r>
          </a:p>
        </p:txBody>
      </p:sp>
    </p:spTree>
    <p:extLst>
      <p:ext uri="{BB962C8B-B14F-4D97-AF65-F5344CB8AC3E}">
        <p14:creationId xmlns:p14="http://schemas.microsoft.com/office/powerpoint/2010/main" val="133418695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4AF06AE-B788-4EB9-8E66-D46EA2144AA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77A06EC5-D630-4113-A9D5-B9AD04B0BAC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3A8C0E66-9573-445C-BE2B-5B0BA6F57CE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60DA2ED0-8675-43DF-93FB-653B916402BD}"/>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9D6966D-928C-4F5B-9277-57387AA7F47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4189354-612C-423C-A2F4-D7F02A280104}"/>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D0F0952-AA15-45EC-93A5-DBE26F56EB9D}"/>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60FDE15-A76D-4CDF-9E48-F0AF0E4E0FAD}"/>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66B4C16-A9B4-4354-B374-F224FDDA4361}"/>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9D9C205-3F06-40A1-986D-6A786546EAC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805AEB5E-48BD-46C4-9062-6D3C18994EB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770BCD44-E02D-4145-AD53-DD2A7A3C4C8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284D7968-B264-4837-8C68-C22BB086917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35</a:t>
            </a:r>
          </a:p>
        </p:txBody>
      </p:sp>
      <p:sp>
        <p:nvSpPr>
          <p:cNvPr id="14" name="licence-footer">
            <a:extLst xmlns:a="http://schemas.openxmlformats.org/drawingml/2006/main">
              <a:ext uri="{FF2B5EF4-FFF2-40B4-BE49-F238E27FC236}">
                <a16:creationId xmlns:a16="http://schemas.microsoft.com/office/drawing/2014/main" id="{D8F500DB-33FF-4A2C-942E-A17A18ED99F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FB58A19-B770-4F2E-ABA6-68A507CBA73A}"/>
              </a:ext>
            </a:extLst>
          </p:cNvPr>
          <p:cNvPicPr>
            <a:picLocks xmlns:a="http://schemas.openxmlformats.org/drawingml/2006/main" noChangeAspect="1"/>
          </p:cNvPicPr>
          <p:nvPr/>
        </p:nvPicPr>
        <p:blipFill>
          <a:blip xmlns:r="http://schemas.openxmlformats.org/officeDocument/2006/relationships" xmlns:a="http://schemas.openxmlformats.org/drawingml/2006/main" r:embed="Ra833eafa9f5c4c5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F9040B2-611E-4D20-B85F-D75065AE9F0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48734F85-1396-482E-B1F8-D5AD7E52F58D}"/>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CAE0A336-7799-49AF-803B-DD00C75BEC5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do the sorry words show here?</a:t>
            </a:r>
          </a:p>
        </p:txBody>
      </p:sp>
      <p:sp>
        <p:nvSpPr>
          <p:cNvPr id="19" name="pupil-text">
            <a:extLst xmlns:a="http://schemas.openxmlformats.org/drawingml/2006/main">
              <a:ext uri="{FF2B5EF4-FFF2-40B4-BE49-F238E27FC236}">
                <a16:creationId xmlns:a16="http://schemas.microsoft.com/office/drawing/2014/main" id="{12D6EF84-B7F1-490D-8335-F47BDB6DBC09}"/>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047EDE8E-2164-47D6-B580-332E2D69D92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does the next act help repair the mistake?</a:t>
            </a:r>
          </a:p>
        </p:txBody>
      </p:sp>
    </p:spTree>
    <p:extLst>
      <p:ext uri="{BB962C8B-B14F-4D97-AF65-F5344CB8AC3E}">
        <p14:creationId xmlns:p14="http://schemas.microsoft.com/office/powerpoint/2010/main" val="4464923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BC3C92B4-9DDE-43AC-9E53-56A1B5B6F5B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BUILD · RE AND WORLDVIEWS · SPRING 1 · Week 3</a:t>
            </a:r>
          </a:p>
        </p:txBody>
      </p:sp>
      <p:sp>
        <p:nvSpPr>
          <p:cNvPr id="2" name="stage-clock">
            <a:extLst xmlns:a="http://schemas.openxmlformats.org/drawingml/2006/main">
              <a:ext uri="{FF2B5EF4-FFF2-40B4-BE49-F238E27FC236}">
                <a16:creationId xmlns:a16="http://schemas.microsoft.com/office/drawing/2014/main" id="{11BB7A35-E270-4A99-88D4-9A9C3436036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5FD4C7E4-7BB2-4701-BF72-97F2A0A170D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1D204BE8-E433-4263-B379-97FE1119C70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C9C539C-8862-4D4F-9C78-B79A132BE5A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4B8AADB9-4557-4894-9C3A-1FEF5F2331A0}"/>
              </a:ext>
            </a:extLst>
          </p:cNvPr>
          <p:cNvSpPr>
            <a:spLocks xmlns:a="http://schemas.openxmlformats.org/drawingml/2006/main" noGrp="1"/>
          </p:cNvSpPr>
          <p:nvPr/>
        </p:nvSpPr>
        <p:spPr>
          <a:xfrm xmlns:a="http://schemas.openxmlformats.org/drawingml/2006/main">
            <a:off x="2657475" y="1381125"/>
            <a:ext cx="1678781"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9CA0C73-5DD6-4D9B-96EC-9F9ABE9159C8}"/>
              </a:ext>
            </a:extLst>
          </p:cNvPr>
          <p:cNvSpPr>
            <a:spLocks xmlns:a="http://schemas.openxmlformats.org/drawingml/2006/main" noGrp="1"/>
          </p:cNvSpPr>
          <p:nvPr/>
        </p:nvSpPr>
        <p:spPr>
          <a:xfrm xmlns:a="http://schemas.openxmlformats.org/drawingml/2006/main">
            <a:off x="4364831" y="1381125"/>
            <a:ext cx="2247900"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CDC52B1-259B-431B-A917-63DEE3858025}"/>
              </a:ext>
            </a:extLst>
          </p:cNvPr>
          <p:cNvSpPr>
            <a:spLocks xmlns:a="http://schemas.openxmlformats.org/drawingml/2006/main" noGrp="1"/>
          </p:cNvSpPr>
          <p:nvPr/>
        </p:nvSpPr>
        <p:spPr>
          <a:xfrm xmlns:a="http://schemas.openxmlformats.org/drawingml/2006/main">
            <a:off x="6641306" y="1381125"/>
            <a:ext cx="4239816" cy="38100"/>
          </a:xfrm>
          <a:prstGeom xmlns:a="http://schemas.openxmlformats.org/drawingml/2006/main" prst="rect">
            <a:avLst/>
          </a:prstGeom>
          <a:solidFill xmlns:a="http://schemas.openxmlformats.org/drawingml/2006/main">
            <a:srgbClr val="4E7A9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D44D41A4-D036-4129-97AC-FD8B3A984E37}"/>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3D8A456-799A-4E2F-A63D-ADD20914625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see how saying sorry can help.</a:t>
            </a:r>
          </a:p>
        </p:txBody>
      </p:sp>
      <p:sp>
        <p:nvSpPr>
          <p:cNvPr id="11" name="re-framing">
            <a:extLst xmlns:a="http://schemas.openxmlformats.org/drawingml/2006/main">
              <a:ext uri="{FF2B5EF4-FFF2-40B4-BE49-F238E27FC236}">
                <a16:creationId xmlns:a16="http://schemas.microsoft.com/office/drawing/2014/main" id="{E9A991BD-C9E0-5E3D-967D-87647EEBE96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caring; this activity is not worship</a:t>
            </a:r>
          </a:p>
        </p:txBody>
      </p:sp>
      <p:sp>
        <p:nvSpPr>
          <p:cNvPr id="12" name="blank-version-footer">
            <a:extLst xmlns:a="http://schemas.openxmlformats.org/drawingml/2006/main">
              <a:ext uri="{FF2B5EF4-FFF2-40B4-BE49-F238E27FC236}">
                <a16:creationId xmlns:a16="http://schemas.microsoft.com/office/drawing/2014/main" id="{91014A65-1680-4BBB-94D2-9AD7EABCEEE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BUILD-RE-S1-W03 · Version: ______ · Source page SHA-256: ______</a:t>
            </a:r>
          </a:p>
        </p:txBody>
      </p:sp>
      <p:sp>
        <p:nvSpPr>
          <p:cNvPr id="13" name="slide-progress">
            <a:extLst xmlns:a="http://schemas.openxmlformats.org/drawingml/2006/main">
              <a:ext uri="{FF2B5EF4-FFF2-40B4-BE49-F238E27FC236}">
                <a16:creationId xmlns:a16="http://schemas.microsoft.com/office/drawing/2014/main" id="{1C0B93BE-CCCD-4161-A4FA-3A2F5E4C6CC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35</a:t>
            </a:r>
          </a:p>
        </p:txBody>
      </p:sp>
      <p:sp>
        <p:nvSpPr>
          <p:cNvPr id="14" name="licence-footer">
            <a:extLst xmlns:a="http://schemas.openxmlformats.org/drawingml/2006/main">
              <a:ext uri="{FF2B5EF4-FFF2-40B4-BE49-F238E27FC236}">
                <a16:creationId xmlns:a16="http://schemas.microsoft.com/office/drawing/2014/main" id="{B7E60C2B-9BF6-4961-A6BB-6C313680015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2D02FAF-2AE6-4C25-8E03-644AD1DC9AC8}"/>
              </a:ext>
            </a:extLst>
          </p:cNvPr>
          <p:cNvPicPr>
            <a:picLocks xmlns:a="http://schemas.openxmlformats.org/drawingml/2006/main" noChangeAspect="1"/>
          </p:cNvPicPr>
          <p:nvPr/>
        </p:nvPicPr>
        <p:blipFill>
          <a:blip xmlns:r="http://schemas.openxmlformats.org/officeDocument/2006/relationships" xmlns:a="http://schemas.openxmlformats.org/drawingml/2006/main" r:embed="R94c59b1497cc4c2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A57049A-D8F1-42B1-B5E8-18C4798FD1A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Give two short replies, then show your confidence.</a:t>
            </a:r>
          </a:p>
        </p:txBody>
      </p:sp>
      <p:sp>
        <p:nvSpPr>
          <p:cNvPr id="17" name="pupil-text">
            <a:extLst xmlns:a="http://schemas.openxmlformats.org/drawingml/2006/main">
              <a:ext uri="{FF2B5EF4-FFF2-40B4-BE49-F238E27FC236}">
                <a16:creationId xmlns:a16="http://schemas.microsoft.com/office/drawing/2014/main" id="{1AD26CFA-86D1-4DB0-A29F-69A8333CBF2A}"/>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2FE1D66B-8A7B-4C28-A74B-9B47F5399718}"/>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the sorry words to the harm in this case.</a:t>
            </a:r>
          </a:p>
        </p:txBody>
      </p:sp>
      <p:sp>
        <p:nvSpPr>
          <p:cNvPr id="19" name="pupil-text">
            <a:extLst xmlns:a="http://schemas.openxmlformats.org/drawingml/2006/main">
              <a:ext uri="{FF2B5EF4-FFF2-40B4-BE49-F238E27FC236}">
                <a16:creationId xmlns:a16="http://schemas.microsoft.com/office/drawing/2014/main" id="{755E3354-18FB-4FCC-AC9D-177494E32272}"/>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63235444-13F3-4B28-A4D8-E3BDA6E8E6B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how the next act repairs harm and respects choice.</a:t>
            </a:r>
          </a:p>
        </p:txBody>
      </p:sp>
    </p:spTree>
    <p:extLst>
      <p:ext uri="{BB962C8B-B14F-4D97-AF65-F5344CB8AC3E}">
        <p14:creationId xmlns:p14="http://schemas.microsoft.com/office/powerpoint/2010/main" val="1478053673"/>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How can sorry help put things right?</dc:title>
  <dcterms:created xsi:type="dcterms:W3CDTF">2026-10-13T22:15:34.5110000Z</dcterms:created>
  <dcterms:modified xsi:type="dcterms:W3CDTF">2026-10-13T22:15:34.5110000Z</dcterms:modified>
  <dc:subject>BUILD-RE-S1-W03</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