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docProps/custom.xml" ContentType="application/vnd.openxmlformats-officedocument.custom-properties+xml"/>
</Types>
</file>

<file path=_rels/.rels><?xml version='1.0' encoding='UTF-8' standalone='yes'?>
<Relationships xmlns="http://schemas.openxmlformats.org/package/2006/relationships"><Relationship Type="http://schemas.openxmlformats.org/package/2006/relationships/metadata/core-properties" Target="/docProps/core.xml" Id="R55743e9f76474b0c"/><Relationship Type="http://schemas.openxmlformats.org/officeDocument/2006/relationships/extended-properties" Target="/docProps/app.xml" Id="Rfaca6d39acf0451f"/><Relationship Type="http://schemas.openxmlformats.org/officeDocument/2006/relationships/officeDocument" Target="/ppt/presentation.xml" Id="Rc26c5a7435454e1e"/><Relationship Id="rId1" Type="http://schemas.openxmlformats.org/officeDocument/2006/relationships/custom-properties" Target="docProps/custom.xml"/></Relationships>
</file>

<file path=ppt/presentation.xml><?xml version="1.0" encoding="utf-8"?>
<p:presentation xmlns:p="http://schemas.openxmlformats.org/presentationml/2006/main">
  <p:sldMasterIdLst>
    <p:sldMasterId xmlns:r="http://schemas.openxmlformats.org/officeDocument/2006/relationships" id="2147483648" r:id="R6b3ee7c786f74908"/>
  </p:sldMasterIdLst>
  <p:notesMasterIdLst>
    <p:notesMasterId xmlns:r="http://schemas.openxmlformats.org/officeDocument/2006/relationships" r:id="R77d411b9d81040d5"/>
  </p:notesMasterIdLst>
  <p:sldIdLst>
    <p:sldId xmlns:r="http://schemas.openxmlformats.org/officeDocument/2006/relationships" id="256" r:id="R6176b9556ea047bd"/>
    <p:sldId xmlns:r="http://schemas.openxmlformats.org/officeDocument/2006/relationships" id="257" r:id="R7fcb561981a640e0"/>
    <p:sldId xmlns:r="http://schemas.openxmlformats.org/officeDocument/2006/relationships" id="258" r:id="Rc5556da50bfa4e1e"/>
    <p:sldId xmlns:r="http://schemas.openxmlformats.org/officeDocument/2006/relationships" id="259" r:id="R759425058ad24107"/>
    <p:sldId xmlns:r="http://schemas.openxmlformats.org/officeDocument/2006/relationships" id="260" r:id="Rd4091ef8873f467d"/>
    <p:sldId xmlns:r="http://schemas.openxmlformats.org/officeDocument/2006/relationships" id="261" r:id="R923b606ef8da47cb"/>
    <p:sldId xmlns:r="http://schemas.openxmlformats.org/officeDocument/2006/relationships" id="262" r:id="Rfdc3417d267b46b2"/>
    <p:sldId xmlns:r="http://schemas.openxmlformats.org/officeDocument/2006/relationships" id="263" r:id="R2dea68708dbc4cce"/>
    <p:sldId xmlns:r="http://schemas.openxmlformats.org/officeDocument/2006/relationships" id="264" r:id="R55ff949745694b9b"/>
    <p:sldId xmlns:r="http://schemas.openxmlformats.org/officeDocument/2006/relationships" id="265" r:id="R6f16e6698a234e0f"/>
    <p:sldId xmlns:r="http://schemas.openxmlformats.org/officeDocument/2006/relationships" id="266" r:id="R11621ce181c24460"/>
    <p:sldId xmlns:r="http://schemas.openxmlformats.org/officeDocument/2006/relationships" id="267" r:id="R3660c6a7d92a46be"/>
    <p:sldId xmlns:r="http://schemas.openxmlformats.org/officeDocument/2006/relationships" id="268" r:id="R320cb4291c2e42c8"/>
    <p:sldId xmlns:r="http://schemas.openxmlformats.org/officeDocument/2006/relationships" id="269" r:id="Rd01e831853404f8a"/>
    <p:sldId xmlns:r="http://schemas.openxmlformats.org/officeDocument/2006/relationships" id="270" r:id="Rb5c9a394fd1b4370"/>
    <p:sldId xmlns:r="http://schemas.openxmlformats.org/officeDocument/2006/relationships" id="271" r:id="Rfc0ac97b1d7f4295"/>
    <p:sldId xmlns:r="http://schemas.openxmlformats.org/officeDocument/2006/relationships" id="272" r:id="Rf6c8245cba80457c"/>
    <p:sldId xmlns:r="http://schemas.openxmlformats.org/officeDocument/2006/relationships" id="273" r:id="Rd54d8766135d4cb1"/>
    <p:sldId xmlns:r="http://schemas.openxmlformats.org/officeDocument/2006/relationships" id="274" r:id="R8ca1f23cba8a40eb"/>
    <p:sldId xmlns:r="http://schemas.openxmlformats.org/officeDocument/2006/relationships" id="275" r:id="R16d575a89d01465b"/>
    <p:sldId xmlns:r="http://schemas.openxmlformats.org/officeDocument/2006/relationships" id="276" r:id="R2b04420ad6d041f1"/>
    <p:sldId xmlns:r="http://schemas.openxmlformats.org/officeDocument/2006/relationships" id="277" r:id="R248e274444864ff4"/>
    <p:sldId xmlns:r="http://schemas.openxmlformats.org/officeDocument/2006/relationships" id="278" r:id="R9ba4dbc80c2a4558"/>
    <p:sldId xmlns:r="http://schemas.openxmlformats.org/officeDocument/2006/relationships" id="279" r:id="Race5bed44808496c"/>
    <p:sldId xmlns:r="http://schemas.openxmlformats.org/officeDocument/2006/relationships" id="280" r:id="R8a44492110d04f9f"/>
    <p:sldId xmlns:r="http://schemas.openxmlformats.org/officeDocument/2006/relationships" id="281" r:id="R17f0d12be5fa4d89"/>
    <p:sldId xmlns:r="http://schemas.openxmlformats.org/officeDocument/2006/relationships" id="282" r:id="R7babdcf915804a32"/>
    <p:sldId xmlns:r="http://schemas.openxmlformats.org/officeDocument/2006/relationships" id="283" r:id="Rc5c99fdaac1b4323"/>
    <p:sldId xmlns:r="http://schemas.openxmlformats.org/officeDocument/2006/relationships" id="284" r:id="R63e7ffc2e4f849bd"/>
    <p:sldId xmlns:r="http://schemas.openxmlformats.org/officeDocument/2006/relationships" id="285" r:id="Re6c08ae458b64bdc"/>
    <p:sldId xmlns:r="http://schemas.openxmlformats.org/officeDocument/2006/relationships" id="286" r:id="Ra5a4ca18cd9e4ce1"/>
    <p:sldId xmlns:r="http://schemas.openxmlformats.org/officeDocument/2006/relationships" id="287" r:id="Rd8bb6c60b5784963"/>
    <p:sldId xmlns:r="http://schemas.openxmlformats.org/officeDocument/2006/relationships" id="288" r:id="R6f9ce01037d741bb"/>
    <p:sldId xmlns:r="http://schemas.openxmlformats.org/officeDocument/2006/relationships" id="289" r:id="R4a4f977c95c14f8c"/>
    <p:sldId xmlns:r="http://schemas.openxmlformats.org/officeDocument/2006/relationships" id="290" r:id="R0164e4153fd74e9d"/>
    <p:sldId xmlns:r="http://schemas.openxmlformats.org/officeDocument/2006/relationships" id="291" r:id="R4c1261babd124246"/>
    <p:sldId xmlns:r="http://schemas.openxmlformats.org/officeDocument/2006/relationships" id="292" r:id="R755252c7e6ff457e"/>
    <p:sldId xmlns:r="http://schemas.openxmlformats.org/officeDocument/2006/relationships" id="293" r:id="R2f02eac0efe54a2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a7ecfb17e194749" /><Relationship Type="http://schemas.openxmlformats.org/officeDocument/2006/relationships/slideMaster" Target="/ppt/slideMasters/slideMaster1.xml" Id="R6b3ee7c786f74908" /><Relationship Type="http://schemas.openxmlformats.org/officeDocument/2006/relationships/notesMaster" Target="/ppt/notesMasters/notesMaster1.xml" Id="R77d411b9d81040d5" /><Relationship Type="http://schemas.openxmlformats.org/officeDocument/2006/relationships/presProps" Target="/ppt/presProps.xml" Id="R0f498ca653fa44ba" /><Relationship Type="http://schemas.openxmlformats.org/officeDocument/2006/relationships/tableStyles" Target="/ppt/tableStyles.xml" Id="R8472e03923ee4177" /><Relationship Type="http://schemas.openxmlformats.org/officeDocument/2006/relationships/slide" Target="/ppt/slides/slide1.xml" Id="R6176b9556ea047bd" /><Relationship Type="http://schemas.openxmlformats.org/officeDocument/2006/relationships/slide" Target="/ppt/slides/slide2.xml" Id="R7fcb561981a640e0" /><Relationship Type="http://schemas.openxmlformats.org/officeDocument/2006/relationships/slide" Target="/ppt/slides/slide3.xml" Id="Rc5556da50bfa4e1e" /><Relationship Type="http://schemas.openxmlformats.org/officeDocument/2006/relationships/slide" Target="/ppt/slides/slide4.xml" Id="R759425058ad24107" /><Relationship Type="http://schemas.openxmlformats.org/officeDocument/2006/relationships/slide" Target="/ppt/slides/slide5.xml" Id="Rd4091ef8873f467d" /><Relationship Type="http://schemas.openxmlformats.org/officeDocument/2006/relationships/slide" Target="/ppt/slides/slide6.xml" Id="R923b606ef8da47cb" /><Relationship Type="http://schemas.openxmlformats.org/officeDocument/2006/relationships/slide" Target="/ppt/slides/slide7.xml" Id="Rfdc3417d267b46b2" /><Relationship Type="http://schemas.openxmlformats.org/officeDocument/2006/relationships/slide" Target="/ppt/slides/slide8.xml" Id="R2dea68708dbc4cce" /><Relationship Type="http://schemas.openxmlformats.org/officeDocument/2006/relationships/slide" Target="/ppt/slides/slide9.xml" Id="R55ff949745694b9b" /><Relationship Type="http://schemas.openxmlformats.org/officeDocument/2006/relationships/slide" Target="/ppt/slides/slide10.xml" Id="R6f16e6698a234e0f" /><Relationship Type="http://schemas.openxmlformats.org/officeDocument/2006/relationships/slide" Target="/ppt/slides/slide11.xml" Id="R11621ce181c24460" /><Relationship Type="http://schemas.openxmlformats.org/officeDocument/2006/relationships/slide" Target="/ppt/slides/slide12.xml" Id="R3660c6a7d92a46be" /><Relationship Type="http://schemas.openxmlformats.org/officeDocument/2006/relationships/slide" Target="/ppt/slides/slide13.xml" Id="R320cb4291c2e42c8" /><Relationship Type="http://schemas.openxmlformats.org/officeDocument/2006/relationships/slide" Target="/ppt/slides/slide14.xml" Id="Rd01e831853404f8a" /><Relationship Type="http://schemas.openxmlformats.org/officeDocument/2006/relationships/slide" Target="/ppt/slides/slide15.xml" Id="Rb5c9a394fd1b4370" /><Relationship Type="http://schemas.openxmlformats.org/officeDocument/2006/relationships/slide" Target="/ppt/slides/slide16.xml" Id="Rfc0ac97b1d7f4295" /><Relationship Type="http://schemas.openxmlformats.org/officeDocument/2006/relationships/slide" Target="/ppt/slides/slide17.xml" Id="Rf6c8245cba80457c" /><Relationship Type="http://schemas.openxmlformats.org/officeDocument/2006/relationships/slide" Target="/ppt/slides/slide18.xml" Id="Rd54d8766135d4cb1" /><Relationship Type="http://schemas.openxmlformats.org/officeDocument/2006/relationships/slide" Target="/ppt/slides/slide19.xml" Id="R8ca1f23cba8a40eb" /><Relationship Type="http://schemas.openxmlformats.org/officeDocument/2006/relationships/slide" Target="/ppt/slides/slide20.xml" Id="R16d575a89d01465b" /><Relationship Type="http://schemas.openxmlformats.org/officeDocument/2006/relationships/slide" Target="/ppt/slides/slide21.xml" Id="R2b04420ad6d041f1" /><Relationship Type="http://schemas.openxmlformats.org/officeDocument/2006/relationships/slide" Target="/ppt/slides/slide22.xml" Id="R248e274444864ff4" /><Relationship Type="http://schemas.openxmlformats.org/officeDocument/2006/relationships/slide" Target="/ppt/slides/slide23.xml" Id="R9ba4dbc80c2a4558" /><Relationship Type="http://schemas.openxmlformats.org/officeDocument/2006/relationships/slide" Target="/ppt/slides/slide24.xml" Id="Race5bed44808496c" /><Relationship Type="http://schemas.openxmlformats.org/officeDocument/2006/relationships/slide" Target="/ppt/slides/slide25.xml" Id="R8a44492110d04f9f" /><Relationship Type="http://schemas.openxmlformats.org/officeDocument/2006/relationships/slide" Target="/ppt/slides/slide26.xml" Id="R17f0d12be5fa4d89" /><Relationship Type="http://schemas.openxmlformats.org/officeDocument/2006/relationships/slide" Target="/ppt/slides/slide27.xml" Id="R7babdcf915804a32" /><Relationship Type="http://schemas.openxmlformats.org/officeDocument/2006/relationships/slide" Target="/ppt/slides/slide28.xml" Id="Rc5c99fdaac1b4323" /><Relationship Type="http://schemas.openxmlformats.org/officeDocument/2006/relationships/slide" Target="/ppt/slides/slide29.xml" Id="R63e7ffc2e4f849bd" /><Relationship Type="http://schemas.openxmlformats.org/officeDocument/2006/relationships/slide" Target="/ppt/slides/slide30.xml" Id="Re6c08ae458b64bdc" /><Relationship Type="http://schemas.openxmlformats.org/officeDocument/2006/relationships/slide" Target="/ppt/slides/slide31.xml" Id="Ra5a4ca18cd9e4ce1" /><Relationship Type="http://schemas.openxmlformats.org/officeDocument/2006/relationships/slide" Target="/ppt/slides/slide32.xml" Id="Rd8bb6c60b5784963" /><Relationship Type="http://schemas.openxmlformats.org/officeDocument/2006/relationships/slide" Target="/ppt/slides/slide33.xml" Id="R6f9ce01037d741bb" /><Relationship Type="http://schemas.openxmlformats.org/officeDocument/2006/relationships/slide" Target="/ppt/slides/slide34.xml" Id="R4a4f977c95c14f8c" /><Relationship Type="http://schemas.openxmlformats.org/officeDocument/2006/relationships/slide" Target="/ppt/slides/slide35.xml" Id="R0164e4153fd74e9d" /><Relationship Type="http://schemas.openxmlformats.org/officeDocument/2006/relationships/slide" Target="/ppt/slides/slide36.xml" Id="R4c1261babd124246" /><Relationship Type="http://schemas.openxmlformats.org/officeDocument/2006/relationships/slide" Target="/ppt/slides/slide37.xml" Id="R755252c7e6ff457e" /><Relationship Type="http://schemas.openxmlformats.org/officeDocument/2006/relationships/slide" Target="/ppt/slides/slide38.xml" Id="R2f02eac0efe54a2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9933c041040458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atin typeface="Liberation Sans"/>
        <a:ea typeface="Liberation Sans"/>
        <a:cs typeface="Liberation Sans"/>
      </a:defRPr>
    </a:lvl1pPr>
  </p:notesStyle>
</p:notesMaster>
</file>

<file path=ppt/notesMasters/theme/theme3.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Lesson theme">
      <a:majorFont>
        <a:latin typeface="Liberation Sans"/>
        <a:ea typeface="Liberation Sans"/>
        <a:cs typeface="Liberation Sans"/>
      </a:majorFont>
      <a:minorFont>
        <a:latin typeface="Liberation Sans"/>
        <a:ea typeface="Liberation Sans"/>
        <a:cs typeface="Liberation Sans"/>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9056e633d704e66" /><Relationship Type="http://schemas.openxmlformats.org/officeDocument/2006/relationships/notesMaster" Target="/ppt/notesMasters/notesMaster1.xml" Id="R4853a4debd314024" /></Relationships>
</file>

<file path=ppt/notesSlides/_rels/notesSlide2.xml.rels>&#65279;<?xml version="1.0" encoding="utf-8"?><Relationships xmlns="http://schemas.openxmlformats.org/package/2006/relationships"><Relationship Type="http://schemas.openxmlformats.org/officeDocument/2006/relationships/slide" Target="/ppt/slides/slide2.xml" Id="R0e1ce829ee8446c6" /><Relationship Type="http://schemas.openxmlformats.org/officeDocument/2006/relationships/notesMaster" Target="/ppt/notesMasters/notesMaster1.xml" Id="R33917f1e5c754595" /></Relationships>
</file>

<file path=ppt/notesSlides/_rels/notesSlide3.xml.rels>&#65279;<?xml version="1.0" encoding="utf-8"?><Relationships xmlns="http://schemas.openxmlformats.org/package/2006/relationships"><Relationship Type="http://schemas.openxmlformats.org/officeDocument/2006/relationships/slide" Target="/ppt/slides/slide3.xml" Id="R9377beecb78545ce" /><Relationship Type="http://schemas.openxmlformats.org/officeDocument/2006/relationships/notesMaster" Target="/ppt/notesMasters/notesMaster1.xml" Id="Rd67e590bf3b6430a" /></Relationships>
</file>

<file path=ppt/notesSlides/_rels/notesSlide4.xml.rels>&#65279;<?xml version="1.0" encoding="utf-8"?><Relationships xmlns="http://schemas.openxmlformats.org/package/2006/relationships"><Relationship Type="http://schemas.openxmlformats.org/officeDocument/2006/relationships/slide" Target="/ppt/slides/slide4.xml" Id="R12553dfdf322422a" /><Relationship Type="http://schemas.openxmlformats.org/officeDocument/2006/relationships/notesMaster" Target="/ppt/notesMasters/notesMaster1.xml" Id="Re72324c0152a48f7" /></Relationships>
</file>

<file path=ppt/notesSlides/_rels/notesSlide5.xml.rels>&#65279;<?xml version="1.0" encoding="utf-8"?><Relationships xmlns="http://schemas.openxmlformats.org/package/2006/relationships"><Relationship Type="http://schemas.openxmlformats.org/officeDocument/2006/relationships/slide" Target="/ppt/slides/slide5.xml" Id="Rf221a8ba2c624543" /><Relationship Type="http://schemas.openxmlformats.org/officeDocument/2006/relationships/notesMaster" Target="/ppt/notesMasters/notesMaster1.xml" Id="R153d571f11e14e1c" /></Relationships>
</file>

<file path=ppt/notesSlides/_rels/notesSlide6.xml.rels>&#65279;<?xml version="1.0" encoding="utf-8"?><Relationships xmlns="http://schemas.openxmlformats.org/package/2006/relationships"><Relationship Type="http://schemas.openxmlformats.org/officeDocument/2006/relationships/slide" Target="/ppt/slides/slide6.xml" Id="R2c617c6d31c94e3e" /><Relationship Type="http://schemas.openxmlformats.org/officeDocument/2006/relationships/notesMaster" Target="/ppt/notesMasters/notesMaster1.xml" Id="R88f80c3466854adc" /></Relationships>
</file>

<file path=ppt/notesSlides/_rels/notesSlide7.xml.rels>&#65279;<?xml version="1.0" encoding="utf-8"?><Relationships xmlns="http://schemas.openxmlformats.org/package/2006/relationships"><Relationship Type="http://schemas.openxmlformats.org/officeDocument/2006/relationships/slide" Target="/ppt/slides/slide7.xml" Id="R86eebcb92c744337" /><Relationship Type="http://schemas.openxmlformats.org/officeDocument/2006/relationships/notesMaster" Target="/ppt/notesMasters/notesMaster1.xml" Id="Rfbe5a97c8a834e07" /></Relationships>
</file>

<file path=ppt/notesSlides/_rels/notesSlide8.xml.rels>&#65279;<?xml version="1.0" encoding="utf-8"?><Relationships xmlns="http://schemas.openxmlformats.org/package/2006/relationships"><Relationship Type="http://schemas.openxmlformats.org/officeDocument/2006/relationships/slide" Target="/ppt/slides/slide8.xml" Id="R74d4508b6d1b4dbe" /><Relationship Type="http://schemas.openxmlformats.org/officeDocument/2006/relationships/notesMaster" Target="/ppt/notesMasters/notesMaster1.xml" Id="R84e098100bcc4568" /></Relationships>
</file>

<file path=ppt/notesSlides/_rels/notesSlide9.xml.rels>&#65279;<?xml version="1.0" encoding="utf-8"?><Relationships xmlns="http://schemas.openxmlformats.org/package/2006/relationships"><Relationship Type="http://schemas.openxmlformats.org/officeDocument/2006/relationships/slide" Target="/ppt/slides/slide9.xml" Id="R3e5515149be74e9a" /><Relationship Type="http://schemas.openxmlformats.org/officeDocument/2006/relationships/notesMaster" Target="/ppt/notesMasters/notesMaster1.xml" Id="Rc32d48d29ca047b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90f477db0f64543" /><Relationship Type="http://schemas.openxmlformats.org/officeDocument/2006/relationships/notesMaster" Target="/ppt/notesMasters/notesMaster1.xml" Id="R95f543a2bd99409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b1d1079f2ec41aa" /><Relationship Type="http://schemas.openxmlformats.org/officeDocument/2006/relationships/notesMaster" Target="/ppt/notesMasters/notesMaster1.xml" Id="R42c7524966b2430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55f48231d714409" /><Relationship Type="http://schemas.openxmlformats.org/officeDocument/2006/relationships/notesMaster" Target="/ppt/notesMasters/notesMaster1.xml" Id="R2350434ab8c44ce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41c8acde21842a8" /><Relationship Type="http://schemas.openxmlformats.org/officeDocument/2006/relationships/notesMaster" Target="/ppt/notesMasters/notesMaster1.xml" Id="Rb8f6b87f413e4ab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927580ae58e403b" /><Relationship Type="http://schemas.openxmlformats.org/officeDocument/2006/relationships/notesMaster" Target="/ppt/notesMasters/notesMaster1.xml" Id="Rf6f4a0e9b7d5475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14f35a5ff46466a" /><Relationship Type="http://schemas.openxmlformats.org/officeDocument/2006/relationships/notesMaster" Target="/ppt/notesMasters/notesMaster1.xml" Id="Rdf64d0646766463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a0d38140966446f" /><Relationship Type="http://schemas.openxmlformats.org/officeDocument/2006/relationships/notesMaster" Target="/ppt/notesMasters/notesMaster1.xml" Id="Rfce409ba1c4942a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4dea3d3834c4c71" /><Relationship Type="http://schemas.openxmlformats.org/officeDocument/2006/relationships/notesMaster" Target="/ppt/notesMasters/notesMaster1.xml" Id="R1a278a190bbd4e7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8979674f1374060" /><Relationship Type="http://schemas.openxmlformats.org/officeDocument/2006/relationships/notesMaster" Target="/ppt/notesMasters/notesMaster1.xml" Id="R2955db474b624ae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f449b8770654420" /><Relationship Type="http://schemas.openxmlformats.org/officeDocument/2006/relationships/notesMaster" Target="/ppt/notesMasters/notesMaster1.xml" Id="R6bf74a91fecd40f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6fc1b91c7974707" /><Relationship Type="http://schemas.openxmlformats.org/officeDocument/2006/relationships/notesMaster" Target="/ppt/notesMasters/notesMaster1.xml" Id="Rc72565c3a19b4cf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1b059fa26ea4a2c" /><Relationship Type="http://schemas.openxmlformats.org/officeDocument/2006/relationships/notesMaster" Target="/ppt/notesMasters/notesMaster1.xml" Id="R7f1f2a59614a46e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b8757fbac1e465f" /><Relationship Type="http://schemas.openxmlformats.org/officeDocument/2006/relationships/notesMaster" Target="/ppt/notesMasters/notesMaster1.xml" Id="Rd4385a5e778a4aa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9c489e0394a46af" /><Relationship Type="http://schemas.openxmlformats.org/officeDocument/2006/relationships/notesMaster" Target="/ppt/notesMasters/notesMaster1.xml" Id="R4d54eb8be42b409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b899b1deac6453d" /><Relationship Type="http://schemas.openxmlformats.org/officeDocument/2006/relationships/notesMaster" Target="/ppt/notesMasters/notesMaster1.xml" Id="R85d748abd4d94d9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5fb62826d8c4a24" /><Relationship Type="http://schemas.openxmlformats.org/officeDocument/2006/relationships/notesMaster" Target="/ppt/notesMasters/notesMaster1.xml" Id="Ra7867503b60a404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261416f66964901" /><Relationship Type="http://schemas.openxmlformats.org/officeDocument/2006/relationships/notesMaster" Target="/ppt/notesMasters/notesMaster1.xml" Id="R90f20e115ae1445d"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09c13859396b40fa" /><Relationship Type="http://schemas.openxmlformats.org/officeDocument/2006/relationships/notesMaster" Target="/ppt/notesMasters/notesMaster1.xml" Id="R288a85f6c15c4e61"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cf177c6463194dd6" /><Relationship Type="http://schemas.openxmlformats.org/officeDocument/2006/relationships/notesMaster" Target="/ppt/notesMasters/notesMaster1.xml" Id="R818e2b0a9ff54127"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5138120442124c56" /><Relationship Type="http://schemas.openxmlformats.org/officeDocument/2006/relationships/notesMaster" Target="/ppt/notesMasters/notesMaster1.xml" Id="R85bd232068e54bb4"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e15a8775c1744f8e" /><Relationship Type="http://schemas.openxmlformats.org/officeDocument/2006/relationships/notesMaster" Target="/ppt/notesMasters/notesMaster1.xml" Id="Rc88135053a48473b"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eba729dec4cc4fff" /><Relationship Type="http://schemas.openxmlformats.org/officeDocument/2006/relationships/notesMaster" Target="/ppt/notesMasters/notesMaster1.xml" Id="Rbdb8e2b65d234eae"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acf02858efdb4b49" /><Relationship Type="http://schemas.openxmlformats.org/officeDocument/2006/relationships/notesMaster" Target="/ppt/notesMasters/notesMaster1.xml" Id="Re93cdc85650c4722"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dbd161326901421c" /><Relationship Type="http://schemas.openxmlformats.org/officeDocument/2006/relationships/notesMaster" Target="/ppt/notesMasters/notesMaster1.xml" Id="Rb04e829ee71e4f5c"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9a897cd06f344037" /><Relationship Type="http://schemas.openxmlformats.org/officeDocument/2006/relationships/notesMaster" Target="/ppt/notesMasters/notesMaster1.xml" Id="Rc9853fedef1c4cd8"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37ecd78c6bc84632" /><Relationship Type="http://schemas.openxmlformats.org/officeDocument/2006/relationships/notesMaster" Target="/ppt/notesMasters/notesMaster1.xml" Id="R55f2a2f07c28491c"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e4ed9d9febbd4323" /><Relationship Type="http://schemas.openxmlformats.org/officeDocument/2006/relationships/notesMaster" Target="/ppt/notesMasters/notesMaster1.xml" Id="R9513d79df6e645ae"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7b5bdd309922450c" /><Relationship Type="http://schemas.openxmlformats.org/officeDocument/2006/relationships/notesMaster" Target="/ppt/notesMasters/notesMaster1.xml" Id="R9f6f39dc06714ae2"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b4a9676335524beb" /><Relationship Type="http://schemas.openxmlformats.org/officeDocument/2006/relationships/notesMaster" Target="/ppt/notesMasters/notesMaster1.xml" Id="Ra6f23b520d51463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BUILD_RE_S1_W01.html; SHA-256 75abcf1fd08f9aedf36a28aef78542ae930fa8f8cde182ffe63aef70029529ea.</a:t>
            </a:r>
          </a:p>
          <a:p xmlns:a="http://schemas.openxmlformats.org/drawingml/2006/main">
            <a:r>
              <a:t>Lesson BUILD-RE-S1-W01; source slide 1 (slide-1).</a:t>
            </a:r>
          </a:p>
          <a:p xmlns:a="http://schemas.openxmlformats.org/drawingml/2006/main">
            <a:r>
              <a:t>Educational RE: RE learns about caring; this activity is not worship. Reflection is optional and never worship. Where a source makes a faith claim use “some believers” or “this person”; model diversity within traditions and never rank beliefs. A story in a religious text is attributed as a story, not presented as a record of an observed event or a rule every believer follows.</a:t>
            </a:r>
          </a:p>
          <a:p xmlns:a="http://schemas.openxmlformats.org/drawingml/2006/main">
            <a:r>
              <a:t>No authentic sacred objects are used. Use replicas, protected learning resources, photographs, full picture descriptions or drawings instead; state respectful handling before any optional replica is touched. Distinguish a book, object or place from the faith itself. No real flame, worship, prayer, ritual or sacred-text recitation; no medical-treatment or injury enactment. Learning drawings are not authentic photographs.</a:t>
            </a:r>
          </a:p>
          <a:p xmlns:a="http://schemas.openxmlformats.org/drawingml/2006/main">
            <a:r>
              <a:t>No requirement to bring a personal object, state a belief, describe family/community experience, disclose a bereavement or explain a private mistake. Use third-person cases and a neutral community route. No pupil must apologise, forgive, reconcile or promise a real action. A person may retain boundaries, decline help or still feel upset. Reflection and quiet thinking are optional; a pass needs no book entry. Accept “depends” with a relevant reason, while checking harm, consent and the case facts.</a:t>
            </a:r>
          </a:p>
          <a:p xmlns:a="http://schemas.openxmlformats.org/drawingml/2006/main">
            <a:r>
              <a:t>No cold calling; nobody is asked to read difficult text aloud. Offer pointing before speech/writing, a symbol/word bank, 2–3 choices only where part of the task, drawing, exact scribing, verbal or witness-note responses, quiet space, reader, overlay and extra processing time. No compulsory pair work. Never question a pupil publicly about an adaptation.</a:t>
            </a:r>
          </a:p>
          <a:p xmlns:a="http://schemas.openxmlformats.org/drawingml/2006/main">
            <a:r>
              <a:t>Source status: W1 main story is a short original paraphrase adapted from a verified Christian text; its original reference and adaptation record are in the separate provenance file, not copied as a classroom web link. Every model, class case, independent case in later weeks and fresh Exit source is expressly authored third-person fiction. No invented case is scripture, testimony or a universal faith claim. All text/picture descriptions needed for the core task are supplied; no live lookup or extra image is needed.</a:t>
            </a:r>
          </a:p>
          <a:p xmlns:a="http://schemas.openxmlformats.org/drawingml/2006/main">
            <a:r>
              <a:t>Release: keep recall strips, words, organiser and new content covered during the first Arrival try. Show only the Starter observation needed at that stage. Read main source after Arrival and before modelling; model only at I Do, class source at We Do, chosen task cards at You Do. Show the full worked model long enough, then remove it and guided answers before You Do. Fresh Exit source stays hidden until Exit Ticket; close Word help, organiser, models and all help/answer panels then.</a:t>
            </a:r>
          </a:p>
          <a:p xmlns:a="http://schemas.openxmlformats.org/drawingml/2006/main">
            <a:r>
              <a:t>One Arrival tier, one Exit tier and one You Do route per pupil. Independent is first; add Supported or Choice only as needed. Aspire is extension, not a fourth support level. Before lowering demand reduce visual load, unnecessary reading/copying and repetition, then add structure/prompts; lower conceptual demand only if still needed. Keep each route on its own pupil page.</a:t>
            </a:r>
          </a:p>
          <a:p xmlns:a="http://schemas.openxmlformats.org/drawingml/2006/main">
            <a:r>
              <a:t>Staff I/S/C instruction: record actual I, S or C and the exact help in staff records; leave the pupil’s I · S · C box empty until an authorised staff mark. “record the level of support, not just success”. Independent = no content prompt; With prompt = stem/choice/reminder used; Not yet = adult supplied most of the content. Preserve baseline and prompted responses separately. Aspire does not itself establish independence.</a:t>
            </a:r>
          </a:p>
          <a:p xmlns:a="http://schemas.openxmlformats.org/drawingml/2006/main">
            <a:r>
              <a:t>Adult-only EHCP note: possible opportunities include source choice for cognition/learning, communicating a response, an agreed pause/return for SEMH, and an accessible sensory/physical mode. Observe only the relevant agreed individual outcome. Never infer diagnosis or progress from completion.</a:t>
            </a:r>
          </a:p>
          <a:p xmlns:a="http://schemas.openxmlformats.org/drawingml/2006/main">
            <a:r>
              <a:t>Space: check readiness, offer a planned brief regulation/movement break and quiet route. Printed return point is one source card, then one step. Log opt-out in Evaluation after teaching as Space evidence, not failure or R.</a:t>
            </a:r>
          </a:p>
          <a:p xmlns:a="http://schemas.openxmlformats.org/drawingml/2006/main">
            <a:r>
              <a:t>Same-day evidence — BUILD-RE-S1-W01: the teaching adult is the designated live-capture adult. Capture a pupil-arranged/pointed caring choice with an exactly scribed reason, or the chosen record, using a work-only photo, brief clip or one-line note. Record mode, actual source access, route, I/S/C, exact prompt and before/after-model status. Audience: this adult receives the whole response, names its change or reason back and checks it before tagging. Influence: use that response to select a next teaching step; record actual influence after teaching. Upload the selected item to the evidence app the same day in the 14:10–14:30 check-out slot, labelled BUILD-RE-S1-W01. E marks capture/upload, not closure. R requires both adult receipt and a shaped next step; a photo, a refusal or completion alone never earns R. The subject lead samples weekly; BUILD’s daily expectation is not claimed met by a planned lesson.</a:t>
            </a:r>
          </a:p>
          <a:p xmlns:a="http://schemas.openxmlformats.org/drawingml/2006/main">
            <a:r>
              <a:t>Evidence record: lesson [ ] / stage [ ] / route [ ] / I-S-C [ ] / mode [ ] / source access [ ] / exact prompt and ladder step [ ] / pupil response [ ] / VF or NS [ ] / received response [ ] / named-back change [ ] / next teaching step [ ] / R justified [ ] / agreed outcome observed [ ]. Identities belong only in the authorised private record; no names or initials here.</a:t>
            </a:r>
          </a:p>
          <a:p xmlns:a="http://schemas.openxmlformats.org/drawingml/2006/main">
            <a:r>
              <a:t>Printed stages: Arrival → Starter → I Do → We Do → You Do → Exit Ticket. Opening is 0 minutes, outside the stages. Default timing 5/3/6/8/15/3 = 40 minutes. Reveal one short instruction at a time; show only current-stage needs. Book work and small source strips, not copying a board or a central worksheet.</a:t>
            </a:r>
          </a:p>
          <a:p xmlns:a="http://schemas.openxmlformats.org/drawingml/2006/main">
            <a:r>
              <a:t>Cue fills and fixed meaning: instruction yellow #FFF1BB; scaffold blue #E4EFF9; stretch/Aspire green #E4F2E6; success criteria orange #FFE4C8. High Contrast takes precedence. House topic tints are separate. At build, give every actual picture its pupil-readable description and declare every colour as picture #hex: caption words; no rendered palette measurements are claimed here.</a:t>
            </a:r>
          </a:p>
          <a:p xmlns:a="http://schemas.openxmlformats.org/drawingml/2006/main">
            <a:r>
              <a:t>Pupil print at least 14 pt, instructions larger than explanations, clear sans-serif, spacing and overlay-safe pages. Staff body may follow the packet’s staff exception. Leave QR/KIT-1, source_page_sha256 and version fields empty for intake. No calendar dates; blank Date line only.</a:t>
            </a:r>
          </a:p>
          <a:p xmlns:a="http://schemas.openxmlformats.org/drawingml/2006/main">
            <a:r>
              <a:t>Every later pupil page, including each Arrival/Exit sheet, source card page, organiser, Word page and each You Do route page, repeats the accurate line “RE learns about caring; this activity is not worship”. Staff pages retain the educational/non-devotional care note. No exception for separate prints.</a:t>
            </a:r>
          </a:p>
          <a:p xmlns:a="http://schemas.openxmlformats.org/drawingml/2006/main">
            <a:r>
              <a:t>Every slide, including Opening, repeats the exact pupil objective “To be able to… find care in a story.” in its footer, plus its stage minutes and blank version line. The footer never replaces the objective with the version.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BUILD_RE_S1_W01.html; SHA-256 75abcf1fd08f9aedf36a28aef78542ae930fa8f8cde182ffe63aef70029529ea.</a:t>
            </a:r>
          </a:p>
          <a:p xmlns:a="http://schemas.openxmlformats.org/drawingml/2006/main">
            <a:r>
              <a:t>Lesson BUILD-RE-S1-W01; source slide 1 (slide-1).</a:t>
            </a:r>
          </a:p>
          <a:p xmlns:a="http://schemas.openxmlformats.org/drawingml/2006/main">
            <a:r>
              <a:t>Educational RE: RE learns about caring; this activity is not worship. Reflection is optional and never worship. Where a source makes a faith claim use “some believers” or “this person”; model diversity within traditions and never rank beliefs. A story in a religious text is attributed as a story, not presented as a record of an observed event or a rule every believer follows.</a:t>
            </a:r>
          </a:p>
          <a:p xmlns:a="http://schemas.openxmlformats.org/drawingml/2006/main">
            <a:r>
              <a:t>No authentic sacred objects are used. Use replicas, protected learning resources, photographs, full picture descriptions or drawings instead; state respectful handling before any optional replica is touched. Distinguish a book, object or place from the faith itself. No real flame, worship, prayer, ritual or sacred-text recitation; no medical-treatment or injury enactment. Learning drawings are not authentic photographs.</a:t>
            </a:r>
          </a:p>
          <a:p xmlns:a="http://schemas.openxmlformats.org/drawingml/2006/main">
            <a:r>
              <a:t>No requirement to bring a personal object, state a belief, describe family/community experience, disclose a bereavement or explain a private mistake. Use third-person cases and a neutral community route. No pupil must apologise, forgive, reconcile or promise a real action. A person may retain boundaries, decline help or still feel upset. Reflection and quiet thinking are optional; a pass needs no book entry. Accept “depends” with a relevant reason, while checking harm, consent and the case facts.</a:t>
            </a:r>
          </a:p>
          <a:p xmlns:a="http://schemas.openxmlformats.org/drawingml/2006/main">
            <a:r>
              <a:t>No cold calling; nobody is asked to read difficult text aloud. Offer pointing before speech/writing, a symbol/word bank, 2–3 choices only where part of the task, drawing, exact scribing, verbal or witness-note responses, quiet space, reader, overlay and extra processing time. No compulsory pair work. Never question a pupil publicly about an adaptation.</a:t>
            </a:r>
          </a:p>
          <a:p xmlns:a="http://schemas.openxmlformats.org/drawingml/2006/main">
            <a:r>
              <a:t>Source status: W1 main story is a short original paraphrase adapted from a verified Christian text; its original reference and adaptation record are in the separate provenance file, not copied as a classroom web link. Every model, class case, independent case in later weeks and fresh Exit source is expressly authored third-person fiction. No invented case is scripture, testimony or a universal faith claim. All text/picture descriptions needed for the core task are supplied; no live lookup or extra image is needed.</a:t>
            </a:r>
          </a:p>
          <a:p xmlns:a="http://schemas.openxmlformats.org/drawingml/2006/main">
            <a:r>
              <a:t>Release: keep recall strips, words, organiser and new content covered during the first Arrival try. Show only the Starter observation needed at that stage. Read main source after Arrival and before modelling; model only at I Do, class source at We Do, chosen task cards at You Do. Show the full worked model long enough, then remove it and guided answers before You Do. Fresh Exit source stays hidden until Exit Ticket; close Word help, organiser, models and all help/answer panels then.</a:t>
            </a:r>
          </a:p>
          <a:p xmlns:a="http://schemas.openxmlformats.org/drawingml/2006/main">
            <a:r>
              <a:t>One Arrival tier, one Exit tier and one You Do route per pupil. Independent is first; add Supported or Choice only as needed. Aspire is extension, not a fourth support level. Before lowering demand reduce visual load, unnecessary reading/copying and repetition, then add structure/prompts; lower conceptual demand only if still needed. Keep each route on its own pupil page.</a:t>
            </a:r>
          </a:p>
          <a:p xmlns:a="http://schemas.openxmlformats.org/drawingml/2006/main">
            <a:r>
              <a:t>Staff I/S/C instruction: record actual I, S or C and the exact help in staff records; leave the pupil’s I · S · C box empty until an authorised staff mark. “record the level of support, not just success”. Independent = no content prompt; With prompt = stem/choice/reminder used; Not yet = adult supplied most of the content. Preserve baseline and prompted responses separately. Aspire does not itself establish independence.</a:t>
            </a:r>
          </a:p>
          <a:p xmlns:a="http://schemas.openxmlformats.org/drawingml/2006/main">
            <a:r>
              <a:t>Adult-only EHCP note: possible opportunities include source choice for cognition/learning, communicating a response, an agreed pause/return for SEMH, and an accessible sensory/physical mode. Observe only the relevant agreed individual outcome. Never infer diagnosis or progress from completion.</a:t>
            </a:r>
          </a:p>
          <a:p xmlns:a="http://schemas.openxmlformats.org/drawingml/2006/main">
            <a:r>
              <a:t>Space: check readiness, offer a planned brief regulation/movement break and quiet route. Printed return point is one source card, then one step. Log opt-out in Evaluation after teaching as Space evidence, not failure or R.</a:t>
            </a:r>
          </a:p>
          <a:p xmlns:a="http://schemas.openxmlformats.org/drawingml/2006/main">
            <a:r>
              <a:t>Same-day evidence — BUILD-RE-S1-W01: the teaching adult is the designated live-capture adult. Capture a pupil-arranged/pointed caring choice with an exactly scribed reason, or the chosen record, using a work-only photo, brief clip or one-line note. Record mode, actual source access, route, I/S/C, exact prompt and before/after-model status. Audience: this adult receives the whole response, names its change or reason back and checks it before tagging. Influence: use that response to select a next teaching step; record actual influence after teaching. Upload the selected item to the evidence app the same day in the 14:10–14:30 check-out slot, labelled BUILD-RE-S1-W01. E marks capture/upload, not closure. R requires both adult receipt and a shaped next step; a photo, a refusal or completion alone never earns R. The subject lead samples weekly; BUILD’s daily expectation is not claimed met by a planned lesson.</a:t>
            </a:r>
          </a:p>
          <a:p xmlns:a="http://schemas.openxmlformats.org/drawingml/2006/main">
            <a:r>
              <a:t>Evidence record: lesson [ ] / stage [ ] / route [ ] / I-S-C [ ] / mode [ ] / source access [ ] / exact prompt and ladder step [ ] / pupil response [ ] / VF or NS [ ] / received response [ ] / named-back change [ ] / next teaching step [ ] / R justified [ ] / agreed outcome observed [ ]. Identities belong only in the authorised private record; no names or initials here.</a:t>
            </a:r>
          </a:p>
          <a:p xmlns:a="http://schemas.openxmlformats.org/drawingml/2006/main">
            <a:r>
              <a:t>Printed stages: Arrival → Starter → I Do → We Do → You Do → Exit Ticket. Opening is 0 minutes, outside the stages. Default timing 5/3/6/8/15/3 = 40 minutes. Reveal one short instruction at a time; show only current-stage needs. Book work and small source strips, not copying a board or a central worksheet.</a:t>
            </a:r>
          </a:p>
          <a:p xmlns:a="http://schemas.openxmlformats.org/drawingml/2006/main">
            <a:r>
              <a:t>Cue fills and fixed meaning: instruction yellow #FFF1BB; scaffold blue #E4EFF9; stretch/Aspire green #E4F2E6; success criteria orange #FFE4C8. High Contrast takes precedence. House topic tints are separate. At build, give every actual picture its pupil-readable description and declare every colour as picture #hex: caption words; no rendered palette measurements are claimed here.</a:t>
            </a:r>
          </a:p>
          <a:p xmlns:a="http://schemas.openxmlformats.org/drawingml/2006/main">
            <a:r>
              <a:t>Pupil print at least 14 pt, instructions larger than explanations, clear sans-serif, spacing and overlay-safe pages. Staff body may follow the packet’s staff exception. Leave QR/KIT-1, source_page_sha256 and version fields empty for intake. No calendar dates; blank Date line only.</a:t>
            </a:r>
          </a:p>
          <a:p xmlns:a="http://schemas.openxmlformats.org/drawingml/2006/main">
            <a:r>
              <a:t>Every later pupil page, including each Arrival/Exit sheet, source card page, organiser, Word page and each You Do route page, repeats the accurate line “RE learns about caring; this activity is not worship”. Staff pages retain the educational/non-devotional care note. No exception for separate prints.</a:t>
            </a:r>
          </a:p>
          <a:p xmlns:a="http://schemas.openxmlformats.org/drawingml/2006/main">
            <a:r>
              <a:t>Every slide, including Opening, repeats the exact pupil objective “To be able to… find care in a story.” in its footer, plus its stage minutes and blank version line. The footer never replaces the objective with the version.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BUILD_RE_S1_W01.html; SHA-256 75abcf1fd08f9aedf36a28aef78542ae930fa8f8cde182ffe63aef70029529ea.</a:t>
            </a:r>
          </a:p>
          <a:p xmlns:a="http://schemas.openxmlformats.org/drawingml/2006/main">
            <a:r>
              <a:t>Lesson BUILD-RE-S1-W01; source slide 1 (slide-1).</a:t>
            </a:r>
          </a:p>
          <a:p xmlns:a="http://schemas.openxmlformats.org/drawingml/2006/main">
            <a:r>
              <a:t>Educational RE: RE learns about caring; this activity is not worship. Reflection is optional and never worship. Where a source makes a faith claim use “some believers” or “this person”; model diversity within traditions and never rank beliefs. A story in a religious text is attributed as a story, not presented as a record of an observed event or a rule every believer follows.</a:t>
            </a:r>
          </a:p>
          <a:p xmlns:a="http://schemas.openxmlformats.org/drawingml/2006/main">
            <a:r>
              <a:t>No authentic sacred objects are used. Use replicas, protected learning resources, photographs, full picture descriptions or drawings instead; state respectful handling before any optional replica is touched. Distinguish a book, object or place from the faith itself. No real flame, worship, prayer, ritual or sacred-text recitation; no medical-treatment or injury enactment. Learning drawings are not authentic photographs.</a:t>
            </a:r>
          </a:p>
          <a:p xmlns:a="http://schemas.openxmlformats.org/drawingml/2006/main">
            <a:r>
              <a:t>No requirement to bring a personal object, state a belief, describe family/community experience, disclose a bereavement or explain a private mistake. Use third-person cases and a neutral community route. No pupil must apologise, forgive, reconcile or promise a real action. A person may retain boundaries, decline help or still feel upset. Reflection and quiet thinking are optional; a pass needs no book entry. Accept “depends” with a relevant reason, while checking harm, consent and the case facts.</a:t>
            </a:r>
          </a:p>
          <a:p xmlns:a="http://schemas.openxmlformats.org/drawingml/2006/main">
            <a:r>
              <a:t>No cold calling; nobody is asked to read difficult text aloud. Offer pointing before speech/writing, a symbol/word bank, 2–3 choices only where part of the task, drawing, exact scribing, verbal or witness-note responses, quiet space, reader, overlay and extra processing time. No compulsory pair work. Never question a pupil publicly about an adaptation.</a:t>
            </a:r>
          </a:p>
          <a:p xmlns:a="http://schemas.openxmlformats.org/drawingml/2006/main">
            <a:r>
              <a:t>Source status: W1 main story is a short original paraphrase adapted from a verified Christian text; its original reference and adaptation record are in the separate provenance file, not copied as a classroom web link. Every model, class case, independent case in later weeks and fresh Exit source is expressly authored third-person fiction. No invented case is scripture, testimony or a universal faith claim. All text/picture descriptions needed for the core task are supplied; no live lookup or extra image is needed.</a:t>
            </a:r>
          </a:p>
          <a:p xmlns:a="http://schemas.openxmlformats.org/drawingml/2006/main">
            <a:r>
              <a:t>Release: keep recall strips, words, organiser and new content covered during the first Arrival try. Show only the Starter observation needed at that stage. Read main source after Arrival and before modelling; model only at I Do, class source at We Do, chosen task cards at You Do. Show the full worked model long enough, then remove it and guided answers before You Do. Fresh Exit source stays hidden until Exit Ticket; close Word help, organiser, models and all help/answer panels then.</a:t>
            </a:r>
          </a:p>
          <a:p xmlns:a="http://schemas.openxmlformats.org/drawingml/2006/main">
            <a:r>
              <a:t>One Arrival tier, one Exit tier and one You Do route per pupil. Independent is first; add Supported or Choice only as needed. Aspire is extension, not a fourth support level. Before lowering demand reduce visual load, unnecessary reading/copying and repetition, then add structure/prompts; lower conceptual demand only if still needed. Keep each route on its own pupil page.</a:t>
            </a:r>
          </a:p>
          <a:p xmlns:a="http://schemas.openxmlformats.org/drawingml/2006/main">
            <a:r>
              <a:t>Staff I/S/C instruction: record actual I, S or C and the exact help in staff records; leave the pupil’s I · S · C box empty until an authorised staff mark. “record the level of support, not just success”. Independent = no content prompt; With prompt = stem/choice/reminder used; Not yet = adult supplied most of the content. Preserve baseline and prompted responses separately. Aspire does not itself establish independence.</a:t>
            </a:r>
          </a:p>
          <a:p xmlns:a="http://schemas.openxmlformats.org/drawingml/2006/main">
            <a:r>
              <a:t>Adult-only EHCP note: possible opportunities include source choice for cognition/learning, communicating a response, an agreed pause/return for SEMH, and an accessible sensory/physical mode. Observe only the relevant agreed individual outcome. Never infer diagnosis or progress from completion.</a:t>
            </a:r>
          </a:p>
          <a:p xmlns:a="http://schemas.openxmlformats.org/drawingml/2006/main">
            <a:r>
              <a:t>Space: check readiness, offer a planned brief regulation/movement break and quiet route. Printed return point is one source card, then one step. Log opt-out in Evaluation after teaching as Space evidence, not failure or R.</a:t>
            </a:r>
          </a:p>
          <a:p xmlns:a="http://schemas.openxmlformats.org/drawingml/2006/main">
            <a:r>
              <a:t>Same-day evidence — BUILD-RE-S1-W01: the teaching adult is the designated live-capture adult. Capture a pupil-arranged/pointed caring choice with an exactly scribed reason, or the chosen record, using a work-only photo, brief clip or one-line note. Record mode, actual source access, route, I/S/C, exact prompt and before/after-model status. Audience: this adult receives the whole response, names its change or reason back and checks it before tagging. Influence: use that response to select a next teaching step; record actual influence after teaching. Upload the selected item to the evidence app the same day in the 14:10–14:30 check-out slot, labelled BUILD-RE-S1-W01. E marks capture/upload, not closure. R requires both adult receipt and a shaped next step; a photo, a refusal or completion alone never earns R. The subject lead samples weekly; BUILD’s daily expectation is not claimed met by a planned lesson.</a:t>
            </a:r>
          </a:p>
          <a:p xmlns:a="http://schemas.openxmlformats.org/drawingml/2006/main">
            <a:r>
              <a:t>Evidence record: lesson [ ] / stage [ ] / route [ ] / I-S-C [ ] / mode [ ] / source access [ ] / exact prompt and ladder step [ ] / pupil response [ ] / VF or NS [ ] / received response [ ] / named-back change [ ] / next teaching step [ ] / R justified [ ] / agreed outcome observed [ ]. Identities belong only in the authorised private record; no names or initials here.</a:t>
            </a:r>
          </a:p>
          <a:p xmlns:a="http://schemas.openxmlformats.org/drawingml/2006/main">
            <a:r>
              <a:t>Printed stages: Arrival → Starter → I Do → We Do → You Do → Exit Ticket. Opening is 0 minutes, outside the stages. Default timing 5/3/6/8/15/3 = 40 minutes. Reveal one short instruction at a time; show only current-stage needs. Book work and small source strips, not copying a board or a central worksheet.</a:t>
            </a:r>
          </a:p>
          <a:p xmlns:a="http://schemas.openxmlformats.org/drawingml/2006/main">
            <a:r>
              <a:t>Cue fills and fixed meaning: instruction yellow #FFF1BB; scaffold blue #E4EFF9; stretch/Aspire green #E4F2E6; success criteria orange #FFE4C8. High Contrast takes precedence. House topic tints are separate. At build, give every actual picture its pupil-readable description and declare every colour as picture #hex: caption words; no rendered palette measurements are claimed here.</a:t>
            </a:r>
          </a:p>
          <a:p xmlns:a="http://schemas.openxmlformats.org/drawingml/2006/main">
            <a:r>
              <a:t>Pupil print at least 14 pt, instructions larger than explanations, clear sans-serif, spacing and overlay-safe pages. Staff body may follow the packet’s staff exception. Leave QR/KIT-1, source_page_sha256 and version fields empty for intake. No calendar dates; blank Date line only.</a:t>
            </a:r>
          </a:p>
          <a:p xmlns:a="http://schemas.openxmlformats.org/drawingml/2006/main">
            <a:r>
              <a:t>Every later pupil page, including each Arrival/Exit sheet, source card page, organiser, Word page and each You Do route page, repeats the accurate line “RE learns about caring; this activity is not worship”. Staff pages retain the educational/non-devotional care note. No exception for separate prints.</a:t>
            </a:r>
          </a:p>
          <a:p xmlns:a="http://schemas.openxmlformats.org/drawingml/2006/main">
            <a:r>
              <a:t>Every slide, including Opening, repeats the exact pupil objective “To be able to… find care in a story.” in its footer, plus its stage minutes and blank version line. The footer never replaces the objective with the version.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BUILD_RE_S1_W01.html; SHA-256 75abcf1fd08f9aedf36a28aef78542ae930fa8f8cde182ffe63aef70029529ea.</a:t>
            </a:r>
          </a:p>
          <a:p xmlns:a="http://schemas.openxmlformats.org/drawingml/2006/main">
            <a:r>
              <a:t>Lesson BUILD-RE-S1-W01; source slide 2 (slide-2).</a:t>
            </a:r>
          </a:p>
          <a:p xmlns:a="http://schemas.openxmlformats.org/drawingml/2006/main">
            <a:r>
              <a:t>Adult note: Week 1 baseline: probe prior ideas, with no presumed previous teaching or attendance. Item 4 links to today and comes last. After first try, offer a 60-second recap if prior learning was missed; retain first and later responses separately. No new teaching at Arrival.</a:t>
            </a:r>
          </a:p>
          <a:p xmlns:a="http://schemas.openxmlformats.org/drawingml/2006/main">
            <a:r>
              <a:t>Adult note: TA action — Help locate the first question and begin within about two minutes. Avoid — Do not answer the four questions or open recall resources before first try.</a:t>
            </a:r>
          </a:p>
          <a:p xmlns:a="http://schemas.openxmlformats.org/drawingml/2006/main">
            <a:r>
              <a:t>Adult note: LOOP — Space: offer readiness check, pause or pass. Feedback / VF script: “You made a first try. Show me what you want to check.” Voice: receive the pupil’s own sign, mark, word or directed choice. Audience: the teaching adult listens/looks start to finish and names the response back. Influence: Choose whether a brief missed-learning recap is needed. R only after this received response has shaped the next step; planned evidence is not claimed completed.</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BUILD_RE_S1_W01.html; SHA-256 75abcf1fd08f9aedf36a28aef78542ae930fa8f8cde182ffe63aef70029529ea.</a:t>
            </a:r>
          </a:p>
          <a:p xmlns:a="http://schemas.openxmlformats.org/drawingml/2006/main">
            <a:r>
              <a:t>Lesson BUILD-RE-S1-W01; source slide 2 (slide-2).</a:t>
            </a:r>
          </a:p>
          <a:p xmlns:a="http://schemas.openxmlformats.org/drawingml/2006/main">
            <a:r>
              <a:t>Adult note: Week 1 baseline: probe prior ideas, with no presumed previous teaching or attendance. Item 4 links to today and comes last. After first try, offer a 60-second recap if prior learning was missed; retain first and later responses separately. No new teaching at Arrival.</a:t>
            </a:r>
          </a:p>
          <a:p xmlns:a="http://schemas.openxmlformats.org/drawingml/2006/main">
            <a:r>
              <a:t>Adult note: TA action — Help locate the first question and begin within about two minutes. Avoid — Do not answer the four questions or open recall resources before first try.</a:t>
            </a:r>
          </a:p>
          <a:p xmlns:a="http://schemas.openxmlformats.org/drawingml/2006/main">
            <a:r>
              <a:t>Adult note: LOOP — Space: offer readiness check, pause or pass. Feedback / VF script: “You made a first try. Show me what you want to check.” Voice: receive the pupil’s own sign, mark, word or directed choice. Audience: the teaching adult listens/looks start to finish and names the response back. Influence: Choose whether a brief missed-learning recap is needed. R only after this received response has shaped the next step; planned evidence is not claimed completed.</a:t>
            </a:r>
          </a:p>
          <a:p xmlns:a="http://schemas.openxmlformats.org/drawingml/2006/main">
            <a:r>
              <a:t>1. Adult answer: Easier; accept a sensible prior explanation.</a:t>
            </a:r>
          </a:p>
          <a:p xmlns:a="http://schemas.openxmlformats.org/drawingml/2006/main">
            <a:r>
              <a:t>2. Adult answer: Yes.</a:t>
            </a:r>
          </a:p>
          <a:p xmlns:a="http://schemas.openxmlformats.org/drawingml/2006/main">
            <a:r>
              <a:t>3. Adult answer: No.</a:t>
            </a:r>
          </a:p>
          <a:p xmlns:a="http://schemas.openxmlformats.org/drawingml/2006/main">
            <a:r>
              <a:t>4. Adult answer: A story; sensible prior response accepted.</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BUILD_RE_S1_W01.html; SHA-256 75abcf1fd08f9aedf36a28aef78542ae930fa8f8cde182ffe63aef70029529ea.</a:t>
            </a:r>
          </a:p>
          <a:p xmlns:a="http://schemas.openxmlformats.org/drawingml/2006/main">
            <a:r>
              <a:t>Lesson BUILD-RE-S1-W01; source slide 2 (slide-2).</a:t>
            </a:r>
          </a:p>
          <a:p xmlns:a="http://schemas.openxmlformats.org/drawingml/2006/main">
            <a:r>
              <a:t>Adult note: Week 1 baseline: probe prior ideas, with no presumed previous teaching or attendance. Item 4 links to today and comes last. After first try, offer a 60-second recap if prior learning was missed; retain first and later responses separately. No new teaching at Arrival.</a:t>
            </a:r>
          </a:p>
          <a:p xmlns:a="http://schemas.openxmlformats.org/drawingml/2006/main">
            <a:r>
              <a:t>Adult note: TA action — Help locate the first question and begin within about two minutes. Avoid — Do not answer the four questions or open recall resources before first try.</a:t>
            </a:r>
          </a:p>
          <a:p xmlns:a="http://schemas.openxmlformats.org/drawingml/2006/main">
            <a:r>
              <a:t>Adult note: LOOP — Space: offer readiness check, pause or pass. Feedback / VF script: “You made a first try. Show me what you want to check.” Voice: receive the pupil’s own sign, mark, word or directed choice. Audience: the teaching adult listens/looks start to finish and names the response back. Influence: Choose whether a brief missed-learning recap is needed. R only after this received response has shaped the next step; planned evidence is not claimed completed.</a:t>
            </a:r>
          </a:p>
          <a:p xmlns:a="http://schemas.openxmlformats.org/drawingml/2006/main">
            <a:r>
              <a:t>Offer requested clues as specified in the accepted lesson notes.</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BUILD_RE_S1_W01.html; SHA-256 75abcf1fd08f9aedf36a28aef78542ae930fa8f8cde182ffe63aef70029529ea.</a:t>
            </a:r>
          </a:p>
          <a:p xmlns:a="http://schemas.openxmlformats.org/drawingml/2006/main">
            <a:r>
              <a:t>Lesson BUILD-RE-S1-W01; source slide 2 (slide-2).</a:t>
            </a:r>
          </a:p>
          <a:p xmlns:a="http://schemas.openxmlformats.org/drawingml/2006/main">
            <a:r>
              <a:t>Adult note: Week 1 baseline: probe prior ideas, with no presumed previous teaching or attendance. Item 4 links to today and comes last. After first try, offer a 60-second recap if prior learning was missed; retain first and later responses separately. No new teaching at Arrival.</a:t>
            </a:r>
          </a:p>
          <a:p xmlns:a="http://schemas.openxmlformats.org/drawingml/2006/main">
            <a:r>
              <a:t>Adult note: TA action — Help locate the first question and begin within about two minutes. Avoid — Do not answer the four questions or open recall resources before first try.</a:t>
            </a:r>
          </a:p>
          <a:p xmlns:a="http://schemas.openxmlformats.org/drawingml/2006/main">
            <a:r>
              <a:t>Adult note: LOOP — Space: offer readiness check, pause or pass. Feedback / VF script: “You made a first try. Show me what you want to check.” Voice: receive the pupil’s own sign, mark, word or directed choice. Audience: the teaching adult listens/looks start to finish and names the response back. Influence: Choose whether a brief missed-learning recap is needed. R only after this received response has shaped the next step; planned evidence is not claimed completed.</a:t>
            </a:r>
          </a:p>
          <a:p xmlns:a="http://schemas.openxmlformats.org/drawingml/2006/main">
            <a:r>
              <a:t>1. Adult answer: Making a task/need easier; accept sensible prior understanding.</a:t>
            </a:r>
          </a:p>
          <a:p xmlns:a="http://schemas.openxmlformats.org/drawingml/2006/main">
            <a:r>
              <a:t>2. Adult answer: Yes; their choice matters.</a:t>
            </a:r>
          </a:p>
          <a:p xmlns:a="http://schemas.openxmlformats.org/drawingml/2006/main">
            <a:r>
              <a:t>3. Adult answer: Use a made-up example, a supplied case or pass.</a:t>
            </a:r>
          </a:p>
          <a:p xmlns:a="http://schemas.openxmlformats.org/drawingml/2006/main">
            <a:r>
              <a:t>4. Adult answer: An act that helps someone or meets a need; prior idea.</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BUILD_RE_S1_W01.html; SHA-256 75abcf1fd08f9aedf36a28aef78542ae930fa8f8cde182ffe63aef70029529ea.</a:t>
            </a:r>
          </a:p>
          <a:p xmlns:a="http://schemas.openxmlformats.org/drawingml/2006/main">
            <a:r>
              <a:t>Lesson BUILD-RE-S1-W01; source slide 2 (slide-2).</a:t>
            </a:r>
          </a:p>
          <a:p xmlns:a="http://schemas.openxmlformats.org/drawingml/2006/main">
            <a:r>
              <a:t>Adult note: Week 1 baseline: probe prior ideas, with no presumed previous teaching or attendance. Item 4 links to today and comes last. After first try, offer a 60-second recap if prior learning was missed; retain first and later responses separately. No new teaching at Arrival.</a:t>
            </a:r>
          </a:p>
          <a:p xmlns:a="http://schemas.openxmlformats.org/drawingml/2006/main">
            <a:r>
              <a:t>Adult note: TA action — Help locate the first question and begin within about two minutes. Avoid — Do not answer the four questions or open recall resources before first try.</a:t>
            </a:r>
          </a:p>
          <a:p xmlns:a="http://schemas.openxmlformats.org/drawingml/2006/main">
            <a:r>
              <a:t>Adult note: LOOP — Space: offer readiness check, pause or pass. Feedback / VF script: “You made a first try. Show me what you want to check.” Voice: receive the pupil’s own sign, mark, word or directed choice. Audience: the teaching adult listens/looks start to finish and names the response back. Influence: Choose whether a brief missed-learning recap is needed. R only after this received response has shaped the next step; planned evidence is not claimed completed.</a:t>
            </a:r>
          </a:p>
          <a:p xmlns:a="http://schemas.openxmlformats.org/drawingml/2006/main">
            <a:r>
              <a:t>Offer requested clues as specified in the accepted lesson notes.</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BUILD_RE_S1_W01.html; SHA-256 75abcf1fd08f9aedf36a28aef78542ae930fa8f8cde182ffe63aef70029529ea.</a:t>
            </a:r>
          </a:p>
          <a:p xmlns:a="http://schemas.openxmlformats.org/drawingml/2006/main">
            <a:r>
              <a:t>Lesson BUILD-RE-S1-W01; source slide 2 (slide-2).</a:t>
            </a:r>
          </a:p>
          <a:p xmlns:a="http://schemas.openxmlformats.org/drawingml/2006/main">
            <a:r>
              <a:t>Adult note: Week 1 baseline: probe prior ideas, with no presumed previous teaching or attendance. Item 4 links to today and comes last. After first try, offer a 60-second recap if prior learning was missed; retain first and later responses separately. No new teaching at Arrival.</a:t>
            </a:r>
          </a:p>
          <a:p xmlns:a="http://schemas.openxmlformats.org/drawingml/2006/main">
            <a:r>
              <a:t>Adult note: TA action — Help locate the first question and begin within about two minutes. Avoid — Do not answer the four questions or open recall resources before first try.</a:t>
            </a:r>
          </a:p>
          <a:p xmlns:a="http://schemas.openxmlformats.org/drawingml/2006/main">
            <a:r>
              <a:t>Adult note: LOOP — Space: offer readiness check, pause or pass. Feedback / VF script: “You made a first try. Show me what you want to check.” Voice: receive the pupil’s own sign, mark, word or directed choice. Audience: the teaching adult listens/looks start to finish and names the response back. Influence: Choose whether a brief missed-learning recap is needed. R only after this received response has shaped the next step; planned evidence is not claimed completed.</a:t>
            </a:r>
          </a:p>
          <a:p xmlns:a="http://schemas.openxmlformats.org/drawingml/2006/main">
            <a:r>
              <a:t>1. Adult answer: A relevant prior example; no personal event required.</a:t>
            </a:r>
          </a:p>
          <a:p xmlns:a="http://schemas.openxmlformats.org/drawingml/2006/main">
            <a:r>
              <a:t>2. Adult answer: To find whether/what help is wanted; prior idea accepted.</a:t>
            </a:r>
          </a:p>
          <a:p xmlns:a="http://schemas.openxmlformats.org/drawingml/2006/main">
            <a:r>
              <a:t>3. Adult answer: It avoids telling personal details; prior idea accepted.</a:t>
            </a:r>
          </a:p>
          <a:p xmlns:a="http://schemas.openxmlformats.org/drawingml/2006/main">
            <a:r>
              <a:t>4. Adult answer: Look at its effect/need/details; no new story knowledge required.</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BUILD_RE_S1_W01.html; SHA-256 75abcf1fd08f9aedf36a28aef78542ae930fa8f8cde182ffe63aef70029529ea.</a:t>
            </a:r>
          </a:p>
          <a:p xmlns:a="http://schemas.openxmlformats.org/drawingml/2006/main">
            <a:r>
              <a:t>Lesson BUILD-RE-S1-W01; source slide 2 (slide-2).</a:t>
            </a:r>
          </a:p>
          <a:p xmlns:a="http://schemas.openxmlformats.org/drawingml/2006/main">
            <a:r>
              <a:t>Adult note: Week 1 baseline: probe prior ideas, with no presumed previous teaching or attendance. Item 4 links to today and comes last. After first try, offer a 60-second recap if prior learning was missed; retain first and later responses separately. No new teaching at Arrival.</a:t>
            </a:r>
          </a:p>
          <a:p xmlns:a="http://schemas.openxmlformats.org/drawingml/2006/main">
            <a:r>
              <a:t>Adult note: TA action — Help locate the first question and begin within about two minutes. Avoid — Do not answer the four questions or open recall resources before first try.</a:t>
            </a:r>
          </a:p>
          <a:p xmlns:a="http://schemas.openxmlformats.org/drawingml/2006/main">
            <a:r>
              <a:t>Adult note: LOOP — Space: offer readiness check, pause or pass. Feedback / VF script: “You made a first try. Show me what you want to check.” Voice: receive the pupil’s own sign, mark, word or directed choice. Audience: the teaching adult listens/looks start to finish and names the response back. Influence: Choose whether a brief missed-learning recap is needed. R only after this received response has shaped the next step; planned evidence is not claimed completed.</a:t>
            </a:r>
          </a:p>
          <a:p xmlns:a="http://schemas.openxmlformats.org/drawingml/2006/main">
            <a:r>
              <a:t>Offer requested clues as specified in the accepted lesson notes.</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BUILD_RE_S1_W01.html; SHA-256 75abcf1fd08f9aedf36a28aef78542ae930fa8f8cde182ffe63aef70029529ea.</a:t>
            </a:r>
          </a:p>
          <a:p xmlns:a="http://schemas.openxmlformats.org/drawingml/2006/main">
            <a:r>
              <a:t>Lesson BUILD-RE-S1-W01; source slide 2 (slide-2).</a:t>
            </a:r>
          </a:p>
          <a:p xmlns:a="http://schemas.openxmlformats.org/drawingml/2006/main">
            <a:r>
              <a:t>Adult note: Week 1 baseline: probe prior ideas, with no presumed previous teaching or attendance. Item 4 links to today and comes last. After first try, offer a 60-second recap if prior learning was missed; retain first and later responses separately. No new teaching at Arrival.</a:t>
            </a:r>
          </a:p>
          <a:p xmlns:a="http://schemas.openxmlformats.org/drawingml/2006/main">
            <a:r>
              <a:t>Adult note: TA action — Help locate the first question and begin within about two minutes. Avoid — Do not answer the four questions or open recall resources before first try.</a:t>
            </a:r>
          </a:p>
          <a:p xmlns:a="http://schemas.openxmlformats.org/drawingml/2006/main">
            <a:r>
              <a:t>Adult note: LOOP — Space: offer readiness check, pause or pass. Feedback / VF script: “You made a first try. Show me what you want to check.” Voice: receive the pupil’s own sign, mark, word or directed choice. Audience: the teaching adult listens/looks start to finish and names the response back. Influence: Choose whether a brief missed-learning recap is needed. R only after this received response has shaped the next step; planned evidence is not claimed completed.</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BUILD_RE_S1_W01.html; SHA-256 75abcf1fd08f9aedf36a28aef78542ae930fa8f8cde182ffe63aef70029529ea.</a:t>
            </a:r>
          </a:p>
          <a:p xmlns:a="http://schemas.openxmlformats.org/drawingml/2006/main">
            <a:r>
              <a:t>Lesson BUILD-RE-S1-W01; source slide 3 (slide-3).</a:t>
            </a:r>
          </a:p>
          <a:p xmlns:a="http://schemas.openxmlformats.org/drawingml/2006/main">
            <a:r>
              <a:t>Adult note: One question only, using the picture/source observation indicated. Do not add a second prompt or show a full task answer. Answer guidance: The hurt traveller; accept pointing, a brief word or pass. This is one observation, not the full caring-act explanation.</a:t>
            </a:r>
          </a:p>
          <a:p xmlns:a="http://schemas.openxmlformats.org/drawingml/2006/main">
            <a:r>
              <a:t>Adult note: TA action — Read the one question and allow quiet/private think time. Avoid — Do not add a second question or require public speech.</a:t>
            </a:r>
          </a:p>
          <a:p xmlns:a="http://schemas.openxmlformats.org/drawingml/2006/main">
            <a:r>
              <a:t>Adult note: LOOP — Space: offer readiness check, pause or pass. Feedback / VF script: “You chose one detail. I heard your choice.” Voice: receive the pupil’s own sign, mark, word or directed choice. Audience: the teaching adult listens/looks start to finish and names the response back. Influence: Adjust the pace and source access for the model. R only after this received response has shaped the next step; planned evidence is not claimed completed.</a:t>
            </a:r>
          </a:p>
          <a:p xmlns:a="http://schemas.openxmlformats.org/drawingml/2006/main">
            <a:r>
              <a:t>Answer (adult): The hurt traveller; accept pointing, a brief word or pass. This is one observation, not the full caring-act explanation.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BUILD_RE_S1_W01.html; SHA-256 75abcf1fd08f9aedf36a28aef78542ae930fa8f8cde182ffe63aef70029529ea.</a:t>
            </a:r>
          </a:p>
          <a:p xmlns:a="http://schemas.openxmlformats.org/drawingml/2006/main">
            <a:r>
              <a:t>Lesson BUILD-RE-S1-W01; source slide 3 (slide-3).</a:t>
            </a:r>
          </a:p>
          <a:p xmlns:a="http://schemas.openxmlformats.org/drawingml/2006/main">
            <a:r>
              <a:t>Adult note: One question only, using the picture/source observation indicated. Do not add a second prompt or show a full task answer. Answer guidance: The hurt traveller; accept pointing, a brief word or pass. This is one observation, not the full caring-act explanation.</a:t>
            </a:r>
          </a:p>
          <a:p xmlns:a="http://schemas.openxmlformats.org/drawingml/2006/main">
            <a:r>
              <a:t>Adult note: TA action — Read the one question and allow quiet/private think time. Avoid — Do not add a second question or require public speech.</a:t>
            </a:r>
          </a:p>
          <a:p xmlns:a="http://schemas.openxmlformats.org/drawingml/2006/main">
            <a:r>
              <a:t>Adult note: LOOP — Space: offer readiness check, pause or pass. Feedback / VF script: “You chose one detail. I heard your choice.” Voice: receive the pupil’s own sign, mark, word or directed choice. Audience: the teaching adult listens/looks start to finish and names the response back. Influence: Adjust the pace and source access for the model. R only after this received response has shaped the next step; planned evidence is not claimed completed.</a:t>
            </a:r>
          </a:p>
          <a:p xmlns:a="http://schemas.openxmlformats.org/drawingml/2006/main">
            <a:r>
              <a:t>Answer (adult): The hurt traveller; accept pointing, a brief word or pass. This is one observation, not the full caring-act explanation.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BUILD_RE_S1_W01.html; SHA-256 75abcf1fd08f9aedf36a28aef78542ae930fa8f8cde182ffe63aef70029529ea.</a:t>
            </a:r>
          </a:p>
          <a:p xmlns:a="http://schemas.openxmlformats.org/drawingml/2006/main">
            <a:r>
              <a:t>Lesson BUILD-RE-S1-W01; source slide 4 (slide-4).</a:t>
            </a:r>
          </a:p>
          <a:p xmlns:a="http://schemas.openxmlformats.org/drawingml/2006/main">
            <a:r>
              <a:t>Adult note: Read the main story/case in short chunks; ensure pupils have heard/accessed it before the model. Use two minutes for words, two for main source and two for the distinct Model source and stepped model. The source strips remain available; remove the full worked answer before independent application. Adult modelling is not pupil evidence.</a:t>
            </a:r>
          </a:p>
          <a:p xmlns:a="http://schemas.openxmlformats.org/drawingml/2006/main">
            <a:r>
              <a:t>Adult note: TA action — Support attention to one current model step and useful words. Avoid — Do not give a parallel explanation or ask for slide copying.</a:t>
            </a:r>
          </a:p>
          <a:p xmlns:a="http://schemas.openxmlformats.org/drawingml/2006/main">
            <a:r>
              <a:t>Adult note: LOOP — Space: offer readiness check, pause or pass. Feedback / VF script: “This step uses a case detail. You can point to it.” Voice: receive the pupil’s own sign, mark, word or directed choice. Audience: the teaching adult listens/looks start to finish and names the response back. Influence: Check access before guided practice.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BUILD_RE_S1_W01.html; SHA-256 75abcf1fd08f9aedf36a28aef78542ae930fa8f8cde182ffe63aef70029529ea.</a:t>
            </a:r>
          </a:p>
          <a:p xmlns:a="http://schemas.openxmlformats.org/drawingml/2006/main">
            <a:r>
              <a:t>Lesson BUILD-RE-S1-W01; source slide 4 (slide-4).</a:t>
            </a:r>
          </a:p>
          <a:p xmlns:a="http://schemas.openxmlformats.org/drawingml/2006/main">
            <a:r>
              <a:t>Adult note: Read the main story/case in short chunks; ensure pupils have heard/accessed it before the model. Use two minutes for words, two for main source and two for the distinct Model source and stepped model. The source strips remain available; remove the full worked answer before independent application. Adult modelling is not pupil evidence.</a:t>
            </a:r>
          </a:p>
          <a:p xmlns:a="http://schemas.openxmlformats.org/drawingml/2006/main">
            <a:r>
              <a:t>Adult note: TA action — Support attention to one current model step and useful words. Avoid — Do not give a parallel explanation or ask for slide copying.</a:t>
            </a:r>
          </a:p>
          <a:p xmlns:a="http://schemas.openxmlformats.org/drawingml/2006/main">
            <a:r>
              <a:t>Adult note: LOOP — Space: offer readiness check, pause or pass. Feedback / VF script: “This step uses a case detail. You can point to it.” Voice: receive the pupil’s own sign, mark, word or directed choice. Audience: the teaching adult listens/looks start to finish and names the response back. Influence: Check access before guided practice.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BUILD_RE_S1_W01.html; SHA-256 75abcf1fd08f9aedf36a28aef78542ae930fa8f8cde182ffe63aef70029529ea.</a:t>
            </a:r>
          </a:p>
          <a:p xmlns:a="http://schemas.openxmlformats.org/drawingml/2006/main">
            <a:r>
              <a:t>Lesson BUILD-RE-S1-W01; source slide 4 (slide-4).</a:t>
            </a:r>
          </a:p>
          <a:p xmlns:a="http://schemas.openxmlformats.org/drawingml/2006/main">
            <a:r>
              <a:t>Adult note: Read the main story/case in short chunks; ensure pupils have heard/accessed it before the model. Use two minutes for words, two for main source and two for the distinct Model source and stepped model. The source strips remain available; remove the full worked answer before independent application. Adult modelling is not pupil evidence.</a:t>
            </a:r>
          </a:p>
          <a:p xmlns:a="http://schemas.openxmlformats.org/drawingml/2006/main">
            <a:r>
              <a:t>Adult note: TA action — Support attention to one current model step and useful words. Avoid — Do not give a parallel explanation or ask for slide copying.</a:t>
            </a:r>
          </a:p>
          <a:p xmlns:a="http://schemas.openxmlformats.org/drawingml/2006/main">
            <a:r>
              <a:t>Adult note: LOOP — Space: offer readiness check, pause or pass. Feedback / VF script: “This step uses a case detail. You can point to it.” Voice: receive the pupil’s own sign, mark, word or directed choice. Audience: the teaching adult listens/looks start to finish and names the response back. Influence: Check access before guided practice.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BUILD_RE_S1_W01.html; SHA-256 75abcf1fd08f9aedf36a28aef78542ae930fa8f8cde182ffe63aef70029529ea.</a:t>
            </a:r>
          </a:p>
          <a:p xmlns:a="http://schemas.openxmlformats.org/drawingml/2006/main">
            <a:r>
              <a:t>Lesson BUILD-RE-S1-W01; source slide 5 (slide-5).</a:t>
            </a:r>
          </a:p>
          <a:p xmlns:a="http://schemas.openxmlformats.org/drawingml/2006/main">
            <a:r>
              <a:t>Adult note: Read the main story/case in short chunks; ensure pupils have heard/accessed it before the model. Use two minutes for words, two for main source and two for the distinct Model source and stepped model. The source strips remain available; remove the full worked answer before independent application. Adult modelling is not pupil evidence.</a:t>
            </a:r>
          </a:p>
          <a:p xmlns:a="http://schemas.openxmlformats.org/drawingml/2006/main">
            <a:r>
              <a:t>Adult note: TA action — Support attention to one current model step and useful words. Avoid — Do not give a parallel explanation or ask for slide copying.</a:t>
            </a:r>
          </a:p>
          <a:p xmlns:a="http://schemas.openxmlformats.org/drawingml/2006/main">
            <a:r>
              <a:t>Adult note: LOOP — Space: offer readiness check, pause or pass. Feedback / VF script: “This step uses a case detail. You can point to it.” Voice: receive the pupil’s own sign, mark, word or directed choice. Audience: the teaching adult listens/looks start to finish and names the response back. Influence: Check access before guided practice.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BUILD_RE_S1_W01.html; SHA-256 75abcf1fd08f9aedf36a28aef78542ae930fa8f8cde182ffe63aef70029529ea.</a:t>
            </a:r>
          </a:p>
          <a:p xmlns:a="http://schemas.openxmlformats.org/drawingml/2006/main">
            <a:r>
              <a:t>Lesson BUILD-RE-S1-W01; source slide 5 (slide-5).</a:t>
            </a:r>
          </a:p>
          <a:p xmlns:a="http://schemas.openxmlformats.org/drawingml/2006/main">
            <a:r>
              <a:t>Adult note: Read the main story/case in short chunks; ensure pupils have heard/accessed it before the model. Use two minutes for words, two for main source and two for the distinct Model source and stepped model. The source strips remain available; remove the full worked answer before independent application. Adult modelling is not pupil evidence.</a:t>
            </a:r>
          </a:p>
          <a:p xmlns:a="http://schemas.openxmlformats.org/drawingml/2006/main">
            <a:r>
              <a:t>Adult note: TA action — Support attention to one current model step and useful words. Avoid — Do not give a parallel explanation or ask for slide copying.</a:t>
            </a:r>
          </a:p>
          <a:p xmlns:a="http://schemas.openxmlformats.org/drawingml/2006/main">
            <a:r>
              <a:t>Adult note: LOOP — Space: offer readiness check, pause or pass. Feedback / VF script: “This step uses a case detail. You can point to it.” Voice: receive the pupil’s own sign, mark, word or directed choice. Audience: the teaching adult listens/looks start to finish and names the response back. Influence: Check access before guided practice.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BUILD_RE_S1_W01.html; SHA-256 75abcf1fd08f9aedf36a28aef78542ae930fa8f8cde182ffe63aef70029529ea.</a:t>
            </a:r>
          </a:p>
          <a:p xmlns:a="http://schemas.openxmlformats.org/drawingml/2006/main">
            <a:r>
              <a:t>Lesson BUILD-RE-S1-W01; source slide 5 (slide-5).</a:t>
            </a:r>
          </a:p>
          <a:p xmlns:a="http://schemas.openxmlformats.org/drawingml/2006/main">
            <a:r>
              <a:t>Adult note: Read the main story/case in short chunks; ensure pupils have heard/accessed it before the model. Use two minutes for words, two for main source and two for the distinct Model source and stepped model. The source strips remain available; remove the full worked answer before independent application. Adult modelling is not pupil evidence.</a:t>
            </a:r>
          </a:p>
          <a:p xmlns:a="http://schemas.openxmlformats.org/drawingml/2006/main">
            <a:r>
              <a:t>Adult note: TA action — Support attention to one current model step and useful words. Avoid — Do not give a parallel explanation or ask for slide copying.</a:t>
            </a:r>
          </a:p>
          <a:p xmlns:a="http://schemas.openxmlformats.org/drawingml/2006/main">
            <a:r>
              <a:t>Adult note: LOOP — Space: offer readiness check, pause or pass. Feedback / VF script: “This step uses a case detail. You can point to it.” Voice: receive the pupil’s own sign, mark, word or directed choice. Audience: the teaching adult listens/looks start to finish and names the response back. Influence: Check access before guided practice.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BUILD_RE_S1_W01.html; SHA-256 75abcf1fd08f9aedf36a28aef78542ae930fa8f8cde182ffe63aef70029529ea.</a:t>
            </a:r>
          </a:p>
          <a:p xmlns:a="http://schemas.openxmlformats.org/drawingml/2006/main">
            <a:r>
              <a:t>Lesson BUILD-RE-S1-W01; source slide 5 (slide-5).</a:t>
            </a:r>
          </a:p>
          <a:p xmlns:a="http://schemas.openxmlformats.org/drawingml/2006/main">
            <a:r>
              <a:t>Adult note: Read the main story/case in short chunks; ensure pupils have heard/accessed it before the model. Use two minutes for words, two for main source and two for the distinct Model source and stepped model. The source strips remain available; remove the full worked answer before independent application. Adult modelling is not pupil evidence.</a:t>
            </a:r>
          </a:p>
          <a:p xmlns:a="http://schemas.openxmlformats.org/drawingml/2006/main">
            <a:r>
              <a:t>Adult note: TA action — Support attention to one current model step and useful words. Avoid — Do not give a parallel explanation or ask for slide copying.</a:t>
            </a:r>
          </a:p>
          <a:p xmlns:a="http://schemas.openxmlformats.org/drawingml/2006/main">
            <a:r>
              <a:t>Adult note: LOOP — Space: offer readiness check, pause or pass. Feedback / VF script: “This step uses a case detail. You can point to it.” Voice: receive the pupil’s own sign, mark, word or directed choice. Audience: the teaching adult listens/looks start to finish and names the response back. Influence: Check access before guided practice.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BUILD_RE_S1_W01.html; SHA-256 75abcf1fd08f9aedf36a28aef78542ae930fa8f8cde182ffe63aef70029529ea.</a:t>
            </a:r>
          </a:p>
          <a:p xmlns:a="http://schemas.openxmlformats.org/drawingml/2006/main">
            <a:r>
              <a:t>Lesson BUILD-RE-S1-W01; source slide 5 (slide-5).</a:t>
            </a:r>
          </a:p>
          <a:p xmlns:a="http://schemas.openxmlformats.org/drawingml/2006/main">
            <a:r>
              <a:t>Adult note: Read the main story/case in short chunks; ensure pupils have heard/accessed it before the model. Use two minutes for words, two for main source and two for the distinct Model source and stepped model. The source strips remain available; remove the full worked answer before independent application. Adult modelling is not pupil evidence.</a:t>
            </a:r>
          </a:p>
          <a:p xmlns:a="http://schemas.openxmlformats.org/drawingml/2006/main">
            <a:r>
              <a:t>Adult note: TA action — Support attention to one current model step and useful words. Avoid — Do not give a parallel explanation or ask for slide copying.</a:t>
            </a:r>
          </a:p>
          <a:p xmlns:a="http://schemas.openxmlformats.org/drawingml/2006/main">
            <a:r>
              <a:t>Adult note: LOOP — Space: offer readiness check, pause or pass. Feedback / VF script: “This step uses a case detail. You can point to it.” Voice: receive the pupil’s own sign, mark, word or directed choice. Audience: the teaching adult listens/looks start to finish and names the response back. Influence: Check access before guided practice.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BUILD_RE_S1_W01.html; SHA-256 75abcf1fd08f9aedf36a28aef78542ae930fa8f8cde182ffe63aef70029529ea.</a:t>
            </a:r>
          </a:p>
          <a:p xmlns:a="http://schemas.openxmlformats.org/drawingml/2006/main">
            <a:r>
              <a:t>Lesson BUILD-RE-S1-W01; source slide 6 (slide-6).</a:t>
            </a:r>
          </a:p>
          <a:p xmlns:a="http://schemas.openxmlformats.org/drawingml/2006/main">
            <a:r>
              <a:t>Adult note: Use the complete Class source. Two minutes for the source, four for each willing pupil’s own contribution, two to check. Use volunteers, directed choice or private checking, never cold calling. Reveal only after the own try. Guided answer: Helper asks which book and/or passes the chosen book, helping the person access the wanted book. Do not infer needs or feelings beyond the story.</a:t>
            </a:r>
          </a:p>
          <a:p xmlns:a="http://schemas.openxmlformats.org/drawingml/2006/main">
            <a:r>
              <a:t>Adult note: TA action — Invite a volunteered or private contribution and record the pupil’s own choice before reveal. Avoid — Do not reveal a full answer before the pupil’s try.</a:t>
            </a:r>
          </a:p>
          <a:p xmlns:a="http://schemas.openxmlformats.org/drawingml/2006/main">
            <a:r>
              <a:t>Adult note: LOOP — Space: offer readiness check, pause or pass. Feedback / VF script: “Your choice uses this detail. Check this one part.” Voice: receive the pupil’s own sign, mark, word or directed choice. Audience: the teaching adult listens/looks start to finish and names the response back. Influence: Choose the least support needed for the own attempt. R only after this received response has shaped the next step; planned evidence is not claimed completed.</a:t>
            </a:r>
          </a:p>
          <a:p xmlns:a="http://schemas.openxmlformats.org/drawingml/2006/main">
            <a:r>
              <a:t>Answer (adult): Helper asks which book and/or passes the chosen book, helping the person access the wanted 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BUILD_RE_S1_W01.html; SHA-256 75abcf1fd08f9aedf36a28aef78542ae930fa8f8cde182ffe63aef70029529ea.</a:t>
            </a:r>
          </a:p>
          <a:p xmlns:a="http://schemas.openxmlformats.org/drawingml/2006/main">
            <a:r>
              <a:t>Lesson BUILD-RE-S1-W01; source slide 6 (slide-6).</a:t>
            </a:r>
          </a:p>
          <a:p xmlns:a="http://schemas.openxmlformats.org/drawingml/2006/main">
            <a:r>
              <a:t>Adult note: Use the complete Class source. Two minutes for the source, four for each willing pupil’s own contribution, two to check. Use volunteers, directed choice or private checking, never cold calling. Reveal only after the own try. Guided answer: Helper asks which book and/or passes the chosen book, helping the person access the wanted book. Do not infer needs or feelings beyond the story.</a:t>
            </a:r>
          </a:p>
          <a:p xmlns:a="http://schemas.openxmlformats.org/drawingml/2006/main">
            <a:r>
              <a:t>Adult note: TA action — Invite a volunteered or private contribution and record the pupil’s own choice before reveal. Avoid — Do not reveal a full answer before the pupil’s try.</a:t>
            </a:r>
          </a:p>
          <a:p xmlns:a="http://schemas.openxmlformats.org/drawingml/2006/main">
            <a:r>
              <a:t>Adult note: LOOP — Space: offer readiness check, pause or pass. Feedback / VF script: “Your choice uses this detail. Check this one part.” Voice: receive the pupil’s own sign, mark, word or directed choice. Audience: the teaching adult listens/looks start to finish and names the response back. Influence: Choose the least support needed for the own attempt. R only after this received response has shaped the next step; planned evidence is not claimed completed.</a:t>
            </a:r>
          </a:p>
          <a:p xmlns:a="http://schemas.openxmlformats.org/drawingml/2006/main">
            <a:r>
              <a:t>Answer (adult): Helper asks which book and/or passes the chosen book, helping the person access the wanted 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BUILD_RE_S1_W01.html; SHA-256 75abcf1fd08f9aedf36a28aef78542ae930fa8f8cde182ffe63aef70029529ea.</a:t>
            </a:r>
          </a:p>
          <a:p xmlns:a="http://schemas.openxmlformats.org/drawingml/2006/main">
            <a:r>
              <a:t>Lesson BUILD-RE-S1-W01; source slide 6 (slide-6).</a:t>
            </a:r>
          </a:p>
          <a:p xmlns:a="http://schemas.openxmlformats.org/drawingml/2006/main">
            <a:r>
              <a:t>Adult note: Use the complete Class source. Two minutes for the source, four for each willing pupil’s own contribution, two to check. Use volunteers, directed choice or private checking, never cold calling. Reveal only after the own try. Guided answer: Helper asks which book and/or passes the chosen book, helping the person access the wanted book. Do not infer needs or feelings beyond the story.</a:t>
            </a:r>
          </a:p>
          <a:p xmlns:a="http://schemas.openxmlformats.org/drawingml/2006/main">
            <a:r>
              <a:t>Adult note: TA action — Invite a volunteered or private contribution and record the pupil’s own choice before reveal. Avoid — Do not reveal a full answer before the pupil’s try.</a:t>
            </a:r>
          </a:p>
          <a:p xmlns:a="http://schemas.openxmlformats.org/drawingml/2006/main">
            <a:r>
              <a:t>Adult note: LOOP — Space: offer readiness check, pause or pass. Feedback / VF script: “Your choice uses this detail. Check this one part.” Voice: receive the pupil’s own sign, mark, word or directed choice. Audience: the teaching adult listens/looks start to finish and names the response back. Influence: Choose the least support needed for the own attempt. R only after this received response has shaped the next step; planned evidence is not claimed completed.</a:t>
            </a:r>
          </a:p>
          <a:p xmlns:a="http://schemas.openxmlformats.org/drawingml/2006/main">
            <a:r>
              <a:t>Answer (adult): Helper asks which book and/or passes the chosen book, helping the person access the wanted 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BUILD_RE_S1_W01.html; SHA-256 75abcf1fd08f9aedf36a28aef78542ae930fa8f8cde182ffe63aef70029529ea.</a:t>
            </a:r>
          </a:p>
          <a:p xmlns:a="http://schemas.openxmlformats.org/drawingml/2006/main">
            <a:r>
              <a:t>Lesson BUILD-RE-S1-W01; source slide 7 (slide-7).</a:t>
            </a:r>
          </a:p>
          <a:p xmlns:a="http://schemas.openxmlformats.org/drawingml/2006/main">
            <a:r>
              <a:t>Adult note: Two minutes to select route/source access, eleven for the task and two for Review and improve. Offer book work, arrangement/pointing, symbols, drawing or exact scribe; the blank record is optional, so no task is worksheet-only. Record any Help actually used. Live verbal feedback is the default; no grid of written comments.</a:t>
            </a:r>
          </a:p>
          <a:p xmlns:a="http://schemas.openxmlformats.org/drawingml/2006/main">
            <a:r>
              <a:t>Adult note: TA action — Offer independence first; use the held ladder only if needed and fade. Avoid — Do not replace the pupil’s idea or mark prompted work independent.</a:t>
            </a:r>
          </a:p>
          <a:p xmlns:a="http://schemas.openxmlformats.org/drawingml/2006/main">
            <a:r>
              <a:t>Adult note: LOOP — Space: offer readiness check, pause or pass. Feedback / VF script: “You used this detail. Try one change, or tell me why it should stay.” Voice: receive the pupil’s own sign, mark, word or directed choice. Audience: the teaching adult listens/looks start to finish and names the response back. Influence: Receive the review and select one next teaching step.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BUILD_RE_S1_W01.html; SHA-256 75abcf1fd08f9aedf36a28aef78542ae930fa8f8cde182ffe63aef70029529ea.</a:t>
            </a:r>
          </a:p>
          <a:p xmlns:a="http://schemas.openxmlformats.org/drawingml/2006/main">
            <a:r>
              <a:t>Lesson BUILD-RE-S1-W01; source slide 7 (slide-7).</a:t>
            </a:r>
          </a:p>
          <a:p xmlns:a="http://schemas.openxmlformats.org/drawingml/2006/main">
            <a:r>
              <a:t>Adult note: Two minutes to select route/source access, eleven for the task and two for Review and improve. Offer book work, arrangement/pointing, symbols, drawing or exact scribe; the blank record is optional, so no task is worksheet-only. Record any Help actually used. Live verbal feedback is the default; no grid of written comments.</a:t>
            </a:r>
          </a:p>
          <a:p xmlns:a="http://schemas.openxmlformats.org/drawingml/2006/main">
            <a:r>
              <a:t>Adult note: TA action — Offer independence first; use the held ladder only if needed and fade. Avoid — Do not replace the pupil’s idea or mark prompted work independent.</a:t>
            </a:r>
          </a:p>
          <a:p xmlns:a="http://schemas.openxmlformats.org/drawingml/2006/main">
            <a:r>
              <a:t>Adult note: LOOP — Space: offer readiness check, pause or pass. Feedback / VF script: “You used this detail. Try one change, or tell me why it should stay.” Voice: receive the pupil’s own sign, mark, word or directed choice. Audience: the teaching adult listens/looks start to finish and names the response back. Influence: Receive the review and select one next teaching step.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BUILD_RE_S1_W01.html; SHA-256 75abcf1fd08f9aedf36a28aef78542ae930fa8f8cde182ffe63aef70029529ea.</a:t>
            </a:r>
          </a:p>
          <a:p xmlns:a="http://schemas.openxmlformats.org/drawingml/2006/main">
            <a:r>
              <a:t>Lesson BUILD-RE-S1-W01; source slide 7 (slide-7).</a:t>
            </a:r>
          </a:p>
          <a:p xmlns:a="http://schemas.openxmlformats.org/drawingml/2006/main">
            <a:r>
              <a:t>Adult note: Two minutes to select route/source access, eleven for the task and two for Review and improve. Offer book work, arrangement/pointing, symbols, drawing or exact scribe; the blank record is optional, so no task is worksheet-only. Record any Help actually used. Live verbal feedback is the default; no grid of written comments.</a:t>
            </a:r>
          </a:p>
          <a:p xmlns:a="http://schemas.openxmlformats.org/drawingml/2006/main">
            <a:r>
              <a:t>Adult note: TA action — Offer independence first; use the held ladder only if needed and fade. Avoid — Do not replace the pupil’s idea or mark prompted work independent.</a:t>
            </a:r>
          </a:p>
          <a:p xmlns:a="http://schemas.openxmlformats.org/drawingml/2006/main">
            <a:r>
              <a:t>Adult note: LOOP — Space: offer readiness check, pause or pass. Feedback / VF script: “You used this detail. Try one change, or tell me why it should stay.” Voice: receive the pupil’s own sign, mark, word or directed choice. Audience: the teaching adult listens/looks start to finish and names the response back. Influence: Receive the review and select one next teaching step.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BUILD_RE_S1_W01.html; SHA-256 75abcf1fd08f9aedf36a28aef78542ae930fa8f8cde182ffe63aef70029529ea.</a:t>
            </a:r>
          </a:p>
          <a:p xmlns:a="http://schemas.openxmlformats.org/drawingml/2006/main">
            <a:r>
              <a:t>Lesson BUILD-RE-S1-W01; source slide 7 (slide-7).</a:t>
            </a:r>
          </a:p>
          <a:p xmlns:a="http://schemas.openxmlformats.org/drawingml/2006/main">
            <a:r>
              <a:t>Adult note: Two minutes to select route/source access, eleven for the task and two for Review and improve. Offer book work, arrangement/pointing, symbols, drawing or exact scribe; the blank record is optional, so no task is worksheet-only. Record any Help actually used. Live verbal feedback is the default; no grid of written comments.</a:t>
            </a:r>
          </a:p>
          <a:p xmlns:a="http://schemas.openxmlformats.org/drawingml/2006/main">
            <a:r>
              <a:t>Adult note: TA action — Offer independence first; use the held ladder only if needed and fade. Avoid — Do not replace the pupil’s idea or mark prompted work independent.</a:t>
            </a:r>
          </a:p>
          <a:p xmlns:a="http://schemas.openxmlformats.org/drawingml/2006/main">
            <a:r>
              <a:t>Adult note: LOOP — Space: offer readiness check, pause or pass. Feedback / VF script: “You used this detail. Try one change, or tell me why it should stay.” Voice: receive the pupil’s own sign, mark, word or directed choice. Audience: the teaching adult listens/looks start to finish and names the response back. Influence: Receive the review and select one next teaching step.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BUILD_RE_S1_W01.html; SHA-256 75abcf1fd08f9aedf36a28aef78542ae930fa8f8cde182ffe63aef70029529ea.</a:t>
            </a:r>
          </a:p>
          <a:p xmlns:a="http://schemas.openxmlformats.org/drawingml/2006/main">
            <a:r>
              <a:t>Lesson BUILD-RE-S1-W01; source slide 7 (slide-7).</a:t>
            </a:r>
          </a:p>
          <a:p xmlns:a="http://schemas.openxmlformats.org/drawingml/2006/main">
            <a:r>
              <a:t>Adult note: Two minutes to select route/source access, eleven for the task and two for Review and improve. Offer book work, arrangement/pointing, symbols, drawing or exact scribe; the blank record is optional, so no task is worksheet-only. Record any Help actually used. Live verbal feedback is the default; no grid of written comments.</a:t>
            </a:r>
          </a:p>
          <a:p xmlns:a="http://schemas.openxmlformats.org/drawingml/2006/main">
            <a:r>
              <a:t>Adult note: TA action — Offer independence first; use the held ladder only if needed and fade. Avoid — Do not replace the pupil’s idea or mark prompted work independent.</a:t>
            </a:r>
          </a:p>
          <a:p xmlns:a="http://schemas.openxmlformats.org/drawingml/2006/main">
            <a:r>
              <a:t>Adult note: LOOP — Space: offer readiness check, pause or pass. Feedback / VF script: “You used this detail. Try one change, or tell me why it should stay.” Voice: receive the pupil’s own sign, mark, word or directed choice. Audience: the teaching adult listens/looks start to finish and names the response back. Influence: Receive the review and select one next teaching step.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BUILD_RE_S1_W01.html; SHA-256 75abcf1fd08f9aedf36a28aef78542ae930fa8f8cde182ffe63aef70029529ea.</a:t>
            </a:r>
          </a:p>
          <a:p xmlns:a="http://schemas.openxmlformats.org/drawingml/2006/main">
            <a:r>
              <a:t>Lesson BUILD-RE-S1-W01; source slide 7 (slide-7).</a:t>
            </a:r>
          </a:p>
          <a:p xmlns:a="http://schemas.openxmlformats.org/drawingml/2006/main">
            <a:r>
              <a:t>Adult note: Two minutes to select route/source access, eleven for the task and two for Review and improve. Offer book work, arrangement/pointing, symbols, drawing or exact scribe; the blank record is optional, so no task is worksheet-only. Record any Help actually used. Live verbal feedback is the default; no grid of written comments.</a:t>
            </a:r>
          </a:p>
          <a:p xmlns:a="http://schemas.openxmlformats.org/drawingml/2006/main">
            <a:r>
              <a:t>Adult note: TA action — Offer independence first; use the held ladder only if needed and fade. Avoid — Do not replace the pupil’s idea or mark prompted work independent.</a:t>
            </a:r>
          </a:p>
          <a:p xmlns:a="http://schemas.openxmlformats.org/drawingml/2006/main">
            <a:r>
              <a:t>Adult note: LOOP — Space: offer readiness check, pause or pass. Feedback / VF script: “You used this detail. Try one change, or tell me why it should stay.” Voice: receive the pupil’s own sign, mark, word or directed choice. Audience: the teaching adult listens/looks start to finish and names the response back. Influence: Receive the review and select one next teaching step.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BUILD_RE_S1_W01.html; SHA-256 75abcf1fd08f9aedf36a28aef78542ae930fa8f8cde182ffe63aef70029529ea.</a:t>
            </a:r>
          </a:p>
          <a:p xmlns:a="http://schemas.openxmlformats.org/drawingml/2006/main">
            <a:r>
              <a:t>Lesson BUILD-RE-S1-W01; source slide 7 (slide-7).</a:t>
            </a:r>
          </a:p>
          <a:p xmlns:a="http://schemas.openxmlformats.org/drawingml/2006/main">
            <a:r>
              <a:t>Adult note: Two minutes to select route/source access, eleven for the task and two for Review and improve. Offer book work, arrangement/pointing, symbols, drawing or exact scribe; the blank record is optional, so no task is worksheet-only. Record any Help actually used. Live verbal feedback is the default; no grid of written comments.</a:t>
            </a:r>
          </a:p>
          <a:p xmlns:a="http://schemas.openxmlformats.org/drawingml/2006/main">
            <a:r>
              <a:t>Adult note: TA action — Offer independence first; use the held ladder only if needed and fade. Avoid — Do not replace the pupil’s idea or mark prompted work independent.</a:t>
            </a:r>
          </a:p>
          <a:p xmlns:a="http://schemas.openxmlformats.org/drawingml/2006/main">
            <a:r>
              <a:t>Adult note: LOOP — Space: offer readiness check, pause or pass. Feedback / VF script: “You used this detail. Try one change, or tell me why it should stay.” Voice: receive the pupil’s own sign, mark, word or directed choice. Audience: the teaching adult listens/looks start to finish and names the response back. Influence: Receive the review and select one next teaching step.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BUILD_RE_S1_W01.html; SHA-256 75abcf1fd08f9aedf36a28aef78542ae930fa8f8cde182ffe63aef70029529ea.</a:t>
            </a:r>
          </a:p>
          <a:p xmlns:a="http://schemas.openxmlformats.org/drawingml/2006/main">
            <a:r>
              <a:t>Lesson BUILD-RE-S1-W01; source slide 7 (slide-7).</a:t>
            </a:r>
          </a:p>
          <a:p xmlns:a="http://schemas.openxmlformats.org/drawingml/2006/main">
            <a:r>
              <a:t>Adult note: Two minutes to select route/source access, eleven for the task and two for Review and improve. Offer book work, arrangement/pointing, symbols, drawing or exact scribe; the blank record is optional, so no task is worksheet-only. Record any Help actually used. Live verbal feedback is the default; no grid of written comments.</a:t>
            </a:r>
          </a:p>
          <a:p xmlns:a="http://schemas.openxmlformats.org/drawingml/2006/main">
            <a:r>
              <a:t>Adult note: TA action — Offer independence first; use the held ladder only if needed and fade. Avoid — Do not replace the pupil’s idea or mark prompted work independent.</a:t>
            </a:r>
          </a:p>
          <a:p xmlns:a="http://schemas.openxmlformats.org/drawingml/2006/main">
            <a:r>
              <a:t>Adult note: LOOP — Space: offer readiness check, pause or pass. Feedback / VF script: “You used this detail. Try one change, or tell me why it should stay.” Voice: receive the pupil’s own sign, mark, word or directed choice. Audience: the teaching adult listens/looks start to finish and names the response back. Influence: Receive the review and select one next teaching step.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BUILD_RE_S1_W01.html; SHA-256 75abcf1fd08f9aedf36a28aef78542ae930fa8f8cde182ffe63aef70029529ea.</a:t>
            </a:r>
          </a:p>
          <a:p xmlns:a="http://schemas.openxmlformats.org/drawingml/2006/main">
            <a:r>
              <a:t>Lesson BUILD-RE-S1-W01; source slide 7 (slide-7).</a:t>
            </a:r>
          </a:p>
          <a:p xmlns:a="http://schemas.openxmlformats.org/drawingml/2006/main">
            <a:r>
              <a:t>Adult note: Two minutes to select route/source access, eleven for the task and two for Review and improve. Offer book work, arrangement/pointing, symbols, drawing or exact scribe; the blank record is optional, so no task is worksheet-only. Record any Help actually used. Live verbal feedback is the default; no grid of written comments.</a:t>
            </a:r>
          </a:p>
          <a:p xmlns:a="http://schemas.openxmlformats.org/drawingml/2006/main">
            <a:r>
              <a:t>Adult note: TA action — Offer independence first; use the held ladder only if needed and fade. Avoid — Do not replace the pupil’s idea or mark prompted work independent.</a:t>
            </a:r>
          </a:p>
          <a:p xmlns:a="http://schemas.openxmlformats.org/drawingml/2006/main">
            <a:r>
              <a:t>Adult note: LOOP — Space: offer readiness check, pause or pass. Feedback / VF script: “You used this detail. Try one change, or tell me why it should stay.” Voice: receive the pupil’s own sign, mark, word or directed choice. Audience: the teaching adult listens/looks start to finish and names the response back. Influence: Receive the review and select one next teaching step.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BUILD_RE_S1_W01.html; SHA-256 75abcf1fd08f9aedf36a28aef78542ae930fa8f8cde182ffe63aef70029529ea.</a:t>
            </a:r>
          </a:p>
          <a:p xmlns:a="http://schemas.openxmlformats.org/drawingml/2006/main">
            <a:r>
              <a:t>Lesson BUILD-RE-S1-W01; source slide 8 (slide-8).</a:t>
            </a:r>
          </a:p>
          <a:p xmlns:a="http://schemas.openxmlformats.org/drawingml/2006/main">
            <a:r>
              <a:t>Adult note: No hints, clues, sentence starters or word-card pointing. Give the full fresh source as text/read-aloud/description, close help and organiser, and keep answers hidden. Spend about one minute per response and the remaining time on confidence. Reading access is recorded separately from a content prompt. Do not change an answer.</a:t>
            </a:r>
          </a:p>
          <a:p xmlns:a="http://schemas.openxmlformats.org/drawingml/2006/main">
            <a:r>
              <a:t>Adult note: Prompting record: independent / with prompt / not yet [ ]; exact prompt [ ]; source-access mode [ ]. Preserve the baseline; adult-supplied content is not pupil independence.</a:t>
            </a:r>
          </a:p>
          <a:p xmlns:a="http://schemas.openxmlformats.org/drawingml/2006/main">
            <a:r>
              <a:t>Adult note: TA action — Offer complete fresh-source access and record an attempt or pass, plus actual prompting. Avoid — Never give a content clue or change an answer; close reference/help panels.</a:t>
            </a:r>
          </a:p>
          <a:p xmlns:a="http://schemas.openxmlformats.org/drawingml/2006/main">
            <a:r>
              <a:t>Adult note: LOOP — Space: offer readiness check, pause or pass. Feedback / VF script: “Thank you for your own response. It helps us plan.” Voice: receive the pupil’s own sign, mark, word or directed choice. Audience: the teaching adult listens/looks start to finish and names the response back. Influence: Use the original checks to plan the next lesson.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BUILD_RE_S1_W01.html; SHA-256 75abcf1fd08f9aedf36a28aef78542ae930fa8f8cde182ffe63aef70029529ea.</a:t>
            </a:r>
          </a:p>
          <a:p xmlns:a="http://schemas.openxmlformats.org/drawingml/2006/main">
            <a:r>
              <a:t>Lesson BUILD-RE-S1-W01; source slide 8 (slide-8).</a:t>
            </a:r>
          </a:p>
          <a:p xmlns:a="http://schemas.openxmlformats.org/drawingml/2006/main">
            <a:r>
              <a:t>Adult note: No hints, clues, sentence starters or word-card pointing. Give the full fresh source as text/read-aloud/description, close help and organiser, and keep answers hidden. Spend about one minute per response and the remaining time on confidence. Reading access is recorded separately from a content prompt. Do not change an answer.</a:t>
            </a:r>
          </a:p>
          <a:p xmlns:a="http://schemas.openxmlformats.org/drawingml/2006/main">
            <a:r>
              <a:t>Adult note: Prompting record: independent / with prompt / not yet [ ]; exact prompt [ ]; source-access mode [ ]. Preserve the baseline; adult-supplied content is not pupil independence.</a:t>
            </a:r>
          </a:p>
          <a:p xmlns:a="http://schemas.openxmlformats.org/drawingml/2006/main">
            <a:r>
              <a:t>Adult note: TA action — Offer complete fresh-source access and record an attempt or pass, plus actual prompting. Avoid — Never give a content clue or change an answer; close reference/help panels.</a:t>
            </a:r>
          </a:p>
          <a:p xmlns:a="http://schemas.openxmlformats.org/drawingml/2006/main">
            <a:r>
              <a:t>Adult note: LOOP — Space: offer readiness check, pause or pass. Feedback / VF script: “Thank you for your own response. It helps us plan.” Voice: receive the pupil’s own sign, mark, word or directed choice. Audience: the teaching adult listens/looks start to finish and names the response back. Influence: Use the original checks to plan the next lesson.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BUILD_RE_S1_W01.html; SHA-256 75abcf1fd08f9aedf36a28aef78542ae930fa8f8cde182ffe63aef70029529ea.</a:t>
            </a:r>
          </a:p>
          <a:p xmlns:a="http://schemas.openxmlformats.org/drawingml/2006/main">
            <a:r>
              <a:t>Lesson BUILD-RE-S1-W01; source slide 8 (slide-8).</a:t>
            </a:r>
          </a:p>
          <a:p xmlns:a="http://schemas.openxmlformats.org/drawingml/2006/main">
            <a:r>
              <a:t>Adult note: No hints, clues, sentence starters or word-card pointing. Give the full fresh source as text/read-aloud/description, close help and organiser, and keep answers hidden. Spend about one minute per response and the remaining time on confidence. Reading access is recorded separately from a content prompt. Do not change an answer.</a:t>
            </a:r>
          </a:p>
          <a:p xmlns:a="http://schemas.openxmlformats.org/drawingml/2006/main">
            <a:r>
              <a:t>Adult note: Prompting record: independent / with prompt / not yet [ ]; exact prompt [ ]; source-access mode [ ]. Preserve the baseline; adult-supplied content is not pupil independence.</a:t>
            </a:r>
          </a:p>
          <a:p xmlns:a="http://schemas.openxmlformats.org/drawingml/2006/main">
            <a:r>
              <a:t>Adult note: TA action — Offer complete fresh-source access and record an attempt or pass, plus actual prompting. Avoid — Never give a content clue or change an answer; close reference/help panels.</a:t>
            </a:r>
          </a:p>
          <a:p xmlns:a="http://schemas.openxmlformats.org/drawingml/2006/main">
            <a:r>
              <a:t>Adult note: LOOP — Space: offer readiness check, pause or pass. Feedback / VF script: “Thank you for your own response. It helps us plan.” Voice: receive the pupil’s own sign, mark, word or directed choice. Audience: the teaching adult listens/looks start to finish and names the response back. Influence: Use the original checks to plan the next lesson. R only after this received response has shaped the next step; planned evidence is not claimed completed.</a:t>
            </a:r>
          </a:p>
          <a:p xmlns:a="http://schemas.openxmlformats.org/drawingml/2006/main">
            <a:r>
              <a:t>1. Adult answer: Gave it back.</a:t>
            </a:r>
          </a:p>
          <a:p xmlns:a="http://schemas.openxmlformats.org/drawingml/2006/main">
            <a:r>
              <a:t>2. Adult answer: They got their pass back; any accurate linked phrase or directed gesture.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BUILD_RE_S1_W01.html; SHA-256 75abcf1fd08f9aedf36a28aef78542ae930fa8f8cde182ffe63aef70029529ea.</a:t>
            </a:r>
          </a:p>
          <a:p xmlns:a="http://schemas.openxmlformats.org/drawingml/2006/main">
            <a:r>
              <a:t>Lesson BUILD-RE-S1-W01; source slide 8 (slide-8).</a:t>
            </a:r>
          </a:p>
          <a:p xmlns:a="http://schemas.openxmlformats.org/drawingml/2006/main">
            <a:r>
              <a:t>Adult note: No hints, clues, sentence starters or word-card pointing. Give the full fresh source as text/read-aloud/description, close help and organiser, and keep answers hidden. Spend about one minute per response and the remaining time on confidence. Reading access is recorded separately from a content prompt. Do not change an answer.</a:t>
            </a:r>
          </a:p>
          <a:p xmlns:a="http://schemas.openxmlformats.org/drawingml/2006/main">
            <a:r>
              <a:t>Adult note: Prompting record: independent / with prompt / not yet [ ]; exact prompt [ ]; source-access mode [ ]. Preserve the baseline; adult-supplied content is not pupil independence.</a:t>
            </a:r>
          </a:p>
          <a:p xmlns:a="http://schemas.openxmlformats.org/drawingml/2006/main">
            <a:r>
              <a:t>Adult note: TA action — Offer complete fresh-source access and record an attempt or pass, plus actual prompting. Avoid — Never give a content clue or change an answer; close reference/help panels.</a:t>
            </a:r>
          </a:p>
          <a:p xmlns:a="http://schemas.openxmlformats.org/drawingml/2006/main">
            <a:r>
              <a:t>Adult note: LOOP — Space: offer readiness check, pause or pass. Feedback / VF script: “Thank you for your own response. It helps us plan.” Voice: receive the pupil’s own sign, mark, word or directed choice. Audience: the teaching adult listens/looks start to finish and names the response back. Influence: Use the original checks to plan the next lesson. R only after this received response has shaped the next step; planned evidence is not claimed completed.</a:t>
            </a:r>
          </a:p>
          <a:p xmlns:a="http://schemas.openxmlformats.org/drawingml/2006/main">
            <a:r>
              <a:t>1. Adult answer: Spotted the pass, checked its owner or returned it; one accurate act.</a:t>
            </a:r>
          </a:p>
          <a:p xmlns:a="http://schemas.openxmlformats.org/drawingml/2006/main">
            <a:r>
              <a:t>2. Adult answer: It enabled the owner to recover their pass; linked response.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BUILD_RE_S1_W01.html; SHA-256 75abcf1fd08f9aedf36a28aef78542ae930fa8f8cde182ffe63aef70029529ea.</a:t>
            </a:r>
          </a:p>
          <a:p xmlns:a="http://schemas.openxmlformats.org/drawingml/2006/main">
            <a:r>
              <a:t>Lesson BUILD-RE-S1-W01; source slide 8 (slide-8).</a:t>
            </a:r>
          </a:p>
          <a:p xmlns:a="http://schemas.openxmlformats.org/drawingml/2006/main">
            <a:r>
              <a:t>Adult note: No hints, clues, sentence starters or word-card pointing. Give the full fresh source as text/read-aloud/description, close help and organiser, and keep answers hidden. Spend about one minute per response and the remaining time on confidence. Reading access is recorded separately from a content prompt. Do not change an answer.</a:t>
            </a:r>
          </a:p>
          <a:p xmlns:a="http://schemas.openxmlformats.org/drawingml/2006/main">
            <a:r>
              <a:t>Adult note: Prompting record: independent / with prompt / not yet [ ]; exact prompt [ ]; source-access mode [ ]. Preserve the baseline; adult-supplied content is not pupil independence.</a:t>
            </a:r>
          </a:p>
          <a:p xmlns:a="http://schemas.openxmlformats.org/drawingml/2006/main">
            <a:r>
              <a:t>Adult note: TA action — Offer complete fresh-source access and record an attempt or pass, plus actual prompting. Avoid — Never give a content clue or change an answer; close reference/help panels.</a:t>
            </a:r>
          </a:p>
          <a:p xmlns:a="http://schemas.openxmlformats.org/drawingml/2006/main">
            <a:r>
              <a:t>Adult note: LOOP — Space: offer readiness check, pause or pass. Feedback / VF script: “Thank you for your own response. It helps us plan.” Voice: receive the pupil’s own sign, mark, word or directed choice. Audience: the teaching adult listens/looks start to finish and names the response back. Influence: Use the original checks to plan the next lesson. R only after this received response has shaped the next step; planned evidence is not claimed completed.</a:t>
            </a:r>
          </a:p>
          <a:p xmlns:a="http://schemas.openxmlformats.org/drawingml/2006/main">
            <a:r>
              <a:t>1. Adult answer: Accurate act grounded in finding/checking/returning the pass.</a:t>
            </a:r>
          </a:p>
          <a:p xmlns:a="http://schemas.openxmlformats.org/drawingml/2006/main">
            <a:r>
              <a:t>2. Adult answer: It meets the owner’s need to get their own pass back; source-linked reason.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0e72676098b46b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813b5c73828495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3828247be7d49a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63862ba88ed465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dfbb7cb4aec481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7e214fe01494df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D15D813-4482-4C3E-B082-E1735C65A4E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C995716-D7DA-414E-B59C-E49F7DD6909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03F1D76-7C85-411E-8EAE-1CDDBCBFA3B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3EA81AA-92F6-43A1-88B1-E96A2DED682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51E13C0-31DB-4B01-B92B-66C4AE9ED4F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Liberation Sans"/>
                <a:ea typeface="Liberation Sans"/>
                <a:cs typeface="Liberation Sans"/>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017869A-5300-4EEE-AFD0-CC2C631283C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C087CB2-BF80-4903-B27D-FF71ECAF826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Liberation Sans"/>
                <a:ea typeface="Liberation Sans"/>
                <a:cs typeface="Liberation Sans"/>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42064BD-5F45-4B09-BC2E-8094B96E66A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Liberation Sans"/>
                <a:ea typeface="Liberation Sans"/>
                <a:cs typeface="Liberation Sans"/>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BF431C9-FCD8-4D6B-84A3-49256439C11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7D27A87-5C03-4F2D-BE24-D5172EF2C9D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Liberation Sans"/>
                <a:ea typeface="Liberation Sans"/>
                <a:cs typeface="Liberation Sans"/>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1851197c3a14d90" /><Relationship Type="http://schemas.openxmlformats.org/officeDocument/2006/relationships/slideLayout" Target="/ppt/slideLayouts/slideLayout1.xml" Id="R0ac7bd55334b4ba1" /><Relationship Type="http://schemas.openxmlformats.org/officeDocument/2006/relationships/slideLayout" Target="/ppt/slideLayouts/slideLayout2.xml" Id="R96b0f01c0b714267" /><Relationship Type="http://schemas.openxmlformats.org/officeDocument/2006/relationships/slideLayout" Target="/ppt/slideLayouts/slideLayout3.xml" Id="Rccb2fda4d61c49ac" /><Relationship Type="http://schemas.openxmlformats.org/officeDocument/2006/relationships/slideLayout" Target="/ppt/slideLayouts/slideLayout4.xml" Id="R9b535a2f7ce54362" /><Relationship Type="http://schemas.openxmlformats.org/officeDocument/2006/relationships/slideLayout" Target="/ppt/slideLayouts/slideLayout5.xml" Id="Rd793c30d08fa4bbb" /><Relationship Type="http://schemas.openxmlformats.org/officeDocument/2006/relationships/slideLayout" Target="/ppt/slideLayouts/slideLayout6.xml" Id="Re94790d194864bc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ac7bd55334b4ba1"/>
    <p:sldLayoutId xmlns:r="http://schemas.openxmlformats.org/officeDocument/2006/relationships" id="2147483650" r:id="R96b0f01c0b714267"/>
    <p:sldLayoutId xmlns:r="http://schemas.openxmlformats.org/officeDocument/2006/relationships" id="2147483651" r:id="Rccb2fda4d61c49ac"/>
    <p:sldLayoutId xmlns:r="http://schemas.openxmlformats.org/officeDocument/2006/relationships" id="2147483652" r:id="R9b535a2f7ce54362"/>
    <p:sldLayoutId xmlns:r="http://schemas.openxmlformats.org/officeDocument/2006/relationships" id="2147483653" r:id="Rd793c30d08fa4bbb"/>
    <p:sldLayoutId xmlns:r="http://schemas.openxmlformats.org/officeDocument/2006/relationships" id="2147483654" r:id="Re94790d194864bce"/>
  </p:sldLayoutIdLst>
  <p:txStyles>
    <p:titleStyle>
      <a:lvl1pPr xmlns:a="http://schemas.openxmlformats.org/drawingml/2006/main" algn="l">
        <a:lnSpc>
          <a:spcPct val="90000"/>
        </a:lnSpc>
        <a:spcBef>
          <a:spcPts val="0"/>
        </a:spcBef>
        <a:buNone/>
        <a:defRPr sz="4400">
          <a:solidFill>
            <a:schemeClr val="tx1"/>
          </a:solidFill>
          <a:latin typeface="Liberation Sans"/>
          <a:ea typeface="Liberation Sans"/>
          <a:cs typeface="Liberation Sans"/>
        </a:defRPr>
      </a:lvl1pPr>
    </p:titleStyle>
    <p:bodyStyle>
      <a:lvl1pPr xmlns:a="http://schemas.openxmlformats.org/drawingml/2006/main" marL="228600" indent="-228600" algn="l">
        <a:lnSpc>
          <a:spcPct val="90000"/>
        </a:lnSpc>
        <a:spcBef>
          <a:spcPts val="1000"/>
        </a:spcBef>
        <a:buChar char="•"/>
        <a:defRPr sz="2800">
          <a:solidFill>
            <a:schemeClr val="tx1"/>
          </a:solidFill>
          <a:latin typeface="Liberation Sans"/>
          <a:ea typeface="Liberation Sans"/>
          <a:cs typeface="Liberation Sans"/>
        </a:defRPr>
      </a:lvl1pPr>
      <a:lvl2pPr xmlns:a="http://schemas.openxmlformats.org/drawingml/2006/main" marL="685800" indent="-228600" algn="l">
        <a:lnSpc>
          <a:spcPct val="90000"/>
        </a:lnSpc>
        <a:spcBef>
          <a:spcPts val="500"/>
        </a:spcBef>
        <a:buChar char="•"/>
        <a:defRPr sz="2400">
          <a:solidFill>
            <a:schemeClr val="tx1"/>
          </a:solidFill>
          <a:latin typeface="Liberation Sans"/>
          <a:ea typeface="Liberation Sans"/>
          <a:cs typeface="Liberation Sans"/>
        </a:defRPr>
      </a:lvl2pPr>
      <a:lvl3pPr xmlns:a="http://schemas.openxmlformats.org/drawingml/2006/main" marL="1143000" indent="-228600" algn="l">
        <a:lnSpc>
          <a:spcPct val="90000"/>
        </a:lnSpc>
        <a:spcBef>
          <a:spcPts val="500"/>
        </a:spcBef>
        <a:buChar char="•"/>
        <a:defRPr sz="2000">
          <a:solidFill>
            <a:schemeClr val="tx1"/>
          </a:solidFill>
          <a:latin typeface="Liberation Sans"/>
          <a:ea typeface="Liberation Sans"/>
          <a:cs typeface="Liberation Sans"/>
        </a:defRPr>
      </a:lvl3pPr>
      <a:lvl4pPr xmlns:a="http://schemas.openxmlformats.org/drawingml/2006/main" marL="1600200" indent="-228600" algn="l">
        <a:lnSpc>
          <a:spcPct val="90000"/>
        </a:lnSpc>
        <a:spcBef>
          <a:spcPts val="500"/>
        </a:spcBef>
        <a:buChar char="•"/>
        <a:defRPr sz="1800">
          <a:solidFill>
            <a:schemeClr val="tx1"/>
          </a:solidFill>
          <a:latin typeface="Liberation Sans"/>
          <a:ea typeface="Liberation Sans"/>
          <a:cs typeface="Liberation Sans"/>
        </a:defRPr>
      </a:lvl4pPr>
      <a:lvl5pPr xmlns:a="http://schemas.openxmlformats.org/drawingml/2006/main" marL="2057400" indent="-228600" algn="l">
        <a:lnSpc>
          <a:spcPct val="90000"/>
        </a:lnSpc>
        <a:spcBef>
          <a:spcPts val="500"/>
        </a:spcBef>
        <a:buChar char="•"/>
        <a:defRPr sz="1800">
          <a:solidFill>
            <a:schemeClr val="tx1"/>
          </a:solidFill>
          <a:latin typeface="Liberation Sans"/>
          <a:ea typeface="Liberation Sans"/>
          <a:cs typeface="Liberation Sans"/>
        </a:defRPr>
      </a:lvl5pPr>
      <a:lvl6pPr xmlns:a="http://schemas.openxmlformats.org/drawingml/2006/main" marL="2514600" indent="-228600" algn="l">
        <a:lnSpc>
          <a:spcPct val="90000"/>
        </a:lnSpc>
        <a:spcBef>
          <a:spcPts val="500"/>
        </a:spcBef>
        <a:buChar char="•"/>
        <a:defRPr sz="1800">
          <a:solidFill>
            <a:schemeClr val="tx1"/>
          </a:solidFill>
          <a:latin typeface="Liberation Sans"/>
          <a:ea typeface="Liberation Sans"/>
          <a:cs typeface="Liberation Sans"/>
        </a:defRPr>
      </a:lvl6pPr>
      <a:lvl7pPr xmlns:a="http://schemas.openxmlformats.org/drawingml/2006/main" marL="2971800" indent="-228600" algn="l">
        <a:lnSpc>
          <a:spcPct val="90000"/>
        </a:lnSpc>
        <a:spcBef>
          <a:spcPts val="500"/>
        </a:spcBef>
        <a:buChar char="•"/>
        <a:defRPr sz="1800">
          <a:solidFill>
            <a:schemeClr val="tx1"/>
          </a:solidFill>
          <a:latin typeface="Liberation Sans"/>
          <a:ea typeface="Liberation Sans"/>
          <a:cs typeface="Liberation Sans"/>
        </a:defRPr>
      </a:lvl7pPr>
      <a:lvl8pPr xmlns:a="http://schemas.openxmlformats.org/drawingml/2006/main" marL="3429000" indent="-228600" algn="l">
        <a:lnSpc>
          <a:spcPct val="90000"/>
        </a:lnSpc>
        <a:spcBef>
          <a:spcPts val="500"/>
        </a:spcBef>
        <a:buChar char="•"/>
        <a:defRPr sz="1800">
          <a:solidFill>
            <a:schemeClr val="tx1"/>
          </a:solidFill>
          <a:latin typeface="Liberation Sans"/>
          <a:ea typeface="Liberation Sans"/>
          <a:cs typeface="Liberation Sans"/>
        </a:defRPr>
      </a:lvl8pPr>
      <a:lvl9pPr xmlns:a="http://schemas.openxmlformats.org/drawingml/2006/main" marL="3886200" indent="-228600" algn="l">
        <a:lnSpc>
          <a:spcPct val="90000"/>
        </a:lnSpc>
        <a:spcBef>
          <a:spcPts val="500"/>
        </a:spcBef>
        <a:buChar char="•"/>
        <a:defRPr sz="1800">
          <a:solidFill>
            <a:schemeClr val="tx1"/>
          </a:solidFill>
          <a:latin typeface="Liberation Sans"/>
          <a:ea typeface="Liberation Sans"/>
          <a:cs typeface="Liberation Sans"/>
        </a:defRPr>
      </a:lvl9pPr>
    </p:bodyStyle>
    <p:otherStyle>
      <a:lvl1pPr xmlns:a="http://schemas.openxmlformats.org/drawingml/2006/main" marL="0" algn="l">
        <a:buNone/>
        <a:defRPr sz="1800">
          <a:solidFill>
            <a:schemeClr val="tx1"/>
          </a:solidFill>
          <a:latin typeface="Liberation Sans"/>
          <a:ea typeface="Liberation Sans"/>
          <a:cs typeface="Liberation Sans"/>
        </a:defRPr>
      </a:lvl1pPr>
      <a:lvl2pPr xmlns:a="http://schemas.openxmlformats.org/drawingml/2006/main" marL="457200" algn="l">
        <a:buNone/>
        <a:defRPr sz="1800">
          <a:solidFill>
            <a:schemeClr val="tx1"/>
          </a:solidFill>
          <a:latin typeface="Liberation Sans"/>
          <a:ea typeface="Liberation Sans"/>
          <a:cs typeface="Liberation Sans"/>
        </a:defRPr>
      </a:lvl2pPr>
      <a:lvl3pPr xmlns:a="http://schemas.openxmlformats.org/drawingml/2006/main" marL="914400" algn="l">
        <a:buNone/>
        <a:defRPr sz="1800">
          <a:solidFill>
            <a:schemeClr val="tx1"/>
          </a:solidFill>
          <a:latin typeface="Liberation Sans"/>
          <a:ea typeface="Liberation Sans"/>
          <a:cs typeface="Liberation Sans"/>
        </a:defRPr>
      </a:lvl3pPr>
      <a:lvl4pPr xmlns:a="http://schemas.openxmlformats.org/drawingml/2006/main" marL="1371600" algn="l">
        <a:buNone/>
        <a:defRPr sz="1800">
          <a:solidFill>
            <a:schemeClr val="tx1"/>
          </a:solidFill>
          <a:latin typeface="Liberation Sans"/>
          <a:ea typeface="Liberation Sans"/>
          <a:cs typeface="Liberation Sans"/>
        </a:defRPr>
      </a:lvl4pPr>
      <a:lvl5pPr xmlns:a="http://schemas.openxmlformats.org/drawingml/2006/main" marL="1828800" algn="l">
        <a:buNone/>
        <a:defRPr sz="1800">
          <a:solidFill>
            <a:schemeClr val="tx1"/>
          </a:solidFill>
          <a:latin typeface="Liberation Sans"/>
          <a:ea typeface="Liberation Sans"/>
          <a:cs typeface="Liberation Sans"/>
        </a:defRPr>
      </a:lvl5pPr>
      <a:lvl6pPr xmlns:a="http://schemas.openxmlformats.org/drawingml/2006/main" marL="2286000" algn="l">
        <a:buNone/>
        <a:defRPr sz="1800">
          <a:solidFill>
            <a:schemeClr val="tx1"/>
          </a:solidFill>
          <a:latin typeface="Liberation Sans"/>
          <a:ea typeface="Liberation Sans"/>
          <a:cs typeface="Liberation Sans"/>
        </a:defRPr>
      </a:lvl6pPr>
      <a:lvl7pPr xmlns:a="http://schemas.openxmlformats.org/drawingml/2006/main" marL="2743200" algn="l">
        <a:buNone/>
        <a:defRPr sz="1800">
          <a:solidFill>
            <a:schemeClr val="tx1"/>
          </a:solidFill>
          <a:latin typeface="Liberation Sans"/>
          <a:ea typeface="Liberation Sans"/>
          <a:cs typeface="Liberation Sans"/>
        </a:defRPr>
      </a:lvl7pPr>
      <a:lvl8pPr xmlns:a="http://schemas.openxmlformats.org/drawingml/2006/main" marL="3200400" algn="l">
        <a:buNone/>
        <a:defRPr sz="1800">
          <a:solidFill>
            <a:schemeClr val="tx1"/>
          </a:solidFill>
          <a:latin typeface="Liberation Sans"/>
          <a:ea typeface="Liberation Sans"/>
          <a:cs typeface="Liberation Sans"/>
        </a:defRPr>
      </a:lvl8pPr>
      <a:lvl9pPr xmlns:a="http://schemas.openxmlformats.org/drawingml/2006/main" marL="3657600" algn="l">
        <a:buNone/>
        <a:defRPr sz="1800">
          <a:solidFill>
            <a:schemeClr val="tx1"/>
          </a:solidFill>
          <a:latin typeface="Liberation Sans"/>
          <a:ea typeface="Liberation Sans"/>
          <a:cs typeface="Liberation Sans"/>
        </a:defRPr>
      </a:lvl9pPr>
    </p:otherStyle>
  </p:txStyles>
</p:sldMaster>
</file>

<file path=ppt/slideMasters/theme/theme2.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Lesson theme">
      <a:majorFont>
        <a:latin typeface="Liberation Sans"/>
        <a:ea typeface="Liberation Sans"/>
        <a:cs typeface="Liberation Sans"/>
      </a:majorFont>
      <a:minorFont>
        <a:latin typeface="Liberation Sans"/>
        <a:ea typeface="Liberation Sans"/>
        <a:cs typeface="Liberation Sans"/>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f1bcf1f6b844249" /><Relationship Type="http://schemas.openxmlformats.org/officeDocument/2006/relationships/image" Target="/ppt/media/image.jpeg" Id="R561e40dfc2994e6f" /><Relationship Type="http://schemas.openxmlformats.org/officeDocument/2006/relationships/notesSlide" Target="/ppt/notesSlides/notesSlide1.xml" Id="Rd74a5551f6b148f8" /></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6.xml" Id="Rd8001293b2ee4dda"/><Relationship Type="http://schemas.openxmlformats.org/officeDocument/2006/relationships/image" Target="../media/image.jpeg" Id="R3d039ae600f24046"/><Relationship Type="http://schemas.openxmlformats.org/officeDocument/2006/relationships/notesSlide" Target="/ppt/notesSlides/notesSlide2.xml" Id="R55197444a8c74972"/></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6.xml" Id="R48ebba1ad78e4998"/><Relationship Type="http://schemas.openxmlformats.org/officeDocument/2006/relationships/image" Target="../media/image.jpeg" Id="R1f1d13b6fe8f4211"/><Relationship Type="http://schemas.openxmlformats.org/officeDocument/2006/relationships/notesSlide" Target="/ppt/notesSlides/notesSlide3.xml" Id="R8ca5df25dc2e45b9"/></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6.xml" Id="R2cf14a43f05d4b91"/><Relationship Type="http://schemas.openxmlformats.org/officeDocument/2006/relationships/image" Target="../media/image.jpeg" Id="Rbf6c70639c1343c4"/><Relationship Type="http://schemas.openxmlformats.org/officeDocument/2006/relationships/notesSlide" Target="/ppt/notesSlides/notesSlide4.xml" Id="Rde40d79bd7b44446"/></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6.xml" Id="R9be02522d3ae4ddb"/><Relationship Type="http://schemas.openxmlformats.org/officeDocument/2006/relationships/image" Target="../media/image.jpeg" Id="R864858ba2e174775"/><Relationship Type="http://schemas.openxmlformats.org/officeDocument/2006/relationships/notesSlide" Target="/ppt/notesSlides/notesSlide5.xml" Id="R48e0a7f1b883463f"/></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6.xml" Id="R4f20b45d3e1244fe"/><Relationship Type="http://schemas.openxmlformats.org/officeDocument/2006/relationships/image" Target="../media/image.jpeg" Id="R6fefd649e343430d"/><Relationship Type="http://schemas.openxmlformats.org/officeDocument/2006/relationships/notesSlide" Target="/ppt/notesSlides/notesSlide6.xml" Id="R4e91631cf28d42dd"/></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6.xml" Id="R31d21467a05b4758"/><Relationship Type="http://schemas.openxmlformats.org/officeDocument/2006/relationships/image" Target="../media/image.jpeg" Id="Re5d8b13aaca0437f"/><Relationship Type="http://schemas.openxmlformats.org/officeDocument/2006/relationships/notesSlide" Target="/ppt/notesSlides/notesSlide7.xml" Id="R7f17921b898e42bc"/></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6.xml" Id="R35d167e0cdd048a0"/><Relationship Type="http://schemas.openxmlformats.org/officeDocument/2006/relationships/image" Target="../media/image.jpeg" Id="R96cb23c4b5294b89"/><Relationship Type="http://schemas.openxmlformats.org/officeDocument/2006/relationships/notesSlide" Target="/ppt/notesSlides/notesSlide8.xml" Id="R0a7bf5559f5d45ca"/></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6.xml" Id="Ref1553ed3f8e40a0"/><Relationship Type="http://schemas.openxmlformats.org/officeDocument/2006/relationships/image" Target="../media/image.jpeg" Id="Rfae7a54956a04530"/><Relationship Type="http://schemas.openxmlformats.org/officeDocument/2006/relationships/notesSlide" Target="/ppt/notesSlides/notesSlide9.xml" Id="R2d8af10043b74974"/></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6.xml" Id="R80b224f2beda4ecc"/><Relationship Type="http://schemas.openxmlformats.org/officeDocument/2006/relationships/image" Target="../media/image.jpeg" Id="Raeb8b58ba1e247c2"/><Relationship Type="http://schemas.openxmlformats.org/officeDocument/2006/relationships/notesSlide" Target="/ppt/notesSlides/notesSlide10.xml" Id="R05c4c48662664808"/></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6.xml" Id="R9fa40accc0a04c9a"/><Relationship Type="http://schemas.openxmlformats.org/officeDocument/2006/relationships/image" Target="../media/image.jpeg" Id="R1da022ad377148ac"/><Relationship Type="http://schemas.openxmlformats.org/officeDocument/2006/relationships/notesSlide" Target="/ppt/notesSlides/notesSlide11.xml" Id="R15ea853571ea4c7f"/></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6.xml" Id="R92e1463ff07343db"/><Relationship Type="http://schemas.openxmlformats.org/officeDocument/2006/relationships/image" Target="../media/image.jpeg" Id="R89bc469268fa4018"/><Relationship Type="http://schemas.openxmlformats.org/officeDocument/2006/relationships/notesSlide" Target="/ppt/notesSlides/notesSlide12.xml" Id="R8ee058fbc61244b1"/></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6.xml" Id="R443edb4f059941f6"/><Relationship Type="http://schemas.openxmlformats.org/officeDocument/2006/relationships/image" Target="../media/image.jpeg" Id="Rf8f36bbdeabd463c"/><Relationship Type="http://schemas.openxmlformats.org/officeDocument/2006/relationships/notesSlide" Target="/ppt/notesSlides/notesSlide13.xml" Id="Rbac3c0a97dfd442a"/></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6.xml" Id="R17269867e9e84e5c"/><Relationship Type="http://schemas.openxmlformats.org/officeDocument/2006/relationships/image" Target="../media/image.jpeg" Id="R9956e547f23b49e7"/><Relationship Type="http://schemas.openxmlformats.org/officeDocument/2006/relationships/notesSlide" Target="/ppt/notesSlides/notesSlide14.xml" Id="R8a7135763b4841c4"/></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6.xml" Id="Rbd412e34e699441b"/><Relationship Type="http://schemas.openxmlformats.org/officeDocument/2006/relationships/image" Target="../media/image.jpeg" Id="R8db822d909dc4897"/><Relationship Type="http://schemas.openxmlformats.org/officeDocument/2006/relationships/notesSlide" Target="/ppt/notesSlides/notesSlide15.xml" Id="Ra0ed90a69a4741cd"/></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6.xml" Id="Rd95e63a52d604e02"/><Relationship Type="http://schemas.openxmlformats.org/officeDocument/2006/relationships/image" Target="../media/image.jpeg" Id="R5ed45b4ca73e452c"/><Relationship Type="http://schemas.openxmlformats.org/officeDocument/2006/relationships/notesSlide" Target="/ppt/notesSlides/notesSlide16.xml" Id="R97ba7db724464746"/></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6.xml" Id="R962c5fedcfe44b26"/><Relationship Type="http://schemas.openxmlformats.org/officeDocument/2006/relationships/image" Target="../media/image.jpeg" Id="R44569956ee6d41d4"/><Relationship Type="http://schemas.openxmlformats.org/officeDocument/2006/relationships/notesSlide" Target="/ppt/notesSlides/notesSlide17.xml" Id="Ra6badc653d2f44ee"/></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6.xml" Id="R2a982cc2651b4982"/><Relationship Type="http://schemas.openxmlformats.org/officeDocument/2006/relationships/image" Target="../media/image.jpeg" Id="Rbb019cd3eaa0491d"/><Relationship Type="http://schemas.openxmlformats.org/officeDocument/2006/relationships/notesSlide" Target="/ppt/notesSlides/notesSlide18.xml" Id="R0309b2b126db4c8c"/></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6.xml" Id="R3d482dbcec804be1"/><Relationship Type="http://schemas.openxmlformats.org/officeDocument/2006/relationships/image" Target="../media/image.jpeg" Id="R2fe1f2fc33774185"/><Relationship Type="http://schemas.openxmlformats.org/officeDocument/2006/relationships/notesSlide" Target="/ppt/notesSlides/notesSlide19.xml" Id="Ra6848991d1bf4c2c"/></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6.xml" Id="R6fe46cffbef74469"/><Relationship Type="http://schemas.openxmlformats.org/officeDocument/2006/relationships/image" Target="../media/image.jpeg" Id="R32da2ec1949546a8"/><Relationship Type="http://schemas.openxmlformats.org/officeDocument/2006/relationships/notesSlide" Target="/ppt/notesSlides/notesSlide20.xml" Id="R5ab61c103fc5483b"/></Relationships>
</file>

<file path=ppt/slides/_rels/slide21.xml.rels><?xml version='1.0' encoding='UTF-8' standalone='yes'?>
<Relationships xmlns="http://schemas.openxmlformats.org/package/2006/relationships"><Relationship Type="http://schemas.openxmlformats.org/officeDocument/2006/relationships/slideLayout" Target="/ppt/slideLayouts/slideLayout6.xml" Id="R0837c5ac1fc84ff0"/><Relationship Type="http://schemas.openxmlformats.org/officeDocument/2006/relationships/image" Target="../media/image.jpeg" Id="Ra8bcb048c5d54703"/><Relationship Type="http://schemas.openxmlformats.org/officeDocument/2006/relationships/notesSlide" Target="/ppt/notesSlides/notesSlide21.xml" Id="R08ca3d45137c473c"/></Relationships>
</file>

<file path=ppt/slides/_rels/slide22.xml.rels><?xml version='1.0' encoding='UTF-8' standalone='yes'?>
<Relationships xmlns="http://schemas.openxmlformats.org/package/2006/relationships"><Relationship Type="http://schemas.openxmlformats.org/officeDocument/2006/relationships/slideLayout" Target="/ppt/slideLayouts/slideLayout6.xml" Id="R440d9ef15baa4c50"/><Relationship Type="http://schemas.openxmlformats.org/officeDocument/2006/relationships/image" Target="../media/image.jpeg" Id="R7d7e232095e84a0f"/><Relationship Type="http://schemas.openxmlformats.org/officeDocument/2006/relationships/notesSlide" Target="/ppt/notesSlides/notesSlide22.xml" Id="Rd53c7dca0ba74457"/></Relationships>
</file>

<file path=ppt/slides/_rels/slide23.xml.rels><?xml version='1.0' encoding='UTF-8' standalone='yes'?>
<Relationships xmlns="http://schemas.openxmlformats.org/package/2006/relationships"><Relationship Type="http://schemas.openxmlformats.org/officeDocument/2006/relationships/slideLayout" Target="/ppt/slideLayouts/slideLayout6.xml" Id="R4bcdcb0dbabd4f96"/><Relationship Type="http://schemas.openxmlformats.org/officeDocument/2006/relationships/image" Target="../media/image.jpeg" Id="R71da4f1f68ee4698"/><Relationship Type="http://schemas.openxmlformats.org/officeDocument/2006/relationships/notesSlide" Target="/ppt/notesSlides/notesSlide23.xml" Id="R652cee7803604f1c"/></Relationships>
</file>

<file path=ppt/slides/_rels/slide24.xml.rels><?xml version='1.0' encoding='UTF-8' standalone='yes'?>
<Relationships xmlns="http://schemas.openxmlformats.org/package/2006/relationships"><Relationship Type="http://schemas.openxmlformats.org/officeDocument/2006/relationships/slideLayout" Target="/ppt/slideLayouts/slideLayout6.xml" Id="Rd959535bcfa34344"/><Relationship Type="http://schemas.openxmlformats.org/officeDocument/2006/relationships/image" Target="../media/image.jpeg" Id="Rfd3992f819a34577"/><Relationship Type="http://schemas.openxmlformats.org/officeDocument/2006/relationships/notesSlide" Target="/ppt/notesSlides/notesSlide24.xml" Id="R7ae9ce5566dc4f17"/></Relationships>
</file>

<file path=ppt/slides/_rels/slide25.xml.rels><?xml version='1.0' encoding='UTF-8' standalone='yes'?>
<Relationships xmlns="http://schemas.openxmlformats.org/package/2006/relationships"><Relationship Type="http://schemas.openxmlformats.org/officeDocument/2006/relationships/slideLayout" Target="/ppt/slideLayouts/slideLayout6.xml" Id="R0bfe32c4b60d4043"/><Relationship Type="http://schemas.openxmlformats.org/officeDocument/2006/relationships/image" Target="../media/image.jpeg" Id="R3b7006e41446478b"/><Relationship Type="http://schemas.openxmlformats.org/officeDocument/2006/relationships/notesSlide" Target="/ppt/notesSlides/notesSlide25.xml" Id="Ra8eac4de3b244265"/></Relationships>
</file>

<file path=ppt/slides/_rels/slide26.xml.rels><?xml version='1.0' encoding='UTF-8' standalone='yes'?>
<Relationships xmlns="http://schemas.openxmlformats.org/package/2006/relationships"><Relationship Type="http://schemas.openxmlformats.org/officeDocument/2006/relationships/slideLayout" Target="/ppt/slideLayouts/slideLayout6.xml" Id="R887e6beb9ba14d9d"/><Relationship Type="http://schemas.openxmlformats.org/officeDocument/2006/relationships/image" Target="../media/image.jpeg" Id="R775cafa454d1434e"/><Relationship Type="http://schemas.openxmlformats.org/officeDocument/2006/relationships/notesSlide" Target="/ppt/notesSlides/notesSlide26.xml" Id="R9989204521ea419a"/></Relationships>
</file>

<file path=ppt/slides/_rels/slide27.xml.rels><?xml version='1.0' encoding='UTF-8' standalone='yes'?>
<Relationships xmlns="http://schemas.openxmlformats.org/package/2006/relationships"><Relationship Type="http://schemas.openxmlformats.org/officeDocument/2006/relationships/slideLayout" Target="/ppt/slideLayouts/slideLayout6.xml" Id="R3d0057b9da94414e"/><Relationship Type="http://schemas.openxmlformats.org/officeDocument/2006/relationships/image" Target="../media/image.jpeg" Id="R769e1fa29b304984"/><Relationship Type="http://schemas.openxmlformats.org/officeDocument/2006/relationships/notesSlide" Target="/ppt/notesSlides/notesSlide27.xml" Id="Rb92876d781a34a2d"/></Relationships>
</file>

<file path=ppt/slides/_rels/slide28.xml.rels><?xml version='1.0' encoding='UTF-8' standalone='yes'?>
<Relationships xmlns="http://schemas.openxmlformats.org/package/2006/relationships"><Relationship Type="http://schemas.openxmlformats.org/officeDocument/2006/relationships/slideLayout" Target="/ppt/slideLayouts/slideLayout6.xml" Id="Rb8ebe03afcd541dd"/><Relationship Type="http://schemas.openxmlformats.org/officeDocument/2006/relationships/image" Target="../media/image.jpeg" Id="R0a7bdb213c834ccb"/><Relationship Type="http://schemas.openxmlformats.org/officeDocument/2006/relationships/notesSlide" Target="/ppt/notesSlides/notesSlide28.xml" Id="Ra7b84ba37b164d8e"/></Relationships>
</file>

<file path=ppt/slides/_rels/slide29.xml.rels><?xml version='1.0' encoding='UTF-8' standalone='yes'?>
<Relationships xmlns="http://schemas.openxmlformats.org/package/2006/relationships"><Relationship Type="http://schemas.openxmlformats.org/officeDocument/2006/relationships/slideLayout" Target="/ppt/slideLayouts/slideLayout6.xml" Id="R385b5a95b0af4cdf"/><Relationship Type="http://schemas.openxmlformats.org/officeDocument/2006/relationships/image" Target="../media/image.jpeg" Id="R14e4c3bd6cd546e8"/><Relationship Type="http://schemas.openxmlformats.org/officeDocument/2006/relationships/notesSlide" Target="/ppt/notesSlides/notesSlide29.xml" Id="Rabc57ce52fc74a75"/></Relationships>
</file>

<file path=ppt/slides/_rels/slide30.xml.rels><?xml version='1.0' encoding='UTF-8' standalone='yes'?>
<Relationships xmlns="http://schemas.openxmlformats.org/package/2006/relationships"><Relationship Type="http://schemas.openxmlformats.org/officeDocument/2006/relationships/slideLayout" Target="/ppt/slideLayouts/slideLayout6.xml" Id="Raf7ea2e963164753"/><Relationship Type="http://schemas.openxmlformats.org/officeDocument/2006/relationships/image" Target="../media/image.jpeg" Id="Rb3c2595338324a18"/><Relationship Type="http://schemas.openxmlformats.org/officeDocument/2006/relationships/notesSlide" Target="/ppt/notesSlides/notesSlide30.xml" Id="R44897c7a41c344e3"/></Relationships>
</file>

<file path=ppt/slides/_rels/slide31.xml.rels><?xml version='1.0' encoding='UTF-8' standalone='yes'?>
<Relationships xmlns="http://schemas.openxmlformats.org/package/2006/relationships"><Relationship Type="http://schemas.openxmlformats.org/officeDocument/2006/relationships/slideLayout" Target="/ppt/slideLayouts/slideLayout6.xml" Id="R4cd84e63900b4480"/><Relationship Type="http://schemas.openxmlformats.org/officeDocument/2006/relationships/image" Target="../media/image.jpeg" Id="Re09b9ca1bb684417"/><Relationship Type="http://schemas.openxmlformats.org/officeDocument/2006/relationships/notesSlide" Target="/ppt/notesSlides/notesSlide31.xml" Id="R1153a70794354bf3"/></Relationships>
</file>

<file path=ppt/slides/_rels/slide32.xml.rels><?xml version='1.0' encoding='UTF-8' standalone='yes'?>
<Relationships xmlns="http://schemas.openxmlformats.org/package/2006/relationships"><Relationship Type="http://schemas.openxmlformats.org/officeDocument/2006/relationships/slideLayout" Target="/ppt/slideLayouts/slideLayout6.xml" Id="Rc218c95a4b1d4525"/><Relationship Type="http://schemas.openxmlformats.org/officeDocument/2006/relationships/image" Target="../media/image.jpeg" Id="Reb1da04aae304b04"/><Relationship Type="http://schemas.openxmlformats.org/officeDocument/2006/relationships/notesSlide" Target="/ppt/notesSlides/notesSlide32.xml" Id="Rbcdc54b0fc8140fa"/></Relationships>
</file>

<file path=ppt/slides/_rels/slide33.xml.rels><?xml version='1.0' encoding='UTF-8' standalone='yes'?>
<Relationships xmlns="http://schemas.openxmlformats.org/package/2006/relationships"><Relationship Type="http://schemas.openxmlformats.org/officeDocument/2006/relationships/slideLayout" Target="/ppt/slideLayouts/slideLayout6.xml" Id="Rb5831498f5a54e42"/><Relationship Type="http://schemas.openxmlformats.org/officeDocument/2006/relationships/image" Target="../media/image.jpeg" Id="R54ccbe24175446c3"/><Relationship Type="http://schemas.openxmlformats.org/officeDocument/2006/relationships/notesSlide" Target="/ppt/notesSlides/notesSlide33.xml" Id="R30aa85cec1624204"/></Relationships>
</file>

<file path=ppt/slides/_rels/slide34.xml.rels><?xml version='1.0' encoding='UTF-8' standalone='yes'?>
<Relationships xmlns="http://schemas.openxmlformats.org/package/2006/relationships"><Relationship Type="http://schemas.openxmlformats.org/officeDocument/2006/relationships/slideLayout" Target="/ppt/slideLayouts/slideLayout6.xml" Id="R2d0c99b159b2477f"/><Relationship Type="http://schemas.openxmlformats.org/officeDocument/2006/relationships/image" Target="../media/image.jpeg" Id="R9fadbdc904064a94"/><Relationship Type="http://schemas.openxmlformats.org/officeDocument/2006/relationships/notesSlide" Target="/ppt/notesSlides/notesSlide34.xml" Id="R101d8d383fa04752"/></Relationships>
</file>

<file path=ppt/slides/_rels/slide35.xml.rels><?xml version='1.0' encoding='UTF-8' standalone='yes'?>
<Relationships xmlns="http://schemas.openxmlformats.org/package/2006/relationships"><Relationship Type="http://schemas.openxmlformats.org/officeDocument/2006/relationships/slideLayout" Target="/ppt/slideLayouts/slideLayout6.xml" Id="Rd2025b122b954d7c"/><Relationship Type="http://schemas.openxmlformats.org/officeDocument/2006/relationships/image" Target="../media/image.jpeg" Id="Re80845e21f7f4433"/><Relationship Type="http://schemas.openxmlformats.org/officeDocument/2006/relationships/notesSlide" Target="/ppt/notesSlides/notesSlide35.xml" Id="Rcd40651e6a394b37"/></Relationships>
</file>

<file path=ppt/slides/_rels/slide36.xml.rels><?xml version='1.0' encoding='UTF-8' standalone='yes'?>
<Relationships xmlns="http://schemas.openxmlformats.org/package/2006/relationships"><Relationship Type="http://schemas.openxmlformats.org/officeDocument/2006/relationships/slideLayout" Target="/ppt/slideLayouts/slideLayout6.xml" Id="R5efb3350d4794a15"/><Relationship Type="http://schemas.openxmlformats.org/officeDocument/2006/relationships/image" Target="../media/image.jpeg" Id="R4048f9586abe4673"/><Relationship Type="http://schemas.openxmlformats.org/officeDocument/2006/relationships/notesSlide" Target="/ppt/notesSlides/notesSlide36.xml" Id="R57fc0ffd21764702"/></Relationships>
</file>

<file path=ppt/slides/_rels/slide37.xml.rels><?xml version='1.0' encoding='UTF-8' standalone='yes'?>
<Relationships xmlns="http://schemas.openxmlformats.org/package/2006/relationships"><Relationship Type="http://schemas.openxmlformats.org/officeDocument/2006/relationships/slideLayout" Target="/ppt/slideLayouts/slideLayout6.xml" Id="R3084d9f355e243f0"/><Relationship Type="http://schemas.openxmlformats.org/officeDocument/2006/relationships/image" Target="../media/image.jpeg" Id="R3e554de64b94426f"/><Relationship Type="http://schemas.openxmlformats.org/officeDocument/2006/relationships/notesSlide" Target="/ppt/notesSlides/notesSlide37.xml" Id="R4535852055ce4d4e"/></Relationships>
</file>

<file path=ppt/slides/_rels/slide38.xml.rels><?xml version='1.0' encoding='UTF-8' standalone='yes'?>
<Relationships xmlns="http://schemas.openxmlformats.org/package/2006/relationships"><Relationship Type="http://schemas.openxmlformats.org/officeDocument/2006/relationships/slideLayout" Target="/ppt/slideLayouts/slideLayout6.xml" Id="R9367e7aa5ad046aa"/><Relationship Type="http://schemas.openxmlformats.org/officeDocument/2006/relationships/image" Target="../media/image.jpeg" Id="R9d9e3bedacd64984"/><Relationship Type="http://schemas.openxmlformats.org/officeDocument/2006/relationships/notesSlide" Target="/ppt/notesSlides/notesSlide38.xml" Id="Ra88eb223d219470f"/></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lesson-header">
            <a:extLst xmlns:a="http://schemas.openxmlformats.org/drawingml/2006/main">
              <a:ext uri="{FF2B5EF4-FFF2-40B4-BE49-F238E27FC236}">
                <a16:creationId xmlns:a16="http://schemas.microsoft.com/office/drawing/2014/main" id="{8F8CC519-8929-40ED-8B48-E194691C96FB}"/>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1</a:t>
            </a:r>
          </a:p>
        </p:txBody>
      </p:sp>
      <p:sp>
        <p:nvSpPr>
          <p:cNvPr id="2" name="stage-clock">
            <a:extLst xmlns:a="http://schemas.openxmlformats.org/drawingml/2006/main">
              <a:ext uri="{FF2B5EF4-FFF2-40B4-BE49-F238E27FC236}">
                <a16:creationId xmlns:a16="http://schemas.microsoft.com/office/drawing/2014/main" id="{EF1E8E63-BBEF-4B3E-9DCD-AEB41889CD22}"/>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Opening · 0 min · 00 to 00</a:t>
            </a:r>
          </a:p>
        </p:txBody>
      </p:sp>
      <p:sp>
        <p:nvSpPr>
          <p:cNvPr id="3" name="slide-title">
            <a:extLst xmlns:a="http://schemas.openxmlformats.org/drawingml/2006/main">
              <a:ext uri="{FF2B5EF4-FFF2-40B4-BE49-F238E27FC236}">
                <a16:creationId xmlns:a16="http://schemas.microsoft.com/office/drawing/2014/main" id="{30E3094E-2E08-4B47-A1CB-3AFB6AC87C4A}"/>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RE and Worldviews · BUILD · Spring 1 · Week 1</a:t>
            </a:r>
          </a:p>
        </p:txBody>
      </p:sp>
      <p:sp>
        <p:nvSpPr>
          <p:cNvPr id="4" name="shape">
            <a:extLst xmlns:a="http://schemas.openxmlformats.org/drawingml/2006/main">
              <a:ext uri="{FF2B5EF4-FFF2-40B4-BE49-F238E27FC236}">
                <a16:creationId xmlns:a16="http://schemas.microsoft.com/office/drawing/2014/main" id="{94E4C12A-F4F6-419E-82A5-129A26FF5202}"/>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9BEDC884-DD65-4194-B7D9-B26FDED51C2C}"/>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42C0E640-4625-4CEC-9FCC-973BDE1B3B64}"/>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1E43D9C0-C090-42D2-886D-B8EEBEA714B7}"/>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337266A0-70CA-44E4-8B6C-FB9AE10BFD84}"/>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B804654B-314D-465A-8145-D465E9049E94}"/>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52464538-1F89-4C1A-881C-A6BD948589D7}"/>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find care in a story.</a:t>
            </a:r>
          </a:p>
        </p:txBody>
      </p:sp>
      <p:sp>
        <p:nvSpPr>
          <p:cNvPr id="11" name="re-framing">
            <a:extLst xmlns:a="http://schemas.openxmlformats.org/drawingml/2006/main">
              <a:ext uri="{FF2B5EF4-FFF2-40B4-BE49-F238E27FC236}">
                <a16:creationId xmlns:a16="http://schemas.microsoft.com/office/drawing/2014/main" id="{1C442167-7DFD-43D8-9AF9-6118B47DFC32}"/>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28D505A8-ED2D-46B4-A0B5-BB597E9F1FB3}"/>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5EE12E12-E33C-448C-BF83-C4B4EB613D90}"/>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 / 38</a:t>
            </a:r>
          </a:p>
        </p:txBody>
      </p:sp>
      <p:sp>
        <p:nvSpPr>
          <p:cNvPr id="14" name="licence-footer">
            <a:extLst xmlns:a="http://schemas.openxmlformats.org/drawingml/2006/main">
              <a:ext uri="{FF2B5EF4-FFF2-40B4-BE49-F238E27FC236}">
                <a16:creationId xmlns:a16="http://schemas.microsoft.com/office/drawing/2014/main" id="{9BD2A8D9-C375-407A-B3D5-9648C7DDF7E1}"/>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4AAA6A88-8D45-4F23-907F-4916F3D6CDEA}"/>
              </a:ext>
            </a:extLst>
          </p:cNvPr>
          <p:cNvPicPr>
            <a:picLocks xmlns:a="http://schemas.openxmlformats.org/drawingml/2006/main" noChangeAspect="1"/>
          </p:cNvPicPr>
          <p:nvPr/>
        </p:nvPicPr>
        <p:blipFill>
          <a:blip xmlns:r="http://schemas.openxmlformats.org/officeDocument/2006/relationships" xmlns:a="http://schemas.openxmlformats.org/drawingml/2006/main" r:embed="R561e40dfc2994e6f"/>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453A30D5-A5FE-4108-BDC8-D797204AA501}"/>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Scheme / SoW unit: Caring for others</a:t>
            </a:r>
          </a:p>
        </p:txBody>
      </p:sp>
      <p:sp>
        <p:nvSpPr>
          <p:cNvPr id="17" name="pupil-text">
            <a:extLst xmlns:a="http://schemas.openxmlformats.org/drawingml/2006/main">
              <a:ext uri="{FF2B5EF4-FFF2-40B4-BE49-F238E27FC236}">
                <a16:creationId xmlns:a16="http://schemas.microsoft.com/office/drawing/2014/main" id="{8472C56B-2DF5-4975-8D5B-C6BEAD6C0C02}"/>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Subject: RE and Worldviews · Pathway: BUILD</a:t>
            </a:r>
          </a:p>
        </p:txBody>
      </p:sp>
      <p:sp>
        <p:nvSpPr>
          <p:cNvPr id="18" name="pupil-text">
            <a:extLst xmlns:a="http://schemas.openxmlformats.org/drawingml/2006/main">
              <a:ext uri="{FF2B5EF4-FFF2-40B4-BE49-F238E27FC236}">
                <a16:creationId xmlns:a16="http://schemas.microsoft.com/office/drawing/2014/main" id="{10A58F3E-FCC2-4747-B2D8-126620BF9FCB}"/>
              </a:ext>
            </a:extLst>
          </p:cNvPr>
          <p:cNvSpPr>
            <a:spLocks xmlns:a="http://schemas.openxmlformats.org/drawingml/2006/main" noGrp="1"/>
          </p:cNvSpPr>
          <p:nvPr/>
        </p:nvSpPr>
        <p:spPr>
          <a:xfrm xmlns:a="http://schemas.openxmlformats.org/drawingml/2006/main">
            <a:off x="457200" y="25336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Term: Spring 1 · Week 1 · Lesson: BUILD-RE-S1-W01</a:t>
            </a:r>
          </a:p>
        </p:txBody>
      </p:sp>
      <p:sp>
        <p:nvSpPr>
          <p:cNvPr id="19" name="pupil-text">
            <a:extLst xmlns:a="http://schemas.openxmlformats.org/drawingml/2006/main">
              <a:ext uri="{FF2B5EF4-FFF2-40B4-BE49-F238E27FC236}">
                <a16:creationId xmlns:a16="http://schemas.microsoft.com/office/drawing/2014/main" id="{816BC66B-BA1A-4959-8485-9A5F22A8522F}"/>
              </a:ext>
            </a:extLst>
          </p:cNvPr>
          <p:cNvSpPr>
            <a:spLocks xmlns:a="http://schemas.openxmlformats.org/drawingml/2006/main" noGrp="1"/>
          </p:cNvSpPr>
          <p:nvPr/>
        </p:nvSpPr>
        <p:spPr>
          <a:xfrm xmlns:a="http://schemas.openxmlformats.org/drawingml/2006/main">
            <a:off x="457200" y="29241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How can a story show care?</a:t>
            </a:r>
          </a:p>
        </p:txBody>
      </p:sp>
      <p:sp>
        <p:nvSpPr>
          <p:cNvPr id="20" name="pupil-text">
            <a:extLst xmlns:a="http://schemas.openxmlformats.org/drawingml/2006/main">
              <a:ext uri="{FF2B5EF4-FFF2-40B4-BE49-F238E27FC236}">
                <a16:creationId xmlns:a16="http://schemas.microsoft.com/office/drawing/2014/main" id="{E17592DE-7B8D-40F5-8FD9-555CACD0913E}"/>
              </a:ext>
            </a:extLst>
          </p:cNvPr>
          <p:cNvSpPr>
            <a:spLocks xmlns:a="http://schemas.openxmlformats.org/drawingml/2006/main" noGrp="1"/>
          </p:cNvSpPr>
          <p:nvPr/>
        </p:nvSpPr>
        <p:spPr>
          <a:xfrm xmlns:a="http://schemas.openxmlformats.org/drawingml/2006/main">
            <a:off x="457200" y="33432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To be able to… find care in a story.</a:t>
            </a:r>
          </a:p>
        </p:txBody>
      </p:sp>
      <p:sp>
        <p:nvSpPr>
          <p:cNvPr id="21" name="shape">
            <a:extLst xmlns:a="http://schemas.openxmlformats.org/drawingml/2006/main">
              <a:ext uri="{FF2B5EF4-FFF2-40B4-BE49-F238E27FC236}">
                <a16:creationId xmlns:a16="http://schemas.microsoft.com/office/drawing/2014/main" id="{E61169BC-E171-4291-9C9F-5B5B8A3005D8}"/>
              </a:ext>
            </a:extLst>
          </p:cNvPr>
          <p:cNvSpPr>
            <a:spLocks xmlns:a="http://schemas.openxmlformats.org/drawingml/2006/main" noGrp="1"/>
          </p:cNvSpPr>
          <p:nvPr/>
        </p:nvSpPr>
        <p:spPr>
          <a:xfrm xmlns:a="http://schemas.openxmlformats.org/drawingml/2006/main">
            <a:off x="409575" y="3724275"/>
            <a:ext cx="11372850" cy="314325"/>
          </a:xfrm>
          <a:prstGeom xmlns:a="http://schemas.openxmlformats.org/drawingml/2006/main" prst="rect">
            <a:avLst/>
          </a:prstGeom>
          <a:solidFill xmlns:a="http://schemas.openxmlformats.org/drawingml/2006/main">
            <a:srgbClr val="FFE4C8"/>
          </a:solidFill>
          <a:ln xmlns:a="http://schemas.openxmlformats.org/drawingml/2006/main" w="0">
            <a:noFill/>
            <a:prstDash val="solid"/>
          </a:ln>
        </p:spPr>
      </p:sp>
      <p:sp>
        <p:nvSpPr>
          <p:cNvPr id="22" name="pupil-text">
            <a:extLst xmlns:a="http://schemas.openxmlformats.org/drawingml/2006/main">
              <a:ext uri="{FF2B5EF4-FFF2-40B4-BE49-F238E27FC236}">
                <a16:creationId xmlns:a16="http://schemas.microsoft.com/office/drawing/2014/main" id="{676E5DD8-7CCA-4CAC-9BA8-F44FF3B4ADB8}"/>
              </a:ext>
            </a:extLst>
          </p:cNvPr>
          <p:cNvSpPr>
            <a:spLocks xmlns:a="http://schemas.openxmlformats.org/drawingml/2006/main" noGrp="1"/>
          </p:cNvSpPr>
          <p:nvPr/>
        </p:nvSpPr>
        <p:spPr>
          <a:xfrm xmlns:a="http://schemas.openxmlformats.org/drawingml/2006/main">
            <a:off x="457200" y="37338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Success today: I can… show one caring act and say how it helps.</a:t>
            </a:r>
          </a:p>
        </p:txBody>
      </p:sp>
      <p:sp>
        <p:nvSpPr>
          <p:cNvPr id="23" name="pupil-text">
            <a:extLst xmlns:a="http://schemas.openxmlformats.org/drawingml/2006/main">
              <a:ext uri="{FF2B5EF4-FFF2-40B4-BE49-F238E27FC236}">
                <a16:creationId xmlns:a16="http://schemas.microsoft.com/office/drawing/2014/main" id="{D9FC4331-A881-4044-B151-6AC0931880A3}"/>
              </a:ext>
            </a:extLst>
          </p:cNvPr>
          <p:cNvSpPr>
            <a:spLocks xmlns:a="http://schemas.openxmlformats.org/drawingml/2006/main" noGrp="1"/>
          </p:cNvSpPr>
          <p:nvPr/>
        </p:nvSpPr>
        <p:spPr>
          <a:xfrm xmlns:a="http://schemas.openxmlformats.org/drawingml/2006/main">
            <a:off x="457200" y="41243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Employability link: Notice when help is needed.</a:t>
            </a:r>
          </a:p>
        </p:txBody>
      </p:sp>
      <p:sp>
        <p:nvSpPr>
          <p:cNvPr id="24" name="pupil-text">
            <a:extLst xmlns:a="http://schemas.openxmlformats.org/drawingml/2006/main">
              <a:ext uri="{FF2B5EF4-FFF2-40B4-BE49-F238E27FC236}">
                <a16:creationId xmlns:a16="http://schemas.microsoft.com/office/drawing/2014/main" id="{E36E0C3D-D804-4A64-9AC8-70BBC02060E8}"/>
              </a:ext>
            </a:extLst>
          </p:cNvPr>
          <p:cNvSpPr>
            <a:spLocks xmlns:a="http://schemas.openxmlformats.org/drawingml/2006/main" noGrp="1"/>
          </p:cNvSpPr>
          <p:nvPr/>
        </p:nvSpPr>
        <p:spPr>
          <a:xfrm xmlns:a="http://schemas.openxmlformats.org/drawingml/2006/main">
            <a:off x="457200" y="4514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40 minutes</a:t>
            </a:r>
          </a:p>
        </p:txBody>
      </p:sp>
      <p:sp>
        <p:nvSpPr>
          <p:cNvPr id="25" name="pupil-text">
            <a:extLst xmlns:a="http://schemas.openxmlformats.org/drawingml/2006/main">
              <a:ext uri="{FF2B5EF4-FFF2-40B4-BE49-F238E27FC236}">
                <a16:creationId xmlns:a16="http://schemas.microsoft.com/office/drawing/2014/main" id="{6ECCBBCA-E83F-409B-B6FF-1F5F00EB202A}"/>
              </a:ext>
            </a:extLst>
          </p:cNvPr>
          <p:cNvSpPr>
            <a:spLocks xmlns:a="http://schemas.openxmlformats.org/drawingml/2006/main" noGrp="1"/>
          </p:cNvSpPr>
          <p:nvPr/>
        </p:nvSpPr>
        <p:spPr>
          <a:xfrm xmlns:a="http://schemas.openxmlformats.org/drawingml/2006/main">
            <a:off x="457200" y="49053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 learns about caring; this activity is not worship</a:t>
            </a:r>
          </a:p>
        </p:txBody>
      </p:sp>
    </p:spTree>
    <p:extLst>
      <p:ext uri="{BB962C8B-B14F-4D97-AF65-F5344CB8AC3E}">
        <p14:creationId xmlns:p14="http://schemas.microsoft.com/office/powerpoint/2010/main" val="110319068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lesson-header">
            <a:extLst xmlns:a="http://schemas.openxmlformats.org/drawingml/2006/main">
              <a:ext uri="{FF2B5EF4-FFF2-40B4-BE49-F238E27FC236}">
                <a16:creationId xmlns:a16="http://schemas.microsoft.com/office/drawing/2014/main" id="{E7DBE44A-99FD-4ABF-872B-67791AB24E97}"/>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1</a:t>
            </a:r>
          </a:p>
        </p:txBody>
      </p:sp>
      <p:sp>
        <p:nvSpPr>
          <p:cNvPr id="2" name="stage-clock">
            <a:extLst xmlns:a="http://schemas.openxmlformats.org/drawingml/2006/main">
              <a:ext uri="{FF2B5EF4-FFF2-40B4-BE49-F238E27FC236}">
                <a16:creationId xmlns:a16="http://schemas.microsoft.com/office/drawing/2014/main" id="{40DB3F0B-E89F-4618-B555-2D9FE0202A10}"/>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Opening · 0 min · 00 to 00</a:t>
            </a:r>
          </a:p>
        </p:txBody>
      </p:sp>
      <p:sp>
        <p:nvSpPr>
          <p:cNvPr id="3" name="slide-title">
            <a:extLst xmlns:a="http://schemas.openxmlformats.org/drawingml/2006/main">
              <a:ext uri="{FF2B5EF4-FFF2-40B4-BE49-F238E27FC236}">
                <a16:creationId xmlns:a16="http://schemas.microsoft.com/office/drawing/2014/main" id="{AA82B569-253A-42DC-B190-6C578CA0299B}"/>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RE and Worldviews · BUILD · Spring 1 · Week 1 · continued</a:t>
            </a:r>
          </a:p>
        </p:txBody>
      </p:sp>
      <p:sp>
        <p:nvSpPr>
          <p:cNvPr id="4" name="shape">
            <a:extLst xmlns:a="http://schemas.openxmlformats.org/drawingml/2006/main">
              <a:ext uri="{FF2B5EF4-FFF2-40B4-BE49-F238E27FC236}">
                <a16:creationId xmlns:a16="http://schemas.microsoft.com/office/drawing/2014/main" id="{4F98F520-DA58-46D6-8E29-64DE0EA7DEA2}"/>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1D230646-479B-4A02-A5C3-94F60ED68E88}"/>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B32BCBBD-1B25-4EFD-9D7E-69E7313011C0}"/>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99C6D653-AF0E-4F98-A5F9-8FECF07E65BB}"/>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FAF7472A-A497-4DF2-A192-40FE0B0426CA}"/>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9ED9CE67-4FC2-44F3-A0BE-7FB5EF2DA55D}"/>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1CEBEBCC-2A60-46F4-B7F5-7D1990263245}"/>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find care in a story.</a:t>
            </a:r>
          </a:p>
        </p:txBody>
      </p:sp>
      <p:sp>
        <p:nvSpPr>
          <p:cNvPr id="11" name="re-framing">
            <a:extLst xmlns:a="http://schemas.openxmlformats.org/drawingml/2006/main">
              <a:ext uri="{FF2B5EF4-FFF2-40B4-BE49-F238E27FC236}">
                <a16:creationId xmlns:a16="http://schemas.microsoft.com/office/drawing/2014/main" id="{F2603F6F-7852-45CB-95A8-4E32EFB73143}"/>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E8D011BB-11EC-4913-8257-64513A424D16}"/>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395D110E-2A92-4990-951D-8EFEF32A5B7F}"/>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 / 38</a:t>
            </a:r>
          </a:p>
        </p:txBody>
      </p:sp>
      <p:sp>
        <p:nvSpPr>
          <p:cNvPr id="14" name="licence-footer">
            <a:extLst xmlns:a="http://schemas.openxmlformats.org/drawingml/2006/main">
              <a:ext uri="{FF2B5EF4-FFF2-40B4-BE49-F238E27FC236}">
                <a16:creationId xmlns:a16="http://schemas.microsoft.com/office/drawing/2014/main" id="{34D1760B-99A8-49C1-9F98-2BA567F18551}"/>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BE8F76E0-4153-49B3-A20C-8CBA74BF61D7}"/>
              </a:ext>
            </a:extLst>
          </p:cNvPr>
          <p:cNvPicPr>
            <a:picLocks xmlns:a="http://schemas.openxmlformats.org/drawingml/2006/main" noChangeAspect="1"/>
          </p:cNvPicPr>
          <p:nvPr/>
        </p:nvPicPr>
        <p:blipFill>
          <a:blip xmlns:r="http://schemas.openxmlformats.org/officeDocument/2006/relationships" xmlns:a="http://schemas.openxmlformats.org/drawingml/2006/main" r:embed="R3d039ae600f24046"/>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A816F408-B885-404A-B670-E345D394F611}"/>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Reflection is optional and never worship.</a:t>
            </a:r>
          </a:p>
        </p:txBody>
      </p:sp>
      <p:sp>
        <p:nvSpPr>
          <p:cNvPr id="17" name="pupil-text">
            <a:extLst xmlns:a="http://schemas.openxmlformats.org/drawingml/2006/main">
              <a:ext uri="{FF2B5EF4-FFF2-40B4-BE49-F238E27FC236}">
                <a16:creationId xmlns:a16="http://schemas.microsoft.com/office/drawing/2014/main" id="{96E2E299-4020-4599-86D8-0200500F9186}"/>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You may use the neutral made-up case. Keep private stories private.</a:t>
            </a:r>
          </a:p>
        </p:txBody>
      </p:sp>
      <p:sp>
        <p:nvSpPr>
          <p:cNvPr id="18" name="pupil-text">
            <a:extLst xmlns:a="http://schemas.openxmlformats.org/drawingml/2006/main">
              <a:ext uri="{FF2B5EF4-FFF2-40B4-BE49-F238E27FC236}">
                <a16:creationId xmlns:a16="http://schemas.microsoft.com/office/drawing/2014/main" id="{DE13416E-B21B-40A2-B1C4-FF37954517EA}"/>
              </a:ext>
            </a:extLst>
          </p:cNvPr>
          <p:cNvSpPr>
            <a:spLocks xmlns:a="http://schemas.openxmlformats.org/drawingml/2006/main" noGrp="1"/>
          </p:cNvSpPr>
          <p:nvPr/>
        </p:nvSpPr>
        <p:spPr>
          <a:xfrm xmlns:a="http://schemas.openxmlformats.org/drawingml/2006/main">
            <a:off x="457200" y="25336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You may point, speak, sign, use symbols, draw or write. An adult may write your words. You may pass.</a:t>
            </a:r>
          </a:p>
        </p:txBody>
      </p:sp>
      <p:sp>
        <p:nvSpPr>
          <p:cNvPr id="19" name="pupil-text">
            <a:extLst xmlns:a="http://schemas.openxmlformats.org/drawingml/2006/main">
              <a:ext uri="{FF2B5EF4-FFF2-40B4-BE49-F238E27FC236}">
                <a16:creationId xmlns:a16="http://schemas.microsoft.com/office/drawing/2014/main" id="{B7DA6032-35ED-4256-A94F-CCDC2832921B}"/>
              </a:ext>
            </a:extLst>
          </p:cNvPr>
          <p:cNvSpPr>
            <a:spLocks xmlns:a="http://schemas.openxmlformats.org/drawingml/2006/main" noGrp="1"/>
          </p:cNvSpPr>
          <p:nvPr/>
        </p:nvSpPr>
        <p:spPr>
          <a:xfrm xmlns:a="http://schemas.openxmlformats.org/drawingml/2006/main">
            <a:off x="457200" y="29241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Pause card: Pause / Pass / Back to one source card, then one step.</a:t>
            </a:r>
          </a:p>
        </p:txBody>
      </p:sp>
      <p:sp>
        <p:nvSpPr>
          <p:cNvPr id="20" name="pupil-text">
            <a:extLst xmlns:a="http://schemas.openxmlformats.org/drawingml/2006/main">
              <a:ext uri="{FF2B5EF4-FFF2-40B4-BE49-F238E27FC236}">
                <a16:creationId xmlns:a16="http://schemas.microsoft.com/office/drawing/2014/main" id="{4B4DAA91-9F9E-4B22-8011-5493D8E240F6}"/>
              </a:ext>
            </a:extLst>
          </p:cNvPr>
          <p:cNvSpPr>
            <a:spLocks xmlns:a="http://schemas.openxmlformats.org/drawingml/2006/main" noGrp="1"/>
          </p:cNvSpPr>
          <p:nvPr/>
        </p:nvSpPr>
        <p:spPr>
          <a:xfrm xmlns:a="http://schemas.openxmlformats.org/drawingml/2006/main">
            <a:off x="457200" y="3314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Feedback: □ VF □ WS □ I □ NS □ E □ R □ [//] □ [?]</a:t>
            </a:r>
          </a:p>
        </p:txBody>
      </p:sp>
      <p:sp>
        <p:nvSpPr>
          <p:cNvPr id="21" name="pupil-text">
            <a:extLst xmlns:a="http://schemas.openxmlformats.org/drawingml/2006/main">
              <a:ext uri="{FF2B5EF4-FFF2-40B4-BE49-F238E27FC236}">
                <a16:creationId xmlns:a16="http://schemas.microsoft.com/office/drawing/2014/main" id="{37E6DBF3-D912-44E2-A666-555B6D405DBE}"/>
              </a:ext>
            </a:extLst>
          </p:cNvPr>
          <p:cNvSpPr>
            <a:spLocks xmlns:a="http://schemas.openxmlformats.org/drawingml/2006/main" noGrp="1"/>
          </p:cNvSpPr>
          <p:nvPr/>
        </p:nvSpPr>
        <p:spPr>
          <a:xfrm xmlns:a="http://schemas.openxmlformats.org/drawingml/2006/main">
            <a:off x="457200" y="3705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VF — We talk about your work.</a:t>
            </a:r>
          </a:p>
        </p:txBody>
      </p:sp>
      <p:sp>
        <p:nvSpPr>
          <p:cNvPr id="22" name="pupil-text">
            <a:extLst xmlns:a="http://schemas.openxmlformats.org/drawingml/2006/main">
              <a:ext uri="{FF2B5EF4-FFF2-40B4-BE49-F238E27FC236}">
                <a16:creationId xmlns:a16="http://schemas.microsoft.com/office/drawing/2014/main" id="{BFAD7A71-B66F-4184-9281-D6E791380E73}"/>
              </a:ext>
            </a:extLst>
          </p:cNvPr>
          <p:cNvSpPr>
            <a:spLocks xmlns:a="http://schemas.openxmlformats.org/drawingml/2006/main" noGrp="1"/>
          </p:cNvSpPr>
          <p:nvPr/>
        </p:nvSpPr>
        <p:spPr>
          <a:xfrm xmlns:a="http://schemas.openxmlformats.org/drawingml/2006/main">
            <a:off x="457200" y="40957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WS — You worked with help.</a:t>
            </a:r>
          </a:p>
        </p:txBody>
      </p:sp>
      <p:sp>
        <p:nvSpPr>
          <p:cNvPr id="23" name="pupil-text">
            <a:extLst xmlns:a="http://schemas.openxmlformats.org/drawingml/2006/main">
              <a:ext uri="{FF2B5EF4-FFF2-40B4-BE49-F238E27FC236}">
                <a16:creationId xmlns:a16="http://schemas.microsoft.com/office/drawing/2014/main" id="{4E793D82-F27B-4EF5-B4B2-2C66DAD7F8D7}"/>
              </a:ext>
            </a:extLst>
          </p:cNvPr>
          <p:cNvSpPr>
            <a:spLocks xmlns:a="http://schemas.openxmlformats.org/drawingml/2006/main" noGrp="1"/>
          </p:cNvSpPr>
          <p:nvPr/>
        </p:nvSpPr>
        <p:spPr>
          <a:xfrm xmlns:a="http://schemas.openxmlformats.org/drawingml/2006/main">
            <a:off x="457200" y="44862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 You did the thinking on your own.</a:t>
            </a:r>
          </a:p>
        </p:txBody>
      </p:sp>
      <p:sp>
        <p:nvSpPr>
          <p:cNvPr id="24" name="pupil-text">
            <a:extLst xmlns:a="http://schemas.openxmlformats.org/drawingml/2006/main">
              <a:ext uri="{FF2B5EF4-FFF2-40B4-BE49-F238E27FC236}">
                <a16:creationId xmlns:a16="http://schemas.microsoft.com/office/drawing/2014/main" id="{471EC246-60FE-4A97-B9CE-41A068967619}"/>
              </a:ext>
            </a:extLst>
          </p:cNvPr>
          <p:cNvSpPr>
            <a:spLocks xmlns:a="http://schemas.openxmlformats.org/drawingml/2006/main" noGrp="1"/>
          </p:cNvSpPr>
          <p:nvPr/>
        </p:nvSpPr>
        <p:spPr>
          <a:xfrm xmlns:a="http://schemas.openxmlformats.org/drawingml/2006/main">
            <a:off x="457200" y="48768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NS — Try one next step.</a:t>
            </a:r>
          </a:p>
        </p:txBody>
      </p:sp>
    </p:spTree>
    <p:extLst>
      <p:ext uri="{BB962C8B-B14F-4D97-AF65-F5344CB8AC3E}">
        <p14:creationId xmlns:p14="http://schemas.microsoft.com/office/powerpoint/2010/main" val="120437965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7B1F85B7-86B1-4048-B897-A8D666B67233}"/>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1</a:t>
            </a:r>
          </a:p>
        </p:txBody>
      </p:sp>
      <p:sp>
        <p:nvSpPr>
          <p:cNvPr id="2" name="stage-clock">
            <a:extLst xmlns:a="http://schemas.openxmlformats.org/drawingml/2006/main">
              <a:ext uri="{FF2B5EF4-FFF2-40B4-BE49-F238E27FC236}">
                <a16:creationId xmlns:a16="http://schemas.microsoft.com/office/drawing/2014/main" id="{559E73AC-F46D-4669-9933-60E5FC186050}"/>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Opening · 0 min · 00 to 00</a:t>
            </a:r>
          </a:p>
        </p:txBody>
      </p:sp>
      <p:sp>
        <p:nvSpPr>
          <p:cNvPr id="3" name="slide-title">
            <a:extLst xmlns:a="http://schemas.openxmlformats.org/drawingml/2006/main">
              <a:ext uri="{FF2B5EF4-FFF2-40B4-BE49-F238E27FC236}">
                <a16:creationId xmlns:a16="http://schemas.microsoft.com/office/drawing/2014/main" id="{BFB7666D-E6B6-4754-ABD3-5F58A811F63C}"/>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RE and Worldviews · BUILD · Spring 1 · Week 1 · continued</a:t>
            </a:r>
          </a:p>
        </p:txBody>
      </p:sp>
      <p:sp>
        <p:nvSpPr>
          <p:cNvPr id="4" name="shape">
            <a:extLst xmlns:a="http://schemas.openxmlformats.org/drawingml/2006/main">
              <a:ext uri="{FF2B5EF4-FFF2-40B4-BE49-F238E27FC236}">
                <a16:creationId xmlns:a16="http://schemas.microsoft.com/office/drawing/2014/main" id="{181A8524-530D-43C2-AB4C-BFF6681219F0}"/>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0528E001-3C3A-4AEC-8136-03CC30340C8F}"/>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C81DC546-3AA6-4B50-96B7-EAF64F4C3CFB}"/>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29CBAF39-A03F-47F7-A2C0-439B1466DFA1}"/>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EC5D25AC-8756-422C-B13D-F796AA74FF46}"/>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FC6C2CC7-6E3B-4257-959A-CBE1489148D5}"/>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BA0D0F71-5F19-4B22-8622-845BEDC3FE79}"/>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find care in a story.</a:t>
            </a:r>
          </a:p>
        </p:txBody>
      </p:sp>
      <p:sp>
        <p:nvSpPr>
          <p:cNvPr id="11" name="re-framing">
            <a:extLst xmlns:a="http://schemas.openxmlformats.org/drawingml/2006/main">
              <a:ext uri="{FF2B5EF4-FFF2-40B4-BE49-F238E27FC236}">
                <a16:creationId xmlns:a16="http://schemas.microsoft.com/office/drawing/2014/main" id="{8FD214B0-819D-4631-835A-45E6927527B7}"/>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805433B2-C3E6-45D6-AD0A-1F5EE513E1C0}"/>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6D7997F0-1273-4487-ABA4-0311E20A5BB7}"/>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 / 38</a:t>
            </a:r>
          </a:p>
        </p:txBody>
      </p:sp>
      <p:sp>
        <p:nvSpPr>
          <p:cNvPr id="14" name="licence-footer">
            <a:extLst xmlns:a="http://schemas.openxmlformats.org/drawingml/2006/main">
              <a:ext uri="{FF2B5EF4-FFF2-40B4-BE49-F238E27FC236}">
                <a16:creationId xmlns:a16="http://schemas.microsoft.com/office/drawing/2014/main" id="{415D2555-571D-473B-9E84-CEDAA18FDEDB}"/>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6F615B13-BEC4-4838-A752-E3394A73CC5A}"/>
              </a:ext>
            </a:extLst>
          </p:cNvPr>
          <p:cNvPicPr>
            <a:picLocks xmlns:a="http://schemas.openxmlformats.org/drawingml/2006/main" noChangeAspect="1"/>
          </p:cNvPicPr>
          <p:nvPr/>
        </p:nvPicPr>
        <p:blipFill>
          <a:blip xmlns:r="http://schemas.openxmlformats.org/officeDocument/2006/relationships" xmlns:a="http://schemas.openxmlformats.org/drawingml/2006/main" r:embed="R1f1d13b6fe8f4211"/>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7ED53C52-0DC1-4BFC-BF82-D73DE980B850}"/>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 — Your work is saved.</a:t>
            </a:r>
          </a:p>
        </p:txBody>
      </p:sp>
      <p:sp>
        <p:nvSpPr>
          <p:cNvPr id="17" name="pupil-text">
            <a:extLst xmlns:a="http://schemas.openxmlformats.org/drawingml/2006/main">
              <a:ext uri="{FF2B5EF4-FFF2-40B4-BE49-F238E27FC236}">
                <a16:creationId xmlns:a16="http://schemas.microsoft.com/office/drawing/2014/main" id="{9F401899-EFB5-47FA-8DB1-A46D3248C7F5}"/>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 — You respond. We hear you. It helps us plan.</a:t>
            </a:r>
          </a:p>
        </p:txBody>
      </p:sp>
      <p:sp>
        <p:nvSpPr>
          <p:cNvPr id="18" name="pupil-text">
            <a:extLst xmlns:a="http://schemas.openxmlformats.org/drawingml/2006/main">
              <a:ext uri="{FF2B5EF4-FFF2-40B4-BE49-F238E27FC236}">
                <a16:creationId xmlns:a16="http://schemas.microsoft.com/office/drawing/2014/main" id="{5B245C0B-3440-4F2C-9DAC-9E67CAD78955}"/>
              </a:ext>
            </a:extLst>
          </p:cNvPr>
          <p:cNvSpPr>
            <a:spLocks xmlns:a="http://schemas.openxmlformats.org/drawingml/2006/main" noGrp="1"/>
          </p:cNvSpPr>
          <p:nvPr/>
        </p:nvSpPr>
        <p:spPr>
          <a:xfrm xmlns:a="http://schemas.openxmlformats.org/drawingml/2006/main">
            <a:off x="457200" y="25336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 — Check this bit.</a:t>
            </a:r>
          </a:p>
        </p:txBody>
      </p:sp>
      <p:sp>
        <p:nvSpPr>
          <p:cNvPr id="19" name="pupil-text">
            <a:extLst xmlns:a="http://schemas.openxmlformats.org/drawingml/2006/main">
              <a:ext uri="{FF2B5EF4-FFF2-40B4-BE49-F238E27FC236}">
                <a16:creationId xmlns:a16="http://schemas.microsoft.com/office/drawing/2014/main" id="{729D1FE9-CBE7-426E-A2AE-FECFB3AD2233}"/>
              </a:ext>
            </a:extLst>
          </p:cNvPr>
          <p:cNvSpPr>
            <a:spLocks xmlns:a="http://schemas.openxmlformats.org/drawingml/2006/main" noGrp="1"/>
          </p:cNvSpPr>
          <p:nvPr/>
        </p:nvSpPr>
        <p:spPr>
          <a:xfrm xmlns:a="http://schemas.openxmlformats.org/drawingml/2006/main">
            <a:off x="457200" y="29241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 — Show me or read it back.</a:t>
            </a:r>
          </a:p>
        </p:txBody>
      </p:sp>
    </p:spTree>
    <p:extLst>
      <p:ext uri="{BB962C8B-B14F-4D97-AF65-F5344CB8AC3E}">
        <p14:creationId xmlns:p14="http://schemas.microsoft.com/office/powerpoint/2010/main" val="102282456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lesson-header">
            <a:extLst xmlns:a="http://schemas.openxmlformats.org/drawingml/2006/main">
              <a:ext uri="{FF2B5EF4-FFF2-40B4-BE49-F238E27FC236}">
                <a16:creationId xmlns:a16="http://schemas.microsoft.com/office/drawing/2014/main" id="{A876C3D6-FA56-473B-8120-5C417D78C3AC}"/>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1</a:t>
            </a:r>
          </a:p>
        </p:txBody>
      </p:sp>
      <p:sp>
        <p:nvSpPr>
          <p:cNvPr id="2" name="stage-clock">
            <a:extLst xmlns:a="http://schemas.openxmlformats.org/drawingml/2006/main">
              <a:ext uri="{FF2B5EF4-FFF2-40B4-BE49-F238E27FC236}">
                <a16:creationId xmlns:a16="http://schemas.microsoft.com/office/drawing/2014/main" id="{0D204AF3-0B36-4D76-A516-60A6558857A4}"/>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B8A20498-ECDC-41A2-A366-0138C27FA931}"/>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a:t>
            </a:r>
          </a:p>
        </p:txBody>
      </p:sp>
      <p:sp>
        <p:nvSpPr>
          <p:cNvPr id="4" name="shape">
            <a:extLst xmlns:a="http://schemas.openxmlformats.org/drawingml/2006/main">
              <a:ext uri="{FF2B5EF4-FFF2-40B4-BE49-F238E27FC236}">
                <a16:creationId xmlns:a16="http://schemas.microsoft.com/office/drawing/2014/main" id="{64E9A42E-1467-4959-BA69-FC5B3231A941}"/>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42C6BADD-F00E-4B05-B6C6-2CD6DD6D0277}"/>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AAC01580-03FE-440A-B4DC-BBD6FE2C1AF0}"/>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8673FB35-AA27-4942-A1E7-1F8BE4161945}"/>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CB99CCDF-CBED-4064-B277-A83E4D43AF02}"/>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F699AE36-7047-4755-9A22-DD5DC80CC9FE}"/>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958A54D3-421D-4B52-B067-F0C589FE9D49}"/>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find care in a story.</a:t>
            </a:r>
          </a:p>
        </p:txBody>
      </p:sp>
      <p:sp>
        <p:nvSpPr>
          <p:cNvPr id="11" name="re-framing">
            <a:extLst xmlns:a="http://schemas.openxmlformats.org/drawingml/2006/main">
              <a:ext uri="{FF2B5EF4-FFF2-40B4-BE49-F238E27FC236}">
                <a16:creationId xmlns:a16="http://schemas.microsoft.com/office/drawing/2014/main" id="{031F7FE0-B077-44F1-9EED-7DDFAF5E23CC}"/>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908B405E-6E84-4846-9156-7A91FE023290}"/>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46EF1761-1DC5-4884-A740-6B755081B19F}"/>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4 / 38</a:t>
            </a:r>
          </a:p>
        </p:txBody>
      </p:sp>
      <p:sp>
        <p:nvSpPr>
          <p:cNvPr id="14" name="licence-footer">
            <a:extLst xmlns:a="http://schemas.openxmlformats.org/drawingml/2006/main">
              <a:ext uri="{FF2B5EF4-FFF2-40B4-BE49-F238E27FC236}">
                <a16:creationId xmlns:a16="http://schemas.microsoft.com/office/drawing/2014/main" id="{D70C3721-1018-46CF-88C1-84B1A383FA03}"/>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9C4DACC4-62D5-4636-841E-D66C39D5EB3C}"/>
              </a:ext>
            </a:extLst>
          </p:cNvPr>
          <p:cNvPicPr>
            <a:picLocks xmlns:a="http://schemas.openxmlformats.org/drawingml/2006/main" noChangeAspect="1"/>
          </p:cNvPicPr>
          <p:nvPr/>
        </p:nvPicPr>
        <p:blipFill>
          <a:blip xmlns:r="http://schemas.openxmlformats.org/officeDocument/2006/relationships" xmlns:a="http://schemas.openxmlformats.org/drawingml/2006/main" r:embed="Rbf6c70639c1343c4"/>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314EA9F0-855B-4667-8870-00128D29244C}"/>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Give four short replies or marks. You may pass.</a:t>
            </a:r>
          </a:p>
        </p:txBody>
      </p:sp>
      <p:sp>
        <p:nvSpPr>
          <p:cNvPr id="17" name="pupil-text">
            <a:extLst xmlns:a="http://schemas.openxmlformats.org/drawingml/2006/main">
              <a:ext uri="{FF2B5EF4-FFF2-40B4-BE49-F238E27FC236}">
                <a16:creationId xmlns:a16="http://schemas.microsoft.com/office/drawing/2014/main" id="{AEB8F7EE-A9B8-4536-8EF3-0A2F555F1A3D}"/>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How can a story show care?</a:t>
            </a:r>
          </a:p>
        </p:txBody>
      </p:sp>
    </p:spTree>
    <p:extLst>
      <p:ext uri="{BB962C8B-B14F-4D97-AF65-F5344CB8AC3E}">
        <p14:creationId xmlns:p14="http://schemas.microsoft.com/office/powerpoint/2010/main" val="169669868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lesson-header">
            <a:extLst xmlns:a="http://schemas.openxmlformats.org/drawingml/2006/main">
              <a:ext uri="{FF2B5EF4-FFF2-40B4-BE49-F238E27FC236}">
                <a16:creationId xmlns:a16="http://schemas.microsoft.com/office/drawing/2014/main" id="{1C5B6A69-A953-4ADA-819F-185963CAE8E5}"/>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1</a:t>
            </a:r>
          </a:p>
        </p:txBody>
      </p:sp>
      <p:sp>
        <p:nvSpPr>
          <p:cNvPr id="2" name="stage-clock">
            <a:extLst xmlns:a="http://schemas.openxmlformats.org/drawingml/2006/main">
              <a:ext uri="{FF2B5EF4-FFF2-40B4-BE49-F238E27FC236}">
                <a16:creationId xmlns:a16="http://schemas.microsoft.com/office/drawing/2014/main" id="{69495FE6-CC2C-466A-9FCC-196D16582109}"/>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474F86ED-2A8D-4772-B946-6B894779F82F}"/>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Supported</a:t>
            </a:r>
          </a:p>
        </p:txBody>
      </p:sp>
      <p:sp>
        <p:nvSpPr>
          <p:cNvPr id="4" name="shape">
            <a:extLst xmlns:a="http://schemas.openxmlformats.org/drawingml/2006/main">
              <a:ext uri="{FF2B5EF4-FFF2-40B4-BE49-F238E27FC236}">
                <a16:creationId xmlns:a16="http://schemas.microsoft.com/office/drawing/2014/main" id="{2ECA983A-820A-4419-AA67-363886DF9253}"/>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71ACAA8F-2A07-457D-BFDD-E256278B3876}"/>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F42DB11B-8051-45FC-8506-1BB60752A0E8}"/>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5819CF8C-F3BE-4DA0-98DF-17AA01C45429}"/>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53531EFF-50E6-4F0D-B610-1B0CDF7FDA49}"/>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A666E630-AFB9-4537-9DF3-9FC384BFCFA5}"/>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D2F27818-79F2-4F7E-A251-6DE995DC91DD}"/>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find care in a story.</a:t>
            </a:r>
          </a:p>
        </p:txBody>
      </p:sp>
      <p:sp>
        <p:nvSpPr>
          <p:cNvPr id="11" name="re-framing">
            <a:extLst xmlns:a="http://schemas.openxmlformats.org/drawingml/2006/main">
              <a:ext uri="{FF2B5EF4-FFF2-40B4-BE49-F238E27FC236}">
                <a16:creationId xmlns:a16="http://schemas.microsoft.com/office/drawing/2014/main" id="{364A7AF0-8715-49CB-ACF1-34CB269F1E37}"/>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A4FC5636-9819-4B18-991A-5FE3D8687C5C}"/>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3B4BD593-EA2F-4BF1-A5D1-2CC9B6049041}"/>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5 / 38</a:t>
            </a:r>
          </a:p>
        </p:txBody>
      </p:sp>
      <p:sp>
        <p:nvSpPr>
          <p:cNvPr id="14" name="licence-footer">
            <a:extLst xmlns:a="http://schemas.openxmlformats.org/drawingml/2006/main">
              <a:ext uri="{FF2B5EF4-FFF2-40B4-BE49-F238E27FC236}">
                <a16:creationId xmlns:a16="http://schemas.microsoft.com/office/drawing/2014/main" id="{6D588A66-2482-4F28-A883-8B39A8F48DDC}"/>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F77F637E-64D6-4B84-BC3A-F7B51B983EC8}"/>
              </a:ext>
            </a:extLst>
          </p:cNvPr>
          <p:cNvPicPr>
            <a:picLocks xmlns:a="http://schemas.openxmlformats.org/drawingml/2006/main" noChangeAspect="1"/>
          </p:cNvPicPr>
          <p:nvPr/>
        </p:nvPicPr>
        <p:blipFill>
          <a:blip xmlns:r="http://schemas.openxmlformats.org/officeDocument/2006/relationships" xmlns:a="http://schemas.openxmlformats.org/drawingml/2006/main" r:embed="R864858ba2e174775"/>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EFD25519-215B-410B-87BA-178F25AB9877}"/>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Give four short replies or marks. You may pass.</a:t>
            </a:r>
          </a:p>
        </p:txBody>
      </p:sp>
      <p:sp>
        <p:nvSpPr>
          <p:cNvPr id="17" name="pupil-text">
            <a:extLst xmlns:a="http://schemas.openxmlformats.org/drawingml/2006/main">
              <a:ext uri="{FF2B5EF4-FFF2-40B4-BE49-F238E27FC236}">
                <a16:creationId xmlns:a16="http://schemas.microsoft.com/office/drawing/2014/main" id="{CA3F5FFA-71B4-44A0-87DB-A94D783D5BDE}"/>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Prior idea 1</a:t>
            </a:r>
          </a:p>
        </p:txBody>
      </p:sp>
      <p:sp>
        <p:nvSpPr>
          <p:cNvPr id="18" name="pupil-text">
            <a:extLst xmlns:a="http://schemas.openxmlformats.org/drawingml/2006/main">
              <a:ext uri="{FF2B5EF4-FFF2-40B4-BE49-F238E27FC236}">
                <a16:creationId xmlns:a16="http://schemas.microsoft.com/office/drawing/2014/main" id="{3D96D985-F2F3-47CE-AC08-77AEA58BC0DB}"/>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Can help make a task easier or harder?</a:t>
            </a:r>
          </a:p>
        </p:txBody>
      </p:sp>
      <p:sp>
        <p:nvSpPr>
          <p:cNvPr id="19" name="pupil-text">
            <a:extLst xmlns:a="http://schemas.openxmlformats.org/drawingml/2006/main">
              <a:ext uri="{FF2B5EF4-FFF2-40B4-BE49-F238E27FC236}">
                <a16:creationId xmlns:a16="http://schemas.microsoft.com/office/drawing/2014/main" id="{3F246465-03A1-4744-8158-11304A8E8BFE}"/>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Prior idea 2</a:t>
            </a:r>
          </a:p>
        </p:txBody>
      </p:sp>
      <p:sp>
        <p:nvSpPr>
          <p:cNvPr id="20" name="pupil-text">
            <a:extLst xmlns:a="http://schemas.openxmlformats.org/drawingml/2006/main">
              <a:ext uri="{FF2B5EF4-FFF2-40B4-BE49-F238E27FC236}">
                <a16:creationId xmlns:a16="http://schemas.microsoft.com/office/drawing/2014/main" id="{B6767931-EA09-4CD4-8F42-D0E6358C226D}"/>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Can a person say no to help: yes or no?</a:t>
            </a:r>
          </a:p>
        </p:txBody>
      </p:sp>
      <p:sp>
        <p:nvSpPr>
          <p:cNvPr id="21" name="pupil-text">
            <a:extLst xmlns:a="http://schemas.openxmlformats.org/drawingml/2006/main">
              <a:ext uri="{FF2B5EF4-FFF2-40B4-BE49-F238E27FC236}">
                <a16:creationId xmlns:a16="http://schemas.microsoft.com/office/drawing/2014/main" id="{C13C894F-1470-45CC-8FC0-1189C969CCE4}"/>
              </a:ext>
            </a:extLst>
          </p:cNvPr>
          <p:cNvSpPr>
            <a:spLocks xmlns:a="http://schemas.openxmlformats.org/drawingml/2006/main" noGrp="1"/>
          </p:cNvSpPr>
          <p:nvPr/>
        </p:nvSpPr>
        <p:spPr>
          <a:xfrm xmlns:a="http://schemas.openxmlformats.org/drawingml/2006/main">
            <a:off x="457200" y="37623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Prior idea 3</a:t>
            </a:r>
          </a:p>
        </p:txBody>
      </p:sp>
      <p:sp>
        <p:nvSpPr>
          <p:cNvPr id="22" name="pupil-text">
            <a:extLst xmlns:a="http://schemas.openxmlformats.org/drawingml/2006/main">
              <a:ext uri="{FF2B5EF4-FFF2-40B4-BE49-F238E27FC236}">
                <a16:creationId xmlns:a16="http://schemas.microsoft.com/office/drawing/2014/main" id="{04320C46-3580-416E-9594-1D307CC74AA2}"/>
              </a:ext>
            </a:extLst>
          </p:cNvPr>
          <p:cNvSpPr>
            <a:spLocks xmlns:a="http://schemas.openxmlformats.org/drawingml/2006/main" noGrp="1"/>
          </p:cNvSpPr>
          <p:nvPr/>
        </p:nvSpPr>
        <p:spPr>
          <a:xfrm xmlns:a="http://schemas.openxmlformats.org/drawingml/2006/main">
            <a:off x="457200" y="41814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Must we tell a private story: yes or no?</a:t>
            </a:r>
          </a:p>
        </p:txBody>
      </p:sp>
      <p:sp>
        <p:nvSpPr>
          <p:cNvPr id="23" name="pupil-text">
            <a:extLst xmlns:a="http://schemas.openxmlformats.org/drawingml/2006/main">
              <a:ext uri="{FF2B5EF4-FFF2-40B4-BE49-F238E27FC236}">
                <a16:creationId xmlns:a16="http://schemas.microsoft.com/office/drawing/2014/main" id="{D41CF120-C7A0-473D-AFDC-8C7A63B4F5FB}"/>
              </a:ext>
            </a:extLst>
          </p:cNvPr>
          <p:cNvSpPr>
            <a:spLocks xmlns:a="http://schemas.openxmlformats.org/drawingml/2006/main" noGrp="1"/>
          </p:cNvSpPr>
          <p:nvPr/>
        </p:nvSpPr>
        <p:spPr>
          <a:xfrm xmlns:a="http://schemas.openxmlformats.org/drawingml/2006/main">
            <a:off x="457200" y="45720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 4</a:t>
            </a:r>
          </a:p>
        </p:txBody>
      </p:sp>
      <p:sp>
        <p:nvSpPr>
          <p:cNvPr id="24" name="pupil-text">
            <a:extLst xmlns:a="http://schemas.openxmlformats.org/drawingml/2006/main">
              <a:ext uri="{FF2B5EF4-FFF2-40B4-BE49-F238E27FC236}">
                <a16:creationId xmlns:a16="http://schemas.microsoft.com/office/drawing/2014/main" id="{E1DA6A2C-4781-4142-9D8D-33409714C6DC}"/>
              </a:ext>
            </a:extLst>
          </p:cNvPr>
          <p:cNvSpPr>
            <a:spLocks xmlns:a="http://schemas.openxmlformats.org/drawingml/2006/main" noGrp="1"/>
          </p:cNvSpPr>
          <p:nvPr/>
        </p:nvSpPr>
        <p:spPr>
          <a:xfrm xmlns:a="http://schemas.openxmlformats.org/drawingml/2006/main">
            <a:off x="457200" y="49911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Could a story or a blank wall show a caring act?</a:t>
            </a:r>
          </a:p>
        </p:txBody>
      </p:sp>
    </p:spTree>
    <p:extLst>
      <p:ext uri="{BB962C8B-B14F-4D97-AF65-F5344CB8AC3E}">
        <p14:creationId xmlns:p14="http://schemas.microsoft.com/office/powerpoint/2010/main" val="208067898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lesson-header">
            <a:extLst xmlns:a="http://schemas.openxmlformats.org/drawingml/2006/main">
              <a:ext uri="{FF2B5EF4-FFF2-40B4-BE49-F238E27FC236}">
                <a16:creationId xmlns:a16="http://schemas.microsoft.com/office/drawing/2014/main" id="{B366EC81-035E-44FE-BE8B-18553B163E46}"/>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1</a:t>
            </a:r>
          </a:p>
        </p:txBody>
      </p:sp>
      <p:sp>
        <p:nvSpPr>
          <p:cNvPr id="2" name="stage-clock">
            <a:extLst xmlns:a="http://schemas.openxmlformats.org/drawingml/2006/main">
              <a:ext uri="{FF2B5EF4-FFF2-40B4-BE49-F238E27FC236}">
                <a16:creationId xmlns:a16="http://schemas.microsoft.com/office/drawing/2014/main" id="{EA38146F-DC3E-46DB-AFBB-A103538A69AE}"/>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BABDFA0F-EFF6-4D1E-ABF4-D136948C8B0E}"/>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Supported · clues</a:t>
            </a:r>
          </a:p>
        </p:txBody>
      </p:sp>
      <p:sp>
        <p:nvSpPr>
          <p:cNvPr id="4" name="shape">
            <a:extLst xmlns:a="http://schemas.openxmlformats.org/drawingml/2006/main">
              <a:ext uri="{FF2B5EF4-FFF2-40B4-BE49-F238E27FC236}">
                <a16:creationId xmlns:a16="http://schemas.microsoft.com/office/drawing/2014/main" id="{9987C1FA-129C-4C62-AC96-E73CB9049DA8}"/>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15099AD3-2917-405A-AE27-3B9A7CF5854B}"/>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6492B57C-4FCF-4B65-9131-EA24560C6ED3}"/>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B11DA8E1-5730-4EFD-B2F4-1D316BD4916F}"/>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43833EF7-EC2B-4400-A6A7-E9A22FB4C7C1}"/>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B2BCF658-22FC-4C42-8CEE-E46624E08946}"/>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D4B0A30D-7E05-4277-B623-399F321EEE12}"/>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find care in a story.</a:t>
            </a:r>
          </a:p>
        </p:txBody>
      </p:sp>
      <p:sp>
        <p:nvSpPr>
          <p:cNvPr id="11" name="re-framing">
            <a:extLst xmlns:a="http://schemas.openxmlformats.org/drawingml/2006/main">
              <a:ext uri="{FF2B5EF4-FFF2-40B4-BE49-F238E27FC236}">
                <a16:creationId xmlns:a16="http://schemas.microsoft.com/office/drawing/2014/main" id="{30C104F3-23E5-45BD-B74A-8ACA7CAE3853}"/>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0008460A-32AF-4E48-94E1-F5C8CC931F03}"/>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BED6EEE2-D308-4E88-83A5-C1BD4FF9FB5F}"/>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6 / 38</a:t>
            </a:r>
          </a:p>
        </p:txBody>
      </p:sp>
      <p:sp>
        <p:nvSpPr>
          <p:cNvPr id="14" name="licence-footer">
            <a:extLst xmlns:a="http://schemas.openxmlformats.org/drawingml/2006/main">
              <a:ext uri="{FF2B5EF4-FFF2-40B4-BE49-F238E27FC236}">
                <a16:creationId xmlns:a16="http://schemas.microsoft.com/office/drawing/2014/main" id="{0EAEC286-EBA7-4C34-B7C2-5B4A5BDA4841}"/>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1BF35416-01AD-4F5B-9579-75B4EE99AE83}"/>
              </a:ext>
            </a:extLst>
          </p:cNvPr>
          <p:cNvPicPr>
            <a:picLocks xmlns:a="http://schemas.openxmlformats.org/drawingml/2006/main" noChangeAspect="1"/>
          </p:cNvPicPr>
          <p:nvPr/>
        </p:nvPicPr>
        <p:blipFill>
          <a:blip xmlns:r="http://schemas.openxmlformats.org/officeDocument/2006/relationships" xmlns:a="http://schemas.openxmlformats.org/drawingml/2006/main" r:embed="R6fefd649e343430d"/>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3999B2D1-763F-443E-B835-85B19960FBEF}"/>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Prior idea 1</a:t>
            </a:r>
          </a:p>
        </p:txBody>
      </p:sp>
      <p:sp>
        <p:nvSpPr>
          <p:cNvPr id="17" name="shape">
            <a:extLst xmlns:a="http://schemas.openxmlformats.org/drawingml/2006/main">
              <a:ext uri="{FF2B5EF4-FFF2-40B4-BE49-F238E27FC236}">
                <a16:creationId xmlns:a16="http://schemas.microsoft.com/office/drawing/2014/main" id="{5B68E51E-9567-4AA8-9FB8-D9FB9DE6DCC1}"/>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8" name="pupil-text">
            <a:extLst xmlns:a="http://schemas.openxmlformats.org/drawingml/2006/main">
              <a:ext uri="{FF2B5EF4-FFF2-40B4-BE49-F238E27FC236}">
                <a16:creationId xmlns:a16="http://schemas.microsoft.com/office/drawing/2014/main" id="{785C442F-08C2-494B-A82B-78A2D17FBF87}"/>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of a task a person wants help with.</a:t>
            </a:r>
          </a:p>
        </p:txBody>
      </p:sp>
      <p:sp>
        <p:nvSpPr>
          <p:cNvPr id="19" name="pupil-text">
            <a:extLst xmlns:a="http://schemas.openxmlformats.org/drawingml/2006/main">
              <a:ext uri="{FF2B5EF4-FFF2-40B4-BE49-F238E27FC236}">
                <a16:creationId xmlns:a16="http://schemas.microsoft.com/office/drawing/2014/main" id="{909DD213-1193-4E3A-AE64-82EF42E53B07}"/>
              </a:ext>
            </a:extLst>
          </p:cNvPr>
          <p:cNvSpPr>
            <a:spLocks xmlns:a="http://schemas.openxmlformats.org/drawingml/2006/main" noGrp="1"/>
          </p:cNvSpPr>
          <p:nvPr/>
        </p:nvSpPr>
        <p:spPr>
          <a:xfrm xmlns:a="http://schemas.openxmlformats.org/drawingml/2006/main">
            <a:off x="457200" y="25622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Prior idea 2</a:t>
            </a:r>
          </a:p>
        </p:txBody>
      </p:sp>
      <p:sp>
        <p:nvSpPr>
          <p:cNvPr id="20" name="shape">
            <a:extLst xmlns:a="http://schemas.openxmlformats.org/drawingml/2006/main">
              <a:ext uri="{FF2B5EF4-FFF2-40B4-BE49-F238E27FC236}">
                <a16:creationId xmlns:a16="http://schemas.microsoft.com/office/drawing/2014/main" id="{58A432F2-8332-4277-A8A3-1F38C2BA5D2B}"/>
              </a:ext>
            </a:extLst>
          </p:cNvPr>
          <p:cNvSpPr>
            <a:spLocks xmlns:a="http://schemas.openxmlformats.org/drawingml/2006/main" noGrp="1"/>
          </p:cNvSpPr>
          <p:nvPr/>
        </p:nvSpPr>
        <p:spPr>
          <a:xfrm xmlns:a="http://schemas.openxmlformats.org/drawingml/2006/main">
            <a:off x="409575" y="29718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4D8DADBB-AC6E-4CE5-816B-F9BEA9D9C73C}"/>
              </a:ext>
            </a:extLst>
          </p:cNvPr>
          <p:cNvSpPr>
            <a:spLocks xmlns:a="http://schemas.openxmlformats.org/drawingml/2006/main" noGrp="1"/>
          </p:cNvSpPr>
          <p:nvPr/>
        </p:nvSpPr>
        <p:spPr>
          <a:xfrm xmlns:a="http://schemas.openxmlformats.org/drawingml/2006/main">
            <a:off x="457200" y="29813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of the person’s choice.</a:t>
            </a:r>
          </a:p>
        </p:txBody>
      </p:sp>
      <p:sp>
        <p:nvSpPr>
          <p:cNvPr id="22" name="pupil-text">
            <a:extLst xmlns:a="http://schemas.openxmlformats.org/drawingml/2006/main">
              <a:ext uri="{FF2B5EF4-FFF2-40B4-BE49-F238E27FC236}">
                <a16:creationId xmlns:a16="http://schemas.microsoft.com/office/drawing/2014/main" id="{25E920F4-FF80-455F-B28C-A7783F98D84B}"/>
              </a:ext>
            </a:extLst>
          </p:cNvPr>
          <p:cNvSpPr>
            <a:spLocks xmlns:a="http://schemas.openxmlformats.org/drawingml/2006/main" noGrp="1"/>
          </p:cNvSpPr>
          <p:nvPr/>
        </p:nvSpPr>
        <p:spPr>
          <a:xfrm xmlns:a="http://schemas.openxmlformats.org/drawingml/2006/main">
            <a:off x="457200" y="33718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Prior idea 3</a:t>
            </a:r>
          </a:p>
        </p:txBody>
      </p:sp>
      <p:sp>
        <p:nvSpPr>
          <p:cNvPr id="23" name="shape">
            <a:extLst xmlns:a="http://schemas.openxmlformats.org/drawingml/2006/main">
              <a:ext uri="{FF2B5EF4-FFF2-40B4-BE49-F238E27FC236}">
                <a16:creationId xmlns:a16="http://schemas.microsoft.com/office/drawing/2014/main" id="{4CC8EC4A-C14C-4D72-A634-E85F1F0807E8}"/>
              </a:ext>
            </a:extLst>
          </p:cNvPr>
          <p:cNvSpPr>
            <a:spLocks xmlns:a="http://schemas.openxmlformats.org/drawingml/2006/main" noGrp="1"/>
          </p:cNvSpPr>
          <p:nvPr/>
        </p:nvSpPr>
        <p:spPr>
          <a:xfrm xmlns:a="http://schemas.openxmlformats.org/drawingml/2006/main">
            <a:off x="409575" y="37814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4" name="pupil-text">
            <a:extLst xmlns:a="http://schemas.openxmlformats.org/drawingml/2006/main">
              <a:ext uri="{FF2B5EF4-FFF2-40B4-BE49-F238E27FC236}">
                <a16:creationId xmlns:a16="http://schemas.microsoft.com/office/drawing/2014/main" id="{BEEDB8B9-CB4E-49C8-9F2E-AD760C346A46}"/>
              </a:ext>
            </a:extLst>
          </p:cNvPr>
          <p:cNvSpPr>
            <a:spLocks xmlns:a="http://schemas.openxmlformats.org/drawingml/2006/main" noGrp="1"/>
          </p:cNvSpPr>
          <p:nvPr/>
        </p:nvSpPr>
        <p:spPr>
          <a:xfrm xmlns:a="http://schemas.openxmlformats.org/drawingml/2006/main">
            <a:off x="457200" y="3790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of a safe class example.</a:t>
            </a:r>
          </a:p>
        </p:txBody>
      </p:sp>
      <p:sp>
        <p:nvSpPr>
          <p:cNvPr id="25" name="pupil-text">
            <a:extLst xmlns:a="http://schemas.openxmlformats.org/drawingml/2006/main">
              <a:ext uri="{FF2B5EF4-FFF2-40B4-BE49-F238E27FC236}">
                <a16:creationId xmlns:a16="http://schemas.microsoft.com/office/drawing/2014/main" id="{C6A3CA24-5CA2-49EF-87B1-27947508423D}"/>
              </a:ext>
            </a:extLst>
          </p:cNvPr>
          <p:cNvSpPr>
            <a:spLocks xmlns:a="http://schemas.openxmlformats.org/drawingml/2006/main" noGrp="1"/>
          </p:cNvSpPr>
          <p:nvPr/>
        </p:nvSpPr>
        <p:spPr>
          <a:xfrm xmlns:a="http://schemas.openxmlformats.org/drawingml/2006/main">
            <a:off x="457200" y="41814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 4</a:t>
            </a:r>
          </a:p>
        </p:txBody>
      </p:sp>
      <p:sp>
        <p:nvSpPr>
          <p:cNvPr id="26" name="shape">
            <a:extLst xmlns:a="http://schemas.openxmlformats.org/drawingml/2006/main">
              <a:ext uri="{FF2B5EF4-FFF2-40B4-BE49-F238E27FC236}">
                <a16:creationId xmlns:a16="http://schemas.microsoft.com/office/drawing/2014/main" id="{ADDF05BD-394A-4798-A612-708BFE3CDEE3}"/>
              </a:ext>
            </a:extLst>
          </p:cNvPr>
          <p:cNvSpPr>
            <a:spLocks xmlns:a="http://schemas.openxmlformats.org/drawingml/2006/main" noGrp="1"/>
          </p:cNvSpPr>
          <p:nvPr/>
        </p:nvSpPr>
        <p:spPr>
          <a:xfrm xmlns:a="http://schemas.openxmlformats.org/drawingml/2006/main">
            <a:off x="409575" y="45910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66014E3D-0B5E-4898-B008-D4A17F903C30}"/>
              </a:ext>
            </a:extLst>
          </p:cNvPr>
          <p:cNvSpPr>
            <a:spLocks xmlns:a="http://schemas.openxmlformats.org/drawingml/2006/main" noGrp="1"/>
          </p:cNvSpPr>
          <p:nvPr/>
        </p:nvSpPr>
        <p:spPr>
          <a:xfrm xmlns:a="http://schemas.openxmlformats.org/drawingml/2006/main">
            <a:off x="457200" y="46005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of what a person does.</a:t>
            </a:r>
          </a:p>
        </p:txBody>
      </p:sp>
    </p:spTree>
    <p:extLst>
      <p:ext uri="{BB962C8B-B14F-4D97-AF65-F5344CB8AC3E}">
        <p14:creationId xmlns:p14="http://schemas.microsoft.com/office/powerpoint/2010/main" val="188314593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lesson-header">
            <a:extLst xmlns:a="http://schemas.openxmlformats.org/drawingml/2006/main">
              <a:ext uri="{FF2B5EF4-FFF2-40B4-BE49-F238E27FC236}">
                <a16:creationId xmlns:a16="http://schemas.microsoft.com/office/drawing/2014/main" id="{41B38147-2FDE-46FC-B391-DF60A3CDD6B5}"/>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1</a:t>
            </a:r>
          </a:p>
        </p:txBody>
      </p:sp>
      <p:sp>
        <p:nvSpPr>
          <p:cNvPr id="2" name="stage-clock">
            <a:extLst xmlns:a="http://schemas.openxmlformats.org/drawingml/2006/main">
              <a:ext uri="{FF2B5EF4-FFF2-40B4-BE49-F238E27FC236}">
                <a16:creationId xmlns:a16="http://schemas.microsoft.com/office/drawing/2014/main" id="{A34D2AAC-04BB-4EE7-91B8-C32042C892EF}"/>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99DFDD75-0756-4595-86C4-A792F99C6D57}"/>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Standard</a:t>
            </a:r>
          </a:p>
        </p:txBody>
      </p:sp>
      <p:sp>
        <p:nvSpPr>
          <p:cNvPr id="4" name="shape">
            <a:extLst xmlns:a="http://schemas.openxmlformats.org/drawingml/2006/main">
              <a:ext uri="{FF2B5EF4-FFF2-40B4-BE49-F238E27FC236}">
                <a16:creationId xmlns:a16="http://schemas.microsoft.com/office/drawing/2014/main" id="{D2DE24A6-B7C3-4831-8E49-FBC2B904A87A}"/>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6059B440-FFBF-466F-B00E-82A5D048C863}"/>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B8A56B96-F7D8-4D76-801B-F76854E1CF54}"/>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318CD2A2-4411-48B6-92F9-FB8621C313A2}"/>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986CE153-72F9-4FC2-9A69-F6F2A2D6B73C}"/>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694E8023-B43E-4FD6-BE06-522D12A94972}"/>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11885786-C6F4-4C62-BD2E-C313AC32396D}"/>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find care in a story.</a:t>
            </a:r>
          </a:p>
        </p:txBody>
      </p:sp>
      <p:sp>
        <p:nvSpPr>
          <p:cNvPr id="11" name="re-framing">
            <a:extLst xmlns:a="http://schemas.openxmlformats.org/drawingml/2006/main">
              <a:ext uri="{FF2B5EF4-FFF2-40B4-BE49-F238E27FC236}">
                <a16:creationId xmlns:a16="http://schemas.microsoft.com/office/drawing/2014/main" id="{05741FC5-9525-4AA6-A514-775B6FCE4BE8}"/>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464193B3-282C-42A8-B6F2-ABEC1CBA80E9}"/>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C33E996F-23FE-47D9-828B-FE93E1F1006C}"/>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7 / 38</a:t>
            </a:r>
          </a:p>
        </p:txBody>
      </p:sp>
      <p:sp>
        <p:nvSpPr>
          <p:cNvPr id="14" name="licence-footer">
            <a:extLst xmlns:a="http://schemas.openxmlformats.org/drawingml/2006/main">
              <a:ext uri="{FF2B5EF4-FFF2-40B4-BE49-F238E27FC236}">
                <a16:creationId xmlns:a16="http://schemas.microsoft.com/office/drawing/2014/main" id="{2B889F08-033F-4AC8-8E81-1CFD550FC1FF}"/>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902AFA08-552F-42CE-AF3D-C8D95B432A59}"/>
              </a:ext>
            </a:extLst>
          </p:cNvPr>
          <p:cNvPicPr>
            <a:picLocks xmlns:a="http://schemas.openxmlformats.org/drawingml/2006/main" noChangeAspect="1"/>
          </p:cNvPicPr>
          <p:nvPr/>
        </p:nvPicPr>
        <p:blipFill>
          <a:blip xmlns:r="http://schemas.openxmlformats.org/officeDocument/2006/relationships" xmlns:a="http://schemas.openxmlformats.org/drawingml/2006/main" r:embed="Re5d8b13aaca0437f"/>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D96DA6BE-3033-4C05-B77B-581B19DFB2B8}"/>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Give four short replies or marks. You may pass.</a:t>
            </a:r>
          </a:p>
        </p:txBody>
      </p:sp>
      <p:sp>
        <p:nvSpPr>
          <p:cNvPr id="17" name="pupil-text">
            <a:extLst xmlns:a="http://schemas.openxmlformats.org/drawingml/2006/main">
              <a:ext uri="{FF2B5EF4-FFF2-40B4-BE49-F238E27FC236}">
                <a16:creationId xmlns:a16="http://schemas.microsoft.com/office/drawing/2014/main" id="{4A49EFEC-1F38-4EF1-923E-E94E6A469427}"/>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Prior idea 1</a:t>
            </a:r>
          </a:p>
        </p:txBody>
      </p:sp>
      <p:sp>
        <p:nvSpPr>
          <p:cNvPr id="18" name="pupil-text">
            <a:extLst xmlns:a="http://schemas.openxmlformats.org/drawingml/2006/main">
              <a:ext uri="{FF2B5EF4-FFF2-40B4-BE49-F238E27FC236}">
                <a16:creationId xmlns:a16="http://schemas.microsoft.com/office/drawing/2014/main" id="{0844E842-0DD7-49AB-87BB-F77DC7370EA4}"/>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What can help mean?</a:t>
            </a:r>
          </a:p>
        </p:txBody>
      </p:sp>
      <p:sp>
        <p:nvSpPr>
          <p:cNvPr id="19" name="pupil-text">
            <a:extLst xmlns:a="http://schemas.openxmlformats.org/drawingml/2006/main">
              <a:ext uri="{FF2B5EF4-FFF2-40B4-BE49-F238E27FC236}">
                <a16:creationId xmlns:a16="http://schemas.microsoft.com/office/drawing/2014/main" id="{B513C000-4953-4CC3-970D-CB02B7952FD9}"/>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Prior idea 2</a:t>
            </a:r>
          </a:p>
        </p:txBody>
      </p:sp>
      <p:sp>
        <p:nvSpPr>
          <p:cNvPr id="20" name="pupil-text">
            <a:extLst xmlns:a="http://schemas.openxmlformats.org/drawingml/2006/main">
              <a:ext uri="{FF2B5EF4-FFF2-40B4-BE49-F238E27FC236}">
                <a16:creationId xmlns:a16="http://schemas.microsoft.com/office/drawing/2014/main" id="{34569FC2-DDED-4B99-8B8E-2B4234D4CF48}"/>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Can a person choose not to have help?</a:t>
            </a:r>
          </a:p>
        </p:txBody>
      </p:sp>
      <p:sp>
        <p:nvSpPr>
          <p:cNvPr id="21" name="pupil-text">
            <a:extLst xmlns:a="http://schemas.openxmlformats.org/drawingml/2006/main">
              <a:ext uri="{FF2B5EF4-FFF2-40B4-BE49-F238E27FC236}">
                <a16:creationId xmlns:a16="http://schemas.microsoft.com/office/drawing/2014/main" id="{880BC8C5-BA54-43F5-95DA-0F0FEFD9A0B1}"/>
              </a:ext>
            </a:extLst>
          </p:cNvPr>
          <p:cNvSpPr>
            <a:spLocks xmlns:a="http://schemas.openxmlformats.org/drawingml/2006/main" noGrp="1"/>
          </p:cNvSpPr>
          <p:nvPr/>
        </p:nvSpPr>
        <p:spPr>
          <a:xfrm xmlns:a="http://schemas.openxmlformats.org/drawingml/2006/main">
            <a:off x="457200" y="37623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Prior idea 3</a:t>
            </a:r>
          </a:p>
        </p:txBody>
      </p:sp>
      <p:sp>
        <p:nvSpPr>
          <p:cNvPr id="22" name="pupil-text">
            <a:extLst xmlns:a="http://schemas.openxmlformats.org/drawingml/2006/main">
              <a:ext uri="{FF2B5EF4-FFF2-40B4-BE49-F238E27FC236}">
                <a16:creationId xmlns:a16="http://schemas.microsoft.com/office/drawing/2014/main" id="{5A55D021-65ED-429F-8660-B3B515646A76}"/>
              </a:ext>
            </a:extLst>
          </p:cNvPr>
          <p:cNvSpPr>
            <a:spLocks xmlns:a="http://schemas.openxmlformats.org/drawingml/2006/main" noGrp="1"/>
          </p:cNvSpPr>
          <p:nvPr/>
        </p:nvSpPr>
        <p:spPr>
          <a:xfrm xmlns:a="http://schemas.openxmlformats.org/drawingml/2006/main">
            <a:off x="457200" y="41814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How can we take part without a private story?</a:t>
            </a:r>
          </a:p>
        </p:txBody>
      </p:sp>
      <p:sp>
        <p:nvSpPr>
          <p:cNvPr id="23" name="pupil-text">
            <a:extLst xmlns:a="http://schemas.openxmlformats.org/drawingml/2006/main">
              <a:ext uri="{FF2B5EF4-FFF2-40B4-BE49-F238E27FC236}">
                <a16:creationId xmlns:a16="http://schemas.microsoft.com/office/drawing/2014/main" id="{08E69C83-015B-47B1-BD42-353B890BED46}"/>
              </a:ext>
            </a:extLst>
          </p:cNvPr>
          <p:cNvSpPr>
            <a:spLocks xmlns:a="http://schemas.openxmlformats.org/drawingml/2006/main" noGrp="1"/>
          </p:cNvSpPr>
          <p:nvPr/>
        </p:nvSpPr>
        <p:spPr>
          <a:xfrm xmlns:a="http://schemas.openxmlformats.org/drawingml/2006/main">
            <a:off x="457200" y="45720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 4</a:t>
            </a:r>
          </a:p>
        </p:txBody>
      </p:sp>
      <p:sp>
        <p:nvSpPr>
          <p:cNvPr id="24" name="pupil-text">
            <a:extLst xmlns:a="http://schemas.openxmlformats.org/drawingml/2006/main">
              <a:ext uri="{FF2B5EF4-FFF2-40B4-BE49-F238E27FC236}">
                <a16:creationId xmlns:a16="http://schemas.microsoft.com/office/drawing/2014/main" id="{55406FCE-AE09-47ED-8680-A719BEE25514}"/>
              </a:ext>
            </a:extLst>
          </p:cNvPr>
          <p:cNvSpPr>
            <a:spLocks xmlns:a="http://schemas.openxmlformats.org/drawingml/2006/main" noGrp="1"/>
          </p:cNvSpPr>
          <p:nvPr/>
        </p:nvSpPr>
        <p:spPr>
          <a:xfrm xmlns:a="http://schemas.openxmlformats.org/drawingml/2006/main">
            <a:off x="457200" y="49911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What could we look for in a caring story?</a:t>
            </a:r>
          </a:p>
        </p:txBody>
      </p:sp>
    </p:spTree>
    <p:extLst>
      <p:ext uri="{BB962C8B-B14F-4D97-AF65-F5344CB8AC3E}">
        <p14:creationId xmlns:p14="http://schemas.microsoft.com/office/powerpoint/2010/main" val="135339333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lesson-header">
            <a:extLst xmlns:a="http://schemas.openxmlformats.org/drawingml/2006/main">
              <a:ext uri="{FF2B5EF4-FFF2-40B4-BE49-F238E27FC236}">
                <a16:creationId xmlns:a16="http://schemas.microsoft.com/office/drawing/2014/main" id="{D3264F08-C83D-4A0C-AF89-994CEAABCDD2}"/>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1</a:t>
            </a:r>
          </a:p>
        </p:txBody>
      </p:sp>
      <p:sp>
        <p:nvSpPr>
          <p:cNvPr id="2" name="stage-clock">
            <a:extLst xmlns:a="http://schemas.openxmlformats.org/drawingml/2006/main">
              <a:ext uri="{FF2B5EF4-FFF2-40B4-BE49-F238E27FC236}">
                <a16:creationId xmlns:a16="http://schemas.microsoft.com/office/drawing/2014/main" id="{C646D1C2-4221-44B0-A3F8-7568A7A0B37B}"/>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37C28713-2275-461C-828B-756B08FEB532}"/>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Standard · clues</a:t>
            </a:r>
          </a:p>
        </p:txBody>
      </p:sp>
      <p:sp>
        <p:nvSpPr>
          <p:cNvPr id="4" name="shape">
            <a:extLst xmlns:a="http://schemas.openxmlformats.org/drawingml/2006/main">
              <a:ext uri="{FF2B5EF4-FFF2-40B4-BE49-F238E27FC236}">
                <a16:creationId xmlns:a16="http://schemas.microsoft.com/office/drawing/2014/main" id="{7C0340B0-A4AB-43F7-96C2-0443D1A6266F}"/>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097E26E4-197C-4D85-974D-68B82949856E}"/>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645DEB84-6DFB-49CB-91A3-0C33947D2D4E}"/>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E42E2877-6030-4567-A0D6-B41AE6F0E91F}"/>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DA120A8D-A1A9-4158-9ECF-0D3A25B30C82}"/>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D333AD3B-B581-428D-8FB6-9524C2655651}"/>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E7FEF278-769E-421C-A162-E5D3D45CA086}"/>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find care in a story.</a:t>
            </a:r>
          </a:p>
        </p:txBody>
      </p:sp>
      <p:sp>
        <p:nvSpPr>
          <p:cNvPr id="11" name="re-framing">
            <a:extLst xmlns:a="http://schemas.openxmlformats.org/drawingml/2006/main">
              <a:ext uri="{FF2B5EF4-FFF2-40B4-BE49-F238E27FC236}">
                <a16:creationId xmlns:a16="http://schemas.microsoft.com/office/drawing/2014/main" id="{96A318F9-65B6-4617-849C-7DEE9D77470B}"/>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5BD3BEA4-A55E-43A7-A731-BAC459921D3A}"/>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B4093979-DF3E-4C37-9C29-99570D942D3B}"/>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8 / 38</a:t>
            </a:r>
          </a:p>
        </p:txBody>
      </p:sp>
      <p:sp>
        <p:nvSpPr>
          <p:cNvPr id="14" name="licence-footer">
            <a:extLst xmlns:a="http://schemas.openxmlformats.org/drawingml/2006/main">
              <a:ext uri="{FF2B5EF4-FFF2-40B4-BE49-F238E27FC236}">
                <a16:creationId xmlns:a16="http://schemas.microsoft.com/office/drawing/2014/main" id="{4643C954-1DE7-44DC-B17F-8B7348F2786B}"/>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0ED41C13-D097-4E78-98B5-A95F94BC1131}"/>
              </a:ext>
            </a:extLst>
          </p:cNvPr>
          <p:cNvPicPr>
            <a:picLocks xmlns:a="http://schemas.openxmlformats.org/drawingml/2006/main" noChangeAspect="1"/>
          </p:cNvPicPr>
          <p:nvPr/>
        </p:nvPicPr>
        <p:blipFill>
          <a:blip xmlns:r="http://schemas.openxmlformats.org/officeDocument/2006/relationships" xmlns:a="http://schemas.openxmlformats.org/drawingml/2006/main" r:embed="R96cb23c4b5294b89"/>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F076E056-7579-4AC6-9C5D-7FE6B21C6281}"/>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Prior idea 1</a:t>
            </a:r>
          </a:p>
        </p:txBody>
      </p:sp>
      <p:sp>
        <p:nvSpPr>
          <p:cNvPr id="17" name="shape">
            <a:extLst xmlns:a="http://schemas.openxmlformats.org/drawingml/2006/main">
              <a:ext uri="{FF2B5EF4-FFF2-40B4-BE49-F238E27FC236}">
                <a16:creationId xmlns:a16="http://schemas.microsoft.com/office/drawing/2014/main" id="{15FAC0BB-EA50-4BF9-9B75-D4F30D02E310}"/>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8" name="pupil-text">
            <a:extLst xmlns:a="http://schemas.openxmlformats.org/drawingml/2006/main">
              <a:ext uri="{FF2B5EF4-FFF2-40B4-BE49-F238E27FC236}">
                <a16:creationId xmlns:a16="http://schemas.microsoft.com/office/drawing/2014/main" id="{E742CF3D-E583-4BC9-B256-AD1000C17CA6}"/>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of a task a person wants help with.</a:t>
            </a:r>
          </a:p>
        </p:txBody>
      </p:sp>
      <p:sp>
        <p:nvSpPr>
          <p:cNvPr id="19" name="pupil-text">
            <a:extLst xmlns:a="http://schemas.openxmlformats.org/drawingml/2006/main">
              <a:ext uri="{FF2B5EF4-FFF2-40B4-BE49-F238E27FC236}">
                <a16:creationId xmlns:a16="http://schemas.microsoft.com/office/drawing/2014/main" id="{69427C4B-85F7-47C3-9E29-A9A342B6E4F4}"/>
              </a:ext>
            </a:extLst>
          </p:cNvPr>
          <p:cNvSpPr>
            <a:spLocks xmlns:a="http://schemas.openxmlformats.org/drawingml/2006/main" noGrp="1"/>
          </p:cNvSpPr>
          <p:nvPr/>
        </p:nvSpPr>
        <p:spPr>
          <a:xfrm xmlns:a="http://schemas.openxmlformats.org/drawingml/2006/main">
            <a:off x="457200" y="25622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Prior idea 2</a:t>
            </a:r>
          </a:p>
        </p:txBody>
      </p:sp>
      <p:sp>
        <p:nvSpPr>
          <p:cNvPr id="20" name="shape">
            <a:extLst xmlns:a="http://schemas.openxmlformats.org/drawingml/2006/main">
              <a:ext uri="{FF2B5EF4-FFF2-40B4-BE49-F238E27FC236}">
                <a16:creationId xmlns:a16="http://schemas.microsoft.com/office/drawing/2014/main" id="{A1863678-3AAD-4AAE-BF44-D5FC948D41CC}"/>
              </a:ext>
            </a:extLst>
          </p:cNvPr>
          <p:cNvSpPr>
            <a:spLocks xmlns:a="http://schemas.openxmlformats.org/drawingml/2006/main" noGrp="1"/>
          </p:cNvSpPr>
          <p:nvPr/>
        </p:nvSpPr>
        <p:spPr>
          <a:xfrm xmlns:a="http://schemas.openxmlformats.org/drawingml/2006/main">
            <a:off x="409575" y="29718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98BBCC9E-BF4D-4F86-B938-9E23F1C6F17B}"/>
              </a:ext>
            </a:extLst>
          </p:cNvPr>
          <p:cNvSpPr>
            <a:spLocks xmlns:a="http://schemas.openxmlformats.org/drawingml/2006/main" noGrp="1"/>
          </p:cNvSpPr>
          <p:nvPr/>
        </p:nvSpPr>
        <p:spPr>
          <a:xfrm xmlns:a="http://schemas.openxmlformats.org/drawingml/2006/main">
            <a:off x="457200" y="29813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of the person’s choice.</a:t>
            </a:r>
          </a:p>
        </p:txBody>
      </p:sp>
      <p:sp>
        <p:nvSpPr>
          <p:cNvPr id="22" name="pupil-text">
            <a:extLst xmlns:a="http://schemas.openxmlformats.org/drawingml/2006/main">
              <a:ext uri="{FF2B5EF4-FFF2-40B4-BE49-F238E27FC236}">
                <a16:creationId xmlns:a16="http://schemas.microsoft.com/office/drawing/2014/main" id="{81368877-3E6E-4223-BC16-9F6488DE0EEF}"/>
              </a:ext>
            </a:extLst>
          </p:cNvPr>
          <p:cNvSpPr>
            <a:spLocks xmlns:a="http://schemas.openxmlformats.org/drawingml/2006/main" noGrp="1"/>
          </p:cNvSpPr>
          <p:nvPr/>
        </p:nvSpPr>
        <p:spPr>
          <a:xfrm xmlns:a="http://schemas.openxmlformats.org/drawingml/2006/main">
            <a:off x="457200" y="33718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Prior idea 3</a:t>
            </a:r>
          </a:p>
        </p:txBody>
      </p:sp>
      <p:sp>
        <p:nvSpPr>
          <p:cNvPr id="23" name="shape">
            <a:extLst xmlns:a="http://schemas.openxmlformats.org/drawingml/2006/main">
              <a:ext uri="{FF2B5EF4-FFF2-40B4-BE49-F238E27FC236}">
                <a16:creationId xmlns:a16="http://schemas.microsoft.com/office/drawing/2014/main" id="{62684BF9-6198-462A-8C02-F2FF56338C32}"/>
              </a:ext>
            </a:extLst>
          </p:cNvPr>
          <p:cNvSpPr>
            <a:spLocks xmlns:a="http://schemas.openxmlformats.org/drawingml/2006/main" noGrp="1"/>
          </p:cNvSpPr>
          <p:nvPr/>
        </p:nvSpPr>
        <p:spPr>
          <a:xfrm xmlns:a="http://schemas.openxmlformats.org/drawingml/2006/main">
            <a:off x="409575" y="37814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4" name="pupil-text">
            <a:extLst xmlns:a="http://schemas.openxmlformats.org/drawingml/2006/main">
              <a:ext uri="{FF2B5EF4-FFF2-40B4-BE49-F238E27FC236}">
                <a16:creationId xmlns:a16="http://schemas.microsoft.com/office/drawing/2014/main" id="{6CBE465B-5275-46F7-837C-F2156EA8FD90}"/>
              </a:ext>
            </a:extLst>
          </p:cNvPr>
          <p:cNvSpPr>
            <a:spLocks xmlns:a="http://schemas.openxmlformats.org/drawingml/2006/main" noGrp="1"/>
          </p:cNvSpPr>
          <p:nvPr/>
        </p:nvSpPr>
        <p:spPr>
          <a:xfrm xmlns:a="http://schemas.openxmlformats.org/drawingml/2006/main">
            <a:off x="457200" y="3790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of a safe class example.</a:t>
            </a:r>
          </a:p>
        </p:txBody>
      </p:sp>
      <p:sp>
        <p:nvSpPr>
          <p:cNvPr id="25" name="pupil-text">
            <a:extLst xmlns:a="http://schemas.openxmlformats.org/drawingml/2006/main">
              <a:ext uri="{FF2B5EF4-FFF2-40B4-BE49-F238E27FC236}">
                <a16:creationId xmlns:a16="http://schemas.microsoft.com/office/drawing/2014/main" id="{80A05D05-56C9-4B29-A2ED-18967EFF3E93}"/>
              </a:ext>
            </a:extLst>
          </p:cNvPr>
          <p:cNvSpPr>
            <a:spLocks xmlns:a="http://schemas.openxmlformats.org/drawingml/2006/main" noGrp="1"/>
          </p:cNvSpPr>
          <p:nvPr/>
        </p:nvSpPr>
        <p:spPr>
          <a:xfrm xmlns:a="http://schemas.openxmlformats.org/drawingml/2006/main">
            <a:off x="457200" y="41814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 4</a:t>
            </a:r>
          </a:p>
        </p:txBody>
      </p:sp>
      <p:sp>
        <p:nvSpPr>
          <p:cNvPr id="26" name="shape">
            <a:extLst xmlns:a="http://schemas.openxmlformats.org/drawingml/2006/main">
              <a:ext uri="{FF2B5EF4-FFF2-40B4-BE49-F238E27FC236}">
                <a16:creationId xmlns:a16="http://schemas.microsoft.com/office/drawing/2014/main" id="{C04F0685-4FEA-4C23-8BA1-47740CF0E031}"/>
              </a:ext>
            </a:extLst>
          </p:cNvPr>
          <p:cNvSpPr>
            <a:spLocks xmlns:a="http://schemas.openxmlformats.org/drawingml/2006/main" noGrp="1"/>
          </p:cNvSpPr>
          <p:nvPr/>
        </p:nvSpPr>
        <p:spPr>
          <a:xfrm xmlns:a="http://schemas.openxmlformats.org/drawingml/2006/main">
            <a:off x="409575" y="45910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63F64101-C9E5-41E3-816D-C301F77BF4E0}"/>
              </a:ext>
            </a:extLst>
          </p:cNvPr>
          <p:cNvSpPr>
            <a:spLocks xmlns:a="http://schemas.openxmlformats.org/drawingml/2006/main" noGrp="1"/>
          </p:cNvSpPr>
          <p:nvPr/>
        </p:nvSpPr>
        <p:spPr>
          <a:xfrm xmlns:a="http://schemas.openxmlformats.org/drawingml/2006/main">
            <a:off x="457200" y="46005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of what a person does.</a:t>
            </a:r>
          </a:p>
        </p:txBody>
      </p:sp>
    </p:spTree>
    <p:extLst>
      <p:ext uri="{BB962C8B-B14F-4D97-AF65-F5344CB8AC3E}">
        <p14:creationId xmlns:p14="http://schemas.microsoft.com/office/powerpoint/2010/main" val="124044206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lesson-header">
            <a:extLst xmlns:a="http://schemas.openxmlformats.org/drawingml/2006/main">
              <a:ext uri="{FF2B5EF4-FFF2-40B4-BE49-F238E27FC236}">
                <a16:creationId xmlns:a16="http://schemas.microsoft.com/office/drawing/2014/main" id="{3F842ED0-1164-4457-85BD-773EE4A8A2E8}"/>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1</a:t>
            </a:r>
          </a:p>
        </p:txBody>
      </p:sp>
      <p:sp>
        <p:nvSpPr>
          <p:cNvPr id="2" name="stage-clock">
            <a:extLst xmlns:a="http://schemas.openxmlformats.org/drawingml/2006/main">
              <a:ext uri="{FF2B5EF4-FFF2-40B4-BE49-F238E27FC236}">
                <a16:creationId xmlns:a16="http://schemas.microsoft.com/office/drawing/2014/main" id="{B975A279-4933-40FA-BC07-1B30F813338B}"/>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BA92A7C4-FC66-491E-BEBE-7F45BB65F744}"/>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Stretch</a:t>
            </a:r>
          </a:p>
        </p:txBody>
      </p:sp>
      <p:sp>
        <p:nvSpPr>
          <p:cNvPr id="4" name="shape">
            <a:extLst xmlns:a="http://schemas.openxmlformats.org/drawingml/2006/main">
              <a:ext uri="{FF2B5EF4-FFF2-40B4-BE49-F238E27FC236}">
                <a16:creationId xmlns:a16="http://schemas.microsoft.com/office/drawing/2014/main" id="{ABEE9878-B99B-4A65-AEB4-2B29C78447BA}"/>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3C827AB3-45C2-40FB-9010-60BC86FCE2ED}"/>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37C2CACC-AEB9-4734-BB6D-C7150E40904B}"/>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FB338A04-236B-4C35-84F4-D7BA3A75DCEA}"/>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6C3229CE-CF3F-4637-A970-3B40F7C2D7B2}"/>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B6DC1344-9419-4B5B-8F31-0F861579B1E2}"/>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A7A8DC88-E4B2-40B6-BFEB-7C16EF1D6184}"/>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find care in a story.</a:t>
            </a:r>
          </a:p>
        </p:txBody>
      </p:sp>
      <p:sp>
        <p:nvSpPr>
          <p:cNvPr id="11" name="re-framing">
            <a:extLst xmlns:a="http://schemas.openxmlformats.org/drawingml/2006/main">
              <a:ext uri="{FF2B5EF4-FFF2-40B4-BE49-F238E27FC236}">
                <a16:creationId xmlns:a16="http://schemas.microsoft.com/office/drawing/2014/main" id="{52164A75-CC53-49C1-BB22-A36CF768AF63}"/>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F104B566-A12E-44EB-A054-40D4D7EC914B}"/>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130A16EC-5E0C-454A-B293-8D5207843955}"/>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9 / 38</a:t>
            </a:r>
          </a:p>
        </p:txBody>
      </p:sp>
      <p:sp>
        <p:nvSpPr>
          <p:cNvPr id="14" name="licence-footer">
            <a:extLst xmlns:a="http://schemas.openxmlformats.org/drawingml/2006/main">
              <a:ext uri="{FF2B5EF4-FFF2-40B4-BE49-F238E27FC236}">
                <a16:creationId xmlns:a16="http://schemas.microsoft.com/office/drawing/2014/main" id="{66AFD84D-2D2F-46BA-8A58-B27061BF1893}"/>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A55CA84A-CBC6-49FB-8CCD-0E62C402D44C}"/>
              </a:ext>
            </a:extLst>
          </p:cNvPr>
          <p:cNvPicPr>
            <a:picLocks xmlns:a="http://schemas.openxmlformats.org/drawingml/2006/main" noChangeAspect="1"/>
          </p:cNvPicPr>
          <p:nvPr/>
        </p:nvPicPr>
        <p:blipFill>
          <a:blip xmlns:r="http://schemas.openxmlformats.org/officeDocument/2006/relationships" xmlns:a="http://schemas.openxmlformats.org/drawingml/2006/main" r:embed="Rfae7a54956a04530"/>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D6B7D378-BA25-4C5F-A98F-DF03E2610F92}"/>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Give four short replies or marks. You may pass.</a:t>
            </a:r>
          </a:p>
        </p:txBody>
      </p:sp>
      <p:sp>
        <p:nvSpPr>
          <p:cNvPr id="17" name="pupil-text">
            <a:extLst xmlns:a="http://schemas.openxmlformats.org/drawingml/2006/main">
              <a:ext uri="{FF2B5EF4-FFF2-40B4-BE49-F238E27FC236}">
                <a16:creationId xmlns:a16="http://schemas.microsoft.com/office/drawing/2014/main" id="{DCCB2505-A2E8-493A-BC57-9567AC7299B6}"/>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Prior idea 1</a:t>
            </a:r>
          </a:p>
        </p:txBody>
      </p:sp>
      <p:sp>
        <p:nvSpPr>
          <p:cNvPr id="18" name="pupil-text">
            <a:extLst xmlns:a="http://schemas.openxmlformats.org/drawingml/2006/main">
              <a:ext uri="{FF2B5EF4-FFF2-40B4-BE49-F238E27FC236}">
                <a16:creationId xmlns:a16="http://schemas.microsoft.com/office/drawing/2014/main" id="{2E060809-DCA4-4D7E-AD63-75D03343FE09}"/>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Give a safe made-up example of help.</a:t>
            </a:r>
          </a:p>
        </p:txBody>
      </p:sp>
      <p:sp>
        <p:nvSpPr>
          <p:cNvPr id="19" name="pupil-text">
            <a:extLst xmlns:a="http://schemas.openxmlformats.org/drawingml/2006/main">
              <a:ext uri="{FF2B5EF4-FFF2-40B4-BE49-F238E27FC236}">
                <a16:creationId xmlns:a16="http://schemas.microsoft.com/office/drawing/2014/main" id="{79A358AF-0062-499F-9D1A-3AF3907EFDFA}"/>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Prior idea 2</a:t>
            </a:r>
          </a:p>
        </p:txBody>
      </p:sp>
      <p:sp>
        <p:nvSpPr>
          <p:cNvPr id="20" name="pupil-text">
            <a:extLst xmlns:a="http://schemas.openxmlformats.org/drawingml/2006/main">
              <a:ext uri="{FF2B5EF4-FFF2-40B4-BE49-F238E27FC236}">
                <a16:creationId xmlns:a16="http://schemas.microsoft.com/office/drawing/2014/main" id="{2D9E0490-8C8B-4943-AA5A-C0F2C6B33973}"/>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Why might we ask before helping?</a:t>
            </a:r>
          </a:p>
        </p:txBody>
      </p:sp>
      <p:sp>
        <p:nvSpPr>
          <p:cNvPr id="21" name="pupil-text">
            <a:extLst xmlns:a="http://schemas.openxmlformats.org/drawingml/2006/main">
              <a:ext uri="{FF2B5EF4-FFF2-40B4-BE49-F238E27FC236}">
                <a16:creationId xmlns:a16="http://schemas.microsoft.com/office/drawing/2014/main" id="{4BD204D3-6522-414F-91D7-F4F2735418B2}"/>
              </a:ext>
            </a:extLst>
          </p:cNvPr>
          <p:cNvSpPr>
            <a:spLocks xmlns:a="http://schemas.openxmlformats.org/drawingml/2006/main" noGrp="1"/>
          </p:cNvSpPr>
          <p:nvPr/>
        </p:nvSpPr>
        <p:spPr>
          <a:xfrm xmlns:a="http://schemas.openxmlformats.org/drawingml/2006/main">
            <a:off x="457200" y="37623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Prior idea 3</a:t>
            </a:r>
          </a:p>
        </p:txBody>
      </p:sp>
      <p:sp>
        <p:nvSpPr>
          <p:cNvPr id="22" name="pupil-text">
            <a:extLst xmlns:a="http://schemas.openxmlformats.org/drawingml/2006/main">
              <a:ext uri="{FF2B5EF4-FFF2-40B4-BE49-F238E27FC236}">
                <a16:creationId xmlns:a16="http://schemas.microsoft.com/office/drawing/2014/main" id="{96B3F527-042C-4BFF-98DF-9DD36CA02405}"/>
              </a:ext>
            </a:extLst>
          </p:cNvPr>
          <p:cNvSpPr>
            <a:spLocks xmlns:a="http://schemas.openxmlformats.org/drawingml/2006/main" noGrp="1"/>
          </p:cNvSpPr>
          <p:nvPr/>
        </p:nvSpPr>
        <p:spPr>
          <a:xfrm xmlns:a="http://schemas.openxmlformats.org/drawingml/2006/main">
            <a:off x="457200" y="41814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How can a made-up case keep things private?</a:t>
            </a:r>
          </a:p>
        </p:txBody>
      </p:sp>
      <p:sp>
        <p:nvSpPr>
          <p:cNvPr id="23" name="pupil-text">
            <a:extLst xmlns:a="http://schemas.openxmlformats.org/drawingml/2006/main">
              <a:ext uri="{FF2B5EF4-FFF2-40B4-BE49-F238E27FC236}">
                <a16:creationId xmlns:a16="http://schemas.microsoft.com/office/drawing/2014/main" id="{738A0F62-384C-45FC-B3C7-581D25863AFC}"/>
              </a:ext>
            </a:extLst>
          </p:cNvPr>
          <p:cNvSpPr>
            <a:spLocks xmlns:a="http://schemas.openxmlformats.org/drawingml/2006/main" noGrp="1"/>
          </p:cNvSpPr>
          <p:nvPr/>
        </p:nvSpPr>
        <p:spPr>
          <a:xfrm xmlns:a="http://schemas.openxmlformats.org/drawingml/2006/main">
            <a:off x="457200" y="45720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 4</a:t>
            </a:r>
          </a:p>
        </p:txBody>
      </p:sp>
      <p:sp>
        <p:nvSpPr>
          <p:cNvPr id="24" name="pupil-text">
            <a:extLst xmlns:a="http://schemas.openxmlformats.org/drawingml/2006/main">
              <a:ext uri="{FF2B5EF4-FFF2-40B4-BE49-F238E27FC236}">
                <a16:creationId xmlns:a16="http://schemas.microsoft.com/office/drawing/2014/main" id="{D73D96D7-A133-46B9-AADB-4EE561DE4075}"/>
              </a:ext>
            </a:extLst>
          </p:cNvPr>
          <p:cNvSpPr>
            <a:spLocks xmlns:a="http://schemas.openxmlformats.org/drawingml/2006/main" noGrp="1"/>
          </p:cNvSpPr>
          <p:nvPr/>
        </p:nvSpPr>
        <p:spPr>
          <a:xfrm xmlns:a="http://schemas.openxmlformats.org/drawingml/2006/main">
            <a:off x="457200" y="49911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How might we know an act helps in a story?</a:t>
            </a:r>
          </a:p>
        </p:txBody>
      </p:sp>
    </p:spTree>
    <p:extLst>
      <p:ext uri="{BB962C8B-B14F-4D97-AF65-F5344CB8AC3E}">
        <p14:creationId xmlns:p14="http://schemas.microsoft.com/office/powerpoint/2010/main" val="66612236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lesson-header">
            <a:extLst xmlns:a="http://schemas.openxmlformats.org/drawingml/2006/main">
              <a:ext uri="{FF2B5EF4-FFF2-40B4-BE49-F238E27FC236}">
                <a16:creationId xmlns:a16="http://schemas.microsoft.com/office/drawing/2014/main" id="{F1EE67AD-D327-41D6-9A05-F9F60E47E496}"/>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1</a:t>
            </a:r>
          </a:p>
        </p:txBody>
      </p:sp>
      <p:sp>
        <p:nvSpPr>
          <p:cNvPr id="2" name="stage-clock">
            <a:extLst xmlns:a="http://schemas.openxmlformats.org/drawingml/2006/main">
              <a:ext uri="{FF2B5EF4-FFF2-40B4-BE49-F238E27FC236}">
                <a16:creationId xmlns:a16="http://schemas.microsoft.com/office/drawing/2014/main" id="{CB1AF290-F18F-4D0D-A11C-F4F2B63A87EB}"/>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3B5F230C-F4A7-48FB-BF03-0408DB9D477E}"/>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Stretch · clues</a:t>
            </a:r>
          </a:p>
        </p:txBody>
      </p:sp>
      <p:sp>
        <p:nvSpPr>
          <p:cNvPr id="4" name="shape">
            <a:extLst xmlns:a="http://schemas.openxmlformats.org/drawingml/2006/main">
              <a:ext uri="{FF2B5EF4-FFF2-40B4-BE49-F238E27FC236}">
                <a16:creationId xmlns:a16="http://schemas.microsoft.com/office/drawing/2014/main" id="{D06B260B-37F5-47F7-90B2-DD304468D9D4}"/>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49CC2537-D7B8-463A-B7F2-EDA972F2B089}"/>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35D61D28-12A4-4564-B4F2-D4555A9F6711}"/>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F7AE7484-351C-412B-BA5D-ACFAFF07ED9D}"/>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DEA96CBC-F6A7-4BA2-B7BB-301E9130EECD}"/>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214BAA94-F1BE-47D3-B8F9-B20082365C66}"/>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035B7A4E-A2DE-423D-8A25-B98B2B4411F1}"/>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find care in a story.</a:t>
            </a:r>
          </a:p>
        </p:txBody>
      </p:sp>
      <p:sp>
        <p:nvSpPr>
          <p:cNvPr id="11" name="re-framing">
            <a:extLst xmlns:a="http://schemas.openxmlformats.org/drawingml/2006/main">
              <a:ext uri="{FF2B5EF4-FFF2-40B4-BE49-F238E27FC236}">
                <a16:creationId xmlns:a16="http://schemas.microsoft.com/office/drawing/2014/main" id="{403A5EB5-9BF2-4A5F-BB18-B2FC51E04028}"/>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AD7C00BB-7A00-4FB6-B3FB-9041C8015ED2}"/>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39E2CF57-DCF3-426F-8DC6-125E1D1850AA}"/>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10 / 38</a:t>
            </a:r>
          </a:p>
        </p:txBody>
      </p:sp>
      <p:sp>
        <p:nvSpPr>
          <p:cNvPr id="14" name="licence-footer">
            <a:extLst xmlns:a="http://schemas.openxmlformats.org/drawingml/2006/main">
              <a:ext uri="{FF2B5EF4-FFF2-40B4-BE49-F238E27FC236}">
                <a16:creationId xmlns:a16="http://schemas.microsoft.com/office/drawing/2014/main" id="{88414DBB-ACD5-4993-8A1F-B8CA5321E646}"/>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47439794-28A8-4199-A0E7-569ED3EE041C}"/>
              </a:ext>
            </a:extLst>
          </p:cNvPr>
          <p:cNvPicPr>
            <a:picLocks xmlns:a="http://schemas.openxmlformats.org/drawingml/2006/main" noChangeAspect="1"/>
          </p:cNvPicPr>
          <p:nvPr/>
        </p:nvPicPr>
        <p:blipFill>
          <a:blip xmlns:r="http://schemas.openxmlformats.org/officeDocument/2006/relationships" xmlns:a="http://schemas.openxmlformats.org/drawingml/2006/main" r:embed="Raeb8b58ba1e247c2"/>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A978B327-27E3-4310-8A6F-B012803039F5}"/>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Prior idea 1</a:t>
            </a:r>
          </a:p>
        </p:txBody>
      </p:sp>
      <p:sp>
        <p:nvSpPr>
          <p:cNvPr id="17" name="shape">
            <a:extLst xmlns:a="http://schemas.openxmlformats.org/drawingml/2006/main">
              <a:ext uri="{FF2B5EF4-FFF2-40B4-BE49-F238E27FC236}">
                <a16:creationId xmlns:a16="http://schemas.microsoft.com/office/drawing/2014/main" id="{DE206064-2185-4507-B405-143B8EA0F42A}"/>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8" name="pupil-text">
            <a:extLst xmlns:a="http://schemas.openxmlformats.org/drawingml/2006/main">
              <a:ext uri="{FF2B5EF4-FFF2-40B4-BE49-F238E27FC236}">
                <a16:creationId xmlns:a16="http://schemas.microsoft.com/office/drawing/2014/main" id="{4CF5D92F-2630-4697-BFD7-8459CD2F5269}"/>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of a task a person wants help with.</a:t>
            </a:r>
          </a:p>
        </p:txBody>
      </p:sp>
      <p:sp>
        <p:nvSpPr>
          <p:cNvPr id="19" name="pupil-text">
            <a:extLst xmlns:a="http://schemas.openxmlformats.org/drawingml/2006/main">
              <a:ext uri="{FF2B5EF4-FFF2-40B4-BE49-F238E27FC236}">
                <a16:creationId xmlns:a16="http://schemas.microsoft.com/office/drawing/2014/main" id="{C4D603C4-D195-4288-A2B9-700A72F1357C}"/>
              </a:ext>
            </a:extLst>
          </p:cNvPr>
          <p:cNvSpPr>
            <a:spLocks xmlns:a="http://schemas.openxmlformats.org/drawingml/2006/main" noGrp="1"/>
          </p:cNvSpPr>
          <p:nvPr/>
        </p:nvSpPr>
        <p:spPr>
          <a:xfrm xmlns:a="http://schemas.openxmlformats.org/drawingml/2006/main">
            <a:off x="457200" y="25622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Prior idea 2</a:t>
            </a:r>
          </a:p>
        </p:txBody>
      </p:sp>
      <p:sp>
        <p:nvSpPr>
          <p:cNvPr id="20" name="shape">
            <a:extLst xmlns:a="http://schemas.openxmlformats.org/drawingml/2006/main">
              <a:ext uri="{FF2B5EF4-FFF2-40B4-BE49-F238E27FC236}">
                <a16:creationId xmlns:a16="http://schemas.microsoft.com/office/drawing/2014/main" id="{21A3C886-95CC-4562-9187-FD27E902DC1D}"/>
              </a:ext>
            </a:extLst>
          </p:cNvPr>
          <p:cNvSpPr>
            <a:spLocks xmlns:a="http://schemas.openxmlformats.org/drawingml/2006/main" noGrp="1"/>
          </p:cNvSpPr>
          <p:nvPr/>
        </p:nvSpPr>
        <p:spPr>
          <a:xfrm xmlns:a="http://schemas.openxmlformats.org/drawingml/2006/main">
            <a:off x="409575" y="29718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876F07CE-1CE5-47A1-ADCA-BF6406C38131}"/>
              </a:ext>
            </a:extLst>
          </p:cNvPr>
          <p:cNvSpPr>
            <a:spLocks xmlns:a="http://schemas.openxmlformats.org/drawingml/2006/main" noGrp="1"/>
          </p:cNvSpPr>
          <p:nvPr/>
        </p:nvSpPr>
        <p:spPr>
          <a:xfrm xmlns:a="http://schemas.openxmlformats.org/drawingml/2006/main">
            <a:off x="457200" y="29813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of the person’s choice.</a:t>
            </a:r>
          </a:p>
        </p:txBody>
      </p:sp>
      <p:sp>
        <p:nvSpPr>
          <p:cNvPr id="22" name="pupil-text">
            <a:extLst xmlns:a="http://schemas.openxmlformats.org/drawingml/2006/main">
              <a:ext uri="{FF2B5EF4-FFF2-40B4-BE49-F238E27FC236}">
                <a16:creationId xmlns:a16="http://schemas.microsoft.com/office/drawing/2014/main" id="{9481EA78-5456-4EA5-9CFB-8E48DA5A65CC}"/>
              </a:ext>
            </a:extLst>
          </p:cNvPr>
          <p:cNvSpPr>
            <a:spLocks xmlns:a="http://schemas.openxmlformats.org/drawingml/2006/main" noGrp="1"/>
          </p:cNvSpPr>
          <p:nvPr/>
        </p:nvSpPr>
        <p:spPr>
          <a:xfrm xmlns:a="http://schemas.openxmlformats.org/drawingml/2006/main">
            <a:off x="457200" y="33718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Prior idea 3</a:t>
            </a:r>
          </a:p>
        </p:txBody>
      </p:sp>
      <p:sp>
        <p:nvSpPr>
          <p:cNvPr id="23" name="shape">
            <a:extLst xmlns:a="http://schemas.openxmlformats.org/drawingml/2006/main">
              <a:ext uri="{FF2B5EF4-FFF2-40B4-BE49-F238E27FC236}">
                <a16:creationId xmlns:a16="http://schemas.microsoft.com/office/drawing/2014/main" id="{83E5DDFA-A9CE-4A50-9042-17099648A65F}"/>
              </a:ext>
            </a:extLst>
          </p:cNvPr>
          <p:cNvSpPr>
            <a:spLocks xmlns:a="http://schemas.openxmlformats.org/drawingml/2006/main" noGrp="1"/>
          </p:cNvSpPr>
          <p:nvPr/>
        </p:nvSpPr>
        <p:spPr>
          <a:xfrm xmlns:a="http://schemas.openxmlformats.org/drawingml/2006/main">
            <a:off x="409575" y="37814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4" name="pupil-text">
            <a:extLst xmlns:a="http://schemas.openxmlformats.org/drawingml/2006/main">
              <a:ext uri="{FF2B5EF4-FFF2-40B4-BE49-F238E27FC236}">
                <a16:creationId xmlns:a16="http://schemas.microsoft.com/office/drawing/2014/main" id="{42E8A544-DE44-47F7-B2C1-32C76EB63D54}"/>
              </a:ext>
            </a:extLst>
          </p:cNvPr>
          <p:cNvSpPr>
            <a:spLocks xmlns:a="http://schemas.openxmlformats.org/drawingml/2006/main" noGrp="1"/>
          </p:cNvSpPr>
          <p:nvPr/>
        </p:nvSpPr>
        <p:spPr>
          <a:xfrm xmlns:a="http://schemas.openxmlformats.org/drawingml/2006/main">
            <a:off x="457200" y="3790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of a safe class example.</a:t>
            </a:r>
          </a:p>
        </p:txBody>
      </p:sp>
      <p:sp>
        <p:nvSpPr>
          <p:cNvPr id="25" name="pupil-text">
            <a:extLst xmlns:a="http://schemas.openxmlformats.org/drawingml/2006/main">
              <a:ext uri="{FF2B5EF4-FFF2-40B4-BE49-F238E27FC236}">
                <a16:creationId xmlns:a16="http://schemas.microsoft.com/office/drawing/2014/main" id="{F283CA53-B5D2-4ED9-BE65-D40083C0DC26}"/>
              </a:ext>
            </a:extLst>
          </p:cNvPr>
          <p:cNvSpPr>
            <a:spLocks xmlns:a="http://schemas.openxmlformats.org/drawingml/2006/main" noGrp="1"/>
          </p:cNvSpPr>
          <p:nvPr/>
        </p:nvSpPr>
        <p:spPr>
          <a:xfrm xmlns:a="http://schemas.openxmlformats.org/drawingml/2006/main">
            <a:off x="457200" y="41814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 4</a:t>
            </a:r>
          </a:p>
        </p:txBody>
      </p:sp>
      <p:sp>
        <p:nvSpPr>
          <p:cNvPr id="26" name="shape">
            <a:extLst xmlns:a="http://schemas.openxmlformats.org/drawingml/2006/main">
              <a:ext uri="{FF2B5EF4-FFF2-40B4-BE49-F238E27FC236}">
                <a16:creationId xmlns:a16="http://schemas.microsoft.com/office/drawing/2014/main" id="{CBDA375B-FEFF-48E9-8C46-9B9FC68F77A6}"/>
              </a:ext>
            </a:extLst>
          </p:cNvPr>
          <p:cNvSpPr>
            <a:spLocks xmlns:a="http://schemas.openxmlformats.org/drawingml/2006/main" noGrp="1"/>
          </p:cNvSpPr>
          <p:nvPr/>
        </p:nvSpPr>
        <p:spPr>
          <a:xfrm xmlns:a="http://schemas.openxmlformats.org/drawingml/2006/main">
            <a:off x="409575" y="45910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0F3F348C-EAAF-45C7-B64F-9DEF2B64762E}"/>
              </a:ext>
            </a:extLst>
          </p:cNvPr>
          <p:cNvSpPr>
            <a:spLocks xmlns:a="http://schemas.openxmlformats.org/drawingml/2006/main" noGrp="1"/>
          </p:cNvSpPr>
          <p:nvPr/>
        </p:nvSpPr>
        <p:spPr>
          <a:xfrm xmlns:a="http://schemas.openxmlformats.org/drawingml/2006/main">
            <a:off x="457200" y="46005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of what a person does.</a:t>
            </a:r>
          </a:p>
        </p:txBody>
      </p:sp>
    </p:spTree>
    <p:extLst>
      <p:ext uri="{BB962C8B-B14F-4D97-AF65-F5344CB8AC3E}">
        <p14:creationId xmlns:p14="http://schemas.microsoft.com/office/powerpoint/2010/main" val="176466638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B804B52F-ED7E-497D-AF60-D99F2C906683}"/>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1</a:t>
            </a:r>
          </a:p>
        </p:txBody>
      </p:sp>
      <p:sp>
        <p:nvSpPr>
          <p:cNvPr id="2" name="stage-clock">
            <a:extLst xmlns:a="http://schemas.openxmlformats.org/drawingml/2006/main">
              <a:ext uri="{FF2B5EF4-FFF2-40B4-BE49-F238E27FC236}">
                <a16:creationId xmlns:a16="http://schemas.microsoft.com/office/drawing/2014/main" id="{69854C81-D503-4AFC-8EC7-0D2DA6A2044A}"/>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F731998B-7794-4390-AB58-3E7A31985562}"/>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Recall strip — after the first Arrival try only</a:t>
            </a:r>
          </a:p>
        </p:txBody>
      </p:sp>
      <p:sp>
        <p:nvSpPr>
          <p:cNvPr id="4" name="shape">
            <a:extLst xmlns:a="http://schemas.openxmlformats.org/drawingml/2006/main">
              <a:ext uri="{FF2B5EF4-FFF2-40B4-BE49-F238E27FC236}">
                <a16:creationId xmlns:a16="http://schemas.microsoft.com/office/drawing/2014/main" id="{5B8B977D-D7BA-4E41-8495-0F064C6B0E3A}"/>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84037AEF-DFF1-46B2-A091-FE45CB6A5851}"/>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2358C4F5-9DC6-4AFD-AB69-C6FA82A433DC}"/>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41201824-B8D4-4393-8D34-227CBF657118}"/>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8EBF70A7-055F-496B-AA6E-E42746C69959}"/>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DB72475D-19E8-49CD-B25C-66DD43527248}"/>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3B135D88-BD39-4D36-9EC0-817236095707}"/>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find care in a story.</a:t>
            </a:r>
          </a:p>
        </p:txBody>
      </p:sp>
      <p:sp>
        <p:nvSpPr>
          <p:cNvPr id="11" name="re-framing">
            <a:extLst xmlns:a="http://schemas.openxmlformats.org/drawingml/2006/main">
              <a:ext uri="{FF2B5EF4-FFF2-40B4-BE49-F238E27FC236}">
                <a16:creationId xmlns:a16="http://schemas.microsoft.com/office/drawing/2014/main" id="{2B846696-8DF0-4660-BFBF-BE1414461F33}"/>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E7FE4942-C489-4C1C-9B25-0B36C6D85345}"/>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39D2DEDA-00F5-40D0-9EAA-B08080EC815B}"/>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11 / 38</a:t>
            </a:r>
          </a:p>
        </p:txBody>
      </p:sp>
      <p:sp>
        <p:nvSpPr>
          <p:cNvPr id="14" name="licence-footer">
            <a:extLst xmlns:a="http://schemas.openxmlformats.org/drawingml/2006/main">
              <a:ext uri="{FF2B5EF4-FFF2-40B4-BE49-F238E27FC236}">
                <a16:creationId xmlns:a16="http://schemas.microsoft.com/office/drawing/2014/main" id="{08989D3B-627A-4943-8864-3284C0FF7CD6}"/>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951895ED-5F16-473E-A759-EA75A1808E10}"/>
              </a:ext>
            </a:extLst>
          </p:cNvPr>
          <p:cNvPicPr>
            <a:picLocks xmlns:a="http://schemas.openxmlformats.org/drawingml/2006/main" noChangeAspect="1"/>
          </p:cNvPicPr>
          <p:nvPr/>
        </p:nvPicPr>
        <p:blipFill>
          <a:blip xmlns:r="http://schemas.openxmlformats.org/officeDocument/2006/relationships" xmlns:a="http://schemas.openxmlformats.org/drawingml/2006/main" r:embed="R1da022ad377148ac"/>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19CE2F19-1F5E-4D92-BCFA-7DC2EB88A169}"/>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 person can ask for help. People may choose help or say no. A made-up case can keep private</a:t>
            </a:r>
          </a:p>
        </p:txBody>
      </p:sp>
      <p:sp>
        <p:nvSpPr>
          <p:cNvPr id="17" name="pupil-text">
            <a:extLst xmlns:a="http://schemas.openxmlformats.org/drawingml/2006/main">
              <a:ext uri="{FF2B5EF4-FFF2-40B4-BE49-F238E27FC236}">
                <a16:creationId xmlns:a16="http://schemas.microsoft.com/office/drawing/2014/main" id="{B327EC80-C624-4C96-BD54-5C67A407874A}"/>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stories private.</a:t>
            </a:r>
          </a:p>
        </p:txBody>
      </p:sp>
      <p:sp>
        <p:nvSpPr>
          <p:cNvPr id="18" name="shape">
            <a:extLst xmlns:a="http://schemas.openxmlformats.org/drawingml/2006/main">
              <a:ext uri="{FF2B5EF4-FFF2-40B4-BE49-F238E27FC236}">
                <a16:creationId xmlns:a16="http://schemas.microsoft.com/office/drawing/2014/main" id="{539D7FB5-7C03-4531-A234-6F15AB21873D}"/>
              </a:ext>
            </a:extLst>
          </p:cNvPr>
          <p:cNvSpPr>
            <a:spLocks xmlns:a="http://schemas.openxmlformats.org/drawingml/2006/main" noGrp="1"/>
          </p:cNvSpPr>
          <p:nvPr/>
        </p:nvSpPr>
        <p:spPr>
          <a:xfrm xmlns:a="http://schemas.openxmlformats.org/drawingml/2006/main">
            <a:off x="409575" y="24288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160189FF-798C-4581-8523-49E495995D3A}"/>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Give four short replies or marks. You may pass.</a:t>
            </a:r>
          </a:p>
        </p:txBody>
      </p:sp>
    </p:spTree>
    <p:extLst>
      <p:ext uri="{BB962C8B-B14F-4D97-AF65-F5344CB8AC3E}">
        <p14:creationId xmlns:p14="http://schemas.microsoft.com/office/powerpoint/2010/main" val="24680768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lesson-header">
            <a:extLst xmlns:a="http://schemas.openxmlformats.org/drawingml/2006/main">
              <a:ext uri="{FF2B5EF4-FFF2-40B4-BE49-F238E27FC236}">
                <a16:creationId xmlns:a16="http://schemas.microsoft.com/office/drawing/2014/main" id="{8247331B-E888-4A07-BC19-9110475FC333}"/>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1</a:t>
            </a:r>
          </a:p>
        </p:txBody>
      </p:sp>
      <p:sp>
        <p:nvSpPr>
          <p:cNvPr id="2" name="stage-clock">
            <a:extLst xmlns:a="http://schemas.openxmlformats.org/drawingml/2006/main">
              <a:ext uri="{FF2B5EF4-FFF2-40B4-BE49-F238E27FC236}">
                <a16:creationId xmlns:a16="http://schemas.microsoft.com/office/drawing/2014/main" id="{1F6D5678-5BFF-426B-93B5-7EEF2BF806D1}"/>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Starter · 3 min · 05 to 08</a:t>
            </a:r>
          </a:p>
        </p:txBody>
      </p:sp>
      <p:sp>
        <p:nvSpPr>
          <p:cNvPr id="3" name="slide-title">
            <a:extLst xmlns:a="http://schemas.openxmlformats.org/drawingml/2006/main">
              <a:ext uri="{FF2B5EF4-FFF2-40B4-BE49-F238E27FC236}">
                <a16:creationId xmlns:a16="http://schemas.microsoft.com/office/drawing/2014/main" id="{F44118FB-6337-4F78-86B2-D9231B033048}"/>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Starter</a:t>
            </a:r>
          </a:p>
        </p:txBody>
      </p:sp>
      <p:sp>
        <p:nvSpPr>
          <p:cNvPr id="4" name="shape">
            <a:extLst xmlns:a="http://schemas.openxmlformats.org/drawingml/2006/main">
              <a:ext uri="{FF2B5EF4-FFF2-40B4-BE49-F238E27FC236}">
                <a16:creationId xmlns:a16="http://schemas.microsoft.com/office/drawing/2014/main" id="{744C1BFE-E1BB-415E-8B87-E131AE48C771}"/>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72CD1252-32B8-46BF-9C4E-85B734EE34F2}"/>
              </a:ext>
            </a:extLst>
          </p:cNvPr>
          <p:cNvSpPr>
            <a:spLocks xmlns:a="http://schemas.openxmlformats.org/drawingml/2006/main" noGrp="1"/>
          </p:cNvSpPr>
          <p:nvPr/>
        </p:nvSpPr>
        <p:spPr>
          <a:xfrm xmlns:a="http://schemas.openxmlformats.org/drawingml/2006/main">
            <a:off x="18037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E04F49C3-8B5B-488A-8AEB-3F0F3CA12C9B}"/>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0B039184-7878-42D0-97D7-FA6E2799EA85}"/>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0396CDA2-52AE-4339-8960-86F62CAB0231}"/>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6FBB6DE0-C589-4327-9A53-18FEFBD3439C}"/>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2E988319-C61D-4547-90B0-49DDFA7A0BCF}"/>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find care in a story.</a:t>
            </a:r>
          </a:p>
        </p:txBody>
      </p:sp>
      <p:sp>
        <p:nvSpPr>
          <p:cNvPr id="11" name="re-framing">
            <a:extLst xmlns:a="http://schemas.openxmlformats.org/drawingml/2006/main">
              <a:ext uri="{FF2B5EF4-FFF2-40B4-BE49-F238E27FC236}">
                <a16:creationId xmlns:a16="http://schemas.microsoft.com/office/drawing/2014/main" id="{CB87DFBA-E15B-4607-8105-C2DEF91B223B}"/>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FC1B2232-1845-47B7-A7B4-CA957185BB79}"/>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07EC1039-F444-496A-B6E4-24D3200A81CC}"/>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12 / 38</a:t>
            </a:r>
          </a:p>
        </p:txBody>
      </p:sp>
      <p:sp>
        <p:nvSpPr>
          <p:cNvPr id="14" name="licence-footer">
            <a:extLst xmlns:a="http://schemas.openxmlformats.org/drawingml/2006/main">
              <a:ext uri="{FF2B5EF4-FFF2-40B4-BE49-F238E27FC236}">
                <a16:creationId xmlns:a16="http://schemas.microsoft.com/office/drawing/2014/main" id="{20F1A485-EEE8-475E-9E9C-B1A934E3818E}"/>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CA7051B8-B26B-4F57-B1AD-636002C40AA4}"/>
              </a:ext>
            </a:extLst>
          </p:cNvPr>
          <p:cNvPicPr>
            <a:picLocks xmlns:a="http://schemas.openxmlformats.org/drawingml/2006/main" noChangeAspect="1"/>
          </p:cNvPicPr>
          <p:nvPr/>
        </p:nvPicPr>
        <p:blipFill>
          <a:blip xmlns:r="http://schemas.openxmlformats.org/officeDocument/2006/relationships" xmlns:a="http://schemas.openxmlformats.org/drawingml/2006/main" r:embed="R89bc469268fa4018"/>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BD047F7B-36CC-4BA0-9B14-CB1FF6D6E8E9}"/>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Give one short reply or mark. You may pass.</a:t>
            </a:r>
          </a:p>
        </p:txBody>
      </p:sp>
      <p:sp>
        <p:nvSpPr>
          <p:cNvPr id="17" name="pupil-text">
            <a:extLst xmlns:a="http://schemas.openxmlformats.org/drawingml/2006/main">
              <a:ext uri="{FF2B5EF4-FFF2-40B4-BE49-F238E27FC236}">
                <a16:creationId xmlns:a16="http://schemas.microsoft.com/office/drawing/2014/main" id="{44C8FD1B-61B1-4F76-983B-57D94FA07285}"/>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Which person in the first picture might need help?</a:t>
            </a:r>
          </a:p>
        </p:txBody>
      </p:sp>
    </p:spTree>
    <p:extLst>
      <p:ext uri="{BB962C8B-B14F-4D97-AF65-F5344CB8AC3E}">
        <p14:creationId xmlns:p14="http://schemas.microsoft.com/office/powerpoint/2010/main" val="16799458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CEADDB9C-9D55-4B63-89E5-D9C02326F26D}"/>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1</a:t>
            </a:r>
          </a:p>
        </p:txBody>
      </p:sp>
      <p:sp>
        <p:nvSpPr>
          <p:cNvPr id="2" name="stage-clock">
            <a:extLst xmlns:a="http://schemas.openxmlformats.org/drawingml/2006/main">
              <a:ext uri="{FF2B5EF4-FFF2-40B4-BE49-F238E27FC236}">
                <a16:creationId xmlns:a16="http://schemas.microsoft.com/office/drawing/2014/main" id="{52C6C973-7532-4357-AD0F-042DE47D8265}"/>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Starter · 3 min · 05 to 08</a:t>
            </a:r>
          </a:p>
        </p:txBody>
      </p:sp>
      <p:sp>
        <p:nvSpPr>
          <p:cNvPr id="3" name="slide-title">
            <a:extLst xmlns:a="http://schemas.openxmlformats.org/drawingml/2006/main">
              <a:ext uri="{FF2B5EF4-FFF2-40B4-BE49-F238E27FC236}">
                <a16:creationId xmlns:a16="http://schemas.microsoft.com/office/drawing/2014/main" id="{751F6340-860D-44AC-8309-06810C28A649}"/>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Picture access — Starter observation</a:t>
            </a:r>
          </a:p>
        </p:txBody>
      </p:sp>
      <p:sp>
        <p:nvSpPr>
          <p:cNvPr id="4" name="shape">
            <a:extLst xmlns:a="http://schemas.openxmlformats.org/drawingml/2006/main">
              <a:ext uri="{FF2B5EF4-FFF2-40B4-BE49-F238E27FC236}">
                <a16:creationId xmlns:a16="http://schemas.microsoft.com/office/drawing/2014/main" id="{23F39798-51B3-493C-B874-479D9A24E824}"/>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2EA288AC-7EA1-4FF8-842F-A9F859FB1784}"/>
              </a:ext>
            </a:extLst>
          </p:cNvPr>
          <p:cNvSpPr>
            <a:spLocks xmlns:a="http://schemas.openxmlformats.org/drawingml/2006/main" noGrp="1"/>
          </p:cNvSpPr>
          <p:nvPr/>
        </p:nvSpPr>
        <p:spPr>
          <a:xfrm xmlns:a="http://schemas.openxmlformats.org/drawingml/2006/main">
            <a:off x="18037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44DAD615-F704-46D8-A967-CDC6F9ED6DD9}"/>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72DA26F1-4189-4444-BDCC-4D268E3B191D}"/>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FEFDC168-2F66-4262-BAAD-B4CAA901A1A1}"/>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8FE945BB-FE60-4C6C-B4BC-B56D18FD38CD}"/>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2DD71238-7385-47DB-B1CB-8C21586995E9}"/>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find care in a story.</a:t>
            </a:r>
          </a:p>
        </p:txBody>
      </p:sp>
      <p:sp>
        <p:nvSpPr>
          <p:cNvPr id="11" name="re-framing">
            <a:extLst xmlns:a="http://schemas.openxmlformats.org/drawingml/2006/main">
              <a:ext uri="{FF2B5EF4-FFF2-40B4-BE49-F238E27FC236}">
                <a16:creationId xmlns:a16="http://schemas.microsoft.com/office/drawing/2014/main" id="{69FDF295-5A87-4246-A490-67F924893DB3}"/>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1FB4F162-8EEA-41C3-BB34-59CECDC87819}"/>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7FD76564-65C5-436D-9988-4ED05F8A469E}"/>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13 / 38</a:t>
            </a:r>
          </a:p>
        </p:txBody>
      </p:sp>
      <p:sp>
        <p:nvSpPr>
          <p:cNvPr id="14" name="licence-footer">
            <a:extLst xmlns:a="http://schemas.openxmlformats.org/drawingml/2006/main">
              <a:ext uri="{FF2B5EF4-FFF2-40B4-BE49-F238E27FC236}">
                <a16:creationId xmlns:a16="http://schemas.microsoft.com/office/drawing/2014/main" id="{B83FB43C-A09A-428F-BE44-01815BE864B6}"/>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27F5297F-FD62-49D2-A8F2-341D13B70E62}"/>
              </a:ext>
            </a:extLst>
          </p:cNvPr>
          <p:cNvPicPr>
            <a:picLocks xmlns:a="http://schemas.openxmlformats.org/drawingml/2006/main" noChangeAspect="1"/>
          </p:cNvPicPr>
          <p:nvPr/>
        </p:nvPicPr>
        <p:blipFill>
          <a:blip xmlns:r="http://schemas.openxmlformats.org/officeDocument/2006/relationships" xmlns:a="http://schemas.openxmlformats.org/drawingml/2006/main" r:embed="Rf8f36bbdeabd463c"/>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15136733-DC69-4A60-BF32-8AF31B1C4F5D}"/>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 hurt traveller sits by a road. A helper stops nearby. A second picture shows a host and a place to</a:t>
            </a:r>
          </a:p>
        </p:txBody>
      </p:sp>
      <p:sp>
        <p:nvSpPr>
          <p:cNvPr id="17" name="pupil-text">
            <a:extLst xmlns:a="http://schemas.openxmlformats.org/drawingml/2006/main">
              <a:ext uri="{FF2B5EF4-FFF2-40B4-BE49-F238E27FC236}">
                <a16:creationId xmlns:a16="http://schemas.microsoft.com/office/drawing/2014/main" id="{2B7AD151-8388-4BDD-B45E-7A765E28E9B7}"/>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rest. These are learning drawings from the story, not photos of real events.</a:t>
            </a:r>
          </a:p>
        </p:txBody>
      </p:sp>
      <p:sp>
        <p:nvSpPr>
          <p:cNvPr id="18" name="shape">
            <a:extLst xmlns:a="http://schemas.openxmlformats.org/drawingml/2006/main">
              <a:ext uri="{FF2B5EF4-FFF2-40B4-BE49-F238E27FC236}">
                <a16:creationId xmlns:a16="http://schemas.microsoft.com/office/drawing/2014/main" id="{B0ACF8A9-641B-4476-A73F-6DE9F220312C}"/>
              </a:ext>
            </a:extLst>
          </p:cNvPr>
          <p:cNvSpPr>
            <a:spLocks xmlns:a="http://schemas.openxmlformats.org/drawingml/2006/main" noGrp="1"/>
          </p:cNvSpPr>
          <p:nvPr/>
        </p:nvSpPr>
        <p:spPr>
          <a:xfrm xmlns:a="http://schemas.openxmlformats.org/drawingml/2006/main">
            <a:off x="409575" y="24288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D4B6CAAD-1151-443D-92D1-09E1A8B51A45}"/>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Give one short reply or mark. You may pass.</a:t>
            </a:r>
          </a:p>
        </p:txBody>
      </p:sp>
    </p:spTree>
    <p:extLst>
      <p:ext uri="{BB962C8B-B14F-4D97-AF65-F5344CB8AC3E}">
        <p14:creationId xmlns:p14="http://schemas.microsoft.com/office/powerpoint/2010/main" val="6415924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lesson-header">
            <a:extLst xmlns:a="http://schemas.openxmlformats.org/drawingml/2006/main">
              <a:ext uri="{FF2B5EF4-FFF2-40B4-BE49-F238E27FC236}">
                <a16:creationId xmlns:a16="http://schemas.microsoft.com/office/drawing/2014/main" id="{C2FF4AB0-C6F6-4310-A4E9-6A7D3CD26533}"/>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1</a:t>
            </a:r>
          </a:p>
        </p:txBody>
      </p:sp>
      <p:sp>
        <p:nvSpPr>
          <p:cNvPr id="2" name="stage-clock">
            <a:extLst xmlns:a="http://schemas.openxmlformats.org/drawingml/2006/main">
              <a:ext uri="{FF2B5EF4-FFF2-40B4-BE49-F238E27FC236}">
                <a16:creationId xmlns:a16="http://schemas.microsoft.com/office/drawing/2014/main" id="{3B1C7C80-90DE-448D-8967-91E2F07A1A9A}"/>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CB197DEA-5D7A-42D3-A737-05F0F87A49ED}"/>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word cards</a:t>
            </a:r>
          </a:p>
        </p:txBody>
      </p:sp>
      <p:sp>
        <p:nvSpPr>
          <p:cNvPr id="4" name="shape">
            <a:extLst xmlns:a="http://schemas.openxmlformats.org/drawingml/2006/main">
              <a:ext uri="{FF2B5EF4-FFF2-40B4-BE49-F238E27FC236}">
                <a16:creationId xmlns:a16="http://schemas.microsoft.com/office/drawing/2014/main" id="{4981141F-2939-4050-A382-A2037CF55BCF}"/>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C2E7A6B9-2369-44EE-81DE-943F8C32B1B4}"/>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32DB9218-C861-4718-B84A-6EF580BF023D}"/>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B6376930-7489-4561-9866-28BDB3547006}"/>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3134F16E-A77C-44C2-A207-EF0C610A2E39}"/>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17F1C7AB-9EF4-4754-A958-D3A00FA0A914}"/>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B4059AC7-34E4-44C0-8E14-7F368CC91B50}"/>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find care in a story.</a:t>
            </a:r>
          </a:p>
        </p:txBody>
      </p:sp>
      <p:sp>
        <p:nvSpPr>
          <p:cNvPr id="11" name="re-framing">
            <a:extLst xmlns:a="http://schemas.openxmlformats.org/drawingml/2006/main">
              <a:ext uri="{FF2B5EF4-FFF2-40B4-BE49-F238E27FC236}">
                <a16:creationId xmlns:a16="http://schemas.microsoft.com/office/drawing/2014/main" id="{F6A63BBC-E617-4725-B073-25F6A59DBD52}"/>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2B49465C-E2A7-456F-A80F-4FFE1259B691}"/>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328A26A2-9648-446C-BB3C-3D43BA791584}"/>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14 / 38</a:t>
            </a:r>
          </a:p>
        </p:txBody>
      </p:sp>
      <p:sp>
        <p:nvSpPr>
          <p:cNvPr id="14" name="licence-footer">
            <a:extLst xmlns:a="http://schemas.openxmlformats.org/drawingml/2006/main">
              <a:ext uri="{FF2B5EF4-FFF2-40B4-BE49-F238E27FC236}">
                <a16:creationId xmlns:a16="http://schemas.microsoft.com/office/drawing/2014/main" id="{B86B22BE-0923-4552-A6B8-F006B8895B27}"/>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19AF1C2A-2B9E-4766-B8E9-635B4DCDCD5F}"/>
              </a:ext>
            </a:extLst>
          </p:cNvPr>
          <p:cNvPicPr>
            <a:picLocks xmlns:a="http://schemas.openxmlformats.org/drawingml/2006/main" noChangeAspect="1"/>
          </p:cNvPicPr>
          <p:nvPr/>
        </p:nvPicPr>
        <p:blipFill>
          <a:blip xmlns:r="http://schemas.openxmlformats.org/officeDocument/2006/relationships" xmlns:a="http://schemas.openxmlformats.org/drawingml/2006/main" r:embed="R9956e547f23b49e7"/>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A92EDFB5-F40E-4AD4-8596-3FB1B4126C0F}"/>
              </a:ext>
            </a:extLst>
          </p:cNvPr>
          <p:cNvSpPr>
            <a:spLocks xmlns:a="http://schemas.openxmlformats.org/drawingml/2006/main" noGrp="1"/>
          </p:cNvSpPr>
          <p:nvPr/>
        </p:nvSpPr>
        <p:spPr>
          <a:xfrm xmlns:a="http://schemas.openxmlformats.org/drawingml/2006/main">
            <a:off x="381000" y="1657350"/>
            <a:ext cx="11430000" cy="3695700"/>
          </a:xfrm>
          <a:prstGeom xmlns:a="http://schemas.openxmlformats.org/drawingml/2006/main" prst="rect">
            <a:avLst/>
          </a:prstGeom>
          <a:solidFill xmlns:a="http://schemas.openxmlformats.org/drawingml/2006/main">
            <a:srgbClr val="FFFFFF"/>
          </a:solidFill>
          <a:ln xmlns:a="http://schemas.openxmlformats.org/drawingml/2006/main" w="9525">
            <a:solidFill>
              <a:srgbClr val="B9C7D1"/>
            </a:solidFill>
            <a:prstDash val="solid"/>
          </a:ln>
        </p:spPr>
      </p:sp>
      <p:sp>
        <p:nvSpPr>
          <p:cNvPr id="17" name="native-vector-1-polygon">
            <a:extLst xmlns:a="http://schemas.openxmlformats.org/drawingml/2006/main">
              <a:ext uri="{FF2B5EF4-FFF2-40B4-BE49-F238E27FC236}">
                <a16:creationId xmlns:a16="http://schemas.microsoft.com/office/drawing/2014/main" id="{0C3FE104-2583-450D-96DB-673D7DD95030}"/>
              </a:ext>
            </a:extLst>
          </p:cNvPr>
          <p:cNvSpPr>
            <a:spLocks xmlns:a="http://schemas.openxmlformats.org/drawingml/2006/main" noGrp="1"/>
          </p:cNvSpPr>
          <p:nvPr/>
        </p:nvSpPr>
        <p:spPr>
          <a:xfrm xmlns:a="http://schemas.openxmlformats.org/drawingml/2006/main">
            <a:off x="1066800" y="2763838"/>
            <a:ext cx="285750" cy="448469"/>
          </a:xfrm>
          <a:custGeom xmlns:a="http://schemas.openxmlformats.org/drawingml/2006/main">
            <a:pathLst>
              <a:path w="285750" h="448469">
                <a:moveTo>
                  <a:pt x="0" y="257969"/>
                </a:moveTo>
                <a:lnTo>
                  <a:pt x="0" y="19844"/>
                </a:lnTo>
                <a:lnTo>
                  <a:pt x="47625" y="19844"/>
                </a:lnTo>
                <a:lnTo>
                  <a:pt x="47625" y="178594"/>
                </a:lnTo>
                <a:lnTo>
                  <a:pt x="79375" y="0"/>
                </a:lnTo>
                <a:lnTo>
                  <a:pt x="127000" y="0"/>
                </a:lnTo>
                <a:lnTo>
                  <a:pt x="127000" y="178594"/>
                </a:lnTo>
                <a:lnTo>
                  <a:pt x="158750" y="27781"/>
                </a:lnTo>
                <a:lnTo>
                  <a:pt x="206375" y="27781"/>
                </a:lnTo>
                <a:lnTo>
                  <a:pt x="206375" y="210344"/>
                </a:lnTo>
                <a:lnTo>
                  <a:pt x="238125" y="79375"/>
                </a:lnTo>
                <a:lnTo>
                  <a:pt x="285750" y="79375"/>
                </a:lnTo>
                <a:lnTo>
                  <a:pt x="285750" y="309563"/>
                </a:lnTo>
                <a:lnTo>
                  <a:pt x="194469" y="448469"/>
                </a:lnTo>
                <a:lnTo>
                  <a:pt x="55563" y="448469"/>
                </a:lnTo>
                <a:close/>
              </a:path>
            </a:pathLst>
          </a:custGeom>
          <a:solidFill xmlns:a="http://schemas.openxmlformats.org/drawingml/2006/main">
            <a:srgbClr val="FFFFFF"/>
          </a:solidFill>
          <a:ln xmlns:a="http://schemas.openxmlformats.org/drawingml/2006/main" w="15875">
            <a:solidFill>
              <a:srgbClr val="17324D"/>
            </a:solidFill>
            <a:prstDash val="solid"/>
          </a:ln>
        </p:spPr>
      </p:sp>
      <p:sp>
        <p:nvSpPr>
          <p:cNvPr id="18" name="native-vector-2-polygon">
            <a:extLst xmlns:a="http://schemas.openxmlformats.org/drawingml/2006/main">
              <a:ext uri="{FF2B5EF4-FFF2-40B4-BE49-F238E27FC236}">
                <a16:creationId xmlns:a16="http://schemas.microsoft.com/office/drawing/2014/main" id="{277DA8E7-EF35-4A76-81DC-612FC88C5709}"/>
              </a:ext>
            </a:extLst>
          </p:cNvPr>
          <p:cNvSpPr>
            <a:spLocks xmlns:a="http://schemas.openxmlformats.org/drawingml/2006/main" noGrp="1"/>
          </p:cNvSpPr>
          <p:nvPr/>
        </p:nvSpPr>
        <p:spPr>
          <a:xfrm xmlns:a="http://schemas.openxmlformats.org/drawingml/2006/main">
            <a:off x="2209800" y="2763838"/>
            <a:ext cx="285750" cy="448469"/>
          </a:xfrm>
          <a:custGeom xmlns:a="http://schemas.openxmlformats.org/drawingml/2006/main">
            <a:pathLst>
              <a:path w="285750" h="448469">
                <a:moveTo>
                  <a:pt x="285750" y="257969"/>
                </a:moveTo>
                <a:lnTo>
                  <a:pt x="285750" y="19844"/>
                </a:lnTo>
                <a:lnTo>
                  <a:pt x="238125" y="19844"/>
                </a:lnTo>
                <a:lnTo>
                  <a:pt x="238125" y="178594"/>
                </a:lnTo>
                <a:lnTo>
                  <a:pt x="206375" y="0"/>
                </a:lnTo>
                <a:lnTo>
                  <a:pt x="158750" y="0"/>
                </a:lnTo>
                <a:lnTo>
                  <a:pt x="158750" y="178594"/>
                </a:lnTo>
                <a:lnTo>
                  <a:pt x="127000" y="27781"/>
                </a:lnTo>
                <a:lnTo>
                  <a:pt x="79375" y="27781"/>
                </a:lnTo>
                <a:lnTo>
                  <a:pt x="79375" y="210344"/>
                </a:lnTo>
                <a:lnTo>
                  <a:pt x="47625" y="79375"/>
                </a:lnTo>
                <a:lnTo>
                  <a:pt x="0" y="79375"/>
                </a:lnTo>
                <a:lnTo>
                  <a:pt x="0" y="309563"/>
                </a:lnTo>
                <a:lnTo>
                  <a:pt x="91281" y="448469"/>
                </a:lnTo>
                <a:lnTo>
                  <a:pt x="230188" y="448469"/>
                </a:lnTo>
                <a:close/>
              </a:path>
            </a:pathLst>
          </a:custGeom>
          <a:solidFill xmlns:a="http://schemas.openxmlformats.org/drawingml/2006/main">
            <a:srgbClr val="FFFFFF"/>
          </a:solidFill>
          <a:ln xmlns:a="http://schemas.openxmlformats.org/drawingml/2006/main" w="15875">
            <a:solidFill>
              <a:srgbClr val="17324D"/>
            </a:solidFill>
            <a:prstDash val="solid"/>
          </a:ln>
        </p:spPr>
      </p:sp>
      <p:sp>
        <p:nvSpPr>
          <p:cNvPr id="19" name="native-vector-3-ellipse">
            <a:extLst xmlns:a="http://schemas.openxmlformats.org/drawingml/2006/main">
              <a:ext uri="{FF2B5EF4-FFF2-40B4-BE49-F238E27FC236}">
                <a16:creationId xmlns:a16="http://schemas.microsoft.com/office/drawing/2014/main" id="{672820FC-6975-483B-9B61-6CD248D86569}"/>
              </a:ext>
            </a:extLst>
          </p:cNvPr>
          <p:cNvSpPr>
            <a:spLocks xmlns:a="http://schemas.openxmlformats.org/drawingml/2006/main" noGrp="1"/>
          </p:cNvSpPr>
          <p:nvPr/>
        </p:nvSpPr>
        <p:spPr>
          <a:xfrm xmlns:a="http://schemas.openxmlformats.org/drawingml/2006/main">
            <a:off x="1681956" y="2684463"/>
            <a:ext cx="198438" cy="198438"/>
          </a:xfrm>
          <a:prstGeom xmlns:a="http://schemas.openxmlformats.org/drawingml/2006/main" prst="ellipse">
            <a:avLst/>
          </a:prstGeom>
          <a:solidFill xmlns:a="http://schemas.openxmlformats.org/drawingml/2006/main">
            <a:srgbClr val="17324D"/>
          </a:solidFill>
          <a:ln xmlns:a="http://schemas.openxmlformats.org/drawingml/2006/main" w="3969">
            <a:noFill/>
            <a:prstDash val="solid"/>
          </a:ln>
        </p:spPr>
      </p:sp>
      <p:sp>
        <p:nvSpPr>
          <p:cNvPr id="20" name="native-vector-4-line">
            <a:extLst xmlns:a="http://schemas.openxmlformats.org/drawingml/2006/main">
              <a:ext uri="{FF2B5EF4-FFF2-40B4-BE49-F238E27FC236}">
                <a16:creationId xmlns:a16="http://schemas.microsoft.com/office/drawing/2014/main" id="{EA3A29F9-624A-4F4C-8EF8-1BDEB53CAC2F}"/>
              </a:ext>
            </a:extLst>
          </p:cNvPr>
          <p:cNvSpPr>
            <a:spLocks xmlns:a="http://schemas.openxmlformats.org/drawingml/2006/main" noGrp="1"/>
          </p:cNvSpPr>
          <p:nvPr/>
        </p:nvSpPr>
        <p:spPr>
          <a:xfrm xmlns:a="http://schemas.openxmlformats.org/drawingml/2006/main">
            <a:off x="1781175" y="2886869"/>
            <a:ext cx="4" cy="234156"/>
          </a:xfrm>
          <a:custGeom xmlns:a="http://schemas.openxmlformats.org/drawingml/2006/main">
            <a:pathLst>
              <a:path w="4" h="234156">
                <a:moveTo>
                  <a:pt x="0" y="0"/>
                </a:moveTo>
                <a:lnTo>
                  <a:pt x="0" y="234156"/>
                </a:lnTo>
              </a:path>
            </a:pathLst>
          </a:custGeom>
          <a:noFill xmlns:a="http://schemas.openxmlformats.org/drawingml/2006/main"/>
          <a:ln xmlns:a="http://schemas.openxmlformats.org/drawingml/2006/main" w="19844">
            <a:solidFill>
              <a:srgbClr val="17324D"/>
            </a:solidFill>
            <a:prstDash val="solid"/>
          </a:ln>
        </p:spPr>
      </p:sp>
      <p:sp>
        <p:nvSpPr>
          <p:cNvPr id="21" name="native-vector-5-line">
            <a:extLst xmlns:a="http://schemas.openxmlformats.org/drawingml/2006/main">
              <a:ext uri="{FF2B5EF4-FFF2-40B4-BE49-F238E27FC236}">
                <a16:creationId xmlns:a16="http://schemas.microsoft.com/office/drawing/2014/main" id="{0FA203C8-0124-4141-A194-C782845BFFCB}"/>
              </a:ext>
            </a:extLst>
          </p:cNvPr>
          <p:cNvSpPr>
            <a:spLocks xmlns:a="http://schemas.openxmlformats.org/drawingml/2006/main" noGrp="1"/>
          </p:cNvSpPr>
          <p:nvPr/>
        </p:nvSpPr>
        <p:spPr>
          <a:xfrm xmlns:a="http://schemas.openxmlformats.org/drawingml/2006/main">
            <a:off x="1642269" y="2990056"/>
            <a:ext cx="277813" cy="4"/>
          </a:xfrm>
          <a:custGeom xmlns:a="http://schemas.openxmlformats.org/drawingml/2006/main">
            <a:pathLst>
              <a:path w="277813" h="4">
                <a:moveTo>
                  <a:pt x="0" y="0"/>
                </a:moveTo>
                <a:lnTo>
                  <a:pt x="277813" y="0"/>
                </a:lnTo>
              </a:path>
            </a:pathLst>
          </a:custGeom>
          <a:noFill xmlns:a="http://schemas.openxmlformats.org/drawingml/2006/main"/>
          <a:ln xmlns:a="http://schemas.openxmlformats.org/drawingml/2006/main" w="19844">
            <a:solidFill>
              <a:srgbClr val="17324D"/>
            </a:solidFill>
            <a:prstDash val="solid"/>
          </a:ln>
        </p:spPr>
      </p:sp>
      <p:sp>
        <p:nvSpPr>
          <p:cNvPr id="22" name="native-vector-6-line">
            <a:extLst xmlns:a="http://schemas.openxmlformats.org/drawingml/2006/main">
              <a:ext uri="{FF2B5EF4-FFF2-40B4-BE49-F238E27FC236}">
                <a16:creationId xmlns:a16="http://schemas.microsoft.com/office/drawing/2014/main" id="{1E49AC74-3A98-4D4A-A6D0-1B5EB666986E}"/>
              </a:ext>
            </a:extLst>
          </p:cNvPr>
          <p:cNvSpPr>
            <a:spLocks xmlns:a="http://schemas.openxmlformats.org/drawingml/2006/main" noGrp="1"/>
          </p:cNvSpPr>
          <p:nvPr/>
        </p:nvSpPr>
        <p:spPr>
          <a:xfrm xmlns:a="http://schemas.openxmlformats.org/drawingml/2006/main">
            <a:off x="1662113" y="3121025"/>
            <a:ext cx="119063" cy="158750"/>
          </a:xfrm>
          <a:custGeom xmlns:a="http://schemas.openxmlformats.org/drawingml/2006/main">
            <a:pathLst>
              <a:path w="119063" h="158750">
                <a:moveTo>
                  <a:pt x="119063" y="0"/>
                </a:moveTo>
                <a:lnTo>
                  <a:pt x="0" y="158750"/>
                </a:lnTo>
              </a:path>
            </a:pathLst>
          </a:custGeom>
          <a:noFill xmlns:a="http://schemas.openxmlformats.org/drawingml/2006/main"/>
          <a:ln xmlns:a="http://schemas.openxmlformats.org/drawingml/2006/main" w="19844">
            <a:solidFill>
              <a:srgbClr val="17324D"/>
            </a:solidFill>
            <a:prstDash val="solid"/>
          </a:ln>
        </p:spPr>
      </p:sp>
      <p:sp>
        <p:nvSpPr>
          <p:cNvPr id="23" name="native-vector-7-line">
            <a:extLst xmlns:a="http://schemas.openxmlformats.org/drawingml/2006/main">
              <a:ext uri="{FF2B5EF4-FFF2-40B4-BE49-F238E27FC236}">
                <a16:creationId xmlns:a16="http://schemas.microsoft.com/office/drawing/2014/main" id="{4EA243A8-CDDD-4DBA-BEAC-900268261420}"/>
              </a:ext>
            </a:extLst>
          </p:cNvPr>
          <p:cNvSpPr>
            <a:spLocks xmlns:a="http://schemas.openxmlformats.org/drawingml/2006/main" noGrp="1"/>
          </p:cNvSpPr>
          <p:nvPr/>
        </p:nvSpPr>
        <p:spPr>
          <a:xfrm xmlns:a="http://schemas.openxmlformats.org/drawingml/2006/main">
            <a:off x="1781175" y="3121025"/>
            <a:ext cx="119063" cy="158750"/>
          </a:xfrm>
          <a:custGeom xmlns:a="http://schemas.openxmlformats.org/drawingml/2006/main">
            <a:pathLst>
              <a:path w="119063" h="158750">
                <a:moveTo>
                  <a:pt x="0" y="0"/>
                </a:moveTo>
                <a:lnTo>
                  <a:pt x="119063" y="158750"/>
                </a:lnTo>
              </a:path>
            </a:pathLst>
          </a:custGeom>
          <a:noFill xmlns:a="http://schemas.openxmlformats.org/drawingml/2006/main"/>
          <a:ln xmlns:a="http://schemas.openxmlformats.org/drawingml/2006/main" w="19844">
            <a:solidFill>
              <a:srgbClr val="17324D"/>
            </a:solidFill>
            <a:prstDash val="solid"/>
          </a:ln>
        </p:spPr>
      </p:sp>
      <p:sp>
        <p:nvSpPr>
          <p:cNvPr id="24" name="pupil-text">
            <a:extLst xmlns:a="http://schemas.openxmlformats.org/drawingml/2006/main">
              <a:ext uri="{FF2B5EF4-FFF2-40B4-BE49-F238E27FC236}">
                <a16:creationId xmlns:a16="http://schemas.microsoft.com/office/drawing/2014/main" id="{46A47300-1F01-4F0D-9E42-03F05BEC1F6B}"/>
              </a:ext>
            </a:extLst>
          </p:cNvPr>
          <p:cNvSpPr>
            <a:spLocks xmlns:a="http://schemas.openxmlformats.org/drawingml/2006/main" noGrp="1"/>
          </p:cNvSpPr>
          <p:nvPr/>
        </p:nvSpPr>
        <p:spPr>
          <a:xfrm xmlns:a="http://schemas.openxmlformats.org/drawingml/2006/main">
            <a:off x="3333750" y="1876425"/>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355E7B"/>
                </a:solidFill>
                <a:latin typeface="Liberation Sans"/>
                <a:ea typeface="Liberation Sans"/>
                <a:cs typeface="Liberation Sans"/>
              </a:defRPr>
            </a:defPPr>
          </a:lstStyle>
          <a:p xmlns:a="http://schemas.openxmlformats.org/drawingml/2006/main">
            <a:pPr algn="l">
              <a:defRPr sz="2250" b="1">
                <a:solidFill>
                  <a:srgbClr val="355E7B"/>
                </a:solidFill>
                <a:latin typeface="Liberation Sans"/>
                <a:ea typeface="Liberation Sans"/>
                <a:cs typeface="Liberation Sans"/>
              </a:defRPr>
            </a:pPr>
            <a:r>
              <a:rPr sz="2250" b="1">
                <a:solidFill>
                  <a:srgbClr val="355E7B"/>
                </a:solidFill>
                <a:latin typeface="Liberation Sans"/>
                <a:ea typeface="Liberation Sans"/>
                <a:cs typeface="Liberation Sans"/>
              </a:rPr>
              <a:t>care</a:t>
            </a:r>
          </a:p>
        </p:txBody>
      </p:sp>
      <p:sp>
        <p:nvSpPr>
          <p:cNvPr id="25" name="pupil-text">
            <a:extLst xmlns:a="http://schemas.openxmlformats.org/drawingml/2006/main">
              <a:ext uri="{FF2B5EF4-FFF2-40B4-BE49-F238E27FC236}">
                <a16:creationId xmlns:a16="http://schemas.microsoft.com/office/drawing/2014/main" id="{EAAAC6B4-DF01-4DEC-BA62-5D1DB03E4002}"/>
              </a:ext>
            </a:extLst>
          </p:cNvPr>
          <p:cNvSpPr>
            <a:spLocks xmlns:a="http://schemas.openxmlformats.org/drawingml/2006/main" noGrp="1"/>
          </p:cNvSpPr>
          <p:nvPr/>
        </p:nvSpPr>
        <p:spPr>
          <a:xfrm xmlns:a="http://schemas.openxmlformats.org/drawingml/2006/main">
            <a:off x="3333750" y="2514600"/>
            <a:ext cx="8096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536"/>
                </a:solidFill>
                <a:latin typeface="Liberation Sans"/>
                <a:ea typeface="Liberation Sans"/>
                <a:cs typeface="Liberation Sans"/>
              </a:defRPr>
            </a:defPPr>
          </a:lstStyle>
          <a:p xmlns:a="http://schemas.openxmlformats.org/drawingml/2006/main">
            <a:pPr algn="l">
              <a:defRPr sz="1950" b="0">
                <a:solidFill>
                  <a:srgbClr val="172536"/>
                </a:solidFill>
                <a:latin typeface="Liberation Sans"/>
                <a:ea typeface="Liberation Sans"/>
                <a:cs typeface="Liberation Sans"/>
              </a:defRPr>
            </a:pPr>
            <a:r>
              <a:rPr sz="1950" b="0">
                <a:solidFill>
                  <a:srgbClr val="172536"/>
                </a:solidFill>
                <a:latin typeface="Liberation Sans"/>
                <a:ea typeface="Liberation Sans"/>
                <a:cs typeface="Liberation Sans"/>
              </a:rPr>
              <a:t>treat a person as if they matter.</a:t>
            </a:r>
          </a:p>
        </p:txBody>
      </p:sp>
      <p:sp>
        <p:nvSpPr>
          <p:cNvPr id="26" name="picture-description">
            <a:extLst xmlns:a="http://schemas.openxmlformats.org/drawingml/2006/main">
              <a:ext uri="{FF2B5EF4-FFF2-40B4-BE49-F238E27FC236}">
                <a16:creationId xmlns:a16="http://schemas.microsoft.com/office/drawing/2014/main" id="{4B8A5909-3B95-41ED-B5A6-562A2B9318E0}"/>
              </a:ext>
            </a:extLst>
          </p:cNvPr>
          <p:cNvSpPr>
            <a:spLocks xmlns:a="http://schemas.openxmlformats.org/drawingml/2006/main" noGrp="1"/>
          </p:cNvSpPr>
          <p:nvPr/>
        </p:nvSpPr>
        <p:spPr>
          <a:xfrm xmlns:a="http://schemas.openxmlformats.org/drawingml/2006/main">
            <a:off x="609600" y="4248150"/>
            <a:ext cx="1090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2536"/>
                </a:solidFill>
                <a:latin typeface="Liberation Sans"/>
                <a:ea typeface="Liberation Sans"/>
                <a:cs typeface="Liberation Sans"/>
              </a:defRPr>
            </a:defPPr>
          </a:lstStyle>
          <a:p xmlns:a="http://schemas.openxmlformats.org/drawingml/2006/main">
            <a:pPr algn="l">
              <a:defRPr sz="1650" b="0">
                <a:solidFill>
                  <a:srgbClr val="172536"/>
                </a:solidFill>
                <a:latin typeface="Liberation Sans"/>
                <a:ea typeface="Liberation Sans"/>
                <a:cs typeface="Liberation Sans"/>
              </a:defRPr>
            </a:pPr>
            <a:r>
              <a:rPr sz="1650" b="0">
                <a:solidFill>
                  <a:srgbClr val="172536"/>
                </a:solidFill>
                <a:latin typeface="Liberation Sans"/>
                <a:ea typeface="Liberation Sans"/>
                <a:cs typeface="Liberation Sans"/>
              </a:rPr>
              <a:t>Two open hands beside a person shape.</a:t>
            </a:r>
          </a:p>
        </p:txBody>
      </p:sp>
      <p:sp>
        <p:nvSpPr>
          <p:cNvPr id="27" name="book-direction">
            <a:extLst xmlns:a="http://schemas.openxmlformats.org/drawingml/2006/main">
              <a:ext uri="{FF2B5EF4-FFF2-40B4-BE49-F238E27FC236}">
                <a16:creationId xmlns:a16="http://schemas.microsoft.com/office/drawing/2014/main" id="{8D21EB3A-ABB9-4318-9BDE-EB2E77F7B2C8}"/>
              </a:ext>
            </a:extLst>
          </p:cNvPr>
          <p:cNvSpPr>
            <a:spLocks xmlns:a="http://schemas.openxmlformats.org/drawingml/2006/main" noGrp="1"/>
          </p:cNvSpPr>
          <p:nvPr/>
        </p:nvSpPr>
        <p:spPr>
          <a:xfrm xmlns:a="http://schemas.openxmlformats.org/drawingml/2006/main">
            <a:off x="609600" y="5048250"/>
            <a:ext cx="10906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172536"/>
                </a:solidFill>
                <a:latin typeface="Liberation Sans"/>
                <a:ea typeface="Liberation Sans"/>
                <a:cs typeface="Liberation Sans"/>
              </a:defRPr>
            </a:defPPr>
          </a:lstStyle>
          <a:p xmlns:a="http://schemas.openxmlformats.org/drawingml/2006/main">
            <a:pPr algn="l">
              <a:defRPr sz="1500" b="0">
                <a:solidFill>
                  <a:srgbClr val="172536"/>
                </a:solidFill>
                <a:latin typeface="Liberation Sans"/>
                <a:ea typeface="Liberation Sans"/>
                <a:cs typeface="Liberation Sans"/>
              </a:defRPr>
            </a:pPr>
            <a:r>
              <a:rPr sz="1500" b="0">
                <a:solidFill>
                  <a:srgbClr val="172536"/>
                </a:solidFill>
                <a:latin typeface="Liberation Sans"/>
                <a:ea typeface="Liberation Sans"/>
                <a:cs typeface="Liberation Sans"/>
              </a:rPr>
              <a:t>In your book: Keep one useful word or model step. Mark it Model. Do not copy the whole slide.</a:t>
            </a:r>
          </a:p>
        </p:txBody>
      </p:sp>
    </p:spTree>
    <p:extLst>
      <p:ext uri="{BB962C8B-B14F-4D97-AF65-F5344CB8AC3E}">
        <p14:creationId xmlns:p14="http://schemas.microsoft.com/office/powerpoint/2010/main" val="7192911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lesson-header">
            <a:extLst xmlns:a="http://schemas.openxmlformats.org/drawingml/2006/main">
              <a:ext uri="{FF2B5EF4-FFF2-40B4-BE49-F238E27FC236}">
                <a16:creationId xmlns:a16="http://schemas.microsoft.com/office/drawing/2014/main" id="{7D3F8AD7-1DB9-42A0-BD45-C14547CA7465}"/>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1</a:t>
            </a:r>
          </a:p>
        </p:txBody>
      </p:sp>
      <p:sp>
        <p:nvSpPr>
          <p:cNvPr id="2" name="stage-clock">
            <a:extLst xmlns:a="http://schemas.openxmlformats.org/drawingml/2006/main">
              <a:ext uri="{FF2B5EF4-FFF2-40B4-BE49-F238E27FC236}">
                <a16:creationId xmlns:a16="http://schemas.microsoft.com/office/drawing/2014/main" id="{E9FA7D66-0CBC-4F1E-A89A-A8CED62A42EF}"/>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CBC3EEEE-CF00-43DF-8905-45859F1D73F3}"/>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word cards · continued</a:t>
            </a:r>
          </a:p>
        </p:txBody>
      </p:sp>
      <p:sp>
        <p:nvSpPr>
          <p:cNvPr id="4" name="shape">
            <a:extLst xmlns:a="http://schemas.openxmlformats.org/drawingml/2006/main">
              <a:ext uri="{FF2B5EF4-FFF2-40B4-BE49-F238E27FC236}">
                <a16:creationId xmlns:a16="http://schemas.microsoft.com/office/drawing/2014/main" id="{5DB9C41B-9E0C-4B89-8AA5-66D81BF531B3}"/>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45C5084C-F222-468F-B094-09ECC5628C95}"/>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31D6543A-F59E-43B6-93D9-8359145E87CE}"/>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37ACE6BF-2496-474B-BAE3-3C96705215D7}"/>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EF712A32-F098-4F34-887F-262EA9211DFD}"/>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D93893FB-45A5-4187-8329-046C6C8F4796}"/>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706B64DD-4EB3-4316-BB95-BF7945A3C28E}"/>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find care in a story.</a:t>
            </a:r>
          </a:p>
        </p:txBody>
      </p:sp>
      <p:sp>
        <p:nvSpPr>
          <p:cNvPr id="11" name="re-framing">
            <a:extLst xmlns:a="http://schemas.openxmlformats.org/drawingml/2006/main">
              <a:ext uri="{FF2B5EF4-FFF2-40B4-BE49-F238E27FC236}">
                <a16:creationId xmlns:a16="http://schemas.microsoft.com/office/drawing/2014/main" id="{233BF90E-0FAB-4215-9B83-43F4D958B1F4}"/>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72710A35-8CE9-4800-A591-10B6804FF580}"/>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1D7FA8A4-A218-4000-B527-60EA0F088E40}"/>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15 / 38</a:t>
            </a:r>
          </a:p>
        </p:txBody>
      </p:sp>
      <p:sp>
        <p:nvSpPr>
          <p:cNvPr id="14" name="licence-footer">
            <a:extLst xmlns:a="http://schemas.openxmlformats.org/drawingml/2006/main">
              <a:ext uri="{FF2B5EF4-FFF2-40B4-BE49-F238E27FC236}">
                <a16:creationId xmlns:a16="http://schemas.microsoft.com/office/drawing/2014/main" id="{D6E09797-B6EB-42F5-8596-E1A6FE47871C}"/>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DF36CE3E-1EA9-4C02-BBD8-A2F1B95C726F}"/>
              </a:ext>
            </a:extLst>
          </p:cNvPr>
          <p:cNvPicPr>
            <a:picLocks xmlns:a="http://schemas.openxmlformats.org/drawingml/2006/main" noChangeAspect="1"/>
          </p:cNvPicPr>
          <p:nvPr/>
        </p:nvPicPr>
        <p:blipFill>
          <a:blip xmlns:r="http://schemas.openxmlformats.org/officeDocument/2006/relationships" xmlns:a="http://schemas.openxmlformats.org/drawingml/2006/main" r:embed="R8db822d909dc4897"/>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EC892081-F0BA-4AAC-B517-55C2F6B7C7F7}"/>
              </a:ext>
            </a:extLst>
          </p:cNvPr>
          <p:cNvSpPr>
            <a:spLocks xmlns:a="http://schemas.openxmlformats.org/drawingml/2006/main" noGrp="1"/>
          </p:cNvSpPr>
          <p:nvPr/>
        </p:nvSpPr>
        <p:spPr>
          <a:xfrm xmlns:a="http://schemas.openxmlformats.org/drawingml/2006/main">
            <a:off x="381000" y="1657350"/>
            <a:ext cx="11430000" cy="3695700"/>
          </a:xfrm>
          <a:prstGeom xmlns:a="http://schemas.openxmlformats.org/drawingml/2006/main" prst="rect">
            <a:avLst/>
          </a:prstGeom>
          <a:solidFill xmlns:a="http://schemas.openxmlformats.org/drawingml/2006/main">
            <a:srgbClr val="FFFFFF"/>
          </a:solidFill>
          <a:ln xmlns:a="http://schemas.openxmlformats.org/drawingml/2006/main" w="9525">
            <a:solidFill>
              <a:srgbClr val="B9C7D1"/>
            </a:solidFill>
            <a:prstDash val="solid"/>
          </a:ln>
        </p:spPr>
      </p:sp>
      <p:sp>
        <p:nvSpPr>
          <p:cNvPr id="17" name="native-vector-1-rect">
            <a:extLst xmlns:a="http://schemas.openxmlformats.org/drawingml/2006/main">
              <a:ext uri="{FF2B5EF4-FFF2-40B4-BE49-F238E27FC236}">
                <a16:creationId xmlns:a16="http://schemas.microsoft.com/office/drawing/2014/main" id="{1389336F-0934-4EAA-B2AB-9B169C92111C}"/>
              </a:ext>
            </a:extLst>
          </p:cNvPr>
          <p:cNvSpPr>
            <a:spLocks xmlns:a="http://schemas.openxmlformats.org/drawingml/2006/main" noGrp="1"/>
          </p:cNvSpPr>
          <p:nvPr/>
        </p:nvSpPr>
        <p:spPr>
          <a:xfrm xmlns:a="http://schemas.openxmlformats.org/drawingml/2006/main">
            <a:off x="1582738" y="2672556"/>
            <a:ext cx="912813" cy="563563"/>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18" name="native-vector-2-polygon">
            <a:extLst xmlns:a="http://schemas.openxmlformats.org/drawingml/2006/main">
              <a:ext uri="{FF2B5EF4-FFF2-40B4-BE49-F238E27FC236}">
                <a16:creationId xmlns:a16="http://schemas.microsoft.com/office/drawing/2014/main" id="{03ACFB74-2926-4E2A-8F0A-DF7CAD6BB03C}"/>
              </a:ext>
            </a:extLst>
          </p:cNvPr>
          <p:cNvSpPr>
            <a:spLocks xmlns:a="http://schemas.openxmlformats.org/drawingml/2006/main" noGrp="1"/>
          </p:cNvSpPr>
          <p:nvPr/>
        </p:nvSpPr>
        <p:spPr>
          <a:xfrm xmlns:a="http://schemas.openxmlformats.org/drawingml/2006/main">
            <a:off x="1404144" y="2811463"/>
            <a:ext cx="285750" cy="448469"/>
          </a:xfrm>
          <a:custGeom xmlns:a="http://schemas.openxmlformats.org/drawingml/2006/main">
            <a:pathLst>
              <a:path w="285750" h="448469">
                <a:moveTo>
                  <a:pt x="0" y="257969"/>
                </a:moveTo>
                <a:lnTo>
                  <a:pt x="0" y="19844"/>
                </a:lnTo>
                <a:lnTo>
                  <a:pt x="47625" y="19844"/>
                </a:lnTo>
                <a:lnTo>
                  <a:pt x="47625" y="178594"/>
                </a:lnTo>
                <a:lnTo>
                  <a:pt x="79375" y="0"/>
                </a:lnTo>
                <a:lnTo>
                  <a:pt x="127000" y="0"/>
                </a:lnTo>
                <a:lnTo>
                  <a:pt x="127000" y="178594"/>
                </a:lnTo>
                <a:lnTo>
                  <a:pt x="158750" y="27781"/>
                </a:lnTo>
                <a:lnTo>
                  <a:pt x="206375" y="27781"/>
                </a:lnTo>
                <a:lnTo>
                  <a:pt x="206375" y="210344"/>
                </a:lnTo>
                <a:lnTo>
                  <a:pt x="238125" y="79375"/>
                </a:lnTo>
                <a:lnTo>
                  <a:pt x="285750" y="79375"/>
                </a:lnTo>
                <a:lnTo>
                  <a:pt x="285750" y="309563"/>
                </a:lnTo>
                <a:lnTo>
                  <a:pt x="194469" y="448469"/>
                </a:lnTo>
                <a:lnTo>
                  <a:pt x="55563" y="448469"/>
                </a:lnTo>
                <a:close/>
              </a:path>
            </a:pathLst>
          </a:custGeom>
          <a:solidFill xmlns:a="http://schemas.openxmlformats.org/drawingml/2006/main">
            <a:srgbClr val="FFFFFF"/>
          </a:solidFill>
          <a:ln xmlns:a="http://schemas.openxmlformats.org/drawingml/2006/main" w="15875">
            <a:solidFill>
              <a:srgbClr val="17324D"/>
            </a:solidFill>
            <a:prstDash val="solid"/>
          </a:ln>
        </p:spPr>
      </p:sp>
      <p:sp>
        <p:nvSpPr>
          <p:cNvPr id="19" name="native-vector-3-line">
            <a:extLst xmlns:a="http://schemas.openxmlformats.org/drawingml/2006/main">
              <a:ext uri="{FF2B5EF4-FFF2-40B4-BE49-F238E27FC236}">
                <a16:creationId xmlns:a16="http://schemas.microsoft.com/office/drawing/2014/main" id="{D36FF496-6274-40CA-9B6F-3386AD519C7A}"/>
              </a:ext>
            </a:extLst>
          </p:cNvPr>
          <p:cNvSpPr>
            <a:spLocks xmlns:a="http://schemas.openxmlformats.org/drawingml/2006/main" noGrp="1"/>
          </p:cNvSpPr>
          <p:nvPr/>
        </p:nvSpPr>
        <p:spPr>
          <a:xfrm xmlns:a="http://schemas.openxmlformats.org/drawingml/2006/main">
            <a:off x="1642269" y="2847181"/>
            <a:ext cx="186531" cy="4"/>
          </a:xfrm>
          <a:custGeom xmlns:a="http://schemas.openxmlformats.org/drawingml/2006/main">
            <a:pathLst>
              <a:path w="186531" h="4">
                <a:moveTo>
                  <a:pt x="0" y="0"/>
                </a:moveTo>
                <a:lnTo>
                  <a:pt x="186531" y="0"/>
                </a:lnTo>
              </a:path>
            </a:pathLst>
          </a:custGeom>
          <a:noFill xmlns:a="http://schemas.openxmlformats.org/drawingml/2006/main"/>
          <a:ln xmlns:a="http://schemas.openxmlformats.org/drawingml/2006/main" w="19844">
            <a:solidFill>
              <a:srgbClr val="17324D"/>
            </a:solidFill>
            <a:prstDash val="solid"/>
          </a:ln>
        </p:spPr>
      </p:sp>
      <p:sp>
        <p:nvSpPr>
          <p:cNvPr id="20" name="pupil-text">
            <a:extLst xmlns:a="http://schemas.openxmlformats.org/drawingml/2006/main">
              <a:ext uri="{FF2B5EF4-FFF2-40B4-BE49-F238E27FC236}">
                <a16:creationId xmlns:a16="http://schemas.microsoft.com/office/drawing/2014/main" id="{D00F8A63-6CFD-4ECF-85FB-FF9D3F9A7EDB}"/>
              </a:ext>
            </a:extLst>
          </p:cNvPr>
          <p:cNvSpPr>
            <a:spLocks xmlns:a="http://schemas.openxmlformats.org/drawingml/2006/main" noGrp="1"/>
          </p:cNvSpPr>
          <p:nvPr/>
        </p:nvSpPr>
        <p:spPr>
          <a:xfrm xmlns:a="http://schemas.openxmlformats.org/drawingml/2006/main">
            <a:off x="3333750" y="1876425"/>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355E7B"/>
                </a:solidFill>
                <a:latin typeface="Liberation Sans"/>
                <a:ea typeface="Liberation Sans"/>
                <a:cs typeface="Liberation Sans"/>
              </a:defRPr>
            </a:defPPr>
          </a:lstStyle>
          <a:p xmlns:a="http://schemas.openxmlformats.org/drawingml/2006/main">
            <a:pPr algn="l">
              <a:defRPr sz="2250" b="1">
                <a:solidFill>
                  <a:srgbClr val="355E7B"/>
                </a:solidFill>
                <a:latin typeface="Liberation Sans"/>
                <a:ea typeface="Liberation Sans"/>
                <a:cs typeface="Liberation Sans"/>
              </a:defRPr>
            </a:pPr>
            <a:r>
              <a:rPr sz="2250" b="1">
                <a:solidFill>
                  <a:srgbClr val="355E7B"/>
                </a:solidFill>
                <a:latin typeface="Liberation Sans"/>
                <a:ea typeface="Liberation Sans"/>
                <a:cs typeface="Liberation Sans"/>
              </a:rPr>
              <a:t>help</a:t>
            </a:r>
          </a:p>
        </p:txBody>
      </p:sp>
      <p:sp>
        <p:nvSpPr>
          <p:cNvPr id="21" name="pupil-text">
            <a:extLst xmlns:a="http://schemas.openxmlformats.org/drawingml/2006/main">
              <a:ext uri="{FF2B5EF4-FFF2-40B4-BE49-F238E27FC236}">
                <a16:creationId xmlns:a16="http://schemas.microsoft.com/office/drawing/2014/main" id="{139848F4-B12A-4061-9449-520A09748475}"/>
              </a:ext>
            </a:extLst>
          </p:cNvPr>
          <p:cNvSpPr>
            <a:spLocks xmlns:a="http://schemas.openxmlformats.org/drawingml/2006/main" noGrp="1"/>
          </p:cNvSpPr>
          <p:nvPr/>
        </p:nvSpPr>
        <p:spPr>
          <a:xfrm xmlns:a="http://schemas.openxmlformats.org/drawingml/2006/main">
            <a:off x="3333750" y="2514600"/>
            <a:ext cx="8096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536"/>
                </a:solidFill>
                <a:latin typeface="Liberation Sans"/>
                <a:ea typeface="Liberation Sans"/>
                <a:cs typeface="Liberation Sans"/>
              </a:defRPr>
            </a:defPPr>
          </a:lstStyle>
          <a:p xmlns:a="http://schemas.openxmlformats.org/drawingml/2006/main">
            <a:pPr algn="l">
              <a:defRPr sz="1950" b="0">
                <a:solidFill>
                  <a:srgbClr val="172536"/>
                </a:solidFill>
                <a:latin typeface="Liberation Sans"/>
                <a:ea typeface="Liberation Sans"/>
                <a:cs typeface="Liberation Sans"/>
              </a:defRPr>
            </a:pPr>
            <a:r>
              <a:rPr sz="1950" b="0">
                <a:solidFill>
                  <a:srgbClr val="172536"/>
                </a:solidFill>
                <a:latin typeface="Liberation Sans"/>
                <a:ea typeface="Liberation Sans"/>
                <a:cs typeface="Liberation Sans"/>
              </a:rPr>
              <a:t>make a task or need easier.</a:t>
            </a:r>
          </a:p>
        </p:txBody>
      </p:sp>
      <p:sp>
        <p:nvSpPr>
          <p:cNvPr id="22" name="picture-description">
            <a:extLst xmlns:a="http://schemas.openxmlformats.org/drawingml/2006/main">
              <a:ext uri="{FF2B5EF4-FFF2-40B4-BE49-F238E27FC236}">
                <a16:creationId xmlns:a16="http://schemas.microsoft.com/office/drawing/2014/main" id="{454C3CD1-448C-486B-8CAE-9F81B05109C2}"/>
              </a:ext>
            </a:extLst>
          </p:cNvPr>
          <p:cNvSpPr>
            <a:spLocks xmlns:a="http://schemas.openxmlformats.org/drawingml/2006/main" noGrp="1"/>
          </p:cNvSpPr>
          <p:nvPr/>
        </p:nvSpPr>
        <p:spPr>
          <a:xfrm xmlns:a="http://schemas.openxmlformats.org/drawingml/2006/main">
            <a:off x="609600" y="4248150"/>
            <a:ext cx="1090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2536"/>
                </a:solidFill>
                <a:latin typeface="Liberation Sans"/>
                <a:ea typeface="Liberation Sans"/>
                <a:cs typeface="Liberation Sans"/>
              </a:defRPr>
            </a:defPPr>
          </a:lstStyle>
          <a:p xmlns:a="http://schemas.openxmlformats.org/drawingml/2006/main">
            <a:pPr algn="l">
              <a:defRPr sz="1650" b="0">
                <a:solidFill>
                  <a:srgbClr val="172536"/>
                </a:solidFill>
                <a:latin typeface="Liberation Sans"/>
                <a:ea typeface="Liberation Sans"/>
                <a:cs typeface="Liberation Sans"/>
              </a:defRPr>
            </a:pPr>
            <a:r>
              <a:rPr sz="1650" b="0">
                <a:solidFill>
                  <a:srgbClr val="172536"/>
                </a:solidFill>
                <a:latin typeface="Liberation Sans"/>
                <a:ea typeface="Liberation Sans"/>
                <a:cs typeface="Liberation Sans"/>
              </a:rPr>
              <a:t>One hand holds the edge of a plain box.</a:t>
            </a:r>
          </a:p>
        </p:txBody>
      </p:sp>
      <p:sp>
        <p:nvSpPr>
          <p:cNvPr id="23" name="book-direction">
            <a:extLst xmlns:a="http://schemas.openxmlformats.org/drawingml/2006/main">
              <a:ext uri="{FF2B5EF4-FFF2-40B4-BE49-F238E27FC236}">
                <a16:creationId xmlns:a16="http://schemas.microsoft.com/office/drawing/2014/main" id="{81DA7670-09D2-4644-81AD-DB29C9B6C363}"/>
              </a:ext>
            </a:extLst>
          </p:cNvPr>
          <p:cNvSpPr>
            <a:spLocks xmlns:a="http://schemas.openxmlformats.org/drawingml/2006/main" noGrp="1"/>
          </p:cNvSpPr>
          <p:nvPr/>
        </p:nvSpPr>
        <p:spPr>
          <a:xfrm xmlns:a="http://schemas.openxmlformats.org/drawingml/2006/main">
            <a:off x="609600" y="5048250"/>
            <a:ext cx="10906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172536"/>
                </a:solidFill>
                <a:latin typeface="Liberation Sans"/>
                <a:ea typeface="Liberation Sans"/>
                <a:cs typeface="Liberation Sans"/>
              </a:defRPr>
            </a:defPPr>
          </a:lstStyle>
          <a:p xmlns:a="http://schemas.openxmlformats.org/drawingml/2006/main">
            <a:pPr algn="l">
              <a:defRPr sz="1500" b="0">
                <a:solidFill>
                  <a:srgbClr val="172536"/>
                </a:solidFill>
                <a:latin typeface="Liberation Sans"/>
                <a:ea typeface="Liberation Sans"/>
                <a:cs typeface="Liberation Sans"/>
              </a:defRPr>
            </a:pPr>
            <a:r>
              <a:rPr sz="1500" b="0">
                <a:solidFill>
                  <a:srgbClr val="172536"/>
                </a:solidFill>
                <a:latin typeface="Liberation Sans"/>
                <a:ea typeface="Liberation Sans"/>
                <a:cs typeface="Liberation Sans"/>
              </a:rPr>
              <a:t>In your book: Keep one useful word or model step. Mark it Model. Do not copy the whole slide.</a:t>
            </a:r>
          </a:p>
        </p:txBody>
      </p:sp>
    </p:spTree>
    <p:extLst>
      <p:ext uri="{BB962C8B-B14F-4D97-AF65-F5344CB8AC3E}">
        <p14:creationId xmlns:p14="http://schemas.microsoft.com/office/powerpoint/2010/main" val="9340518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lesson-header">
            <a:extLst xmlns:a="http://schemas.openxmlformats.org/drawingml/2006/main">
              <a:ext uri="{FF2B5EF4-FFF2-40B4-BE49-F238E27FC236}">
                <a16:creationId xmlns:a16="http://schemas.microsoft.com/office/drawing/2014/main" id="{1B7C43A0-6BEE-4932-A12B-DC519E24BDFC}"/>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1</a:t>
            </a:r>
          </a:p>
        </p:txBody>
      </p:sp>
      <p:sp>
        <p:nvSpPr>
          <p:cNvPr id="2" name="stage-clock">
            <a:extLst xmlns:a="http://schemas.openxmlformats.org/drawingml/2006/main">
              <a:ext uri="{FF2B5EF4-FFF2-40B4-BE49-F238E27FC236}">
                <a16:creationId xmlns:a16="http://schemas.microsoft.com/office/drawing/2014/main" id="{B6C741F4-813B-4A52-BA2A-D5BD55D48594}"/>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6370E2C7-5B05-495C-BA0C-4BC48FB5FB6C}"/>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word cards · continued</a:t>
            </a:r>
          </a:p>
        </p:txBody>
      </p:sp>
      <p:sp>
        <p:nvSpPr>
          <p:cNvPr id="4" name="shape">
            <a:extLst xmlns:a="http://schemas.openxmlformats.org/drawingml/2006/main">
              <a:ext uri="{FF2B5EF4-FFF2-40B4-BE49-F238E27FC236}">
                <a16:creationId xmlns:a16="http://schemas.microsoft.com/office/drawing/2014/main" id="{F8C8FBD4-7727-4374-99A9-5A371CB16CDB}"/>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A42EC490-D4A7-411F-807E-57DA279725F8}"/>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032D9CF2-C7B5-4DC7-B38F-86FF9D1C2F35}"/>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33449442-E5F4-4B91-B4C1-7A80D4B0D5C8}"/>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30736BF8-73C0-4D94-92E4-4E0C02A83F2D}"/>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693B8847-0749-4EC0-B86B-1CE59259798B}"/>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AD22E0AF-5044-4B77-B2E0-461E31857BB6}"/>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find care in a story.</a:t>
            </a:r>
          </a:p>
        </p:txBody>
      </p:sp>
      <p:sp>
        <p:nvSpPr>
          <p:cNvPr id="11" name="re-framing">
            <a:extLst xmlns:a="http://schemas.openxmlformats.org/drawingml/2006/main">
              <a:ext uri="{FF2B5EF4-FFF2-40B4-BE49-F238E27FC236}">
                <a16:creationId xmlns:a16="http://schemas.microsoft.com/office/drawing/2014/main" id="{7EDAD79A-F7F0-4D16-869B-9130D9CB0B44}"/>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085515BA-89E9-40A7-B2A6-D1FF0DCA80CE}"/>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3AEF5D46-44FE-4CDA-913E-2DFF241563B3}"/>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16 / 38</a:t>
            </a:r>
          </a:p>
        </p:txBody>
      </p:sp>
      <p:sp>
        <p:nvSpPr>
          <p:cNvPr id="14" name="licence-footer">
            <a:extLst xmlns:a="http://schemas.openxmlformats.org/drawingml/2006/main">
              <a:ext uri="{FF2B5EF4-FFF2-40B4-BE49-F238E27FC236}">
                <a16:creationId xmlns:a16="http://schemas.microsoft.com/office/drawing/2014/main" id="{38717EEC-9085-4917-B8A0-4EFDEE2EF98D}"/>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A627CBFB-6C56-4DDA-8E9A-8E919C424E9A}"/>
              </a:ext>
            </a:extLst>
          </p:cNvPr>
          <p:cNvPicPr>
            <a:picLocks xmlns:a="http://schemas.openxmlformats.org/drawingml/2006/main" noChangeAspect="1"/>
          </p:cNvPicPr>
          <p:nvPr/>
        </p:nvPicPr>
        <p:blipFill>
          <a:blip xmlns:r="http://schemas.openxmlformats.org/officeDocument/2006/relationships" xmlns:a="http://schemas.openxmlformats.org/drawingml/2006/main" r:embed="R5ed45b4ca73e452c"/>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B6E394D0-FD27-4371-842B-E8BAD6B67516}"/>
              </a:ext>
            </a:extLst>
          </p:cNvPr>
          <p:cNvSpPr>
            <a:spLocks xmlns:a="http://schemas.openxmlformats.org/drawingml/2006/main" noGrp="1"/>
          </p:cNvSpPr>
          <p:nvPr/>
        </p:nvSpPr>
        <p:spPr>
          <a:xfrm xmlns:a="http://schemas.openxmlformats.org/drawingml/2006/main">
            <a:off x="381000" y="1657350"/>
            <a:ext cx="11430000" cy="3695700"/>
          </a:xfrm>
          <a:prstGeom xmlns:a="http://schemas.openxmlformats.org/drawingml/2006/main" prst="rect">
            <a:avLst/>
          </a:prstGeom>
          <a:solidFill xmlns:a="http://schemas.openxmlformats.org/drawingml/2006/main">
            <a:srgbClr val="FFFFFF"/>
          </a:solidFill>
          <a:ln xmlns:a="http://schemas.openxmlformats.org/drawingml/2006/main" w="9525">
            <a:solidFill>
              <a:srgbClr val="B9C7D1"/>
            </a:solidFill>
            <a:prstDash val="solid"/>
          </a:ln>
        </p:spPr>
      </p:sp>
      <p:sp>
        <p:nvSpPr>
          <p:cNvPr id="17" name="native-vector-1-rect">
            <a:extLst xmlns:a="http://schemas.openxmlformats.org/drawingml/2006/main">
              <a:ext uri="{FF2B5EF4-FFF2-40B4-BE49-F238E27FC236}">
                <a16:creationId xmlns:a16="http://schemas.microsoft.com/office/drawing/2014/main" id="{BDABBD96-35B6-46E0-8004-DE72F81747DE}"/>
              </a:ext>
            </a:extLst>
          </p:cNvPr>
          <p:cNvSpPr>
            <a:spLocks xmlns:a="http://schemas.openxmlformats.org/drawingml/2006/main" noGrp="1"/>
          </p:cNvSpPr>
          <p:nvPr/>
        </p:nvSpPr>
        <p:spPr>
          <a:xfrm xmlns:a="http://schemas.openxmlformats.org/drawingml/2006/main">
            <a:off x="709613" y="2724150"/>
            <a:ext cx="555625" cy="515938"/>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18" name="native-vector-2-line">
            <a:extLst xmlns:a="http://schemas.openxmlformats.org/drawingml/2006/main">
              <a:ext uri="{FF2B5EF4-FFF2-40B4-BE49-F238E27FC236}">
                <a16:creationId xmlns:a16="http://schemas.microsoft.com/office/drawing/2014/main" id="{6384C443-F91A-4B9A-A0F3-E9E7ECB3E91B}"/>
              </a:ext>
            </a:extLst>
          </p:cNvPr>
          <p:cNvSpPr>
            <a:spLocks xmlns:a="http://schemas.openxmlformats.org/drawingml/2006/main" noGrp="1"/>
          </p:cNvSpPr>
          <p:nvPr/>
        </p:nvSpPr>
        <p:spPr>
          <a:xfrm xmlns:a="http://schemas.openxmlformats.org/drawingml/2006/main">
            <a:off x="1285081" y="2982119"/>
            <a:ext cx="190500" cy="4"/>
          </a:xfrm>
          <a:custGeom xmlns:a="http://schemas.openxmlformats.org/drawingml/2006/main">
            <a:pathLst>
              <a:path w="190500" h="4">
                <a:moveTo>
                  <a:pt x="0" y="0"/>
                </a:moveTo>
                <a:lnTo>
                  <a:pt x="190500" y="0"/>
                </a:lnTo>
              </a:path>
            </a:pathLst>
          </a:custGeom>
          <a:noFill xmlns:a="http://schemas.openxmlformats.org/drawingml/2006/main"/>
          <a:ln xmlns:a="http://schemas.openxmlformats.org/drawingml/2006/main" w="19844">
            <a:solidFill>
              <a:srgbClr val="17324D"/>
            </a:solidFill>
            <a:prstDash val="solid"/>
          </a:ln>
        </p:spPr>
      </p:sp>
      <p:sp>
        <p:nvSpPr>
          <p:cNvPr id="19" name="native-vector-3-rect">
            <a:extLst xmlns:a="http://schemas.openxmlformats.org/drawingml/2006/main">
              <a:ext uri="{FF2B5EF4-FFF2-40B4-BE49-F238E27FC236}">
                <a16:creationId xmlns:a16="http://schemas.microsoft.com/office/drawing/2014/main" id="{BF518B2A-DF85-4E3A-95DE-C7D633D1E85B}"/>
              </a:ext>
            </a:extLst>
          </p:cNvPr>
          <p:cNvSpPr>
            <a:spLocks xmlns:a="http://schemas.openxmlformats.org/drawingml/2006/main" noGrp="1"/>
          </p:cNvSpPr>
          <p:nvPr/>
        </p:nvSpPr>
        <p:spPr>
          <a:xfrm xmlns:a="http://schemas.openxmlformats.org/drawingml/2006/main">
            <a:off x="1503363" y="2724150"/>
            <a:ext cx="555625" cy="515938"/>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20" name="native-vector-4-line">
            <a:extLst xmlns:a="http://schemas.openxmlformats.org/drawingml/2006/main">
              <a:ext uri="{FF2B5EF4-FFF2-40B4-BE49-F238E27FC236}">
                <a16:creationId xmlns:a16="http://schemas.microsoft.com/office/drawing/2014/main" id="{56C97F2F-33BA-4C8E-B347-E349B6163BD3}"/>
              </a:ext>
            </a:extLst>
          </p:cNvPr>
          <p:cNvSpPr>
            <a:spLocks xmlns:a="http://schemas.openxmlformats.org/drawingml/2006/main" noGrp="1"/>
          </p:cNvSpPr>
          <p:nvPr/>
        </p:nvSpPr>
        <p:spPr>
          <a:xfrm xmlns:a="http://schemas.openxmlformats.org/drawingml/2006/main">
            <a:off x="2078831" y="2982119"/>
            <a:ext cx="190500" cy="4"/>
          </a:xfrm>
          <a:custGeom xmlns:a="http://schemas.openxmlformats.org/drawingml/2006/main">
            <a:pathLst>
              <a:path w="190500" h="4">
                <a:moveTo>
                  <a:pt x="0" y="0"/>
                </a:moveTo>
                <a:lnTo>
                  <a:pt x="190500" y="0"/>
                </a:lnTo>
              </a:path>
            </a:pathLst>
          </a:custGeom>
          <a:noFill xmlns:a="http://schemas.openxmlformats.org/drawingml/2006/main"/>
          <a:ln xmlns:a="http://schemas.openxmlformats.org/drawingml/2006/main" w="19844">
            <a:solidFill>
              <a:srgbClr val="17324D"/>
            </a:solidFill>
            <a:prstDash val="solid"/>
          </a:ln>
        </p:spPr>
      </p:sp>
      <p:sp>
        <p:nvSpPr>
          <p:cNvPr id="21" name="native-vector-5-rect">
            <a:extLst xmlns:a="http://schemas.openxmlformats.org/drawingml/2006/main">
              <a:ext uri="{FF2B5EF4-FFF2-40B4-BE49-F238E27FC236}">
                <a16:creationId xmlns:a16="http://schemas.microsoft.com/office/drawing/2014/main" id="{B6DC2497-3532-4D88-9F1A-713270990A97}"/>
              </a:ext>
            </a:extLst>
          </p:cNvPr>
          <p:cNvSpPr>
            <a:spLocks xmlns:a="http://schemas.openxmlformats.org/drawingml/2006/main" noGrp="1"/>
          </p:cNvSpPr>
          <p:nvPr/>
        </p:nvSpPr>
        <p:spPr>
          <a:xfrm xmlns:a="http://schemas.openxmlformats.org/drawingml/2006/main">
            <a:off x="2297113" y="2724150"/>
            <a:ext cx="555625" cy="515938"/>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22" name="pupil-text">
            <a:extLst xmlns:a="http://schemas.openxmlformats.org/drawingml/2006/main">
              <a:ext uri="{FF2B5EF4-FFF2-40B4-BE49-F238E27FC236}">
                <a16:creationId xmlns:a16="http://schemas.microsoft.com/office/drawing/2014/main" id="{5861C979-8D79-4DD0-A0CC-886FB49CC4B5}"/>
              </a:ext>
            </a:extLst>
          </p:cNvPr>
          <p:cNvSpPr>
            <a:spLocks xmlns:a="http://schemas.openxmlformats.org/drawingml/2006/main" noGrp="1"/>
          </p:cNvSpPr>
          <p:nvPr/>
        </p:nvSpPr>
        <p:spPr>
          <a:xfrm xmlns:a="http://schemas.openxmlformats.org/drawingml/2006/main">
            <a:off x="3333750" y="1876425"/>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355E7B"/>
                </a:solidFill>
                <a:latin typeface="Liberation Sans"/>
                <a:ea typeface="Liberation Sans"/>
                <a:cs typeface="Liberation Sans"/>
              </a:defRPr>
            </a:defPPr>
          </a:lstStyle>
          <a:p xmlns:a="http://schemas.openxmlformats.org/drawingml/2006/main">
            <a:pPr algn="l">
              <a:defRPr sz="2250" b="1">
                <a:solidFill>
                  <a:srgbClr val="355E7B"/>
                </a:solidFill>
                <a:latin typeface="Liberation Sans"/>
                <a:ea typeface="Liberation Sans"/>
                <a:cs typeface="Liberation Sans"/>
              </a:defRPr>
            </a:pPr>
            <a:r>
              <a:rPr sz="2250" b="1">
                <a:solidFill>
                  <a:srgbClr val="355E7B"/>
                </a:solidFill>
                <a:latin typeface="Liberation Sans"/>
                <a:ea typeface="Liberation Sans"/>
                <a:cs typeface="Liberation Sans"/>
              </a:rPr>
              <a:t>story</a:t>
            </a:r>
          </a:p>
        </p:txBody>
      </p:sp>
      <p:sp>
        <p:nvSpPr>
          <p:cNvPr id="23" name="pupil-text">
            <a:extLst xmlns:a="http://schemas.openxmlformats.org/drawingml/2006/main">
              <a:ext uri="{FF2B5EF4-FFF2-40B4-BE49-F238E27FC236}">
                <a16:creationId xmlns:a16="http://schemas.microsoft.com/office/drawing/2014/main" id="{5205535A-B004-4A8E-A807-B37D12BC91B1}"/>
              </a:ext>
            </a:extLst>
          </p:cNvPr>
          <p:cNvSpPr>
            <a:spLocks xmlns:a="http://schemas.openxmlformats.org/drawingml/2006/main" noGrp="1"/>
          </p:cNvSpPr>
          <p:nvPr/>
        </p:nvSpPr>
        <p:spPr>
          <a:xfrm xmlns:a="http://schemas.openxmlformats.org/drawingml/2006/main">
            <a:off x="3333750" y="2514600"/>
            <a:ext cx="8096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536"/>
                </a:solidFill>
                <a:latin typeface="Liberation Sans"/>
                <a:ea typeface="Liberation Sans"/>
                <a:cs typeface="Liberation Sans"/>
              </a:defRPr>
            </a:defPPr>
          </a:lstStyle>
          <a:p xmlns:a="http://schemas.openxmlformats.org/drawingml/2006/main">
            <a:pPr algn="l">
              <a:defRPr sz="1950" b="0">
                <a:solidFill>
                  <a:srgbClr val="172536"/>
                </a:solidFill>
                <a:latin typeface="Liberation Sans"/>
                <a:ea typeface="Liberation Sans"/>
                <a:cs typeface="Liberation Sans"/>
              </a:defRPr>
            </a:pPr>
            <a:r>
              <a:rPr sz="1950" b="0">
                <a:solidFill>
                  <a:srgbClr val="172536"/>
                </a:solidFill>
                <a:latin typeface="Liberation Sans"/>
                <a:ea typeface="Liberation Sans"/>
                <a:cs typeface="Liberation Sans"/>
              </a:rPr>
              <a:t>a told set of events.</a:t>
            </a:r>
          </a:p>
        </p:txBody>
      </p:sp>
      <p:sp>
        <p:nvSpPr>
          <p:cNvPr id="24" name="picture-description">
            <a:extLst xmlns:a="http://schemas.openxmlformats.org/drawingml/2006/main">
              <a:ext uri="{FF2B5EF4-FFF2-40B4-BE49-F238E27FC236}">
                <a16:creationId xmlns:a16="http://schemas.microsoft.com/office/drawing/2014/main" id="{544AF8E8-D95A-4244-9A8E-F9CA3FDB5F28}"/>
              </a:ext>
            </a:extLst>
          </p:cNvPr>
          <p:cNvSpPr>
            <a:spLocks xmlns:a="http://schemas.openxmlformats.org/drawingml/2006/main" noGrp="1"/>
          </p:cNvSpPr>
          <p:nvPr/>
        </p:nvSpPr>
        <p:spPr>
          <a:xfrm xmlns:a="http://schemas.openxmlformats.org/drawingml/2006/main">
            <a:off x="609600" y="4248150"/>
            <a:ext cx="1090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2536"/>
                </a:solidFill>
                <a:latin typeface="Liberation Sans"/>
                <a:ea typeface="Liberation Sans"/>
                <a:cs typeface="Liberation Sans"/>
              </a:defRPr>
            </a:defPPr>
          </a:lstStyle>
          <a:p xmlns:a="http://schemas.openxmlformats.org/drawingml/2006/main">
            <a:pPr algn="l">
              <a:defRPr sz="1650" b="0">
                <a:solidFill>
                  <a:srgbClr val="172536"/>
                </a:solidFill>
                <a:latin typeface="Liberation Sans"/>
                <a:ea typeface="Liberation Sans"/>
                <a:cs typeface="Liberation Sans"/>
              </a:defRPr>
            </a:pPr>
            <a:r>
              <a:rPr sz="1650" b="0">
                <a:solidFill>
                  <a:srgbClr val="172536"/>
                </a:solidFill>
                <a:latin typeface="Liberation Sans"/>
                <a:ea typeface="Liberation Sans"/>
                <a:cs typeface="Liberation Sans"/>
              </a:rPr>
              <a:t>Three picture cards linked in a row.</a:t>
            </a:r>
          </a:p>
        </p:txBody>
      </p:sp>
      <p:sp>
        <p:nvSpPr>
          <p:cNvPr id="25" name="book-direction">
            <a:extLst xmlns:a="http://schemas.openxmlformats.org/drawingml/2006/main">
              <a:ext uri="{FF2B5EF4-FFF2-40B4-BE49-F238E27FC236}">
                <a16:creationId xmlns:a16="http://schemas.microsoft.com/office/drawing/2014/main" id="{C0EE3690-B8A6-445B-9995-D100AB3C0E31}"/>
              </a:ext>
            </a:extLst>
          </p:cNvPr>
          <p:cNvSpPr>
            <a:spLocks xmlns:a="http://schemas.openxmlformats.org/drawingml/2006/main" noGrp="1"/>
          </p:cNvSpPr>
          <p:nvPr/>
        </p:nvSpPr>
        <p:spPr>
          <a:xfrm xmlns:a="http://schemas.openxmlformats.org/drawingml/2006/main">
            <a:off x="609600" y="5048250"/>
            <a:ext cx="10906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172536"/>
                </a:solidFill>
                <a:latin typeface="Liberation Sans"/>
                <a:ea typeface="Liberation Sans"/>
                <a:cs typeface="Liberation Sans"/>
              </a:defRPr>
            </a:defPPr>
          </a:lstStyle>
          <a:p xmlns:a="http://schemas.openxmlformats.org/drawingml/2006/main">
            <a:pPr algn="l">
              <a:defRPr sz="1500" b="0">
                <a:solidFill>
                  <a:srgbClr val="172536"/>
                </a:solidFill>
                <a:latin typeface="Liberation Sans"/>
                <a:ea typeface="Liberation Sans"/>
                <a:cs typeface="Liberation Sans"/>
              </a:defRPr>
            </a:pPr>
            <a:r>
              <a:rPr sz="1500" b="0">
                <a:solidFill>
                  <a:srgbClr val="172536"/>
                </a:solidFill>
                <a:latin typeface="Liberation Sans"/>
                <a:ea typeface="Liberation Sans"/>
                <a:cs typeface="Liberation Sans"/>
              </a:rPr>
              <a:t>In your book: Keep one useful word or model step. Mark it Model. Do not copy the whole slide.</a:t>
            </a:r>
          </a:p>
        </p:txBody>
      </p:sp>
    </p:spTree>
    <p:extLst>
      <p:ext uri="{BB962C8B-B14F-4D97-AF65-F5344CB8AC3E}">
        <p14:creationId xmlns:p14="http://schemas.microsoft.com/office/powerpoint/2010/main" val="154928554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B3C1370F-7198-45E5-BB53-940E087F5C55}"/>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1</a:t>
            </a:r>
          </a:p>
        </p:txBody>
      </p:sp>
      <p:sp>
        <p:nvSpPr>
          <p:cNvPr id="2" name="stage-clock">
            <a:extLst xmlns:a="http://schemas.openxmlformats.org/drawingml/2006/main">
              <a:ext uri="{FF2B5EF4-FFF2-40B4-BE49-F238E27FC236}">
                <a16:creationId xmlns:a16="http://schemas.microsoft.com/office/drawing/2014/main" id="{A468CB62-1D5A-49AB-AC7F-1FD38824CAE0}"/>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BFE49572-7C52-4E6A-8A43-5DF39098E1A9}"/>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Main source — story/case cards</a:t>
            </a:r>
          </a:p>
        </p:txBody>
      </p:sp>
      <p:sp>
        <p:nvSpPr>
          <p:cNvPr id="4" name="shape">
            <a:extLst xmlns:a="http://schemas.openxmlformats.org/drawingml/2006/main">
              <a:ext uri="{FF2B5EF4-FFF2-40B4-BE49-F238E27FC236}">
                <a16:creationId xmlns:a16="http://schemas.microsoft.com/office/drawing/2014/main" id="{48B03D3E-EAEC-45EB-B291-A5F5A95E3579}"/>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3B515866-A49F-47EB-A835-65EE23AE9706}"/>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060519A9-8379-4BB4-9635-38D5CEFCFC87}"/>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FF06C485-15EE-4265-B7D7-6201A7961A74}"/>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E7C0B51D-B9C2-4A1F-9A0E-6FC03E78B848}"/>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65F13836-EFEE-4B1C-AE5C-44CC42F3D75F}"/>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6203B3CC-5ED0-4775-8282-A62D5F98CEA1}"/>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find care in a story.</a:t>
            </a:r>
          </a:p>
        </p:txBody>
      </p:sp>
      <p:sp>
        <p:nvSpPr>
          <p:cNvPr id="11" name="re-framing">
            <a:extLst xmlns:a="http://schemas.openxmlformats.org/drawingml/2006/main">
              <a:ext uri="{FF2B5EF4-FFF2-40B4-BE49-F238E27FC236}">
                <a16:creationId xmlns:a16="http://schemas.microsoft.com/office/drawing/2014/main" id="{30BA1F3A-3632-494C-BEF7-45E4C7CAA288}"/>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C9619F65-2D99-4710-AC32-89E195FC61D4}"/>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D675DB0D-91BF-492F-9AC4-DC1DBC4BAEEB}"/>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17 / 38</a:t>
            </a:r>
          </a:p>
        </p:txBody>
      </p:sp>
      <p:sp>
        <p:nvSpPr>
          <p:cNvPr id="14" name="licence-footer">
            <a:extLst xmlns:a="http://schemas.openxmlformats.org/drawingml/2006/main">
              <a:ext uri="{FF2B5EF4-FFF2-40B4-BE49-F238E27FC236}">
                <a16:creationId xmlns:a16="http://schemas.microsoft.com/office/drawing/2014/main" id="{CFAC84A6-3191-4D19-AC1A-46676205E2D8}"/>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06D72B44-481C-439B-8A72-73C951CED58B}"/>
              </a:ext>
            </a:extLst>
          </p:cNvPr>
          <p:cNvPicPr>
            <a:picLocks xmlns:a="http://schemas.openxmlformats.org/drawingml/2006/main" noChangeAspect="1"/>
          </p:cNvPicPr>
          <p:nvPr/>
        </p:nvPicPr>
        <p:blipFill>
          <a:blip xmlns:r="http://schemas.openxmlformats.org/officeDocument/2006/relationships" xmlns:a="http://schemas.openxmlformats.org/drawingml/2006/main" r:embed="R44569956ee6d41d4"/>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241186D6-6F40-4411-82AA-2029263FD452}"/>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useful word or model step. Mark it Model. Do not copy the whole slide.</a:t>
            </a:r>
          </a:p>
        </p:txBody>
      </p:sp>
      <p:sp>
        <p:nvSpPr>
          <p:cNvPr id="17" name="pupil-text">
            <a:extLst xmlns:a="http://schemas.openxmlformats.org/drawingml/2006/main">
              <a:ext uri="{FF2B5EF4-FFF2-40B4-BE49-F238E27FC236}">
                <a16:creationId xmlns:a16="http://schemas.microsoft.com/office/drawing/2014/main" id="{EACF35C8-7D8F-42F1-959D-9D06058E309B}"/>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This is a short adapted story from a Christian text.</a:t>
            </a:r>
          </a:p>
        </p:txBody>
      </p:sp>
      <p:sp>
        <p:nvSpPr>
          <p:cNvPr id="18" name="pupil-text">
            <a:extLst xmlns:a="http://schemas.openxmlformats.org/drawingml/2006/main">
              <a:ext uri="{FF2B5EF4-FFF2-40B4-BE49-F238E27FC236}">
                <a16:creationId xmlns:a16="http://schemas.microsoft.com/office/drawing/2014/main" id="{07985F00-CC55-4233-AA1C-B14066E52863}"/>
              </a:ext>
            </a:extLst>
          </p:cNvPr>
          <p:cNvSpPr>
            <a:spLocks xmlns:a="http://schemas.openxmlformats.org/drawingml/2006/main" noGrp="1"/>
          </p:cNvSpPr>
          <p:nvPr/>
        </p:nvSpPr>
        <p:spPr>
          <a:xfrm xmlns:a="http://schemas.openxmlformats.org/drawingml/2006/main">
            <a:off x="457200" y="25336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 traveller was hurt on a road. Two people passed by. Another person stopped to help. The helper</a:t>
            </a:r>
          </a:p>
        </p:txBody>
      </p:sp>
      <p:sp>
        <p:nvSpPr>
          <p:cNvPr id="19" name="pupil-text">
            <a:extLst xmlns:a="http://schemas.openxmlformats.org/drawingml/2006/main">
              <a:ext uri="{FF2B5EF4-FFF2-40B4-BE49-F238E27FC236}">
                <a16:creationId xmlns:a16="http://schemas.microsoft.com/office/drawing/2014/main" id="{17BFAB84-E90F-46A2-B850-DF970C91168B}"/>
              </a:ext>
            </a:extLst>
          </p:cNvPr>
          <p:cNvSpPr>
            <a:spLocks xmlns:a="http://schemas.openxmlformats.org/drawingml/2006/main" noGrp="1"/>
          </p:cNvSpPr>
          <p:nvPr/>
        </p:nvSpPr>
        <p:spPr>
          <a:xfrm xmlns:a="http://schemas.openxmlformats.org/drawingml/2006/main">
            <a:off x="457200" y="28289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cared for the traveller and took them to a place to rest. The helper paid a host to give more care.</a:t>
            </a:r>
          </a:p>
        </p:txBody>
      </p:sp>
      <p:sp>
        <p:nvSpPr>
          <p:cNvPr id="20" name="pupil-text">
            <a:extLst xmlns:a="http://schemas.openxmlformats.org/drawingml/2006/main">
              <a:ext uri="{FF2B5EF4-FFF2-40B4-BE49-F238E27FC236}">
                <a16:creationId xmlns:a16="http://schemas.microsoft.com/office/drawing/2014/main" id="{A3C86980-9F02-4F93-9163-2336C9B3A81A}"/>
              </a:ext>
            </a:extLst>
          </p:cNvPr>
          <p:cNvSpPr>
            <a:spLocks xmlns:a="http://schemas.openxmlformats.org/drawingml/2006/main" noGrp="1"/>
          </p:cNvSpPr>
          <p:nvPr/>
        </p:nvSpPr>
        <p:spPr>
          <a:xfrm xmlns:a="http://schemas.openxmlformats.org/drawingml/2006/main">
            <a:off x="457200" y="32194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this story, the person who showed care acted as a neighbour. Some Christians use this story to</a:t>
            </a:r>
          </a:p>
        </p:txBody>
      </p:sp>
      <p:sp>
        <p:nvSpPr>
          <p:cNvPr id="21" name="pupil-text">
            <a:extLst xmlns:a="http://schemas.openxmlformats.org/drawingml/2006/main">
              <a:ext uri="{FF2B5EF4-FFF2-40B4-BE49-F238E27FC236}">
                <a16:creationId xmlns:a16="http://schemas.microsoft.com/office/drawing/2014/main" id="{A251FCFB-1E75-446E-B8A2-415B86459621}"/>
              </a:ext>
            </a:extLst>
          </p:cNvPr>
          <p:cNvSpPr>
            <a:spLocks xmlns:a="http://schemas.openxmlformats.org/drawingml/2006/main" noGrp="1"/>
          </p:cNvSpPr>
          <p:nvPr/>
        </p:nvSpPr>
        <p:spPr>
          <a:xfrm xmlns:a="http://schemas.openxmlformats.org/drawingml/2006/main">
            <a:off x="457200" y="35147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think about care. People in one faith can have different views.</a:t>
            </a:r>
          </a:p>
        </p:txBody>
      </p:sp>
    </p:spTree>
    <p:extLst>
      <p:ext uri="{BB962C8B-B14F-4D97-AF65-F5344CB8AC3E}">
        <p14:creationId xmlns:p14="http://schemas.microsoft.com/office/powerpoint/2010/main" val="33672075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A08D4B58-8D07-4DD4-99C0-FA9C25BD7F32}"/>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1</a:t>
            </a:r>
          </a:p>
        </p:txBody>
      </p:sp>
      <p:sp>
        <p:nvSpPr>
          <p:cNvPr id="2" name="stage-clock">
            <a:extLst xmlns:a="http://schemas.openxmlformats.org/drawingml/2006/main">
              <a:ext uri="{FF2B5EF4-FFF2-40B4-BE49-F238E27FC236}">
                <a16:creationId xmlns:a16="http://schemas.microsoft.com/office/drawing/2014/main" id="{7BBA5FCF-01CD-48E3-B95C-CD5559968B98}"/>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EE028DB0-19C3-46F6-A9DE-67A9A2AC4878}"/>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Neutral main source — independent alternative</a:t>
            </a:r>
          </a:p>
        </p:txBody>
      </p:sp>
      <p:sp>
        <p:nvSpPr>
          <p:cNvPr id="4" name="shape">
            <a:extLst xmlns:a="http://schemas.openxmlformats.org/drawingml/2006/main">
              <a:ext uri="{FF2B5EF4-FFF2-40B4-BE49-F238E27FC236}">
                <a16:creationId xmlns:a16="http://schemas.microsoft.com/office/drawing/2014/main" id="{1219BB1D-CA65-462C-8BCB-BF1D6A2FFE4D}"/>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DA72C162-DA74-48FD-9B40-2E83FD7A8CE3}"/>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871C88CD-9816-4085-9947-221E96F73DD5}"/>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1B16AC92-F9CE-422B-81A7-43CCCC9F041C}"/>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5EA52119-FB67-42AA-9FC7-509EB4F9A0DC}"/>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6C13F323-5EAB-4CF5-9140-2A57F8DB9325}"/>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F05A996E-37CE-4782-84F6-39809637F2BB}"/>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find care in a story.</a:t>
            </a:r>
          </a:p>
        </p:txBody>
      </p:sp>
      <p:sp>
        <p:nvSpPr>
          <p:cNvPr id="11" name="re-framing">
            <a:extLst xmlns:a="http://schemas.openxmlformats.org/drawingml/2006/main">
              <a:ext uri="{FF2B5EF4-FFF2-40B4-BE49-F238E27FC236}">
                <a16:creationId xmlns:a16="http://schemas.microsoft.com/office/drawing/2014/main" id="{FB0469E1-9410-47EF-A289-7A7D509E0D9D}"/>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B9BFCCF8-5999-4C99-8583-07D896C0E4C1}"/>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F6AB6639-D56A-4740-9876-A4D608FBAEAC}"/>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18 / 38</a:t>
            </a:r>
          </a:p>
        </p:txBody>
      </p:sp>
      <p:sp>
        <p:nvSpPr>
          <p:cNvPr id="14" name="licence-footer">
            <a:extLst xmlns:a="http://schemas.openxmlformats.org/drawingml/2006/main">
              <a:ext uri="{FF2B5EF4-FFF2-40B4-BE49-F238E27FC236}">
                <a16:creationId xmlns:a16="http://schemas.microsoft.com/office/drawing/2014/main" id="{2574E6D0-79D6-4A3B-8115-BF3D1F97ABD1}"/>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2A875BE7-4828-433E-B68A-DD1FA437627F}"/>
              </a:ext>
            </a:extLst>
          </p:cNvPr>
          <p:cNvPicPr>
            <a:picLocks xmlns:a="http://schemas.openxmlformats.org/drawingml/2006/main" noChangeAspect="1"/>
          </p:cNvPicPr>
          <p:nvPr/>
        </p:nvPicPr>
        <p:blipFill>
          <a:blip xmlns:r="http://schemas.openxmlformats.org/officeDocument/2006/relationships" xmlns:a="http://schemas.openxmlformats.org/drawingml/2006/main" r:embed="Rbb019cd3eaa0491d"/>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2D41F72F-015E-4292-980B-C620ACA09E42}"/>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useful word or model step. Mark it Model. Do not copy the whole slide.</a:t>
            </a:r>
          </a:p>
        </p:txBody>
      </p:sp>
      <p:sp>
        <p:nvSpPr>
          <p:cNvPr id="17" name="pupil-text">
            <a:extLst xmlns:a="http://schemas.openxmlformats.org/drawingml/2006/main">
              <a:ext uri="{FF2B5EF4-FFF2-40B4-BE49-F238E27FC236}">
                <a16:creationId xmlns:a16="http://schemas.microsoft.com/office/drawing/2014/main" id="{D13FEDE4-C628-4D17-B819-B312F01328D6}"/>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Made-up community story: A visitor at a craft club cannot read the small words on a card. They ask</a:t>
            </a:r>
          </a:p>
        </p:txBody>
      </p:sp>
      <p:sp>
        <p:nvSpPr>
          <p:cNvPr id="18" name="pupil-text">
            <a:extLst xmlns:a="http://schemas.openxmlformats.org/drawingml/2006/main">
              <a:ext uri="{FF2B5EF4-FFF2-40B4-BE49-F238E27FC236}">
                <a16:creationId xmlns:a16="http://schemas.microsoft.com/office/drawing/2014/main" id="{A6A1D352-FB32-41D6-B336-4123066639E6}"/>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for larger print. A helper brings the larger-print card and asks if it suits them. The visitor says</a:t>
            </a:r>
          </a:p>
        </p:txBody>
      </p:sp>
      <p:sp>
        <p:nvSpPr>
          <p:cNvPr id="19" name="pupil-text">
            <a:extLst xmlns:a="http://schemas.openxmlformats.org/drawingml/2006/main">
              <a:ext uri="{FF2B5EF4-FFF2-40B4-BE49-F238E27FC236}">
                <a16:creationId xmlns:a16="http://schemas.microsoft.com/office/drawing/2014/main" id="{529A628A-6961-4C2D-B35B-17608E615465}"/>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yes.</a:t>
            </a:r>
          </a:p>
        </p:txBody>
      </p:sp>
      <p:sp>
        <p:nvSpPr>
          <p:cNvPr id="20" name="pupil-text">
            <a:extLst xmlns:a="http://schemas.openxmlformats.org/drawingml/2006/main">
              <a:ext uri="{FF2B5EF4-FFF2-40B4-BE49-F238E27FC236}">
                <a16:creationId xmlns:a16="http://schemas.microsoft.com/office/drawing/2014/main" id="{F4E8D51E-7516-495C-B116-B47864BF7444}"/>
              </a:ext>
            </a:extLst>
          </p:cNvPr>
          <p:cNvSpPr>
            <a:spLocks xmlns:a="http://schemas.openxmlformats.org/drawingml/2006/main" noGrp="1"/>
          </p:cNvSpPr>
          <p:nvPr/>
        </p:nvSpPr>
        <p:spPr>
          <a:xfrm xmlns:a="http://schemas.openxmlformats.org/drawingml/2006/main">
            <a:off x="457200" y="31242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 visitor has a small-print card. A helper offers a card with large print. The visitor chooses that</a:t>
            </a:r>
          </a:p>
        </p:txBody>
      </p:sp>
      <p:sp>
        <p:nvSpPr>
          <p:cNvPr id="21" name="pupil-text">
            <a:extLst xmlns:a="http://schemas.openxmlformats.org/drawingml/2006/main">
              <a:ext uri="{FF2B5EF4-FFF2-40B4-BE49-F238E27FC236}">
                <a16:creationId xmlns:a16="http://schemas.microsoft.com/office/drawing/2014/main" id="{71AA310E-86C0-428B-B238-8217773588DB}"/>
              </a:ext>
            </a:extLst>
          </p:cNvPr>
          <p:cNvSpPr>
            <a:spLocks xmlns:a="http://schemas.openxmlformats.org/drawingml/2006/main" noGrp="1"/>
          </p:cNvSpPr>
          <p:nvPr/>
        </p:nvSpPr>
        <p:spPr>
          <a:xfrm xmlns:a="http://schemas.openxmlformats.org/drawingml/2006/main">
            <a:off x="457200" y="34194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card. This is an invented story, not a real person’s record.</a:t>
            </a:r>
          </a:p>
        </p:txBody>
      </p:sp>
    </p:spTree>
    <p:extLst>
      <p:ext uri="{BB962C8B-B14F-4D97-AF65-F5344CB8AC3E}">
        <p14:creationId xmlns:p14="http://schemas.microsoft.com/office/powerpoint/2010/main" val="27370027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lesson-header">
            <a:extLst xmlns:a="http://schemas.openxmlformats.org/drawingml/2006/main">
              <a:ext uri="{FF2B5EF4-FFF2-40B4-BE49-F238E27FC236}">
                <a16:creationId xmlns:a16="http://schemas.microsoft.com/office/drawing/2014/main" id="{FE8EC2BB-195B-43E5-AE88-32451BD42F50}"/>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1</a:t>
            </a:r>
          </a:p>
        </p:txBody>
      </p:sp>
      <p:sp>
        <p:nvSpPr>
          <p:cNvPr id="2" name="stage-clock">
            <a:extLst xmlns:a="http://schemas.openxmlformats.org/drawingml/2006/main">
              <a:ext uri="{FF2B5EF4-FFF2-40B4-BE49-F238E27FC236}">
                <a16:creationId xmlns:a16="http://schemas.microsoft.com/office/drawing/2014/main" id="{5EF1C8F0-FCBE-4713-9348-E21B199C480B}"/>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1241C4AC-9165-4B6F-AD35-B4A896EBE0A7}"/>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Model source — I Do only</a:t>
            </a:r>
          </a:p>
        </p:txBody>
      </p:sp>
      <p:sp>
        <p:nvSpPr>
          <p:cNvPr id="4" name="shape">
            <a:extLst xmlns:a="http://schemas.openxmlformats.org/drawingml/2006/main">
              <a:ext uri="{FF2B5EF4-FFF2-40B4-BE49-F238E27FC236}">
                <a16:creationId xmlns:a16="http://schemas.microsoft.com/office/drawing/2014/main" id="{0397DD85-88E9-4BDD-A705-C1A3DD117667}"/>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DEB08FF8-1079-4C66-A8E6-8D7FDADF27D2}"/>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6AB0207C-682A-48FA-8764-FE590734BAE5}"/>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0E05CF29-D815-4BFA-86D4-7000285F00B4}"/>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A624DA21-9E15-4DC2-B0A5-4609AA5CF236}"/>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BB229ACF-DBD9-49B6-8FBC-B105A7B812FC}"/>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D07D63E7-DE73-46E6-B0E5-659C034FBC42}"/>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find care in a story.</a:t>
            </a:r>
          </a:p>
        </p:txBody>
      </p:sp>
      <p:sp>
        <p:nvSpPr>
          <p:cNvPr id="11" name="re-framing">
            <a:extLst xmlns:a="http://schemas.openxmlformats.org/drawingml/2006/main">
              <a:ext uri="{FF2B5EF4-FFF2-40B4-BE49-F238E27FC236}">
                <a16:creationId xmlns:a16="http://schemas.microsoft.com/office/drawing/2014/main" id="{DC7E9AFC-4C73-4F82-8B72-259930719E57}"/>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EAD0DBA7-C1F1-449D-BD5A-88666A9C30AC}"/>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839554B9-BDAE-4765-9482-E90FA1003ED3}"/>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19 / 38</a:t>
            </a:r>
          </a:p>
        </p:txBody>
      </p:sp>
      <p:sp>
        <p:nvSpPr>
          <p:cNvPr id="14" name="licence-footer">
            <a:extLst xmlns:a="http://schemas.openxmlformats.org/drawingml/2006/main">
              <a:ext uri="{FF2B5EF4-FFF2-40B4-BE49-F238E27FC236}">
                <a16:creationId xmlns:a16="http://schemas.microsoft.com/office/drawing/2014/main" id="{CACB90EB-C6A4-408D-BD03-C15D10F345FE}"/>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2FF01CB8-30C8-4268-9701-5696176CB6B2}"/>
              </a:ext>
            </a:extLst>
          </p:cNvPr>
          <p:cNvPicPr>
            <a:picLocks xmlns:a="http://schemas.openxmlformats.org/drawingml/2006/main" noChangeAspect="1"/>
          </p:cNvPicPr>
          <p:nvPr/>
        </p:nvPicPr>
        <p:blipFill>
          <a:blip xmlns:r="http://schemas.openxmlformats.org/officeDocument/2006/relationships" xmlns:a="http://schemas.openxmlformats.org/drawingml/2006/main" r:embed="R2fe1f2fc33774185"/>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30900E92-7160-4D2D-8267-9323AFE9C113}"/>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useful word or model step. Mark it Model. Do not copy the whole slide.</a:t>
            </a:r>
          </a:p>
        </p:txBody>
      </p:sp>
      <p:sp>
        <p:nvSpPr>
          <p:cNvPr id="17" name="pupil-text">
            <a:extLst xmlns:a="http://schemas.openxmlformats.org/drawingml/2006/main">
              <a:ext uri="{FF2B5EF4-FFF2-40B4-BE49-F238E27FC236}">
                <a16:creationId xmlns:a16="http://schemas.microsoft.com/office/drawing/2014/main" id="{C530B9F7-87BC-4F61-983E-B247EB5A4644}"/>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Made-up model story: A person drops some paper. Another person asks if help is wanted. The person</a:t>
            </a:r>
          </a:p>
        </p:txBody>
      </p:sp>
      <p:sp>
        <p:nvSpPr>
          <p:cNvPr id="18" name="pupil-text">
            <a:extLst xmlns:a="http://schemas.openxmlformats.org/drawingml/2006/main">
              <a:ext uri="{FF2B5EF4-FFF2-40B4-BE49-F238E27FC236}">
                <a16:creationId xmlns:a16="http://schemas.microsoft.com/office/drawing/2014/main" id="{020C395D-216D-47EA-AD89-B2EDD5470407}"/>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says yes. The helper picks up the paper.</a:t>
            </a:r>
          </a:p>
        </p:txBody>
      </p:sp>
    </p:spTree>
    <p:extLst>
      <p:ext uri="{BB962C8B-B14F-4D97-AF65-F5344CB8AC3E}">
        <p14:creationId xmlns:p14="http://schemas.microsoft.com/office/powerpoint/2010/main" val="1802351325"/>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lesson-header">
            <a:extLst xmlns:a="http://schemas.openxmlformats.org/drawingml/2006/main">
              <a:ext uri="{FF2B5EF4-FFF2-40B4-BE49-F238E27FC236}">
                <a16:creationId xmlns:a16="http://schemas.microsoft.com/office/drawing/2014/main" id="{A981C6E5-4F9E-4E8C-B9F2-DF64F734AEB3}"/>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1</a:t>
            </a:r>
          </a:p>
        </p:txBody>
      </p:sp>
      <p:sp>
        <p:nvSpPr>
          <p:cNvPr id="2" name="stage-clock">
            <a:extLst xmlns:a="http://schemas.openxmlformats.org/drawingml/2006/main">
              <a:ext uri="{FF2B5EF4-FFF2-40B4-BE49-F238E27FC236}">
                <a16:creationId xmlns:a16="http://schemas.microsoft.com/office/drawing/2014/main" id="{862C780A-14A5-48C7-BCF0-E0D765F9DB36}"/>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5C75E757-24BC-4806-9073-849D569F98E2}"/>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follow the model</a:t>
            </a:r>
          </a:p>
        </p:txBody>
      </p:sp>
      <p:sp>
        <p:nvSpPr>
          <p:cNvPr id="4" name="shape">
            <a:extLst xmlns:a="http://schemas.openxmlformats.org/drawingml/2006/main">
              <a:ext uri="{FF2B5EF4-FFF2-40B4-BE49-F238E27FC236}">
                <a16:creationId xmlns:a16="http://schemas.microsoft.com/office/drawing/2014/main" id="{465A501F-A739-4480-BB00-4200FE065133}"/>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1359294E-D273-45BF-81F2-921D74B55CA3}"/>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9E3CAF98-785F-4AE3-9FBD-1FE300128E4F}"/>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5210929B-0759-4159-985D-7945CC3ACE5E}"/>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0950AD0E-8599-4AEB-8169-22B68AE06847}"/>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124BEAF0-6990-4B45-A35D-422C4A343EE7}"/>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786FB900-887A-46C4-8344-FF3206191E37}"/>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find care in a story.</a:t>
            </a:r>
          </a:p>
        </p:txBody>
      </p:sp>
      <p:sp>
        <p:nvSpPr>
          <p:cNvPr id="11" name="re-framing">
            <a:extLst xmlns:a="http://schemas.openxmlformats.org/drawingml/2006/main">
              <a:ext uri="{FF2B5EF4-FFF2-40B4-BE49-F238E27FC236}">
                <a16:creationId xmlns:a16="http://schemas.microsoft.com/office/drawing/2014/main" id="{58E48D5B-517A-46E5-9A44-26BC5E068376}"/>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9F13FEE3-2CDF-478F-90BE-9677270A4820}"/>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4734E512-2BE1-4069-9B02-330826445AB6}"/>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20 / 38</a:t>
            </a:r>
          </a:p>
        </p:txBody>
      </p:sp>
      <p:sp>
        <p:nvSpPr>
          <p:cNvPr id="14" name="licence-footer">
            <a:extLst xmlns:a="http://schemas.openxmlformats.org/drawingml/2006/main">
              <a:ext uri="{FF2B5EF4-FFF2-40B4-BE49-F238E27FC236}">
                <a16:creationId xmlns:a16="http://schemas.microsoft.com/office/drawing/2014/main" id="{C5E9A949-E1D2-44A5-AE5D-B9E204D33E3B}"/>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49891DA3-5936-4387-A682-ED4D97C3376F}"/>
              </a:ext>
            </a:extLst>
          </p:cNvPr>
          <p:cNvPicPr>
            <a:picLocks xmlns:a="http://schemas.openxmlformats.org/drawingml/2006/main" noChangeAspect="1"/>
          </p:cNvPicPr>
          <p:nvPr/>
        </p:nvPicPr>
        <p:blipFill>
          <a:blip xmlns:r="http://schemas.openxmlformats.org/officeDocument/2006/relationships" xmlns:a="http://schemas.openxmlformats.org/drawingml/2006/main" r:embed="R32da2ec1949546a8"/>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3DCB8A4D-01F2-4BE2-BF7B-A5110F7353A7}"/>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useful word or model step. Mark it Model. Do not copy the whole slide.</a:t>
            </a:r>
          </a:p>
        </p:txBody>
      </p:sp>
      <p:sp>
        <p:nvSpPr>
          <p:cNvPr id="17" name="pupil-text">
            <a:extLst xmlns:a="http://schemas.openxmlformats.org/drawingml/2006/main">
              <a:ext uri="{FF2B5EF4-FFF2-40B4-BE49-F238E27FC236}">
                <a16:creationId xmlns:a16="http://schemas.microsoft.com/office/drawing/2014/main" id="{68EDBD42-8975-4FBC-A39E-CAA00AE01A0F}"/>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Watch one step at a time.</a:t>
            </a:r>
          </a:p>
        </p:txBody>
      </p:sp>
    </p:spTree>
    <p:extLst>
      <p:ext uri="{BB962C8B-B14F-4D97-AF65-F5344CB8AC3E}">
        <p14:creationId xmlns:p14="http://schemas.microsoft.com/office/powerpoint/2010/main" val="135647087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lesson-header">
            <a:extLst xmlns:a="http://schemas.openxmlformats.org/drawingml/2006/main">
              <a:ext uri="{FF2B5EF4-FFF2-40B4-BE49-F238E27FC236}">
                <a16:creationId xmlns:a16="http://schemas.microsoft.com/office/drawing/2014/main" id="{FBC8B753-1959-475C-B960-84053F17CEE9}"/>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1</a:t>
            </a:r>
          </a:p>
        </p:txBody>
      </p:sp>
      <p:sp>
        <p:nvSpPr>
          <p:cNvPr id="2" name="stage-clock">
            <a:extLst xmlns:a="http://schemas.openxmlformats.org/drawingml/2006/main">
              <a:ext uri="{FF2B5EF4-FFF2-40B4-BE49-F238E27FC236}">
                <a16:creationId xmlns:a16="http://schemas.microsoft.com/office/drawing/2014/main" id="{4E9C6693-F4DE-450B-97C4-8393641DA3C7}"/>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35597B5B-2FCF-4BF4-A134-B9EC14555DB4}"/>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follow the model · continued</a:t>
            </a:r>
          </a:p>
        </p:txBody>
      </p:sp>
      <p:sp>
        <p:nvSpPr>
          <p:cNvPr id="4" name="shape">
            <a:extLst xmlns:a="http://schemas.openxmlformats.org/drawingml/2006/main">
              <a:ext uri="{FF2B5EF4-FFF2-40B4-BE49-F238E27FC236}">
                <a16:creationId xmlns:a16="http://schemas.microsoft.com/office/drawing/2014/main" id="{4715F891-30AD-45C1-83FA-2DAE8D3C6726}"/>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08D96BD2-AF7D-4423-827C-D6BB9A8C0AC4}"/>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315C1FDC-C521-4757-8BFB-6B253B6FF344}"/>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F5CD2811-CF1C-4907-9D0E-E543F829A414}"/>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D6622B1F-97ED-4197-94F2-655F3A2C2B2C}"/>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AB3B2C4B-EFC1-4F91-BED8-19C2D10BEDA8}"/>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878B517F-E35B-43EC-AB08-8CA33CAE4669}"/>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find care in a story.</a:t>
            </a:r>
          </a:p>
        </p:txBody>
      </p:sp>
      <p:sp>
        <p:nvSpPr>
          <p:cNvPr id="11" name="re-framing">
            <a:extLst xmlns:a="http://schemas.openxmlformats.org/drawingml/2006/main">
              <a:ext uri="{FF2B5EF4-FFF2-40B4-BE49-F238E27FC236}">
                <a16:creationId xmlns:a16="http://schemas.microsoft.com/office/drawing/2014/main" id="{815295EE-088A-43B9-8B22-B27D44081125}"/>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9A2A07A7-6F90-4651-BF18-844A2B0060B1}"/>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A5984FAD-3116-419B-9813-7BF26F16A547}"/>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21 / 38</a:t>
            </a:r>
          </a:p>
        </p:txBody>
      </p:sp>
      <p:sp>
        <p:nvSpPr>
          <p:cNvPr id="14" name="licence-footer">
            <a:extLst xmlns:a="http://schemas.openxmlformats.org/drawingml/2006/main">
              <a:ext uri="{FF2B5EF4-FFF2-40B4-BE49-F238E27FC236}">
                <a16:creationId xmlns:a16="http://schemas.microsoft.com/office/drawing/2014/main" id="{5B670602-901E-4336-B8BF-8A31839BA8A0}"/>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13062537-B149-4BD1-BC7C-69269504B0F0}"/>
              </a:ext>
            </a:extLst>
          </p:cNvPr>
          <p:cNvPicPr>
            <a:picLocks xmlns:a="http://schemas.openxmlformats.org/drawingml/2006/main" noChangeAspect="1"/>
          </p:cNvPicPr>
          <p:nvPr/>
        </p:nvPicPr>
        <p:blipFill>
          <a:blip xmlns:r="http://schemas.openxmlformats.org/officeDocument/2006/relationships" xmlns:a="http://schemas.openxmlformats.org/drawingml/2006/main" r:embed="Ra8bcb048c5d54703"/>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436B65A2-0500-4323-92E1-8CBF82617B60}"/>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useful word or model step. Mark it Model. Do not copy the whole slide.</a:t>
            </a:r>
          </a:p>
        </p:txBody>
      </p:sp>
      <p:sp>
        <p:nvSpPr>
          <p:cNvPr id="17" name="answer-text">
            <a:extLst xmlns:a="http://schemas.openxmlformats.org/drawingml/2006/main">
              <a:ext uri="{FF2B5EF4-FFF2-40B4-BE49-F238E27FC236}">
                <a16:creationId xmlns:a16="http://schemas.microsoft.com/office/drawing/2014/main" id="{78039AB9-3619-41FA-93B7-1E1E6CDA1CBA}"/>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spot the act: picking up paper. I say, “This helps the person get their paper back.” I use a detail</a:t>
            </a:r>
          </a:p>
        </p:txBody>
      </p:sp>
      <p:sp>
        <p:nvSpPr>
          <p:cNvPr id="18" name="answer-text">
            <a:extLst xmlns:a="http://schemas.openxmlformats.org/drawingml/2006/main">
              <a:ext uri="{FF2B5EF4-FFF2-40B4-BE49-F238E27FC236}">
                <a16:creationId xmlns:a16="http://schemas.microsoft.com/office/drawing/2014/main" id="{F8BCAC88-9B14-460C-A54B-3C8BF407950F}"/>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from the story. I do not guess how the person feels.</a:t>
            </a:r>
          </a:p>
        </p:txBody>
      </p:sp>
    </p:spTree>
    <p:extLst>
      <p:ext uri="{BB962C8B-B14F-4D97-AF65-F5344CB8AC3E}">
        <p14:creationId xmlns:p14="http://schemas.microsoft.com/office/powerpoint/2010/main" val="828084501"/>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6E07D6B6-F592-4C0D-BB1C-850399805174}"/>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1</a:t>
            </a:r>
          </a:p>
        </p:txBody>
      </p:sp>
      <p:sp>
        <p:nvSpPr>
          <p:cNvPr id="2" name="stage-clock">
            <a:extLst xmlns:a="http://schemas.openxmlformats.org/drawingml/2006/main">
              <a:ext uri="{FF2B5EF4-FFF2-40B4-BE49-F238E27FC236}">
                <a16:creationId xmlns:a16="http://schemas.microsoft.com/office/drawing/2014/main" id="{0F189C31-C91F-4E06-818A-2A18E3F6CA8C}"/>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We Do · 8 min · 14 to 22</a:t>
            </a:r>
          </a:p>
        </p:txBody>
      </p:sp>
      <p:sp>
        <p:nvSpPr>
          <p:cNvPr id="3" name="slide-title">
            <a:extLst xmlns:a="http://schemas.openxmlformats.org/drawingml/2006/main">
              <a:ext uri="{FF2B5EF4-FFF2-40B4-BE49-F238E27FC236}">
                <a16:creationId xmlns:a16="http://schemas.microsoft.com/office/drawing/2014/main" id="{9534D59F-0DBD-4A7D-BB4E-63AFF826B2DD}"/>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Class source — We Do only</a:t>
            </a:r>
          </a:p>
        </p:txBody>
      </p:sp>
      <p:sp>
        <p:nvSpPr>
          <p:cNvPr id="4" name="shape">
            <a:extLst xmlns:a="http://schemas.openxmlformats.org/drawingml/2006/main">
              <a:ext uri="{FF2B5EF4-FFF2-40B4-BE49-F238E27FC236}">
                <a16:creationId xmlns:a16="http://schemas.microsoft.com/office/drawing/2014/main" id="{9F9AE00B-FF47-4D66-8141-B3EAA1796EA3}"/>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F1F15014-3AD7-4CEB-B9A4-1D5A667F80A9}"/>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62E92B82-F8BA-46CA-8881-DDE8546CAD35}"/>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69E1D1D5-9196-4BC7-BAF6-D6E33A83AF5C}"/>
              </a:ext>
            </a:extLst>
          </p:cNvPr>
          <p:cNvSpPr>
            <a:spLocks xmlns:a="http://schemas.openxmlformats.org/drawingml/2006/main" noGrp="1"/>
          </p:cNvSpPr>
          <p:nvPr/>
        </p:nvSpPr>
        <p:spPr>
          <a:xfrm xmlns:a="http://schemas.openxmlformats.org/drawingml/2006/main">
            <a:off x="4364831" y="1381125"/>
            <a:ext cx="2247900"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32C58C33-9B42-4E52-BD6B-0AF291F83455}"/>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92DEAA34-6CBF-49A5-91F6-FF06C848A835}"/>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FBE9E456-3E96-42BC-95D2-7D45DC7B8931}"/>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find care in a story.</a:t>
            </a:r>
          </a:p>
        </p:txBody>
      </p:sp>
      <p:sp>
        <p:nvSpPr>
          <p:cNvPr id="11" name="re-framing">
            <a:extLst xmlns:a="http://schemas.openxmlformats.org/drawingml/2006/main">
              <a:ext uri="{FF2B5EF4-FFF2-40B4-BE49-F238E27FC236}">
                <a16:creationId xmlns:a16="http://schemas.microsoft.com/office/drawing/2014/main" id="{312C0B61-17E6-4B70-A24C-71603149394F}"/>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593F69E4-9BC7-48D7-AF11-524C6322ECC2}"/>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E6C71513-357D-4327-B724-F4EE58D64FB3}"/>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22 / 38</a:t>
            </a:r>
          </a:p>
        </p:txBody>
      </p:sp>
      <p:sp>
        <p:nvSpPr>
          <p:cNvPr id="14" name="licence-footer">
            <a:extLst xmlns:a="http://schemas.openxmlformats.org/drawingml/2006/main">
              <a:ext uri="{FF2B5EF4-FFF2-40B4-BE49-F238E27FC236}">
                <a16:creationId xmlns:a16="http://schemas.microsoft.com/office/drawing/2014/main" id="{C1650E37-BB15-4B5F-B237-4BD520E22965}"/>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77120EB2-D8DA-4CFF-9CC6-21313125678D}"/>
              </a:ext>
            </a:extLst>
          </p:cNvPr>
          <p:cNvPicPr>
            <a:picLocks xmlns:a="http://schemas.openxmlformats.org/drawingml/2006/main" noChangeAspect="1"/>
          </p:cNvPicPr>
          <p:nvPr/>
        </p:nvPicPr>
        <p:blipFill>
          <a:blip xmlns:r="http://schemas.openxmlformats.org/officeDocument/2006/relationships" xmlns:a="http://schemas.openxmlformats.org/drawingml/2006/main" r:embed="R7d7e232095e84a0f"/>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B94BC471-1C99-4821-A8C4-5DBF7EF1BA81}"/>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Made-up class story: A person cannot reach a low shelf from their seat. They ask for a book. A</a:t>
            </a:r>
          </a:p>
        </p:txBody>
      </p:sp>
      <p:sp>
        <p:nvSpPr>
          <p:cNvPr id="17" name="pupil-text">
            <a:extLst xmlns:a="http://schemas.openxmlformats.org/drawingml/2006/main">
              <a:ext uri="{FF2B5EF4-FFF2-40B4-BE49-F238E27FC236}">
                <a16:creationId xmlns:a16="http://schemas.microsoft.com/office/drawing/2014/main" id="{B25C4BC5-CA29-4958-B5A8-5A85BADC09B4}"/>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helper asks which book, then passes that book to them.</a:t>
            </a:r>
          </a:p>
        </p:txBody>
      </p:sp>
      <p:sp>
        <p:nvSpPr>
          <p:cNvPr id="18" name="shape">
            <a:extLst xmlns:a="http://schemas.openxmlformats.org/drawingml/2006/main">
              <a:ext uri="{FF2B5EF4-FFF2-40B4-BE49-F238E27FC236}">
                <a16:creationId xmlns:a16="http://schemas.microsoft.com/office/drawing/2014/main" id="{45EE9C66-13FB-4018-8DE5-A9A2ACC4229F}"/>
              </a:ext>
            </a:extLst>
          </p:cNvPr>
          <p:cNvSpPr>
            <a:spLocks xmlns:a="http://schemas.openxmlformats.org/drawingml/2006/main" noGrp="1"/>
          </p:cNvSpPr>
          <p:nvPr/>
        </p:nvSpPr>
        <p:spPr>
          <a:xfrm xmlns:a="http://schemas.openxmlformats.org/drawingml/2006/main">
            <a:off x="409575" y="24288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4E69019E-5012-432D-B992-ACA11AF3A0F0}"/>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guided try and one word or mark of your own.</a:t>
            </a:r>
          </a:p>
        </p:txBody>
      </p:sp>
    </p:spTree>
    <p:extLst>
      <p:ext uri="{BB962C8B-B14F-4D97-AF65-F5344CB8AC3E}">
        <p14:creationId xmlns:p14="http://schemas.microsoft.com/office/powerpoint/2010/main" val="320311013"/>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94C582DB-DD43-4902-AC94-7CCB353035EF}"/>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1</a:t>
            </a:r>
          </a:p>
        </p:txBody>
      </p:sp>
      <p:sp>
        <p:nvSpPr>
          <p:cNvPr id="2" name="stage-clock">
            <a:extLst xmlns:a="http://schemas.openxmlformats.org/drawingml/2006/main">
              <a:ext uri="{FF2B5EF4-FFF2-40B4-BE49-F238E27FC236}">
                <a16:creationId xmlns:a16="http://schemas.microsoft.com/office/drawing/2014/main" id="{356686EC-73A7-4B2A-8573-A3FC93E9243D}"/>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We Do · 8 min · 14 to 22</a:t>
            </a:r>
          </a:p>
        </p:txBody>
      </p:sp>
      <p:sp>
        <p:nvSpPr>
          <p:cNvPr id="3" name="slide-title">
            <a:extLst xmlns:a="http://schemas.openxmlformats.org/drawingml/2006/main">
              <a:ext uri="{FF2B5EF4-FFF2-40B4-BE49-F238E27FC236}">
                <a16:creationId xmlns:a16="http://schemas.microsoft.com/office/drawing/2014/main" id="{D04D418F-C228-4DE1-A439-99895B47DFA4}"/>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We Do</a:t>
            </a:r>
          </a:p>
        </p:txBody>
      </p:sp>
      <p:sp>
        <p:nvSpPr>
          <p:cNvPr id="4" name="shape">
            <a:extLst xmlns:a="http://schemas.openxmlformats.org/drawingml/2006/main">
              <a:ext uri="{FF2B5EF4-FFF2-40B4-BE49-F238E27FC236}">
                <a16:creationId xmlns:a16="http://schemas.microsoft.com/office/drawing/2014/main" id="{AB23DEF3-4D89-43C6-89AA-7824E3425D9E}"/>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CDECA463-BE1D-4C48-B9BC-4EE05F901B93}"/>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84D90CD5-31AA-48A6-85D7-2633FC207017}"/>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4C52F188-195F-48DF-A9A0-0429A39A8657}"/>
              </a:ext>
            </a:extLst>
          </p:cNvPr>
          <p:cNvSpPr>
            <a:spLocks xmlns:a="http://schemas.openxmlformats.org/drawingml/2006/main" noGrp="1"/>
          </p:cNvSpPr>
          <p:nvPr/>
        </p:nvSpPr>
        <p:spPr>
          <a:xfrm xmlns:a="http://schemas.openxmlformats.org/drawingml/2006/main">
            <a:off x="4364831" y="1381125"/>
            <a:ext cx="2247900"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15C61747-DED9-49BA-A01F-9232988313E9}"/>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1BC3054A-86FC-4882-A328-88AB0E165244}"/>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57A7AACE-48D8-4AC1-9688-1433F9716C87}"/>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find care in a story.</a:t>
            </a:r>
          </a:p>
        </p:txBody>
      </p:sp>
      <p:sp>
        <p:nvSpPr>
          <p:cNvPr id="11" name="re-framing">
            <a:extLst xmlns:a="http://schemas.openxmlformats.org/drawingml/2006/main">
              <a:ext uri="{FF2B5EF4-FFF2-40B4-BE49-F238E27FC236}">
                <a16:creationId xmlns:a16="http://schemas.microsoft.com/office/drawing/2014/main" id="{1FDB6732-58F5-4DC6-8B02-92D985D9060E}"/>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E4E631C6-1ABE-4F2B-B103-9756B90978CC}"/>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C174FAC6-9B58-443B-BBEF-699687014C19}"/>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23 / 38</a:t>
            </a:r>
          </a:p>
        </p:txBody>
      </p:sp>
      <p:sp>
        <p:nvSpPr>
          <p:cNvPr id="14" name="licence-footer">
            <a:extLst xmlns:a="http://schemas.openxmlformats.org/drawingml/2006/main">
              <a:ext uri="{FF2B5EF4-FFF2-40B4-BE49-F238E27FC236}">
                <a16:creationId xmlns:a16="http://schemas.microsoft.com/office/drawing/2014/main" id="{DBDE32C1-9C10-4EC8-B2DC-52B604B137A9}"/>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8FCD5021-5D8C-4CDE-B56C-E65D3C858AE6}"/>
              </a:ext>
            </a:extLst>
          </p:cNvPr>
          <p:cNvPicPr>
            <a:picLocks xmlns:a="http://schemas.openxmlformats.org/drawingml/2006/main" noChangeAspect="1"/>
          </p:cNvPicPr>
          <p:nvPr/>
        </p:nvPicPr>
        <p:blipFill>
          <a:blip xmlns:r="http://schemas.openxmlformats.org/officeDocument/2006/relationships" xmlns:a="http://schemas.openxmlformats.org/drawingml/2006/main" r:embed="R71da4f1f68ee4698"/>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4517349F-0844-4932-9B4C-90777BEF8B54}"/>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guided try and one word or mark of your own.</a:t>
            </a:r>
          </a:p>
        </p:txBody>
      </p:sp>
      <p:sp>
        <p:nvSpPr>
          <p:cNvPr id="17" name="pupil-text">
            <a:extLst xmlns:a="http://schemas.openxmlformats.org/drawingml/2006/main">
              <a:ext uri="{FF2B5EF4-FFF2-40B4-BE49-F238E27FC236}">
                <a16:creationId xmlns:a16="http://schemas.microsoft.com/office/drawing/2014/main" id="{55623EBB-1099-4E08-BD5A-26C34BE719C6}"/>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Show one caring act in the class story. Give your own word or phrase to say how it helps.</a:t>
            </a:r>
          </a:p>
        </p:txBody>
      </p:sp>
      <p:sp>
        <p:nvSpPr>
          <p:cNvPr id="18" name="pupil-text">
            <a:extLst xmlns:a="http://schemas.openxmlformats.org/drawingml/2006/main">
              <a:ext uri="{FF2B5EF4-FFF2-40B4-BE49-F238E27FC236}">
                <a16:creationId xmlns:a16="http://schemas.microsoft.com/office/drawing/2014/main" id="{9420E116-0274-4CC7-8E4B-5237F300140C}"/>
              </a:ext>
            </a:extLst>
          </p:cNvPr>
          <p:cNvSpPr>
            <a:spLocks xmlns:a="http://schemas.openxmlformats.org/drawingml/2006/main" noGrp="1"/>
          </p:cNvSpPr>
          <p:nvPr/>
        </p:nvSpPr>
        <p:spPr>
          <a:xfrm xmlns:a="http://schemas.openxmlformats.org/drawingml/2006/main">
            <a:off x="457200" y="25336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Have a quiet try before the class check. You may pass.</a:t>
            </a:r>
          </a:p>
        </p:txBody>
      </p:sp>
      <p:sp>
        <p:nvSpPr>
          <p:cNvPr id="19" name="pupil-text">
            <a:extLst xmlns:a="http://schemas.openxmlformats.org/drawingml/2006/main">
              <a:ext uri="{FF2B5EF4-FFF2-40B4-BE49-F238E27FC236}">
                <a16:creationId xmlns:a16="http://schemas.microsoft.com/office/drawing/2014/main" id="{E85383C2-D5E1-4C58-9155-8CFC2AFB5848}"/>
              </a:ext>
            </a:extLst>
          </p:cNvPr>
          <p:cNvSpPr>
            <a:spLocks xmlns:a="http://schemas.openxmlformats.org/drawingml/2006/main" noGrp="1"/>
          </p:cNvSpPr>
          <p:nvPr/>
        </p:nvSpPr>
        <p:spPr>
          <a:xfrm xmlns:a="http://schemas.openxmlformats.org/drawingml/2006/main">
            <a:off x="457200" y="29241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Guided record: My first try [ ] / My own word or mark [ ] / My check [ ].</a:t>
            </a:r>
          </a:p>
        </p:txBody>
      </p:sp>
    </p:spTree>
    <p:extLst>
      <p:ext uri="{BB962C8B-B14F-4D97-AF65-F5344CB8AC3E}">
        <p14:creationId xmlns:p14="http://schemas.microsoft.com/office/powerpoint/2010/main" val="2144942778"/>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lesson-header">
            <a:extLst xmlns:a="http://schemas.openxmlformats.org/drawingml/2006/main">
              <a:ext uri="{FF2B5EF4-FFF2-40B4-BE49-F238E27FC236}">
                <a16:creationId xmlns:a16="http://schemas.microsoft.com/office/drawing/2014/main" id="{E0932975-4BD0-41C0-A18D-5640E994AC6A}"/>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1</a:t>
            </a:r>
          </a:p>
        </p:txBody>
      </p:sp>
      <p:sp>
        <p:nvSpPr>
          <p:cNvPr id="2" name="stage-clock">
            <a:extLst xmlns:a="http://schemas.openxmlformats.org/drawingml/2006/main">
              <a:ext uri="{FF2B5EF4-FFF2-40B4-BE49-F238E27FC236}">
                <a16:creationId xmlns:a16="http://schemas.microsoft.com/office/drawing/2014/main" id="{A2584472-8D66-40CB-8F33-43686729313D}"/>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We Do · 8 min · 14 to 22</a:t>
            </a:r>
          </a:p>
        </p:txBody>
      </p:sp>
      <p:sp>
        <p:nvSpPr>
          <p:cNvPr id="3" name="slide-title">
            <a:extLst xmlns:a="http://schemas.openxmlformats.org/drawingml/2006/main">
              <a:ext uri="{FF2B5EF4-FFF2-40B4-BE49-F238E27FC236}">
                <a16:creationId xmlns:a16="http://schemas.microsoft.com/office/drawing/2014/main" id="{4222B857-674C-416C-9C33-61CDD6FBF0D5}"/>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We Do · continued</a:t>
            </a:r>
          </a:p>
        </p:txBody>
      </p:sp>
      <p:sp>
        <p:nvSpPr>
          <p:cNvPr id="4" name="shape">
            <a:extLst xmlns:a="http://schemas.openxmlformats.org/drawingml/2006/main">
              <a:ext uri="{FF2B5EF4-FFF2-40B4-BE49-F238E27FC236}">
                <a16:creationId xmlns:a16="http://schemas.microsoft.com/office/drawing/2014/main" id="{009B3ABE-646D-44D7-95F0-A3271D1FBCEB}"/>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0B261D79-683F-4D55-883C-FE12C6DB16E1}"/>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E6A799A5-1F46-4B8F-9CB1-5EC14E958DF9}"/>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E16A895C-763A-4759-8FC5-8F4A61429E03}"/>
              </a:ext>
            </a:extLst>
          </p:cNvPr>
          <p:cNvSpPr>
            <a:spLocks xmlns:a="http://schemas.openxmlformats.org/drawingml/2006/main" noGrp="1"/>
          </p:cNvSpPr>
          <p:nvPr/>
        </p:nvSpPr>
        <p:spPr>
          <a:xfrm xmlns:a="http://schemas.openxmlformats.org/drawingml/2006/main">
            <a:off x="4364831" y="1381125"/>
            <a:ext cx="2247900"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E44A2300-ADA5-426A-A0D9-0A2EBAB58467}"/>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3E39AF65-46D9-490C-8068-EE78799199C0}"/>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EEB5F6AE-7FBC-415B-A08C-6F87EDBE22E4}"/>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find care in a story.</a:t>
            </a:r>
          </a:p>
        </p:txBody>
      </p:sp>
      <p:sp>
        <p:nvSpPr>
          <p:cNvPr id="11" name="re-framing">
            <a:extLst xmlns:a="http://schemas.openxmlformats.org/drawingml/2006/main">
              <a:ext uri="{FF2B5EF4-FFF2-40B4-BE49-F238E27FC236}">
                <a16:creationId xmlns:a16="http://schemas.microsoft.com/office/drawing/2014/main" id="{35AD1EC1-DF7F-4D60-B052-AD6E84CDA731}"/>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81AF6B1A-6916-487A-8AF0-43493318EC65}"/>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B105A06F-FFDF-4424-BCB1-09C725930A46}"/>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24 / 38</a:t>
            </a:r>
          </a:p>
        </p:txBody>
      </p:sp>
      <p:sp>
        <p:nvSpPr>
          <p:cNvPr id="14" name="licence-footer">
            <a:extLst xmlns:a="http://schemas.openxmlformats.org/drawingml/2006/main">
              <a:ext uri="{FF2B5EF4-FFF2-40B4-BE49-F238E27FC236}">
                <a16:creationId xmlns:a16="http://schemas.microsoft.com/office/drawing/2014/main" id="{950431CA-104D-4B7C-84A1-1FAE8A3F4EFF}"/>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917F3D14-B422-4B80-97A9-7D87E0EA63EE}"/>
              </a:ext>
            </a:extLst>
          </p:cNvPr>
          <p:cNvPicPr>
            <a:picLocks xmlns:a="http://schemas.openxmlformats.org/drawingml/2006/main" noChangeAspect="1"/>
          </p:cNvPicPr>
          <p:nvPr/>
        </p:nvPicPr>
        <p:blipFill>
          <a:blip xmlns:r="http://schemas.openxmlformats.org/officeDocument/2006/relationships" xmlns:a="http://schemas.openxmlformats.org/drawingml/2006/main" r:embed="Rfd3992f819a34577"/>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answer-text">
            <a:extLst xmlns:a="http://schemas.openxmlformats.org/drawingml/2006/main">
              <a:ext uri="{FF2B5EF4-FFF2-40B4-BE49-F238E27FC236}">
                <a16:creationId xmlns:a16="http://schemas.microsoft.com/office/drawing/2014/main" id="{0857BCFE-63E4-4FE3-A5B9-C41333DFE5AD}"/>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Helper asks which book and/or passes the chosen book, helping the person access the wanted book.</a:t>
            </a:r>
          </a:p>
        </p:txBody>
      </p:sp>
    </p:spTree>
    <p:extLst>
      <p:ext uri="{BB962C8B-B14F-4D97-AF65-F5344CB8AC3E}">
        <p14:creationId xmlns:p14="http://schemas.microsoft.com/office/powerpoint/2010/main" val="56184287"/>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lesson-header">
            <a:extLst xmlns:a="http://schemas.openxmlformats.org/drawingml/2006/main">
              <a:ext uri="{FF2B5EF4-FFF2-40B4-BE49-F238E27FC236}">
                <a16:creationId xmlns:a16="http://schemas.microsoft.com/office/drawing/2014/main" id="{4DE811D2-BF1A-4BA1-9AFE-699587658681}"/>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1</a:t>
            </a:r>
          </a:p>
        </p:txBody>
      </p:sp>
      <p:sp>
        <p:nvSpPr>
          <p:cNvPr id="2" name="stage-clock">
            <a:extLst xmlns:a="http://schemas.openxmlformats.org/drawingml/2006/main">
              <a:ext uri="{FF2B5EF4-FFF2-40B4-BE49-F238E27FC236}">
                <a16:creationId xmlns:a16="http://schemas.microsoft.com/office/drawing/2014/main" id="{39AD6DD7-B54D-487B-82BE-BA22D4525FF2}"/>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C06AE93C-84B3-4368-BF78-A97218C88307}"/>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a:t>
            </a:r>
          </a:p>
        </p:txBody>
      </p:sp>
      <p:sp>
        <p:nvSpPr>
          <p:cNvPr id="4" name="shape">
            <a:extLst xmlns:a="http://schemas.openxmlformats.org/drawingml/2006/main">
              <a:ext uri="{FF2B5EF4-FFF2-40B4-BE49-F238E27FC236}">
                <a16:creationId xmlns:a16="http://schemas.microsoft.com/office/drawing/2014/main" id="{FACC9731-41D4-4C87-BF52-669BF024A1A7}"/>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5CBFBE3A-7CAF-4768-8FDF-1EDF8A85F3AD}"/>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0242D93E-9143-4CB9-A5C8-0817D12E854B}"/>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560DBC38-C663-4FD4-BEE7-5976B7B66A94}"/>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EE7DDAE1-48D2-4138-B41B-3EE868C93B96}"/>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F0649BA8-377E-4DCA-BE00-AB72FFA68F13}"/>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5A32C4EA-B1AA-4066-8BB0-6AE646AF0E74}"/>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find care in a story.</a:t>
            </a:r>
          </a:p>
        </p:txBody>
      </p:sp>
      <p:sp>
        <p:nvSpPr>
          <p:cNvPr id="11" name="re-framing">
            <a:extLst xmlns:a="http://schemas.openxmlformats.org/drawingml/2006/main">
              <a:ext uri="{FF2B5EF4-FFF2-40B4-BE49-F238E27FC236}">
                <a16:creationId xmlns:a16="http://schemas.microsoft.com/office/drawing/2014/main" id="{D4498D11-3AF1-414C-8E88-FA7B191A143C}"/>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BDDE8738-06DA-4319-B169-7E7DA1DCFFE0}"/>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ED4B69E0-8320-4BEB-BD54-1C09C4FC25BA}"/>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25 / 38</a:t>
            </a:r>
          </a:p>
        </p:txBody>
      </p:sp>
      <p:sp>
        <p:nvSpPr>
          <p:cNvPr id="14" name="licence-footer">
            <a:extLst xmlns:a="http://schemas.openxmlformats.org/drawingml/2006/main">
              <a:ext uri="{FF2B5EF4-FFF2-40B4-BE49-F238E27FC236}">
                <a16:creationId xmlns:a16="http://schemas.microsoft.com/office/drawing/2014/main" id="{A1BDFF95-8069-4B81-A26E-B187D6486EB9}"/>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D98191B0-4A69-4095-9207-76AD53AE5546}"/>
              </a:ext>
            </a:extLst>
          </p:cNvPr>
          <p:cNvPicPr>
            <a:picLocks xmlns:a="http://schemas.openxmlformats.org/drawingml/2006/main" noChangeAspect="1"/>
          </p:cNvPicPr>
          <p:nvPr/>
        </p:nvPicPr>
        <p:blipFill>
          <a:blip xmlns:r="http://schemas.openxmlformats.org/officeDocument/2006/relationships" xmlns:a="http://schemas.openxmlformats.org/drawingml/2006/main" r:embed="R3b7006e41446478b"/>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F69938F5-C9AD-433C-BFD0-3289028B2D1D}"/>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your task and one check or change.</a:t>
            </a:r>
          </a:p>
        </p:txBody>
      </p:sp>
      <p:sp>
        <p:nvSpPr>
          <p:cNvPr id="17" name="pupil-text">
            <a:extLst xmlns:a="http://schemas.openxmlformats.org/drawingml/2006/main">
              <a:ext uri="{FF2B5EF4-FFF2-40B4-BE49-F238E27FC236}">
                <a16:creationId xmlns:a16="http://schemas.microsoft.com/office/drawing/2014/main" id="{D57E438C-F9D2-45C4-80F0-B7139A894FD9}"/>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INDEPENDENT / SUPPORTED / CHOICE</a:t>
            </a:r>
          </a:p>
        </p:txBody>
      </p:sp>
      <p:sp>
        <p:nvSpPr>
          <p:cNvPr id="18" name="pupil-text">
            <a:extLst xmlns:a="http://schemas.openxmlformats.org/drawingml/2006/main">
              <a:ext uri="{FF2B5EF4-FFF2-40B4-BE49-F238E27FC236}">
                <a16:creationId xmlns:a16="http://schemas.microsoft.com/office/drawing/2014/main" id="{7352A2FA-BF30-4CC7-87C2-1C2001AADE60}"/>
              </a:ext>
            </a:extLst>
          </p:cNvPr>
          <p:cNvSpPr>
            <a:spLocks xmlns:a="http://schemas.openxmlformats.org/drawingml/2006/main" noGrp="1"/>
          </p:cNvSpPr>
          <p:nvPr/>
        </p:nvSpPr>
        <p:spPr>
          <a:xfrm xmlns:a="http://schemas.openxmlformats.org/drawingml/2006/main">
            <a:off x="457200" y="25336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Choose a route with the adult. Try on your own first.</a:t>
            </a:r>
          </a:p>
        </p:txBody>
      </p:sp>
    </p:spTree>
    <p:extLst>
      <p:ext uri="{BB962C8B-B14F-4D97-AF65-F5344CB8AC3E}">
        <p14:creationId xmlns:p14="http://schemas.microsoft.com/office/powerpoint/2010/main" val="1705964081"/>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lesson-header">
            <a:extLst xmlns:a="http://schemas.openxmlformats.org/drawingml/2006/main">
              <a:ext uri="{FF2B5EF4-FFF2-40B4-BE49-F238E27FC236}">
                <a16:creationId xmlns:a16="http://schemas.microsoft.com/office/drawing/2014/main" id="{C4AEE1ED-A2F8-464B-9A94-CB1B5D37F364}"/>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1</a:t>
            </a:r>
          </a:p>
        </p:txBody>
      </p:sp>
      <p:sp>
        <p:nvSpPr>
          <p:cNvPr id="2" name="stage-clock">
            <a:extLst xmlns:a="http://schemas.openxmlformats.org/drawingml/2006/main">
              <a:ext uri="{FF2B5EF4-FFF2-40B4-BE49-F238E27FC236}">
                <a16:creationId xmlns:a16="http://schemas.microsoft.com/office/drawing/2014/main" id="{DF430F88-BA97-47D5-85A1-E19AFC2DEB35}"/>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FBC789CB-A9F0-4855-AD7D-5F14AC4DFFA1}"/>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3FB626D8-7AAE-46FA-A954-96BE8AEDF465}"/>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864E96D7-9902-4F84-A83E-DCE84DD8C0E9}"/>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0F06EE28-6E8B-42F1-842E-BC83ED9F1D0E}"/>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A7C6F1B9-6056-4BA4-AA2E-88150FE986C0}"/>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B8AFB349-B7F8-4BD4-B320-704E011D022E}"/>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BC79BF77-6972-4CD5-A61B-622DC7744ECF}"/>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6D42FA8A-D5F9-4BA4-B8C6-7B011FF8C586}"/>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find care in a story.</a:t>
            </a:r>
          </a:p>
        </p:txBody>
      </p:sp>
      <p:sp>
        <p:nvSpPr>
          <p:cNvPr id="11" name="re-framing">
            <a:extLst xmlns:a="http://schemas.openxmlformats.org/drawingml/2006/main">
              <a:ext uri="{FF2B5EF4-FFF2-40B4-BE49-F238E27FC236}">
                <a16:creationId xmlns:a16="http://schemas.microsoft.com/office/drawing/2014/main" id="{7C856332-B5CD-45C8-8F75-CA3BEAAD48DE}"/>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9D097570-D4B3-4B12-88F0-95BC08885E8D}"/>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CF372BD3-AAFE-459B-8C3B-B0179E20C9B1}"/>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26 / 38</a:t>
            </a:r>
          </a:p>
        </p:txBody>
      </p:sp>
      <p:sp>
        <p:nvSpPr>
          <p:cNvPr id="14" name="licence-footer">
            <a:extLst xmlns:a="http://schemas.openxmlformats.org/drawingml/2006/main">
              <a:ext uri="{FF2B5EF4-FFF2-40B4-BE49-F238E27FC236}">
                <a16:creationId xmlns:a16="http://schemas.microsoft.com/office/drawing/2014/main" id="{B3D541CF-66DE-420F-B389-8DEBD080241C}"/>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EBFE8602-2842-44E4-B599-F1155D9DCC6A}"/>
              </a:ext>
            </a:extLst>
          </p:cNvPr>
          <p:cNvPicPr>
            <a:picLocks xmlns:a="http://schemas.openxmlformats.org/drawingml/2006/main" noChangeAspect="1"/>
          </p:cNvPicPr>
          <p:nvPr/>
        </p:nvPicPr>
        <p:blipFill>
          <a:blip xmlns:r="http://schemas.openxmlformats.org/officeDocument/2006/relationships" xmlns:a="http://schemas.openxmlformats.org/drawingml/2006/main" r:embed="R775cafa454d1434e"/>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24AA3AC9-64C0-4119-B96E-2B0C08ED4658}"/>
              </a:ext>
            </a:extLst>
          </p:cNvPr>
          <p:cNvSpPr>
            <a:spLocks xmlns:a="http://schemas.openxmlformats.org/drawingml/2006/main" noGrp="1"/>
          </p:cNvSpPr>
          <p:nvPr/>
        </p:nvSpPr>
        <p:spPr>
          <a:xfrm xmlns:a="http://schemas.openxmlformats.org/drawingml/2006/main">
            <a:off x="409575" y="1743075"/>
            <a:ext cx="11372850" cy="342900"/>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47F9569F-22EC-4B2C-9651-F7EEBFC037A8}"/>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Independent</a:t>
            </a:r>
          </a:p>
        </p:txBody>
      </p:sp>
      <p:sp>
        <p:nvSpPr>
          <p:cNvPr id="18" name="shape">
            <a:extLst xmlns:a="http://schemas.openxmlformats.org/drawingml/2006/main">
              <a:ext uri="{FF2B5EF4-FFF2-40B4-BE49-F238E27FC236}">
                <a16:creationId xmlns:a16="http://schemas.microsoft.com/office/drawing/2014/main" id="{BCCF9D71-C139-4F82-96D5-9E1DED4F9634}"/>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2738DDAF-EA33-491D-BE53-A9AF281156B9}"/>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 learns about caring; this activity is not worship</a:t>
            </a:r>
          </a:p>
        </p:txBody>
      </p:sp>
      <p:sp>
        <p:nvSpPr>
          <p:cNvPr id="20" name="shape">
            <a:extLst xmlns:a="http://schemas.openxmlformats.org/drawingml/2006/main">
              <a:ext uri="{FF2B5EF4-FFF2-40B4-BE49-F238E27FC236}">
                <a16:creationId xmlns:a16="http://schemas.microsoft.com/office/drawing/2014/main" id="{6B1BC123-3E84-4CC1-AF85-9A85B3EED869}"/>
              </a:ext>
            </a:extLst>
          </p:cNvPr>
          <p:cNvSpPr>
            <a:spLocks xmlns:a="http://schemas.openxmlformats.org/drawingml/2006/main" noGrp="1"/>
          </p:cNvSpPr>
          <p:nvPr/>
        </p:nvSpPr>
        <p:spPr>
          <a:xfrm xmlns:a="http://schemas.openxmlformats.org/drawingml/2006/main">
            <a:off x="409575" y="25527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E8EB5F5A-6F9B-4BB0-AF08-21320A12F1DC}"/>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Use the case. Make your own choices.</a:t>
            </a:r>
          </a:p>
        </p:txBody>
      </p:sp>
      <p:sp>
        <p:nvSpPr>
          <p:cNvPr id="22" name="shape">
            <a:extLst xmlns:a="http://schemas.openxmlformats.org/drawingml/2006/main">
              <a:ext uri="{FF2B5EF4-FFF2-40B4-BE49-F238E27FC236}">
                <a16:creationId xmlns:a16="http://schemas.microsoft.com/office/drawing/2014/main" id="{819F8E09-3945-4A7E-8413-FD9B0888C3F9}"/>
              </a:ext>
            </a:extLst>
          </p:cNvPr>
          <p:cNvSpPr>
            <a:spLocks xmlns:a="http://schemas.openxmlformats.org/drawingml/2006/main" noGrp="1"/>
          </p:cNvSpPr>
          <p:nvPr/>
        </p:nvSpPr>
        <p:spPr>
          <a:xfrm xmlns:a="http://schemas.openxmlformats.org/drawingml/2006/main">
            <a:off x="409575" y="29432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1EBEA840-455A-4B11-B756-657C2087765F}"/>
              </a:ext>
            </a:extLst>
          </p:cNvPr>
          <p:cNvSpPr>
            <a:spLocks xmlns:a="http://schemas.openxmlformats.org/drawingml/2006/main" noGrp="1"/>
          </p:cNvSpPr>
          <p:nvPr/>
        </p:nvSpPr>
        <p:spPr>
          <a:xfrm xmlns:a="http://schemas.openxmlformats.org/drawingml/2006/main">
            <a:off x="457200" y="29527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Choose the adapted road story or the made-up club story. Listen to it again. Choose one caring act.</a:t>
            </a:r>
          </a:p>
        </p:txBody>
      </p:sp>
      <p:sp>
        <p:nvSpPr>
          <p:cNvPr id="24" name="shape">
            <a:extLst xmlns:a="http://schemas.openxmlformats.org/drawingml/2006/main">
              <a:ext uri="{FF2B5EF4-FFF2-40B4-BE49-F238E27FC236}">
                <a16:creationId xmlns:a16="http://schemas.microsoft.com/office/drawing/2014/main" id="{065D2AC3-3AD0-4247-BBF6-93311B95F7D6}"/>
              </a:ext>
            </a:extLst>
          </p:cNvPr>
          <p:cNvSpPr>
            <a:spLocks xmlns:a="http://schemas.openxmlformats.org/drawingml/2006/main" noGrp="1"/>
          </p:cNvSpPr>
          <p:nvPr/>
        </p:nvSpPr>
        <p:spPr>
          <a:xfrm xmlns:a="http://schemas.openxmlformats.org/drawingml/2006/main">
            <a:off x="409575" y="32385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9B585983-B5B8-4031-8FB2-E9FEE1BF520B}"/>
              </a:ext>
            </a:extLst>
          </p:cNvPr>
          <p:cNvSpPr>
            <a:spLocks xmlns:a="http://schemas.openxmlformats.org/drawingml/2006/main" noGrp="1"/>
          </p:cNvSpPr>
          <p:nvPr/>
        </p:nvSpPr>
        <p:spPr>
          <a:xfrm xmlns:a="http://schemas.openxmlformats.org/drawingml/2006/main">
            <a:off x="457200" y="32480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Show it with a card, mark or words. Say how it helps the person in your chosen story. Use care, help</a:t>
            </a:r>
          </a:p>
        </p:txBody>
      </p:sp>
      <p:sp>
        <p:nvSpPr>
          <p:cNvPr id="26" name="shape">
            <a:extLst xmlns:a="http://schemas.openxmlformats.org/drawingml/2006/main">
              <a:ext uri="{FF2B5EF4-FFF2-40B4-BE49-F238E27FC236}">
                <a16:creationId xmlns:a16="http://schemas.microsoft.com/office/drawing/2014/main" id="{525A92C5-0485-4C90-A41E-F1C80D5B5BFE}"/>
              </a:ext>
            </a:extLst>
          </p:cNvPr>
          <p:cNvSpPr>
            <a:spLocks xmlns:a="http://schemas.openxmlformats.org/drawingml/2006/main" noGrp="1"/>
          </p:cNvSpPr>
          <p:nvPr/>
        </p:nvSpPr>
        <p:spPr>
          <a:xfrm xmlns:a="http://schemas.openxmlformats.org/drawingml/2006/main">
            <a:off x="409575" y="35337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2955DF43-0EA4-4C38-89D6-3536C29DEAD9}"/>
              </a:ext>
            </a:extLst>
          </p:cNvPr>
          <p:cNvSpPr>
            <a:spLocks xmlns:a="http://schemas.openxmlformats.org/drawingml/2006/main" noGrp="1"/>
          </p:cNvSpPr>
          <p:nvPr/>
        </p:nvSpPr>
        <p:spPr>
          <a:xfrm xmlns:a="http://schemas.openxmlformats.org/drawingml/2006/main">
            <a:off x="457200" y="35433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and story in your words or marks.</a:t>
            </a:r>
          </a:p>
        </p:txBody>
      </p:sp>
      <p:sp>
        <p:nvSpPr>
          <p:cNvPr id="28" name="shape">
            <a:extLst xmlns:a="http://schemas.openxmlformats.org/drawingml/2006/main">
              <a:ext uri="{FF2B5EF4-FFF2-40B4-BE49-F238E27FC236}">
                <a16:creationId xmlns:a16="http://schemas.microsoft.com/office/drawing/2014/main" id="{0B686297-5159-4BA3-B0FB-FE880233EC0D}"/>
              </a:ext>
            </a:extLst>
          </p:cNvPr>
          <p:cNvSpPr>
            <a:spLocks xmlns:a="http://schemas.openxmlformats.org/drawingml/2006/main" noGrp="1"/>
          </p:cNvSpPr>
          <p:nvPr/>
        </p:nvSpPr>
        <p:spPr>
          <a:xfrm xmlns:a="http://schemas.openxmlformats.org/drawingml/2006/main">
            <a:off x="409575" y="39243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2C1849E4-D98F-4E43-A9B0-911790E8EF08}"/>
              </a:ext>
            </a:extLst>
          </p:cNvPr>
          <p:cNvSpPr>
            <a:spLocks xmlns:a="http://schemas.openxmlformats.org/drawingml/2006/main" noGrp="1"/>
          </p:cNvSpPr>
          <p:nvPr/>
        </p:nvSpPr>
        <p:spPr>
          <a:xfrm xmlns:a="http://schemas.openxmlformats.org/drawingml/2006/main">
            <a:off x="457200" y="39338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Help: Go back to one source part. Find the detail you need.</a:t>
            </a:r>
          </a:p>
        </p:txBody>
      </p:sp>
      <p:sp>
        <p:nvSpPr>
          <p:cNvPr id="30" name="shape">
            <a:extLst xmlns:a="http://schemas.openxmlformats.org/drawingml/2006/main">
              <a:ext uri="{FF2B5EF4-FFF2-40B4-BE49-F238E27FC236}">
                <a16:creationId xmlns:a16="http://schemas.microsoft.com/office/drawing/2014/main" id="{B8AC22A3-221F-4522-B62D-59B581F40C41}"/>
              </a:ext>
            </a:extLst>
          </p:cNvPr>
          <p:cNvSpPr>
            <a:spLocks xmlns:a="http://schemas.openxmlformats.org/drawingml/2006/main" noGrp="1"/>
          </p:cNvSpPr>
          <p:nvPr/>
        </p:nvSpPr>
        <p:spPr>
          <a:xfrm xmlns:a="http://schemas.openxmlformats.org/drawingml/2006/main">
            <a:off x="409575" y="43148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A2DD1651-157D-4DD2-8BB7-3B34B27350BE}"/>
              </a:ext>
            </a:extLst>
          </p:cNvPr>
          <p:cNvSpPr>
            <a:spLocks xmlns:a="http://schemas.openxmlformats.org/drawingml/2006/main" noGrp="1"/>
          </p:cNvSpPr>
          <p:nvPr/>
        </p:nvSpPr>
        <p:spPr>
          <a:xfrm xmlns:a="http://schemas.openxmlformats.org/drawingml/2006/main">
            <a:off x="457200" y="43243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Blank record: My caring act [ ] / My story detail [ ] / It helps by [ ] / My check [ ].</a:t>
            </a:r>
          </a:p>
        </p:txBody>
      </p:sp>
      <p:sp>
        <p:nvSpPr>
          <p:cNvPr id="32" name="shape">
            <a:extLst xmlns:a="http://schemas.openxmlformats.org/drawingml/2006/main">
              <a:ext uri="{FF2B5EF4-FFF2-40B4-BE49-F238E27FC236}">
                <a16:creationId xmlns:a16="http://schemas.microsoft.com/office/drawing/2014/main" id="{EAF3E729-3C24-4D4F-BB4E-D50228124F75}"/>
              </a:ext>
            </a:extLst>
          </p:cNvPr>
          <p:cNvSpPr>
            <a:spLocks xmlns:a="http://schemas.openxmlformats.org/drawingml/2006/main" noGrp="1"/>
          </p:cNvSpPr>
          <p:nvPr/>
        </p:nvSpPr>
        <p:spPr>
          <a:xfrm xmlns:a="http://schemas.openxmlformats.org/drawingml/2006/main">
            <a:off x="409575" y="47053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3" name="pupil-text">
            <a:extLst xmlns:a="http://schemas.openxmlformats.org/drawingml/2006/main">
              <a:ext uri="{FF2B5EF4-FFF2-40B4-BE49-F238E27FC236}">
                <a16:creationId xmlns:a16="http://schemas.microsoft.com/office/drawing/2014/main" id="{89A3B2E1-2843-4FBE-9F40-F9FB9E6A230D}"/>
              </a:ext>
            </a:extLst>
          </p:cNvPr>
          <p:cNvSpPr>
            <a:spLocks xmlns:a="http://schemas.openxmlformats.org/drawingml/2006/main" noGrp="1"/>
          </p:cNvSpPr>
          <p:nvPr/>
        </p:nvSpPr>
        <p:spPr>
          <a:xfrm xmlns:a="http://schemas.openxmlformats.org/drawingml/2006/main">
            <a:off x="457200" y="4714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Review and improve: Check one part against the case. Change it, or say why it should stay.</a:t>
            </a:r>
          </a:p>
        </p:txBody>
      </p:sp>
    </p:spTree>
    <p:extLst>
      <p:ext uri="{BB962C8B-B14F-4D97-AF65-F5344CB8AC3E}">
        <p14:creationId xmlns:p14="http://schemas.microsoft.com/office/powerpoint/2010/main" val="239453649"/>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A5E86F88-98A0-48EB-8635-12850255ADC4}"/>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1</a:t>
            </a:r>
          </a:p>
        </p:txBody>
      </p:sp>
      <p:sp>
        <p:nvSpPr>
          <p:cNvPr id="2" name="stage-clock">
            <a:extLst xmlns:a="http://schemas.openxmlformats.org/drawingml/2006/main">
              <a:ext uri="{FF2B5EF4-FFF2-40B4-BE49-F238E27FC236}">
                <a16:creationId xmlns:a16="http://schemas.microsoft.com/office/drawing/2014/main" id="{E1233155-7ABA-4209-BF8A-E4A6D8C3EC32}"/>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E1F863CE-0F94-4A47-9A15-8E61A5C409DD}"/>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51BA5722-15EF-45BA-8385-903AFFF27814}"/>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F41532A0-48A2-4920-B9B3-00DF30DD6BEE}"/>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5F425D13-BCE9-473B-9265-B7FD98E9120B}"/>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15AB0FF9-C134-4102-B3CA-D01A17C214D7}"/>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7E2EF615-02BE-4D9E-B15C-CF2BBA9A4ECE}"/>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0BEB8CAC-8F69-4588-AAEC-DF5D270629A5}"/>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9BCC414C-A0B7-4654-B0ED-25B7ECDA1579}"/>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find care in a story.</a:t>
            </a:r>
          </a:p>
        </p:txBody>
      </p:sp>
      <p:sp>
        <p:nvSpPr>
          <p:cNvPr id="11" name="re-framing">
            <a:extLst xmlns:a="http://schemas.openxmlformats.org/drawingml/2006/main">
              <a:ext uri="{FF2B5EF4-FFF2-40B4-BE49-F238E27FC236}">
                <a16:creationId xmlns:a16="http://schemas.microsoft.com/office/drawing/2014/main" id="{CE333415-7C63-4180-9653-9FE229900827}"/>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EA9CD443-99FB-4137-9B6D-DBE2FB9E0BBF}"/>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C2C5512F-398C-4557-9D99-0B8E9E927E55}"/>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27 / 38</a:t>
            </a:r>
          </a:p>
        </p:txBody>
      </p:sp>
      <p:sp>
        <p:nvSpPr>
          <p:cNvPr id="14" name="licence-footer">
            <a:extLst xmlns:a="http://schemas.openxmlformats.org/drawingml/2006/main">
              <a:ext uri="{FF2B5EF4-FFF2-40B4-BE49-F238E27FC236}">
                <a16:creationId xmlns:a16="http://schemas.microsoft.com/office/drawing/2014/main" id="{F5C0688B-8F84-4F65-8AB4-02F29AE45F7E}"/>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210F8F67-4882-4275-9583-C65643112FDE}"/>
              </a:ext>
            </a:extLst>
          </p:cNvPr>
          <p:cNvPicPr>
            <a:picLocks xmlns:a="http://schemas.openxmlformats.org/drawingml/2006/main" noChangeAspect="1"/>
          </p:cNvPicPr>
          <p:nvPr/>
        </p:nvPicPr>
        <p:blipFill>
          <a:blip xmlns:r="http://schemas.openxmlformats.org/officeDocument/2006/relationships" xmlns:a="http://schemas.openxmlformats.org/drawingml/2006/main" r:embed="R769e1fa29b304984"/>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9AFA950D-BD52-4F65-984C-F880622A3F8B}"/>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CC729527-A888-4BD7-BE62-407F61F4497D}"/>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You may point, speak, sign, use symbols, draw or write. An adult may write your words. You may pass.</a:t>
            </a:r>
          </a:p>
        </p:txBody>
      </p:sp>
      <p:sp>
        <p:nvSpPr>
          <p:cNvPr id="18" name="shape">
            <a:extLst xmlns:a="http://schemas.openxmlformats.org/drawingml/2006/main">
              <a:ext uri="{FF2B5EF4-FFF2-40B4-BE49-F238E27FC236}">
                <a16:creationId xmlns:a16="http://schemas.microsoft.com/office/drawing/2014/main" id="{9BB688B3-2644-4165-9FEA-7AB97EA6EE99}"/>
              </a:ext>
            </a:extLst>
          </p:cNvPr>
          <p:cNvSpPr>
            <a:spLocks xmlns:a="http://schemas.openxmlformats.org/drawingml/2006/main" noGrp="1"/>
          </p:cNvSpPr>
          <p:nvPr/>
        </p:nvSpPr>
        <p:spPr>
          <a:xfrm xmlns:a="http://schemas.openxmlformats.org/drawingml/2006/main">
            <a:off x="409575" y="21336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96CEE1A9-1BCC-4434-A9CD-4996A4D21A6B}"/>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 S · C □</a:t>
            </a:r>
          </a:p>
        </p:txBody>
      </p:sp>
    </p:spTree>
    <p:extLst>
      <p:ext uri="{BB962C8B-B14F-4D97-AF65-F5344CB8AC3E}">
        <p14:creationId xmlns:p14="http://schemas.microsoft.com/office/powerpoint/2010/main" val="1028820396"/>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lesson-header">
            <a:extLst xmlns:a="http://schemas.openxmlformats.org/drawingml/2006/main">
              <a:ext uri="{FF2B5EF4-FFF2-40B4-BE49-F238E27FC236}">
                <a16:creationId xmlns:a16="http://schemas.microsoft.com/office/drawing/2014/main" id="{00D58CDE-04A9-46EF-A406-226A075C0581}"/>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1</a:t>
            </a:r>
          </a:p>
        </p:txBody>
      </p:sp>
      <p:sp>
        <p:nvSpPr>
          <p:cNvPr id="2" name="stage-clock">
            <a:extLst xmlns:a="http://schemas.openxmlformats.org/drawingml/2006/main">
              <a:ext uri="{FF2B5EF4-FFF2-40B4-BE49-F238E27FC236}">
                <a16:creationId xmlns:a16="http://schemas.microsoft.com/office/drawing/2014/main" id="{F57D3466-1330-426C-BB2F-F6CF5D10F704}"/>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5F3C87E1-5395-44A7-9A6B-F0F582C839DB}"/>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C2CCE708-02F9-496B-A849-524C740D5E8C}"/>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E063DB7A-414C-4785-8F32-8361551DC923}"/>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1869C2AF-996D-46F3-BA59-0608102A2B6E}"/>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93B9C26E-08E7-4451-95F9-201B375176BC}"/>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DDA670C5-3FDE-47E7-9856-CE6371D3150D}"/>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38AA4EEF-5D47-450E-AFC5-E115F6368504}"/>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62880391-0F6D-4CC3-A060-AA439F588288}"/>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find care in a story.</a:t>
            </a:r>
          </a:p>
        </p:txBody>
      </p:sp>
      <p:sp>
        <p:nvSpPr>
          <p:cNvPr id="11" name="re-framing">
            <a:extLst xmlns:a="http://schemas.openxmlformats.org/drawingml/2006/main">
              <a:ext uri="{FF2B5EF4-FFF2-40B4-BE49-F238E27FC236}">
                <a16:creationId xmlns:a16="http://schemas.microsoft.com/office/drawing/2014/main" id="{BE760103-B75A-4560-BA1B-A0B6919502B5}"/>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00D91D38-8891-49C5-86C1-A542071EB91E}"/>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AA660BA7-1801-4FB1-88A8-D9DB19CE1B8F}"/>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28 / 38</a:t>
            </a:r>
          </a:p>
        </p:txBody>
      </p:sp>
      <p:sp>
        <p:nvSpPr>
          <p:cNvPr id="14" name="licence-footer">
            <a:extLst xmlns:a="http://schemas.openxmlformats.org/drawingml/2006/main">
              <a:ext uri="{FF2B5EF4-FFF2-40B4-BE49-F238E27FC236}">
                <a16:creationId xmlns:a16="http://schemas.microsoft.com/office/drawing/2014/main" id="{81B93DF1-95A8-4B60-B519-056A4FDFAD02}"/>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02EF1193-9648-435F-9F3E-34388B39085B}"/>
              </a:ext>
            </a:extLst>
          </p:cNvPr>
          <p:cNvPicPr>
            <a:picLocks xmlns:a="http://schemas.openxmlformats.org/drawingml/2006/main" noChangeAspect="1"/>
          </p:cNvPicPr>
          <p:nvPr/>
        </p:nvPicPr>
        <p:blipFill>
          <a:blip xmlns:r="http://schemas.openxmlformats.org/officeDocument/2006/relationships" xmlns:a="http://schemas.openxmlformats.org/drawingml/2006/main" r:embed="R0a7bdb213c834ccb"/>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6B78E948-7CD9-4CA7-BF54-DC9CAE705C00}"/>
              </a:ext>
            </a:extLst>
          </p:cNvPr>
          <p:cNvSpPr>
            <a:spLocks xmlns:a="http://schemas.openxmlformats.org/drawingml/2006/main" noGrp="1"/>
          </p:cNvSpPr>
          <p:nvPr/>
        </p:nvSpPr>
        <p:spPr>
          <a:xfrm xmlns:a="http://schemas.openxmlformats.org/drawingml/2006/main">
            <a:off x="409575" y="1743075"/>
            <a:ext cx="11372850" cy="342900"/>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3E04D284-C888-40A5-9A9D-EE67147538A5}"/>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Supported</a:t>
            </a:r>
          </a:p>
        </p:txBody>
      </p:sp>
      <p:sp>
        <p:nvSpPr>
          <p:cNvPr id="18" name="shape">
            <a:extLst xmlns:a="http://schemas.openxmlformats.org/drawingml/2006/main">
              <a:ext uri="{FF2B5EF4-FFF2-40B4-BE49-F238E27FC236}">
                <a16:creationId xmlns:a16="http://schemas.microsoft.com/office/drawing/2014/main" id="{DA6A3C2D-4CC7-4355-8546-D1430DDE5E78}"/>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906123C8-DD87-47F3-9B8A-930A9846435D}"/>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 learns about caring; this activity is not worship</a:t>
            </a:r>
          </a:p>
        </p:txBody>
      </p:sp>
      <p:sp>
        <p:nvSpPr>
          <p:cNvPr id="20" name="shape">
            <a:extLst xmlns:a="http://schemas.openxmlformats.org/drawingml/2006/main">
              <a:ext uri="{FF2B5EF4-FFF2-40B4-BE49-F238E27FC236}">
                <a16:creationId xmlns:a16="http://schemas.microsoft.com/office/drawing/2014/main" id="{5F299FD4-C6E7-40CB-83A2-3BD825FC6588}"/>
              </a:ext>
            </a:extLst>
          </p:cNvPr>
          <p:cNvSpPr>
            <a:spLocks xmlns:a="http://schemas.openxmlformats.org/drawingml/2006/main" noGrp="1"/>
          </p:cNvSpPr>
          <p:nvPr/>
        </p:nvSpPr>
        <p:spPr>
          <a:xfrm xmlns:a="http://schemas.openxmlformats.org/drawingml/2006/main">
            <a:off x="409575" y="25527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6B10F26C-D64D-465C-BD98-1CBCF45F8831}"/>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Take one step at a time. You choose.</a:t>
            </a:r>
          </a:p>
        </p:txBody>
      </p:sp>
      <p:sp>
        <p:nvSpPr>
          <p:cNvPr id="22" name="shape">
            <a:extLst xmlns:a="http://schemas.openxmlformats.org/drawingml/2006/main">
              <a:ext uri="{FF2B5EF4-FFF2-40B4-BE49-F238E27FC236}">
                <a16:creationId xmlns:a16="http://schemas.microsoft.com/office/drawing/2014/main" id="{CA163188-109A-4294-BA9A-CBB5FC436617}"/>
              </a:ext>
            </a:extLst>
          </p:cNvPr>
          <p:cNvSpPr>
            <a:spLocks xmlns:a="http://schemas.openxmlformats.org/drawingml/2006/main" noGrp="1"/>
          </p:cNvSpPr>
          <p:nvPr/>
        </p:nvSpPr>
        <p:spPr>
          <a:xfrm xmlns:a="http://schemas.openxmlformats.org/drawingml/2006/main">
            <a:off x="409575" y="29432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9580DC79-F73C-47B0-9EF7-EA51FB4CE69C}"/>
              </a:ext>
            </a:extLst>
          </p:cNvPr>
          <p:cNvSpPr>
            <a:spLocks xmlns:a="http://schemas.openxmlformats.org/drawingml/2006/main" noGrp="1"/>
          </p:cNvSpPr>
          <p:nvPr/>
        </p:nvSpPr>
        <p:spPr>
          <a:xfrm xmlns:a="http://schemas.openxmlformats.org/drawingml/2006/main">
            <a:off x="457200" y="29527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Choose the adapted road story or the made-up club story. Listen to it again. Choose one caring act.</a:t>
            </a:r>
          </a:p>
        </p:txBody>
      </p:sp>
      <p:sp>
        <p:nvSpPr>
          <p:cNvPr id="24" name="shape">
            <a:extLst xmlns:a="http://schemas.openxmlformats.org/drawingml/2006/main">
              <a:ext uri="{FF2B5EF4-FFF2-40B4-BE49-F238E27FC236}">
                <a16:creationId xmlns:a16="http://schemas.microsoft.com/office/drawing/2014/main" id="{0AA3B55F-E45D-4F00-B55D-CEA717C49838}"/>
              </a:ext>
            </a:extLst>
          </p:cNvPr>
          <p:cNvSpPr>
            <a:spLocks xmlns:a="http://schemas.openxmlformats.org/drawingml/2006/main" noGrp="1"/>
          </p:cNvSpPr>
          <p:nvPr/>
        </p:nvSpPr>
        <p:spPr>
          <a:xfrm xmlns:a="http://schemas.openxmlformats.org/drawingml/2006/main">
            <a:off x="409575" y="32385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7441DE2C-5859-4DDE-88A7-54EF10D5E5CD}"/>
              </a:ext>
            </a:extLst>
          </p:cNvPr>
          <p:cNvSpPr>
            <a:spLocks xmlns:a="http://schemas.openxmlformats.org/drawingml/2006/main" noGrp="1"/>
          </p:cNvSpPr>
          <p:nvPr/>
        </p:nvSpPr>
        <p:spPr>
          <a:xfrm xmlns:a="http://schemas.openxmlformats.org/drawingml/2006/main">
            <a:off x="457200" y="32480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Show it with a card, mark or words. Say how it helps the person in your chosen story. Use care, help</a:t>
            </a:r>
          </a:p>
        </p:txBody>
      </p:sp>
      <p:sp>
        <p:nvSpPr>
          <p:cNvPr id="26" name="shape">
            <a:extLst xmlns:a="http://schemas.openxmlformats.org/drawingml/2006/main">
              <a:ext uri="{FF2B5EF4-FFF2-40B4-BE49-F238E27FC236}">
                <a16:creationId xmlns:a16="http://schemas.microsoft.com/office/drawing/2014/main" id="{CA80B39C-BB4B-4DCD-8B2C-4BDC66FFFDEF}"/>
              </a:ext>
            </a:extLst>
          </p:cNvPr>
          <p:cNvSpPr>
            <a:spLocks xmlns:a="http://schemas.openxmlformats.org/drawingml/2006/main" noGrp="1"/>
          </p:cNvSpPr>
          <p:nvPr/>
        </p:nvSpPr>
        <p:spPr>
          <a:xfrm xmlns:a="http://schemas.openxmlformats.org/drawingml/2006/main">
            <a:off x="409575" y="35337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734086D7-5CDA-41ED-B147-BA285A3FF2C4}"/>
              </a:ext>
            </a:extLst>
          </p:cNvPr>
          <p:cNvSpPr>
            <a:spLocks xmlns:a="http://schemas.openxmlformats.org/drawingml/2006/main" noGrp="1"/>
          </p:cNvSpPr>
          <p:nvPr/>
        </p:nvSpPr>
        <p:spPr>
          <a:xfrm xmlns:a="http://schemas.openxmlformats.org/drawingml/2006/main">
            <a:off x="457200" y="35433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and story in your words or marks.</a:t>
            </a:r>
          </a:p>
        </p:txBody>
      </p:sp>
      <p:sp>
        <p:nvSpPr>
          <p:cNvPr id="28" name="shape">
            <a:extLst xmlns:a="http://schemas.openxmlformats.org/drawingml/2006/main">
              <a:ext uri="{FF2B5EF4-FFF2-40B4-BE49-F238E27FC236}">
                <a16:creationId xmlns:a16="http://schemas.microsoft.com/office/drawing/2014/main" id="{55132668-C446-4699-BC3F-5B8B2AE230E4}"/>
              </a:ext>
            </a:extLst>
          </p:cNvPr>
          <p:cNvSpPr>
            <a:spLocks xmlns:a="http://schemas.openxmlformats.org/drawingml/2006/main" noGrp="1"/>
          </p:cNvSpPr>
          <p:nvPr/>
        </p:nvSpPr>
        <p:spPr>
          <a:xfrm xmlns:a="http://schemas.openxmlformats.org/drawingml/2006/main">
            <a:off x="409575" y="39243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81464E4E-A096-44A7-8C3B-276D3369D38D}"/>
              </a:ext>
            </a:extLst>
          </p:cNvPr>
          <p:cNvSpPr>
            <a:spLocks xmlns:a="http://schemas.openxmlformats.org/drawingml/2006/main" noGrp="1"/>
          </p:cNvSpPr>
          <p:nvPr/>
        </p:nvSpPr>
        <p:spPr>
          <a:xfrm xmlns:a="http://schemas.openxmlformats.org/drawingml/2006/main">
            <a:off x="457200" y="39338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Help: Use one story part at a time. Point to the helper. Then choose one act that the helper does.</a:t>
            </a:r>
          </a:p>
        </p:txBody>
      </p:sp>
      <p:sp>
        <p:nvSpPr>
          <p:cNvPr id="30" name="shape">
            <a:extLst xmlns:a="http://schemas.openxmlformats.org/drawingml/2006/main">
              <a:ext uri="{FF2B5EF4-FFF2-40B4-BE49-F238E27FC236}">
                <a16:creationId xmlns:a16="http://schemas.microsoft.com/office/drawing/2014/main" id="{B08DD229-4DC1-47CD-B5C0-0BC3F9F761A7}"/>
              </a:ext>
            </a:extLst>
          </p:cNvPr>
          <p:cNvSpPr>
            <a:spLocks xmlns:a="http://schemas.openxmlformats.org/drawingml/2006/main" noGrp="1"/>
          </p:cNvSpPr>
          <p:nvPr/>
        </p:nvSpPr>
        <p:spPr>
          <a:xfrm xmlns:a="http://schemas.openxmlformats.org/drawingml/2006/main">
            <a:off x="409575" y="43148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74AC7B9D-8BB8-407E-A638-EC5938C7CD39}"/>
              </a:ext>
            </a:extLst>
          </p:cNvPr>
          <p:cNvSpPr>
            <a:spLocks xmlns:a="http://schemas.openxmlformats.org/drawingml/2006/main" noGrp="1"/>
          </p:cNvSpPr>
          <p:nvPr/>
        </p:nvSpPr>
        <p:spPr>
          <a:xfrm xmlns:a="http://schemas.openxmlformats.org/drawingml/2006/main">
            <a:off x="457200" y="43243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Blank record: My caring act [ ] / My story detail [ ] / It helps by [ ] / My check [ ].</a:t>
            </a:r>
          </a:p>
        </p:txBody>
      </p:sp>
      <p:sp>
        <p:nvSpPr>
          <p:cNvPr id="32" name="shape">
            <a:extLst xmlns:a="http://schemas.openxmlformats.org/drawingml/2006/main">
              <a:ext uri="{FF2B5EF4-FFF2-40B4-BE49-F238E27FC236}">
                <a16:creationId xmlns:a16="http://schemas.microsoft.com/office/drawing/2014/main" id="{F92EE831-355B-4574-970A-3F9B9B286DCC}"/>
              </a:ext>
            </a:extLst>
          </p:cNvPr>
          <p:cNvSpPr>
            <a:spLocks xmlns:a="http://schemas.openxmlformats.org/drawingml/2006/main" noGrp="1"/>
          </p:cNvSpPr>
          <p:nvPr/>
        </p:nvSpPr>
        <p:spPr>
          <a:xfrm xmlns:a="http://schemas.openxmlformats.org/drawingml/2006/main">
            <a:off x="409575" y="47053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33" name="pupil-text">
            <a:extLst xmlns:a="http://schemas.openxmlformats.org/drawingml/2006/main">
              <a:ext uri="{FF2B5EF4-FFF2-40B4-BE49-F238E27FC236}">
                <a16:creationId xmlns:a16="http://schemas.microsoft.com/office/drawing/2014/main" id="{06A5638F-3BEA-4E77-8CB2-AAD77330C335}"/>
              </a:ext>
            </a:extLst>
          </p:cNvPr>
          <p:cNvSpPr>
            <a:spLocks xmlns:a="http://schemas.openxmlformats.org/drawingml/2006/main" noGrp="1"/>
          </p:cNvSpPr>
          <p:nvPr/>
        </p:nvSpPr>
        <p:spPr>
          <a:xfrm xmlns:a="http://schemas.openxmlformats.org/drawingml/2006/main">
            <a:off x="457200" y="4714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Review and improve: Check one part against the case. Change it, or say why it should stay.</a:t>
            </a:r>
          </a:p>
        </p:txBody>
      </p:sp>
    </p:spTree>
    <p:extLst>
      <p:ext uri="{BB962C8B-B14F-4D97-AF65-F5344CB8AC3E}">
        <p14:creationId xmlns:p14="http://schemas.microsoft.com/office/powerpoint/2010/main" val="2076137616"/>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C54864D0-B641-4130-8D46-AFF255A3FEEB}"/>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1</a:t>
            </a:r>
          </a:p>
        </p:txBody>
      </p:sp>
      <p:sp>
        <p:nvSpPr>
          <p:cNvPr id="2" name="stage-clock">
            <a:extLst xmlns:a="http://schemas.openxmlformats.org/drawingml/2006/main">
              <a:ext uri="{FF2B5EF4-FFF2-40B4-BE49-F238E27FC236}">
                <a16:creationId xmlns:a16="http://schemas.microsoft.com/office/drawing/2014/main" id="{A0E4E268-2B0F-42D2-95D8-F06501569CB3}"/>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40DC4262-0401-4B84-A52A-69F1AD939862}"/>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BEC50CF1-9E9B-42BF-955B-8C47E2AFDB22}"/>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9C57D6A7-0F21-4961-B889-AF33963FEFE5}"/>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1D1C7224-0923-48BE-B85B-D1C3FAC18A5F}"/>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CA164F68-84A7-4682-ADEE-E7355C6983F7}"/>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46A05615-28F0-430A-937C-0EC47228CC5E}"/>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CF76C48C-2BD0-4C60-A2A3-EB25FFD5B235}"/>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8E6A0CBE-E313-4A17-903A-27EA7BF6AD42}"/>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find care in a story.</a:t>
            </a:r>
          </a:p>
        </p:txBody>
      </p:sp>
      <p:sp>
        <p:nvSpPr>
          <p:cNvPr id="11" name="re-framing">
            <a:extLst xmlns:a="http://schemas.openxmlformats.org/drawingml/2006/main">
              <a:ext uri="{FF2B5EF4-FFF2-40B4-BE49-F238E27FC236}">
                <a16:creationId xmlns:a16="http://schemas.microsoft.com/office/drawing/2014/main" id="{C63400FB-118D-4E9F-A0B4-DAF8628FD6D6}"/>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AB9C3341-44F1-4D3D-81EB-EDA9587B9B8E}"/>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945691FA-8BF7-418B-8CCF-68A35F14D28A}"/>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29 / 38</a:t>
            </a:r>
          </a:p>
        </p:txBody>
      </p:sp>
      <p:sp>
        <p:nvSpPr>
          <p:cNvPr id="14" name="licence-footer">
            <a:extLst xmlns:a="http://schemas.openxmlformats.org/drawingml/2006/main">
              <a:ext uri="{FF2B5EF4-FFF2-40B4-BE49-F238E27FC236}">
                <a16:creationId xmlns:a16="http://schemas.microsoft.com/office/drawing/2014/main" id="{731DAD2A-34F9-48F0-94D5-F6A91EA927F7}"/>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14B770C3-BD74-486F-9E0D-0AF5D941E94C}"/>
              </a:ext>
            </a:extLst>
          </p:cNvPr>
          <p:cNvPicPr>
            <a:picLocks xmlns:a="http://schemas.openxmlformats.org/drawingml/2006/main" noChangeAspect="1"/>
          </p:cNvPicPr>
          <p:nvPr/>
        </p:nvPicPr>
        <p:blipFill>
          <a:blip xmlns:r="http://schemas.openxmlformats.org/officeDocument/2006/relationships" xmlns:a="http://schemas.openxmlformats.org/drawingml/2006/main" r:embed="R14e4c3bd6cd546e8"/>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5FC6E5E3-0B95-409B-A43B-17CDADD59052}"/>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D75D0FD9-163B-4BA0-A466-46E5E1D6DF6C}"/>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You may point, speak, sign, use symbols, draw or write. An adult may write your words. You may pass.</a:t>
            </a:r>
          </a:p>
        </p:txBody>
      </p:sp>
      <p:sp>
        <p:nvSpPr>
          <p:cNvPr id="18" name="shape">
            <a:extLst xmlns:a="http://schemas.openxmlformats.org/drawingml/2006/main">
              <a:ext uri="{FF2B5EF4-FFF2-40B4-BE49-F238E27FC236}">
                <a16:creationId xmlns:a16="http://schemas.microsoft.com/office/drawing/2014/main" id="{01171688-D0ED-4545-B692-C74282D80A22}"/>
              </a:ext>
            </a:extLst>
          </p:cNvPr>
          <p:cNvSpPr>
            <a:spLocks xmlns:a="http://schemas.openxmlformats.org/drawingml/2006/main" noGrp="1"/>
          </p:cNvSpPr>
          <p:nvPr/>
        </p:nvSpPr>
        <p:spPr>
          <a:xfrm xmlns:a="http://schemas.openxmlformats.org/drawingml/2006/main">
            <a:off x="409575" y="21336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B6E9CC72-C8AD-40F1-8B2C-4B0ACF9AD5F1}"/>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 S · C □</a:t>
            </a:r>
          </a:p>
        </p:txBody>
      </p:sp>
    </p:spTree>
    <p:extLst>
      <p:ext uri="{BB962C8B-B14F-4D97-AF65-F5344CB8AC3E}">
        <p14:creationId xmlns:p14="http://schemas.microsoft.com/office/powerpoint/2010/main" val="200117913"/>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lesson-header">
            <a:extLst xmlns:a="http://schemas.openxmlformats.org/drawingml/2006/main">
              <a:ext uri="{FF2B5EF4-FFF2-40B4-BE49-F238E27FC236}">
                <a16:creationId xmlns:a16="http://schemas.microsoft.com/office/drawing/2014/main" id="{8FAE9A21-B6EB-4ED8-A250-9071944625DA}"/>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1</a:t>
            </a:r>
          </a:p>
        </p:txBody>
      </p:sp>
      <p:sp>
        <p:nvSpPr>
          <p:cNvPr id="2" name="stage-clock">
            <a:extLst xmlns:a="http://schemas.openxmlformats.org/drawingml/2006/main">
              <a:ext uri="{FF2B5EF4-FFF2-40B4-BE49-F238E27FC236}">
                <a16:creationId xmlns:a16="http://schemas.microsoft.com/office/drawing/2014/main" id="{A65F904F-52C0-49DA-95F8-7083DF07709E}"/>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73A1B12B-5DB2-448E-8B02-FEF01A1AE5CF}"/>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5B315E43-AE26-4A29-956A-F0A28262503A}"/>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45D88A1B-7D6F-43DC-8AA5-A0EF2762BB2A}"/>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DF64DD68-7A0C-49DF-93A5-7B92D3CE2D6E}"/>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E0D42A54-482C-484E-AA5A-1A0F767AFACF}"/>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2D1CBE10-BDC0-4038-8579-D4E2E14D650E}"/>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57AE3785-2FA1-4A7C-A194-D22834423F5E}"/>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95BEDD58-6834-4E47-B60E-B2E0D49B7569}"/>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find care in a story.</a:t>
            </a:r>
          </a:p>
        </p:txBody>
      </p:sp>
      <p:sp>
        <p:nvSpPr>
          <p:cNvPr id="11" name="re-framing">
            <a:extLst xmlns:a="http://schemas.openxmlformats.org/drawingml/2006/main">
              <a:ext uri="{FF2B5EF4-FFF2-40B4-BE49-F238E27FC236}">
                <a16:creationId xmlns:a16="http://schemas.microsoft.com/office/drawing/2014/main" id="{F30980B3-BC9D-4233-B45B-7B08D3B89A0A}"/>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A9C54812-6798-4DE2-99E8-6D889245260E}"/>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8B7EDBF6-7AAD-4A4E-89C9-4D59A797BDE1}"/>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30 / 38</a:t>
            </a:r>
          </a:p>
        </p:txBody>
      </p:sp>
      <p:sp>
        <p:nvSpPr>
          <p:cNvPr id="14" name="licence-footer">
            <a:extLst xmlns:a="http://schemas.openxmlformats.org/drawingml/2006/main">
              <a:ext uri="{FF2B5EF4-FFF2-40B4-BE49-F238E27FC236}">
                <a16:creationId xmlns:a16="http://schemas.microsoft.com/office/drawing/2014/main" id="{A3240F68-D5BF-46BD-9ADF-AF674A2F3536}"/>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BFAE7A51-774E-4181-B179-5364985D4EC0}"/>
              </a:ext>
            </a:extLst>
          </p:cNvPr>
          <p:cNvPicPr>
            <a:picLocks xmlns:a="http://schemas.openxmlformats.org/drawingml/2006/main" noChangeAspect="1"/>
          </p:cNvPicPr>
          <p:nvPr/>
        </p:nvPicPr>
        <p:blipFill>
          <a:blip xmlns:r="http://schemas.openxmlformats.org/officeDocument/2006/relationships" xmlns:a="http://schemas.openxmlformats.org/drawingml/2006/main" r:embed="Rb3c2595338324a18"/>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EA3C0975-7BD8-46FF-97E9-B3D64E93BA5A}"/>
              </a:ext>
            </a:extLst>
          </p:cNvPr>
          <p:cNvSpPr>
            <a:spLocks xmlns:a="http://schemas.openxmlformats.org/drawingml/2006/main" noGrp="1"/>
          </p:cNvSpPr>
          <p:nvPr/>
        </p:nvSpPr>
        <p:spPr>
          <a:xfrm xmlns:a="http://schemas.openxmlformats.org/drawingml/2006/main">
            <a:off x="409575" y="1743075"/>
            <a:ext cx="11372850" cy="342900"/>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2ABF567D-1732-43E1-834C-9CAD038C89EA}"/>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Choice</a:t>
            </a:r>
          </a:p>
        </p:txBody>
      </p:sp>
      <p:sp>
        <p:nvSpPr>
          <p:cNvPr id="18" name="shape">
            <a:extLst xmlns:a="http://schemas.openxmlformats.org/drawingml/2006/main">
              <a:ext uri="{FF2B5EF4-FFF2-40B4-BE49-F238E27FC236}">
                <a16:creationId xmlns:a16="http://schemas.microsoft.com/office/drawing/2014/main" id="{C4077816-A45E-4907-B28E-42012A7BD930}"/>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A10B940F-42BF-4CE7-8DE3-DE03BFFBC860}"/>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 learns about caring; this activity is not worship</a:t>
            </a:r>
          </a:p>
        </p:txBody>
      </p:sp>
      <p:sp>
        <p:nvSpPr>
          <p:cNvPr id="20" name="shape">
            <a:extLst xmlns:a="http://schemas.openxmlformats.org/drawingml/2006/main">
              <a:ext uri="{FF2B5EF4-FFF2-40B4-BE49-F238E27FC236}">
                <a16:creationId xmlns:a16="http://schemas.microsoft.com/office/drawing/2014/main" id="{49D3BCB0-98A8-478A-B847-DAB6F0339DDD}"/>
              </a:ext>
            </a:extLst>
          </p:cNvPr>
          <p:cNvSpPr>
            <a:spLocks xmlns:a="http://schemas.openxmlformats.org/drawingml/2006/main" noGrp="1"/>
          </p:cNvSpPr>
          <p:nvPr/>
        </p:nvSpPr>
        <p:spPr>
          <a:xfrm xmlns:a="http://schemas.openxmlformats.org/drawingml/2006/main">
            <a:off x="409575" y="25527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A891384A-737E-4D65-90B6-A0F359FCAB1E}"/>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Choose, then add your own words.</a:t>
            </a:r>
          </a:p>
        </p:txBody>
      </p:sp>
      <p:sp>
        <p:nvSpPr>
          <p:cNvPr id="22" name="shape">
            <a:extLst xmlns:a="http://schemas.openxmlformats.org/drawingml/2006/main">
              <a:ext uri="{FF2B5EF4-FFF2-40B4-BE49-F238E27FC236}">
                <a16:creationId xmlns:a16="http://schemas.microsoft.com/office/drawing/2014/main" id="{A7742F4A-0C37-4A30-B8DA-062CE5EE7138}"/>
              </a:ext>
            </a:extLst>
          </p:cNvPr>
          <p:cNvSpPr>
            <a:spLocks xmlns:a="http://schemas.openxmlformats.org/drawingml/2006/main" noGrp="1"/>
          </p:cNvSpPr>
          <p:nvPr/>
        </p:nvSpPr>
        <p:spPr>
          <a:xfrm xmlns:a="http://schemas.openxmlformats.org/drawingml/2006/main">
            <a:off x="409575" y="29432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A698A5C5-E46F-4ABF-8F71-C0BF0B129FCA}"/>
              </a:ext>
            </a:extLst>
          </p:cNvPr>
          <p:cNvSpPr>
            <a:spLocks xmlns:a="http://schemas.openxmlformats.org/drawingml/2006/main" noGrp="1"/>
          </p:cNvSpPr>
          <p:nvPr/>
        </p:nvSpPr>
        <p:spPr>
          <a:xfrm xmlns:a="http://schemas.openxmlformats.org/drawingml/2006/main">
            <a:off x="457200" y="29527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Choose the adapted road story or the made-up club story. Listen to it again. Choose one caring act.</a:t>
            </a:r>
          </a:p>
        </p:txBody>
      </p:sp>
      <p:sp>
        <p:nvSpPr>
          <p:cNvPr id="24" name="shape">
            <a:extLst xmlns:a="http://schemas.openxmlformats.org/drawingml/2006/main">
              <a:ext uri="{FF2B5EF4-FFF2-40B4-BE49-F238E27FC236}">
                <a16:creationId xmlns:a16="http://schemas.microsoft.com/office/drawing/2014/main" id="{0CCAAA23-BA69-498A-A7ED-E971F3DCA29F}"/>
              </a:ext>
            </a:extLst>
          </p:cNvPr>
          <p:cNvSpPr>
            <a:spLocks xmlns:a="http://schemas.openxmlformats.org/drawingml/2006/main" noGrp="1"/>
          </p:cNvSpPr>
          <p:nvPr/>
        </p:nvSpPr>
        <p:spPr>
          <a:xfrm xmlns:a="http://schemas.openxmlformats.org/drawingml/2006/main">
            <a:off x="409575" y="32385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9839682A-0AEF-43D5-90CE-34BDC03E228E}"/>
              </a:ext>
            </a:extLst>
          </p:cNvPr>
          <p:cNvSpPr>
            <a:spLocks xmlns:a="http://schemas.openxmlformats.org/drawingml/2006/main" noGrp="1"/>
          </p:cNvSpPr>
          <p:nvPr/>
        </p:nvSpPr>
        <p:spPr>
          <a:xfrm xmlns:a="http://schemas.openxmlformats.org/drawingml/2006/main">
            <a:off x="457200" y="32480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Show it with a card, mark or words. Say how it helps the person in your chosen story. Use care, help</a:t>
            </a:r>
          </a:p>
        </p:txBody>
      </p:sp>
      <p:sp>
        <p:nvSpPr>
          <p:cNvPr id="26" name="shape">
            <a:extLst xmlns:a="http://schemas.openxmlformats.org/drawingml/2006/main">
              <a:ext uri="{FF2B5EF4-FFF2-40B4-BE49-F238E27FC236}">
                <a16:creationId xmlns:a16="http://schemas.microsoft.com/office/drawing/2014/main" id="{820802CD-37B4-4699-902C-3EC43DFE4853}"/>
              </a:ext>
            </a:extLst>
          </p:cNvPr>
          <p:cNvSpPr>
            <a:spLocks xmlns:a="http://schemas.openxmlformats.org/drawingml/2006/main" noGrp="1"/>
          </p:cNvSpPr>
          <p:nvPr/>
        </p:nvSpPr>
        <p:spPr>
          <a:xfrm xmlns:a="http://schemas.openxmlformats.org/drawingml/2006/main">
            <a:off x="409575" y="35337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5B41BA57-FF61-45AF-81AE-F3ECB237F078}"/>
              </a:ext>
            </a:extLst>
          </p:cNvPr>
          <p:cNvSpPr>
            <a:spLocks xmlns:a="http://schemas.openxmlformats.org/drawingml/2006/main" noGrp="1"/>
          </p:cNvSpPr>
          <p:nvPr/>
        </p:nvSpPr>
        <p:spPr>
          <a:xfrm xmlns:a="http://schemas.openxmlformats.org/drawingml/2006/main">
            <a:off x="457200" y="35433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and story in your words or marks.</a:t>
            </a:r>
          </a:p>
        </p:txBody>
      </p:sp>
      <p:sp>
        <p:nvSpPr>
          <p:cNvPr id="28" name="shape">
            <a:extLst xmlns:a="http://schemas.openxmlformats.org/drawingml/2006/main">
              <a:ext uri="{FF2B5EF4-FFF2-40B4-BE49-F238E27FC236}">
                <a16:creationId xmlns:a16="http://schemas.microsoft.com/office/drawing/2014/main" id="{C8C56B00-3002-43F1-A735-F8582754FAEE}"/>
              </a:ext>
            </a:extLst>
          </p:cNvPr>
          <p:cNvSpPr>
            <a:spLocks xmlns:a="http://schemas.openxmlformats.org/drawingml/2006/main" noGrp="1"/>
          </p:cNvSpPr>
          <p:nvPr/>
        </p:nvSpPr>
        <p:spPr>
          <a:xfrm xmlns:a="http://schemas.openxmlformats.org/drawingml/2006/main">
            <a:off x="409575" y="39243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73645E70-9FEC-49BA-B58E-33C39C010E89}"/>
              </a:ext>
            </a:extLst>
          </p:cNvPr>
          <p:cNvSpPr>
            <a:spLocks xmlns:a="http://schemas.openxmlformats.org/drawingml/2006/main" noGrp="1"/>
          </p:cNvSpPr>
          <p:nvPr/>
        </p:nvSpPr>
        <p:spPr>
          <a:xfrm xmlns:a="http://schemas.openxmlformats.org/drawingml/2006/main">
            <a:off x="457200" y="39338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For the road story, choose an act: stopped to help / passed by. For the club story, choose an act:</a:t>
            </a:r>
          </a:p>
        </p:txBody>
      </p:sp>
      <p:sp>
        <p:nvSpPr>
          <p:cNvPr id="30" name="shape">
            <a:extLst xmlns:a="http://schemas.openxmlformats.org/drawingml/2006/main">
              <a:ext uri="{FF2B5EF4-FFF2-40B4-BE49-F238E27FC236}">
                <a16:creationId xmlns:a16="http://schemas.microsoft.com/office/drawing/2014/main" id="{F18308A9-FE93-47C3-9D0C-D72F366E6209}"/>
              </a:ext>
            </a:extLst>
          </p:cNvPr>
          <p:cNvSpPr>
            <a:spLocks xmlns:a="http://schemas.openxmlformats.org/drawingml/2006/main" noGrp="1"/>
          </p:cNvSpPr>
          <p:nvPr/>
        </p:nvSpPr>
        <p:spPr>
          <a:xfrm xmlns:a="http://schemas.openxmlformats.org/drawingml/2006/main">
            <a:off x="409575" y="42195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6C7D9106-E781-4388-A802-726C15553277}"/>
              </a:ext>
            </a:extLst>
          </p:cNvPr>
          <p:cNvSpPr>
            <a:spLocks xmlns:a="http://schemas.openxmlformats.org/drawingml/2006/main" noGrp="1"/>
          </p:cNvSpPr>
          <p:nvPr/>
        </p:nvSpPr>
        <p:spPr>
          <a:xfrm xmlns:a="http://schemas.openxmlformats.org/drawingml/2006/main">
            <a:off x="457200" y="42291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brought the asked-for card / hid the card. Add your own word or phrase to say how your choice</a:t>
            </a:r>
          </a:p>
        </p:txBody>
      </p:sp>
      <p:sp>
        <p:nvSpPr>
          <p:cNvPr id="32" name="shape">
            <a:extLst xmlns:a="http://schemas.openxmlformats.org/drawingml/2006/main">
              <a:ext uri="{FF2B5EF4-FFF2-40B4-BE49-F238E27FC236}">
                <a16:creationId xmlns:a16="http://schemas.microsoft.com/office/drawing/2014/main" id="{25D58942-2EA5-4C16-B076-1FCF7BF7BFA0}"/>
              </a:ext>
            </a:extLst>
          </p:cNvPr>
          <p:cNvSpPr>
            <a:spLocks xmlns:a="http://schemas.openxmlformats.org/drawingml/2006/main" noGrp="1"/>
          </p:cNvSpPr>
          <p:nvPr/>
        </p:nvSpPr>
        <p:spPr>
          <a:xfrm xmlns:a="http://schemas.openxmlformats.org/drawingml/2006/main">
            <a:off x="409575" y="45148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3" name="pupil-text">
            <a:extLst xmlns:a="http://schemas.openxmlformats.org/drawingml/2006/main">
              <a:ext uri="{FF2B5EF4-FFF2-40B4-BE49-F238E27FC236}">
                <a16:creationId xmlns:a16="http://schemas.microsoft.com/office/drawing/2014/main" id="{FFD12D9B-6B46-4413-A75E-1D375D59B45F}"/>
              </a:ext>
            </a:extLst>
          </p:cNvPr>
          <p:cNvSpPr>
            <a:spLocks xmlns:a="http://schemas.openxmlformats.org/drawingml/2006/main" noGrp="1"/>
          </p:cNvSpPr>
          <p:nvPr/>
        </p:nvSpPr>
        <p:spPr>
          <a:xfrm xmlns:a="http://schemas.openxmlformats.org/drawingml/2006/main">
            <a:off x="457200" y="45243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helps.</a:t>
            </a:r>
          </a:p>
        </p:txBody>
      </p:sp>
      <p:sp>
        <p:nvSpPr>
          <p:cNvPr id="34" name="shape">
            <a:extLst xmlns:a="http://schemas.openxmlformats.org/drawingml/2006/main">
              <a:ext uri="{FF2B5EF4-FFF2-40B4-BE49-F238E27FC236}">
                <a16:creationId xmlns:a16="http://schemas.microsoft.com/office/drawing/2014/main" id="{F7A4D4FC-77B2-41A1-A284-68F934B56DD3}"/>
              </a:ext>
            </a:extLst>
          </p:cNvPr>
          <p:cNvSpPr>
            <a:spLocks xmlns:a="http://schemas.openxmlformats.org/drawingml/2006/main" noGrp="1"/>
          </p:cNvSpPr>
          <p:nvPr/>
        </p:nvSpPr>
        <p:spPr>
          <a:xfrm xmlns:a="http://schemas.openxmlformats.org/drawingml/2006/main">
            <a:off x="409575" y="49053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5" name="pupil-text">
            <a:extLst xmlns:a="http://schemas.openxmlformats.org/drawingml/2006/main">
              <a:ext uri="{FF2B5EF4-FFF2-40B4-BE49-F238E27FC236}">
                <a16:creationId xmlns:a16="http://schemas.microsoft.com/office/drawing/2014/main" id="{79D2A40E-2A6B-490C-9666-12D608A4E6D1}"/>
              </a:ext>
            </a:extLst>
          </p:cNvPr>
          <p:cNvSpPr>
            <a:spLocks xmlns:a="http://schemas.openxmlformats.org/drawingml/2006/main" noGrp="1"/>
          </p:cNvSpPr>
          <p:nvPr/>
        </p:nvSpPr>
        <p:spPr>
          <a:xfrm xmlns:a="http://schemas.openxmlformats.org/drawingml/2006/main">
            <a:off x="457200" y="49149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Help: Go back to one source part. Find the detail you need.</a:t>
            </a:r>
          </a:p>
        </p:txBody>
      </p:sp>
    </p:spTree>
    <p:extLst>
      <p:ext uri="{BB962C8B-B14F-4D97-AF65-F5344CB8AC3E}">
        <p14:creationId xmlns:p14="http://schemas.microsoft.com/office/powerpoint/2010/main" val="1103677026"/>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lesson-header">
            <a:extLst xmlns:a="http://schemas.openxmlformats.org/drawingml/2006/main">
              <a:ext uri="{FF2B5EF4-FFF2-40B4-BE49-F238E27FC236}">
                <a16:creationId xmlns:a16="http://schemas.microsoft.com/office/drawing/2014/main" id="{5F06B007-6FA6-44EB-8A91-35FCC80ECFED}"/>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1</a:t>
            </a:r>
          </a:p>
        </p:txBody>
      </p:sp>
      <p:sp>
        <p:nvSpPr>
          <p:cNvPr id="2" name="stage-clock">
            <a:extLst xmlns:a="http://schemas.openxmlformats.org/drawingml/2006/main">
              <a:ext uri="{FF2B5EF4-FFF2-40B4-BE49-F238E27FC236}">
                <a16:creationId xmlns:a16="http://schemas.microsoft.com/office/drawing/2014/main" id="{F4F6BFDD-A178-4F90-9E93-91FDCFB965E0}"/>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1CE2FF66-FD55-4693-BB2B-B5328871AF65}"/>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90B74A06-EBED-40E9-9595-4C67FA5B846E}"/>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8CC12FEB-4F29-475B-90D6-9B333862C7F2}"/>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E653F5D3-9B8D-4E5F-840A-B7B49593A44F}"/>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DF5FEE71-0649-405D-9650-8E7F152E9851}"/>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0706F09C-DC61-4002-A222-BC49850CF21E}"/>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FE715A76-5B0A-4847-872C-736CDF6FDF4F}"/>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E24A7BD0-A87D-439D-8EE6-A07C7B97FCD0}"/>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find care in a story.</a:t>
            </a:r>
          </a:p>
        </p:txBody>
      </p:sp>
      <p:sp>
        <p:nvSpPr>
          <p:cNvPr id="11" name="re-framing">
            <a:extLst xmlns:a="http://schemas.openxmlformats.org/drawingml/2006/main">
              <a:ext uri="{FF2B5EF4-FFF2-40B4-BE49-F238E27FC236}">
                <a16:creationId xmlns:a16="http://schemas.microsoft.com/office/drawing/2014/main" id="{606F2F5E-FAE8-4EAA-981D-D9B50B6D95C4}"/>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12AD5891-243D-4F10-AB4C-A221D8BEDAC2}"/>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88A5A701-A050-4EBB-8DDA-E28558EE702C}"/>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31 / 38</a:t>
            </a:r>
          </a:p>
        </p:txBody>
      </p:sp>
      <p:sp>
        <p:nvSpPr>
          <p:cNvPr id="14" name="licence-footer">
            <a:extLst xmlns:a="http://schemas.openxmlformats.org/drawingml/2006/main">
              <a:ext uri="{FF2B5EF4-FFF2-40B4-BE49-F238E27FC236}">
                <a16:creationId xmlns:a16="http://schemas.microsoft.com/office/drawing/2014/main" id="{D5117300-6445-4BE5-92EC-19B7789FE543}"/>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27B389E8-7877-4E57-A42A-80520FC76170}"/>
              </a:ext>
            </a:extLst>
          </p:cNvPr>
          <p:cNvPicPr>
            <a:picLocks xmlns:a="http://schemas.openxmlformats.org/drawingml/2006/main" noChangeAspect="1"/>
          </p:cNvPicPr>
          <p:nvPr/>
        </p:nvPicPr>
        <p:blipFill>
          <a:blip xmlns:r="http://schemas.openxmlformats.org/officeDocument/2006/relationships" xmlns:a="http://schemas.openxmlformats.org/drawingml/2006/main" r:embed="Re09b9ca1bb684417"/>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A8E99405-C717-443D-8960-7096DEE767F9}"/>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29937BE7-CF6E-489B-9D14-A4C8380418E4}"/>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Blank record: My caring act [ ] / My story detail [ ] / It helps by [ ] / My check [ ].</a:t>
            </a:r>
          </a:p>
        </p:txBody>
      </p:sp>
      <p:sp>
        <p:nvSpPr>
          <p:cNvPr id="18" name="shape">
            <a:extLst xmlns:a="http://schemas.openxmlformats.org/drawingml/2006/main">
              <a:ext uri="{FF2B5EF4-FFF2-40B4-BE49-F238E27FC236}">
                <a16:creationId xmlns:a16="http://schemas.microsoft.com/office/drawing/2014/main" id="{AD2BDC72-668A-413C-9A14-49D9AB39FA71}"/>
              </a:ext>
            </a:extLst>
          </p:cNvPr>
          <p:cNvSpPr>
            <a:spLocks xmlns:a="http://schemas.openxmlformats.org/drawingml/2006/main" noGrp="1"/>
          </p:cNvSpPr>
          <p:nvPr/>
        </p:nvSpPr>
        <p:spPr>
          <a:xfrm xmlns:a="http://schemas.openxmlformats.org/drawingml/2006/main">
            <a:off x="409575" y="21336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6C017506-4D5E-4391-941D-2EEC7B10966B}"/>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Review and improve: Check one part against the case. Change it, or say why it should stay.</a:t>
            </a:r>
          </a:p>
        </p:txBody>
      </p:sp>
      <p:sp>
        <p:nvSpPr>
          <p:cNvPr id="20" name="shape">
            <a:extLst xmlns:a="http://schemas.openxmlformats.org/drawingml/2006/main">
              <a:ext uri="{FF2B5EF4-FFF2-40B4-BE49-F238E27FC236}">
                <a16:creationId xmlns:a16="http://schemas.microsoft.com/office/drawing/2014/main" id="{16F0CFFC-38E7-45EA-A0AF-3772489A5770}"/>
              </a:ext>
            </a:extLst>
          </p:cNvPr>
          <p:cNvSpPr>
            <a:spLocks xmlns:a="http://schemas.openxmlformats.org/drawingml/2006/main" noGrp="1"/>
          </p:cNvSpPr>
          <p:nvPr/>
        </p:nvSpPr>
        <p:spPr>
          <a:xfrm xmlns:a="http://schemas.openxmlformats.org/drawingml/2006/main">
            <a:off x="409575" y="25241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EF54588A-1558-43CF-BD14-6D4907018D3F}"/>
              </a:ext>
            </a:extLst>
          </p:cNvPr>
          <p:cNvSpPr>
            <a:spLocks xmlns:a="http://schemas.openxmlformats.org/drawingml/2006/main" noGrp="1"/>
          </p:cNvSpPr>
          <p:nvPr/>
        </p:nvSpPr>
        <p:spPr>
          <a:xfrm xmlns:a="http://schemas.openxmlformats.org/drawingml/2006/main">
            <a:off x="457200" y="25336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You may point, speak, sign, use symbols, draw or write. An adult may write your words. You may pass.</a:t>
            </a:r>
          </a:p>
        </p:txBody>
      </p:sp>
      <p:sp>
        <p:nvSpPr>
          <p:cNvPr id="22" name="shape">
            <a:extLst xmlns:a="http://schemas.openxmlformats.org/drawingml/2006/main">
              <a:ext uri="{FF2B5EF4-FFF2-40B4-BE49-F238E27FC236}">
                <a16:creationId xmlns:a16="http://schemas.microsoft.com/office/drawing/2014/main" id="{9257C7F9-8739-4392-9218-CBD38E092AAF}"/>
              </a:ext>
            </a:extLst>
          </p:cNvPr>
          <p:cNvSpPr>
            <a:spLocks xmlns:a="http://schemas.openxmlformats.org/drawingml/2006/main" noGrp="1"/>
          </p:cNvSpPr>
          <p:nvPr/>
        </p:nvSpPr>
        <p:spPr>
          <a:xfrm xmlns:a="http://schemas.openxmlformats.org/drawingml/2006/main">
            <a:off x="409575" y="29146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61FEBAFC-5790-434D-9899-D7331A6CD78C}"/>
              </a:ext>
            </a:extLst>
          </p:cNvPr>
          <p:cNvSpPr>
            <a:spLocks xmlns:a="http://schemas.openxmlformats.org/drawingml/2006/main" noGrp="1"/>
          </p:cNvSpPr>
          <p:nvPr/>
        </p:nvSpPr>
        <p:spPr>
          <a:xfrm xmlns:a="http://schemas.openxmlformats.org/drawingml/2006/main">
            <a:off x="457200" y="29241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 S · C □</a:t>
            </a:r>
          </a:p>
        </p:txBody>
      </p:sp>
    </p:spTree>
    <p:extLst>
      <p:ext uri="{BB962C8B-B14F-4D97-AF65-F5344CB8AC3E}">
        <p14:creationId xmlns:p14="http://schemas.microsoft.com/office/powerpoint/2010/main" val="1762417477"/>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lesson-header">
            <a:extLst xmlns:a="http://schemas.openxmlformats.org/drawingml/2006/main">
              <a:ext uri="{FF2B5EF4-FFF2-40B4-BE49-F238E27FC236}">
                <a16:creationId xmlns:a16="http://schemas.microsoft.com/office/drawing/2014/main" id="{C721A28E-82AF-412E-A24B-FBD2BCBC6D9D}"/>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1</a:t>
            </a:r>
          </a:p>
        </p:txBody>
      </p:sp>
      <p:sp>
        <p:nvSpPr>
          <p:cNvPr id="2" name="stage-clock">
            <a:extLst xmlns:a="http://schemas.openxmlformats.org/drawingml/2006/main">
              <a:ext uri="{FF2B5EF4-FFF2-40B4-BE49-F238E27FC236}">
                <a16:creationId xmlns:a16="http://schemas.microsoft.com/office/drawing/2014/main" id="{6AD90A76-7C8E-4B85-A279-A7BA0A7EEAC0}"/>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3B0F7759-B747-45F2-9C6D-78D6BA058865}"/>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A1DB6833-9948-4E76-95D3-BC8E4EB61130}"/>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8A917523-26ED-464A-BBE1-E98FA82065E9}"/>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1594963E-CD4B-4408-8B30-27F53384ABE5}"/>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EB5950E7-5F38-47F9-A780-4DFF8B8CC731}"/>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64D2496F-1A2A-42D3-AEC1-1B4505D4110E}"/>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69E47728-B97C-4FE2-B461-20EDBA160EAF}"/>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17A51D4E-DC0F-4886-96B4-A5188AC09E88}"/>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find care in a story.</a:t>
            </a:r>
          </a:p>
        </p:txBody>
      </p:sp>
      <p:sp>
        <p:nvSpPr>
          <p:cNvPr id="11" name="re-framing">
            <a:extLst xmlns:a="http://schemas.openxmlformats.org/drawingml/2006/main">
              <a:ext uri="{FF2B5EF4-FFF2-40B4-BE49-F238E27FC236}">
                <a16:creationId xmlns:a16="http://schemas.microsoft.com/office/drawing/2014/main" id="{F168E6E7-2196-4879-8525-89912C4C9816}"/>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75B4AACF-A06C-4EEC-A1C3-3D78AE807E94}"/>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DA2D6CD0-A0D5-4B0A-917A-CB19BBD91041}"/>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32 / 38</a:t>
            </a:r>
          </a:p>
        </p:txBody>
      </p:sp>
      <p:sp>
        <p:nvSpPr>
          <p:cNvPr id="14" name="licence-footer">
            <a:extLst xmlns:a="http://schemas.openxmlformats.org/drawingml/2006/main">
              <a:ext uri="{FF2B5EF4-FFF2-40B4-BE49-F238E27FC236}">
                <a16:creationId xmlns:a16="http://schemas.microsoft.com/office/drawing/2014/main" id="{47F0A4D6-7C57-4254-9042-AFC3417900A1}"/>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94FF95E1-B4BC-499C-AF3D-F5302FE5C5CD}"/>
              </a:ext>
            </a:extLst>
          </p:cNvPr>
          <p:cNvPicPr>
            <a:picLocks xmlns:a="http://schemas.openxmlformats.org/drawingml/2006/main" noChangeAspect="1"/>
          </p:cNvPicPr>
          <p:nvPr/>
        </p:nvPicPr>
        <p:blipFill>
          <a:blip xmlns:r="http://schemas.openxmlformats.org/officeDocument/2006/relationships" xmlns:a="http://schemas.openxmlformats.org/drawingml/2006/main" r:embed="Reb1da04aae304b04"/>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41C4338A-74AF-46E1-BEFC-3EA5915110C2}"/>
              </a:ext>
            </a:extLst>
          </p:cNvPr>
          <p:cNvSpPr>
            <a:spLocks xmlns:a="http://schemas.openxmlformats.org/drawingml/2006/main" noGrp="1"/>
          </p:cNvSpPr>
          <p:nvPr/>
        </p:nvSpPr>
        <p:spPr>
          <a:xfrm xmlns:a="http://schemas.openxmlformats.org/drawingml/2006/main">
            <a:off x="409575" y="1743075"/>
            <a:ext cx="11372850" cy="342900"/>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B32B16D4-574D-410A-BF2B-3D8FC7A55E3A}"/>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Aspire</a:t>
            </a:r>
          </a:p>
        </p:txBody>
      </p:sp>
      <p:sp>
        <p:nvSpPr>
          <p:cNvPr id="18" name="shape">
            <a:extLst xmlns:a="http://schemas.openxmlformats.org/drawingml/2006/main">
              <a:ext uri="{FF2B5EF4-FFF2-40B4-BE49-F238E27FC236}">
                <a16:creationId xmlns:a16="http://schemas.microsoft.com/office/drawing/2014/main" id="{600447C7-A930-44B0-82AF-3C5D36DA9966}"/>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84D283AF-9F2D-4EE8-9878-075518ECF360}"/>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 learns about caring; this activity is not worship</a:t>
            </a:r>
          </a:p>
        </p:txBody>
      </p:sp>
      <p:sp>
        <p:nvSpPr>
          <p:cNvPr id="20" name="shape">
            <a:extLst xmlns:a="http://schemas.openxmlformats.org/drawingml/2006/main">
              <a:ext uri="{FF2B5EF4-FFF2-40B4-BE49-F238E27FC236}">
                <a16:creationId xmlns:a16="http://schemas.microsoft.com/office/drawing/2014/main" id="{43629A0F-EE64-4480-A512-FCCC3DC53A80}"/>
              </a:ext>
            </a:extLst>
          </p:cNvPr>
          <p:cNvSpPr>
            <a:spLocks xmlns:a="http://schemas.openxmlformats.org/drawingml/2006/main" noGrp="1"/>
          </p:cNvSpPr>
          <p:nvPr/>
        </p:nvSpPr>
        <p:spPr>
          <a:xfrm xmlns:a="http://schemas.openxmlformats.org/drawingml/2006/main">
            <a:off x="409575" y="255270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7655EC1D-8E59-4A7B-9A38-4153B02305A1}"/>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Do the task, then the extra part.</a:t>
            </a:r>
          </a:p>
        </p:txBody>
      </p:sp>
      <p:sp>
        <p:nvSpPr>
          <p:cNvPr id="22" name="shape">
            <a:extLst xmlns:a="http://schemas.openxmlformats.org/drawingml/2006/main">
              <a:ext uri="{FF2B5EF4-FFF2-40B4-BE49-F238E27FC236}">
                <a16:creationId xmlns:a16="http://schemas.microsoft.com/office/drawing/2014/main" id="{2874590B-9193-46FB-919F-1BD1022CEA67}"/>
              </a:ext>
            </a:extLst>
          </p:cNvPr>
          <p:cNvSpPr>
            <a:spLocks xmlns:a="http://schemas.openxmlformats.org/drawingml/2006/main" noGrp="1"/>
          </p:cNvSpPr>
          <p:nvPr/>
        </p:nvSpPr>
        <p:spPr>
          <a:xfrm xmlns:a="http://schemas.openxmlformats.org/drawingml/2006/main">
            <a:off x="409575" y="294322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3C1A1CC4-AF34-4A45-90FC-4154AA83CA12}"/>
              </a:ext>
            </a:extLst>
          </p:cNvPr>
          <p:cNvSpPr>
            <a:spLocks xmlns:a="http://schemas.openxmlformats.org/drawingml/2006/main" noGrp="1"/>
          </p:cNvSpPr>
          <p:nvPr/>
        </p:nvSpPr>
        <p:spPr>
          <a:xfrm xmlns:a="http://schemas.openxmlformats.org/drawingml/2006/main">
            <a:off x="457200" y="29527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Choose the adapted road story or the made-up club story. Listen to it again. Choose one caring act.</a:t>
            </a:r>
          </a:p>
        </p:txBody>
      </p:sp>
      <p:sp>
        <p:nvSpPr>
          <p:cNvPr id="24" name="shape">
            <a:extLst xmlns:a="http://schemas.openxmlformats.org/drawingml/2006/main">
              <a:ext uri="{FF2B5EF4-FFF2-40B4-BE49-F238E27FC236}">
                <a16:creationId xmlns:a16="http://schemas.microsoft.com/office/drawing/2014/main" id="{44154F7A-7FC0-4DD2-B81B-D7D9DA9E5930}"/>
              </a:ext>
            </a:extLst>
          </p:cNvPr>
          <p:cNvSpPr>
            <a:spLocks xmlns:a="http://schemas.openxmlformats.org/drawingml/2006/main" noGrp="1"/>
          </p:cNvSpPr>
          <p:nvPr/>
        </p:nvSpPr>
        <p:spPr>
          <a:xfrm xmlns:a="http://schemas.openxmlformats.org/drawingml/2006/main">
            <a:off x="409575" y="323850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50C30970-ED59-454F-A765-B00092A7CAED}"/>
              </a:ext>
            </a:extLst>
          </p:cNvPr>
          <p:cNvSpPr>
            <a:spLocks xmlns:a="http://schemas.openxmlformats.org/drawingml/2006/main" noGrp="1"/>
          </p:cNvSpPr>
          <p:nvPr/>
        </p:nvSpPr>
        <p:spPr>
          <a:xfrm xmlns:a="http://schemas.openxmlformats.org/drawingml/2006/main">
            <a:off x="457200" y="32480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Show it with a card, mark or words. Say how it helps the person in your chosen story. Use care, help</a:t>
            </a:r>
          </a:p>
        </p:txBody>
      </p:sp>
      <p:sp>
        <p:nvSpPr>
          <p:cNvPr id="26" name="shape">
            <a:extLst xmlns:a="http://schemas.openxmlformats.org/drawingml/2006/main">
              <a:ext uri="{FF2B5EF4-FFF2-40B4-BE49-F238E27FC236}">
                <a16:creationId xmlns:a16="http://schemas.microsoft.com/office/drawing/2014/main" id="{4868EC11-E254-458F-B148-1CBB5225A929}"/>
              </a:ext>
            </a:extLst>
          </p:cNvPr>
          <p:cNvSpPr>
            <a:spLocks xmlns:a="http://schemas.openxmlformats.org/drawingml/2006/main" noGrp="1"/>
          </p:cNvSpPr>
          <p:nvPr/>
        </p:nvSpPr>
        <p:spPr>
          <a:xfrm xmlns:a="http://schemas.openxmlformats.org/drawingml/2006/main">
            <a:off x="409575" y="35337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0E9C3E54-DD5E-4ECE-8459-5B3D507413B0}"/>
              </a:ext>
            </a:extLst>
          </p:cNvPr>
          <p:cNvSpPr>
            <a:spLocks xmlns:a="http://schemas.openxmlformats.org/drawingml/2006/main" noGrp="1"/>
          </p:cNvSpPr>
          <p:nvPr/>
        </p:nvSpPr>
        <p:spPr>
          <a:xfrm xmlns:a="http://schemas.openxmlformats.org/drawingml/2006/main">
            <a:off x="457200" y="35433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and story in your words or marks.</a:t>
            </a:r>
          </a:p>
        </p:txBody>
      </p:sp>
      <p:sp>
        <p:nvSpPr>
          <p:cNvPr id="28" name="shape">
            <a:extLst xmlns:a="http://schemas.openxmlformats.org/drawingml/2006/main">
              <a:ext uri="{FF2B5EF4-FFF2-40B4-BE49-F238E27FC236}">
                <a16:creationId xmlns:a16="http://schemas.microsoft.com/office/drawing/2014/main" id="{9D67D11F-7C0D-4CD1-A848-230B44174F80}"/>
              </a:ext>
            </a:extLst>
          </p:cNvPr>
          <p:cNvSpPr>
            <a:spLocks xmlns:a="http://schemas.openxmlformats.org/drawingml/2006/main" noGrp="1"/>
          </p:cNvSpPr>
          <p:nvPr/>
        </p:nvSpPr>
        <p:spPr>
          <a:xfrm xmlns:a="http://schemas.openxmlformats.org/drawingml/2006/main">
            <a:off x="409575" y="392430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A77492CD-A011-4C68-AB75-32B68E8BFA02}"/>
              </a:ext>
            </a:extLst>
          </p:cNvPr>
          <p:cNvSpPr>
            <a:spLocks xmlns:a="http://schemas.openxmlformats.org/drawingml/2006/main" noGrp="1"/>
          </p:cNvSpPr>
          <p:nvPr/>
        </p:nvSpPr>
        <p:spPr>
          <a:xfrm xmlns:a="http://schemas.openxmlformats.org/drawingml/2006/main">
            <a:off x="457200" y="39338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Show a second caring act. Say how it meets a need in the story.</a:t>
            </a:r>
          </a:p>
        </p:txBody>
      </p:sp>
      <p:sp>
        <p:nvSpPr>
          <p:cNvPr id="30" name="shape">
            <a:extLst xmlns:a="http://schemas.openxmlformats.org/drawingml/2006/main">
              <a:ext uri="{FF2B5EF4-FFF2-40B4-BE49-F238E27FC236}">
                <a16:creationId xmlns:a16="http://schemas.microsoft.com/office/drawing/2014/main" id="{5216A58B-737F-4FB9-B65E-0A58E2366D92}"/>
              </a:ext>
            </a:extLst>
          </p:cNvPr>
          <p:cNvSpPr>
            <a:spLocks xmlns:a="http://schemas.openxmlformats.org/drawingml/2006/main" noGrp="1"/>
          </p:cNvSpPr>
          <p:nvPr/>
        </p:nvSpPr>
        <p:spPr>
          <a:xfrm xmlns:a="http://schemas.openxmlformats.org/drawingml/2006/main">
            <a:off x="409575" y="431482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AA629CAE-6E21-4A07-90B2-D9750A223AF1}"/>
              </a:ext>
            </a:extLst>
          </p:cNvPr>
          <p:cNvSpPr>
            <a:spLocks xmlns:a="http://schemas.openxmlformats.org/drawingml/2006/main" noGrp="1"/>
          </p:cNvSpPr>
          <p:nvPr/>
        </p:nvSpPr>
        <p:spPr>
          <a:xfrm xmlns:a="http://schemas.openxmlformats.org/drawingml/2006/main">
            <a:off x="457200" y="43243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Help: Go back to one source part. Find the detail you need.</a:t>
            </a:r>
          </a:p>
        </p:txBody>
      </p:sp>
      <p:sp>
        <p:nvSpPr>
          <p:cNvPr id="32" name="shape">
            <a:extLst xmlns:a="http://schemas.openxmlformats.org/drawingml/2006/main">
              <a:ext uri="{FF2B5EF4-FFF2-40B4-BE49-F238E27FC236}">
                <a16:creationId xmlns:a16="http://schemas.microsoft.com/office/drawing/2014/main" id="{02BEEB01-F39A-42CE-B801-4FE51D5EBA6D}"/>
              </a:ext>
            </a:extLst>
          </p:cNvPr>
          <p:cNvSpPr>
            <a:spLocks xmlns:a="http://schemas.openxmlformats.org/drawingml/2006/main" noGrp="1"/>
          </p:cNvSpPr>
          <p:nvPr/>
        </p:nvSpPr>
        <p:spPr>
          <a:xfrm xmlns:a="http://schemas.openxmlformats.org/drawingml/2006/main">
            <a:off x="409575" y="470535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33" name="pupil-text">
            <a:extLst xmlns:a="http://schemas.openxmlformats.org/drawingml/2006/main">
              <a:ext uri="{FF2B5EF4-FFF2-40B4-BE49-F238E27FC236}">
                <a16:creationId xmlns:a16="http://schemas.microsoft.com/office/drawing/2014/main" id="{A0649EFB-6EAB-47AA-BE61-2D557FF16CE6}"/>
              </a:ext>
            </a:extLst>
          </p:cNvPr>
          <p:cNvSpPr>
            <a:spLocks xmlns:a="http://schemas.openxmlformats.org/drawingml/2006/main" noGrp="1"/>
          </p:cNvSpPr>
          <p:nvPr/>
        </p:nvSpPr>
        <p:spPr>
          <a:xfrm xmlns:a="http://schemas.openxmlformats.org/drawingml/2006/main">
            <a:off x="457200" y="4714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Blank record: My caring act [ ] / My story detail [ ] / It helps by [ ] / My check [ ].</a:t>
            </a:r>
          </a:p>
        </p:txBody>
      </p:sp>
    </p:spTree>
    <p:extLst>
      <p:ext uri="{BB962C8B-B14F-4D97-AF65-F5344CB8AC3E}">
        <p14:creationId xmlns:p14="http://schemas.microsoft.com/office/powerpoint/2010/main" val="1627696018"/>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4515C86F-7FA3-453C-8E77-FBCE82809CCE}"/>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1</a:t>
            </a:r>
          </a:p>
        </p:txBody>
      </p:sp>
      <p:sp>
        <p:nvSpPr>
          <p:cNvPr id="2" name="stage-clock">
            <a:extLst xmlns:a="http://schemas.openxmlformats.org/drawingml/2006/main">
              <a:ext uri="{FF2B5EF4-FFF2-40B4-BE49-F238E27FC236}">
                <a16:creationId xmlns:a16="http://schemas.microsoft.com/office/drawing/2014/main" id="{49A6F408-CAA7-4C4F-8430-E18E71666B44}"/>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B23A41E8-2211-4654-B681-57385D890338}"/>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C9F2BF40-F752-4B43-A9A1-BABF4DAD8C9B}"/>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5C8FC2B3-444A-4F5D-9753-A3F90A7C1BFF}"/>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D5E42201-50B9-48BA-BC5D-BB5E3D17B699}"/>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F9123EA8-9A5E-4EAC-8B1C-E552090D488C}"/>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D2AD7CFD-6DD4-42C7-90C8-4AC52CE22971}"/>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1CEB5826-906F-4382-9D99-226470D153F9}"/>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69FA39A3-068A-445E-ABE1-3653F56981B8}"/>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find care in a story.</a:t>
            </a:r>
          </a:p>
        </p:txBody>
      </p:sp>
      <p:sp>
        <p:nvSpPr>
          <p:cNvPr id="11" name="re-framing">
            <a:extLst xmlns:a="http://schemas.openxmlformats.org/drawingml/2006/main">
              <a:ext uri="{FF2B5EF4-FFF2-40B4-BE49-F238E27FC236}">
                <a16:creationId xmlns:a16="http://schemas.microsoft.com/office/drawing/2014/main" id="{FBB9A3E5-781C-4252-B04D-DD369CD6BDBA}"/>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5E4836C4-1613-460D-AD7E-3A3BD50323C1}"/>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2B43FCE1-6EE8-4131-917E-738A77044067}"/>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33 / 38</a:t>
            </a:r>
          </a:p>
        </p:txBody>
      </p:sp>
      <p:sp>
        <p:nvSpPr>
          <p:cNvPr id="14" name="licence-footer">
            <a:extLst xmlns:a="http://schemas.openxmlformats.org/drawingml/2006/main">
              <a:ext uri="{FF2B5EF4-FFF2-40B4-BE49-F238E27FC236}">
                <a16:creationId xmlns:a16="http://schemas.microsoft.com/office/drawing/2014/main" id="{044DF477-C858-4DC6-A396-D07D9BB8FE37}"/>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EB72E8F8-B843-4D61-8287-86BF378F01E8}"/>
              </a:ext>
            </a:extLst>
          </p:cNvPr>
          <p:cNvPicPr>
            <a:picLocks xmlns:a="http://schemas.openxmlformats.org/drawingml/2006/main" noChangeAspect="1"/>
          </p:cNvPicPr>
          <p:nvPr/>
        </p:nvPicPr>
        <p:blipFill>
          <a:blip xmlns:r="http://schemas.openxmlformats.org/officeDocument/2006/relationships" xmlns:a="http://schemas.openxmlformats.org/drawingml/2006/main" r:embed="R54ccbe24175446c3"/>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E7E45C93-CC37-4B00-922E-8BB22495FEC3}"/>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65A75950-90FC-4ABD-BB24-249A1962C76E}"/>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Review and improve: Check one part against the case. Change it, or say why it should stay.</a:t>
            </a:r>
          </a:p>
        </p:txBody>
      </p:sp>
      <p:sp>
        <p:nvSpPr>
          <p:cNvPr id="18" name="shape">
            <a:extLst xmlns:a="http://schemas.openxmlformats.org/drawingml/2006/main">
              <a:ext uri="{FF2B5EF4-FFF2-40B4-BE49-F238E27FC236}">
                <a16:creationId xmlns:a16="http://schemas.microsoft.com/office/drawing/2014/main" id="{DA4FFF04-9FA6-489A-ACBC-664D92DF7C3A}"/>
              </a:ext>
            </a:extLst>
          </p:cNvPr>
          <p:cNvSpPr>
            <a:spLocks xmlns:a="http://schemas.openxmlformats.org/drawingml/2006/main" noGrp="1"/>
          </p:cNvSpPr>
          <p:nvPr/>
        </p:nvSpPr>
        <p:spPr>
          <a:xfrm xmlns:a="http://schemas.openxmlformats.org/drawingml/2006/main">
            <a:off x="409575" y="213360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FD82D345-CDEF-47D0-A170-A9D4B8EAAC97}"/>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You may point, speak, sign, use symbols, draw or write. An adult may write your words. You may pass.</a:t>
            </a:r>
          </a:p>
        </p:txBody>
      </p:sp>
      <p:sp>
        <p:nvSpPr>
          <p:cNvPr id="20" name="shape">
            <a:extLst xmlns:a="http://schemas.openxmlformats.org/drawingml/2006/main">
              <a:ext uri="{FF2B5EF4-FFF2-40B4-BE49-F238E27FC236}">
                <a16:creationId xmlns:a16="http://schemas.microsoft.com/office/drawing/2014/main" id="{BEFD8104-D11D-4B44-92C7-70565C68943D}"/>
              </a:ext>
            </a:extLst>
          </p:cNvPr>
          <p:cNvSpPr>
            <a:spLocks xmlns:a="http://schemas.openxmlformats.org/drawingml/2006/main" noGrp="1"/>
          </p:cNvSpPr>
          <p:nvPr/>
        </p:nvSpPr>
        <p:spPr>
          <a:xfrm xmlns:a="http://schemas.openxmlformats.org/drawingml/2006/main">
            <a:off x="409575" y="252412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33C4569E-8995-454B-836D-F234C7DB0E49}"/>
              </a:ext>
            </a:extLst>
          </p:cNvPr>
          <p:cNvSpPr>
            <a:spLocks xmlns:a="http://schemas.openxmlformats.org/drawingml/2006/main" noGrp="1"/>
          </p:cNvSpPr>
          <p:nvPr/>
        </p:nvSpPr>
        <p:spPr>
          <a:xfrm xmlns:a="http://schemas.openxmlformats.org/drawingml/2006/main">
            <a:off x="457200" y="25336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 S · C □</a:t>
            </a:r>
          </a:p>
        </p:txBody>
      </p:sp>
    </p:spTree>
    <p:extLst>
      <p:ext uri="{BB962C8B-B14F-4D97-AF65-F5344CB8AC3E}">
        <p14:creationId xmlns:p14="http://schemas.microsoft.com/office/powerpoint/2010/main" val="1363765169"/>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9BBBBF93-F533-4D2A-916F-3EA22D8EAC0B}"/>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1</a:t>
            </a:r>
          </a:p>
        </p:txBody>
      </p:sp>
      <p:sp>
        <p:nvSpPr>
          <p:cNvPr id="2" name="stage-clock">
            <a:extLst xmlns:a="http://schemas.openxmlformats.org/drawingml/2006/main">
              <a:ext uri="{FF2B5EF4-FFF2-40B4-BE49-F238E27FC236}">
                <a16:creationId xmlns:a16="http://schemas.microsoft.com/office/drawing/2014/main" id="{6A352697-8CC7-466A-BC74-DD9AB5961402}"/>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3 min · 37 to 40</a:t>
            </a:r>
          </a:p>
        </p:txBody>
      </p:sp>
      <p:sp>
        <p:nvSpPr>
          <p:cNvPr id="3" name="slide-title">
            <a:extLst xmlns:a="http://schemas.openxmlformats.org/drawingml/2006/main">
              <a:ext uri="{FF2B5EF4-FFF2-40B4-BE49-F238E27FC236}">
                <a16:creationId xmlns:a16="http://schemas.microsoft.com/office/drawing/2014/main" id="{85A01619-9709-46E5-B4E1-1196CD730B15}"/>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Exit Ticket</a:t>
            </a:r>
          </a:p>
        </p:txBody>
      </p:sp>
      <p:sp>
        <p:nvSpPr>
          <p:cNvPr id="4" name="shape">
            <a:extLst xmlns:a="http://schemas.openxmlformats.org/drawingml/2006/main">
              <a:ext uri="{FF2B5EF4-FFF2-40B4-BE49-F238E27FC236}">
                <a16:creationId xmlns:a16="http://schemas.microsoft.com/office/drawing/2014/main" id="{0B720213-11C4-43C4-9BE1-9F934C1BC8EB}"/>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E3DD45A3-6754-4E7B-BDD0-38D70648CE0F}"/>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E5460F88-166E-4A16-984B-C303D5059E9A}"/>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6C2D2042-D3C5-43D4-9366-0EA10444913C}"/>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A130A919-5540-443F-9F43-F4FC8A489767}"/>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BE6349E1-A74D-4A2D-8D14-F9DC6555D53E}"/>
              </a:ext>
            </a:extLst>
          </p:cNvPr>
          <p:cNvSpPr>
            <a:spLocks xmlns:a="http://schemas.openxmlformats.org/drawingml/2006/main" noGrp="1"/>
          </p:cNvSpPr>
          <p:nvPr/>
        </p:nvSpPr>
        <p:spPr>
          <a:xfrm xmlns:a="http://schemas.openxmlformats.org/drawingml/2006/main">
            <a:off x="109096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144CB91A-ABD1-4798-90D2-72085CEB1539}"/>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find care in a story.</a:t>
            </a:r>
          </a:p>
        </p:txBody>
      </p:sp>
      <p:sp>
        <p:nvSpPr>
          <p:cNvPr id="11" name="re-framing">
            <a:extLst xmlns:a="http://schemas.openxmlformats.org/drawingml/2006/main">
              <a:ext uri="{FF2B5EF4-FFF2-40B4-BE49-F238E27FC236}">
                <a16:creationId xmlns:a16="http://schemas.microsoft.com/office/drawing/2014/main" id="{8B90E2E9-4DE2-45C7-9589-9B83834DDD00}"/>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40C313ED-965F-4E27-86E2-B93089A2AF67}"/>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E6C03B17-BF5E-48FC-8176-62F568562FBD}"/>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34 / 38</a:t>
            </a:r>
          </a:p>
        </p:txBody>
      </p:sp>
      <p:sp>
        <p:nvSpPr>
          <p:cNvPr id="14" name="licence-footer">
            <a:extLst xmlns:a="http://schemas.openxmlformats.org/drawingml/2006/main">
              <a:ext uri="{FF2B5EF4-FFF2-40B4-BE49-F238E27FC236}">
                <a16:creationId xmlns:a16="http://schemas.microsoft.com/office/drawing/2014/main" id="{29462E30-3979-411F-80DF-52BA2357AE76}"/>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6DB4EE9D-BD83-47C9-B1EA-18E238E56E80}"/>
              </a:ext>
            </a:extLst>
          </p:cNvPr>
          <p:cNvPicPr>
            <a:picLocks xmlns:a="http://schemas.openxmlformats.org/drawingml/2006/main" noChangeAspect="1"/>
          </p:cNvPicPr>
          <p:nvPr/>
        </p:nvPicPr>
        <p:blipFill>
          <a:blip xmlns:r="http://schemas.openxmlformats.org/officeDocument/2006/relationships" xmlns:a="http://schemas.openxmlformats.org/drawingml/2006/main" r:embed="R9fadbdc904064a94"/>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D3E981F4-DD9D-4B96-B555-65E5EADA09D2}"/>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Give two short replies, then show your confidence.</a:t>
            </a:r>
          </a:p>
        </p:txBody>
      </p:sp>
      <p:sp>
        <p:nvSpPr>
          <p:cNvPr id="17" name="pupil-text">
            <a:extLst xmlns:a="http://schemas.openxmlformats.org/drawingml/2006/main">
              <a:ext uri="{FF2B5EF4-FFF2-40B4-BE49-F238E27FC236}">
                <a16:creationId xmlns:a16="http://schemas.microsoft.com/office/drawing/2014/main" id="{6D9591CC-D686-4DE8-81E4-30FD234FEFFD}"/>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Use only the fresh source. You may pass.</a:t>
            </a:r>
          </a:p>
        </p:txBody>
      </p:sp>
      <p:sp>
        <p:nvSpPr>
          <p:cNvPr id="18" name="pupil-text">
            <a:extLst xmlns:a="http://schemas.openxmlformats.org/drawingml/2006/main">
              <a:ext uri="{FF2B5EF4-FFF2-40B4-BE49-F238E27FC236}">
                <a16:creationId xmlns:a16="http://schemas.microsoft.com/office/drawing/2014/main" id="{9DF137B5-E762-44A1-B0D8-CE98436D449E}"/>
              </a:ext>
            </a:extLst>
          </p:cNvPr>
          <p:cNvSpPr>
            <a:spLocks xmlns:a="http://schemas.openxmlformats.org/drawingml/2006/main" noGrp="1"/>
          </p:cNvSpPr>
          <p:nvPr/>
        </p:nvSpPr>
        <p:spPr>
          <a:xfrm xmlns:a="http://schemas.openxmlformats.org/drawingml/2006/main">
            <a:off x="457200" y="25336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Fresh made-up story: A person drops a bus pass near a bench. A helper spots it, asks whose it is and</a:t>
            </a:r>
          </a:p>
        </p:txBody>
      </p:sp>
      <p:sp>
        <p:nvSpPr>
          <p:cNvPr id="19" name="pupil-text">
            <a:extLst xmlns:a="http://schemas.openxmlformats.org/drawingml/2006/main">
              <a:ext uri="{FF2B5EF4-FFF2-40B4-BE49-F238E27FC236}">
                <a16:creationId xmlns:a16="http://schemas.microsoft.com/office/drawing/2014/main" id="{A38D98EF-686D-4A19-B227-3E1DBEAD1AB1}"/>
              </a:ext>
            </a:extLst>
          </p:cNvPr>
          <p:cNvSpPr>
            <a:spLocks xmlns:a="http://schemas.openxmlformats.org/drawingml/2006/main" noGrp="1"/>
          </p:cNvSpPr>
          <p:nvPr/>
        </p:nvSpPr>
        <p:spPr>
          <a:xfrm xmlns:a="http://schemas.openxmlformats.org/drawingml/2006/main">
            <a:off x="457200" y="28289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gives it back to its owner.</a:t>
            </a:r>
          </a:p>
        </p:txBody>
      </p:sp>
      <p:sp>
        <p:nvSpPr>
          <p:cNvPr id="20" name="pupil-text">
            <a:extLst xmlns:a="http://schemas.openxmlformats.org/drawingml/2006/main">
              <a:ext uri="{FF2B5EF4-FFF2-40B4-BE49-F238E27FC236}">
                <a16:creationId xmlns:a16="http://schemas.microsoft.com/office/drawing/2014/main" id="{8C1F05E3-8A08-4259-A6DD-0D2FFBCDD6D3}"/>
              </a:ext>
            </a:extLst>
          </p:cNvPr>
          <p:cNvSpPr>
            <a:spLocks xmlns:a="http://schemas.openxmlformats.org/drawingml/2006/main" noGrp="1"/>
          </p:cNvSpPr>
          <p:nvPr/>
        </p:nvSpPr>
        <p:spPr>
          <a:xfrm xmlns:a="http://schemas.openxmlformats.org/drawingml/2006/main">
            <a:off x="457200" y="32194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My confidence: 1 = not sure yet; 2 = some is clear; 3 = I can show it.</a:t>
            </a:r>
          </a:p>
        </p:txBody>
      </p:sp>
    </p:spTree>
    <p:extLst>
      <p:ext uri="{BB962C8B-B14F-4D97-AF65-F5344CB8AC3E}">
        <p14:creationId xmlns:p14="http://schemas.microsoft.com/office/powerpoint/2010/main" val="1864093117"/>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18A822E1-7C0F-42A7-8FDD-2C91FF991714}"/>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1</a:t>
            </a:r>
          </a:p>
        </p:txBody>
      </p:sp>
      <p:sp>
        <p:nvSpPr>
          <p:cNvPr id="2" name="stage-clock">
            <a:extLst xmlns:a="http://schemas.openxmlformats.org/drawingml/2006/main">
              <a:ext uri="{FF2B5EF4-FFF2-40B4-BE49-F238E27FC236}">
                <a16:creationId xmlns:a16="http://schemas.microsoft.com/office/drawing/2014/main" id="{D7008F54-D3A2-4A7F-AD04-59A1DEF97D20}"/>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3 min · 37 to 40</a:t>
            </a:r>
          </a:p>
        </p:txBody>
      </p:sp>
      <p:sp>
        <p:nvSpPr>
          <p:cNvPr id="3" name="slide-title">
            <a:extLst xmlns:a="http://schemas.openxmlformats.org/drawingml/2006/main">
              <a:ext uri="{FF2B5EF4-FFF2-40B4-BE49-F238E27FC236}">
                <a16:creationId xmlns:a16="http://schemas.microsoft.com/office/drawing/2014/main" id="{783FD66A-6008-4832-883B-3044177F9F7C}"/>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Fresh Exit source</a:t>
            </a:r>
          </a:p>
        </p:txBody>
      </p:sp>
      <p:sp>
        <p:nvSpPr>
          <p:cNvPr id="4" name="shape">
            <a:extLst xmlns:a="http://schemas.openxmlformats.org/drawingml/2006/main">
              <a:ext uri="{FF2B5EF4-FFF2-40B4-BE49-F238E27FC236}">
                <a16:creationId xmlns:a16="http://schemas.microsoft.com/office/drawing/2014/main" id="{BBF1B82E-7DB3-4BE6-9105-006539B6E104}"/>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C5C122D9-7E56-46F5-8436-3276F9A4A4B0}"/>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63FF14D6-2E6B-4696-9EC5-5CB8DCA9DD0E}"/>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0A211F64-6CFC-4953-8B06-B791F77984E6}"/>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36B293DD-0D86-4AC6-8EB4-FB8E96937ECA}"/>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E3FB11D0-3ADE-4742-8B45-BE5908A4BB65}"/>
              </a:ext>
            </a:extLst>
          </p:cNvPr>
          <p:cNvSpPr>
            <a:spLocks xmlns:a="http://schemas.openxmlformats.org/drawingml/2006/main" noGrp="1"/>
          </p:cNvSpPr>
          <p:nvPr/>
        </p:nvSpPr>
        <p:spPr>
          <a:xfrm xmlns:a="http://schemas.openxmlformats.org/drawingml/2006/main">
            <a:off x="109096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ED59A9A6-148C-4BD7-87A9-38DC316F0568}"/>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find care in a story.</a:t>
            </a:r>
          </a:p>
        </p:txBody>
      </p:sp>
      <p:sp>
        <p:nvSpPr>
          <p:cNvPr id="11" name="re-framing">
            <a:extLst xmlns:a="http://schemas.openxmlformats.org/drawingml/2006/main">
              <a:ext uri="{FF2B5EF4-FFF2-40B4-BE49-F238E27FC236}">
                <a16:creationId xmlns:a16="http://schemas.microsoft.com/office/drawing/2014/main" id="{BD713CE6-5084-4ABA-B67A-779E3BF3E36D}"/>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F137889B-F864-43C8-8F15-E84966A82645}"/>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4F8FD5C5-B1D8-4F46-AF19-225A8D6019A6}"/>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35 / 38</a:t>
            </a:r>
          </a:p>
        </p:txBody>
      </p:sp>
      <p:sp>
        <p:nvSpPr>
          <p:cNvPr id="14" name="licence-footer">
            <a:extLst xmlns:a="http://schemas.openxmlformats.org/drawingml/2006/main">
              <a:ext uri="{FF2B5EF4-FFF2-40B4-BE49-F238E27FC236}">
                <a16:creationId xmlns:a16="http://schemas.microsoft.com/office/drawing/2014/main" id="{1AA29933-E101-4A3F-8CF8-183B479D0910}"/>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8FF850F6-971B-46E6-B352-94C304FC0669}"/>
              </a:ext>
            </a:extLst>
          </p:cNvPr>
          <p:cNvPicPr>
            <a:picLocks xmlns:a="http://schemas.openxmlformats.org/drawingml/2006/main" noChangeAspect="1"/>
          </p:cNvPicPr>
          <p:nvPr/>
        </p:nvPicPr>
        <p:blipFill>
          <a:blip xmlns:r="http://schemas.openxmlformats.org/officeDocument/2006/relationships" xmlns:a="http://schemas.openxmlformats.org/drawingml/2006/main" r:embed="Re80845e21f7f4433"/>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91641A38-DC04-49CD-B39A-164495E7264B}"/>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Fresh made-up story: A person drops a bus pass near a bench. A helper spots it, asks whose it is and</a:t>
            </a:r>
          </a:p>
        </p:txBody>
      </p:sp>
      <p:sp>
        <p:nvSpPr>
          <p:cNvPr id="17" name="pupil-text">
            <a:extLst xmlns:a="http://schemas.openxmlformats.org/drawingml/2006/main">
              <a:ext uri="{FF2B5EF4-FFF2-40B4-BE49-F238E27FC236}">
                <a16:creationId xmlns:a16="http://schemas.microsoft.com/office/drawing/2014/main" id="{38858500-1F68-4D3A-9362-162F3741CDCD}"/>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gives it back to its owner.</a:t>
            </a:r>
          </a:p>
        </p:txBody>
      </p:sp>
      <p:sp>
        <p:nvSpPr>
          <p:cNvPr id="18" name="shape">
            <a:extLst xmlns:a="http://schemas.openxmlformats.org/drawingml/2006/main">
              <a:ext uri="{FF2B5EF4-FFF2-40B4-BE49-F238E27FC236}">
                <a16:creationId xmlns:a16="http://schemas.microsoft.com/office/drawing/2014/main" id="{18951C25-4A38-4F2F-B9C2-346CB61CAF9B}"/>
              </a:ext>
            </a:extLst>
          </p:cNvPr>
          <p:cNvSpPr>
            <a:spLocks xmlns:a="http://schemas.openxmlformats.org/drawingml/2006/main" noGrp="1"/>
          </p:cNvSpPr>
          <p:nvPr/>
        </p:nvSpPr>
        <p:spPr>
          <a:xfrm xmlns:a="http://schemas.openxmlformats.org/drawingml/2006/main">
            <a:off x="409575" y="24288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AB16AABB-2782-4077-AB30-62A0F02C0CDC}"/>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Give two short replies, then show your confidence.</a:t>
            </a:r>
          </a:p>
        </p:txBody>
      </p:sp>
    </p:spTree>
    <p:extLst>
      <p:ext uri="{BB962C8B-B14F-4D97-AF65-F5344CB8AC3E}">
        <p14:creationId xmlns:p14="http://schemas.microsoft.com/office/powerpoint/2010/main" val="1202735603"/>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AD6FD465-F20F-4854-B28D-DCB1130A594F}"/>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1</a:t>
            </a:r>
          </a:p>
        </p:txBody>
      </p:sp>
      <p:sp>
        <p:nvSpPr>
          <p:cNvPr id="2" name="stage-clock">
            <a:extLst xmlns:a="http://schemas.openxmlformats.org/drawingml/2006/main">
              <a:ext uri="{FF2B5EF4-FFF2-40B4-BE49-F238E27FC236}">
                <a16:creationId xmlns:a16="http://schemas.microsoft.com/office/drawing/2014/main" id="{CB4AD30C-B52E-468F-96A2-9583438D5487}"/>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3 min · 37 to 40</a:t>
            </a:r>
          </a:p>
        </p:txBody>
      </p:sp>
      <p:sp>
        <p:nvSpPr>
          <p:cNvPr id="3" name="slide-title">
            <a:extLst xmlns:a="http://schemas.openxmlformats.org/drawingml/2006/main">
              <a:ext uri="{FF2B5EF4-FFF2-40B4-BE49-F238E27FC236}">
                <a16:creationId xmlns:a16="http://schemas.microsoft.com/office/drawing/2014/main" id="{0437E443-820F-4172-8ABD-87F54C056D7A}"/>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Exit Ticket · Supported</a:t>
            </a:r>
          </a:p>
        </p:txBody>
      </p:sp>
      <p:sp>
        <p:nvSpPr>
          <p:cNvPr id="4" name="shape">
            <a:extLst xmlns:a="http://schemas.openxmlformats.org/drawingml/2006/main">
              <a:ext uri="{FF2B5EF4-FFF2-40B4-BE49-F238E27FC236}">
                <a16:creationId xmlns:a16="http://schemas.microsoft.com/office/drawing/2014/main" id="{AECF3168-5F3D-4381-9F39-3D8EBD27C867}"/>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242BE8E2-9FF8-4C3B-BDF0-70202FE3268A}"/>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F3718ACA-2D51-4080-A3B6-D9967F95DF80}"/>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579FD7EC-8D12-416F-85B0-DB3581E566E2}"/>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03E67043-9C66-4A75-8A9E-D968E8F50C4E}"/>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F111260D-BF6F-4CF5-8389-488B19635E4D}"/>
              </a:ext>
            </a:extLst>
          </p:cNvPr>
          <p:cNvSpPr>
            <a:spLocks xmlns:a="http://schemas.openxmlformats.org/drawingml/2006/main" noGrp="1"/>
          </p:cNvSpPr>
          <p:nvPr/>
        </p:nvSpPr>
        <p:spPr>
          <a:xfrm xmlns:a="http://schemas.openxmlformats.org/drawingml/2006/main">
            <a:off x="109096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3AAB757F-E730-4AB4-A5D5-8426FBFF2CAA}"/>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find care in a story.</a:t>
            </a:r>
          </a:p>
        </p:txBody>
      </p:sp>
      <p:sp>
        <p:nvSpPr>
          <p:cNvPr id="11" name="re-framing">
            <a:extLst xmlns:a="http://schemas.openxmlformats.org/drawingml/2006/main">
              <a:ext uri="{FF2B5EF4-FFF2-40B4-BE49-F238E27FC236}">
                <a16:creationId xmlns:a16="http://schemas.microsoft.com/office/drawing/2014/main" id="{06C37D6C-3E74-48F8-AE41-7147B297684A}"/>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A08B96EF-DB07-44F8-B6C5-BEBB93CC8339}"/>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690A4121-A46A-4E9F-87C7-1226E13B3D16}"/>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36 / 38</a:t>
            </a:r>
          </a:p>
        </p:txBody>
      </p:sp>
      <p:sp>
        <p:nvSpPr>
          <p:cNvPr id="14" name="licence-footer">
            <a:extLst xmlns:a="http://schemas.openxmlformats.org/drawingml/2006/main">
              <a:ext uri="{FF2B5EF4-FFF2-40B4-BE49-F238E27FC236}">
                <a16:creationId xmlns:a16="http://schemas.microsoft.com/office/drawing/2014/main" id="{DC373CC2-74A3-452B-9CE5-696645E10AF0}"/>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31223F8C-E185-4C11-B36C-5B7E00EB6CC3}"/>
              </a:ext>
            </a:extLst>
          </p:cNvPr>
          <p:cNvPicPr>
            <a:picLocks xmlns:a="http://schemas.openxmlformats.org/drawingml/2006/main" noChangeAspect="1"/>
          </p:cNvPicPr>
          <p:nvPr/>
        </p:nvPicPr>
        <p:blipFill>
          <a:blip xmlns:r="http://schemas.openxmlformats.org/officeDocument/2006/relationships" xmlns:a="http://schemas.openxmlformats.org/drawingml/2006/main" r:embed="R4048f9586abe4673"/>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8A471A18-448C-460A-9935-F9D30A133329}"/>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Give two short replies, then show your confidence.</a:t>
            </a:r>
          </a:p>
        </p:txBody>
      </p:sp>
      <p:sp>
        <p:nvSpPr>
          <p:cNvPr id="17" name="pupil-text">
            <a:extLst xmlns:a="http://schemas.openxmlformats.org/drawingml/2006/main">
              <a:ext uri="{FF2B5EF4-FFF2-40B4-BE49-F238E27FC236}">
                <a16:creationId xmlns:a16="http://schemas.microsoft.com/office/drawing/2014/main" id="{E906144E-929F-40C5-8EE8-2BAB37991F82}"/>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Check 1</a:t>
            </a:r>
          </a:p>
        </p:txBody>
      </p:sp>
      <p:sp>
        <p:nvSpPr>
          <p:cNvPr id="18" name="pupil-text">
            <a:extLst xmlns:a="http://schemas.openxmlformats.org/drawingml/2006/main">
              <a:ext uri="{FF2B5EF4-FFF2-40B4-BE49-F238E27FC236}">
                <a16:creationId xmlns:a16="http://schemas.microsoft.com/office/drawing/2014/main" id="{A02103FD-5E5A-4F3A-A19C-5206BF938781}"/>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Did the helper give the pass back or hide it?</a:t>
            </a:r>
          </a:p>
        </p:txBody>
      </p:sp>
      <p:sp>
        <p:nvSpPr>
          <p:cNvPr id="19" name="pupil-text">
            <a:extLst xmlns:a="http://schemas.openxmlformats.org/drawingml/2006/main">
              <a:ext uri="{FF2B5EF4-FFF2-40B4-BE49-F238E27FC236}">
                <a16:creationId xmlns:a16="http://schemas.microsoft.com/office/drawing/2014/main" id="{BAD73DBF-4C16-403A-B78A-A90A4D964231}"/>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Check 2</a:t>
            </a:r>
          </a:p>
        </p:txBody>
      </p:sp>
      <p:sp>
        <p:nvSpPr>
          <p:cNvPr id="20" name="pupil-text">
            <a:extLst xmlns:a="http://schemas.openxmlformats.org/drawingml/2006/main">
              <a:ext uri="{FF2B5EF4-FFF2-40B4-BE49-F238E27FC236}">
                <a16:creationId xmlns:a16="http://schemas.microsoft.com/office/drawing/2014/main" id="{BEDAF0ED-65C9-4864-9271-71796DB35B2E}"/>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How did this help the owner?</a:t>
            </a:r>
          </a:p>
        </p:txBody>
      </p:sp>
    </p:spTree>
    <p:extLst>
      <p:ext uri="{BB962C8B-B14F-4D97-AF65-F5344CB8AC3E}">
        <p14:creationId xmlns:p14="http://schemas.microsoft.com/office/powerpoint/2010/main" val="716865027"/>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16E97E17-B98C-4276-BFEB-D3E7C8EF487E}"/>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1</a:t>
            </a:r>
          </a:p>
        </p:txBody>
      </p:sp>
      <p:sp>
        <p:nvSpPr>
          <p:cNvPr id="2" name="stage-clock">
            <a:extLst xmlns:a="http://schemas.openxmlformats.org/drawingml/2006/main">
              <a:ext uri="{FF2B5EF4-FFF2-40B4-BE49-F238E27FC236}">
                <a16:creationId xmlns:a16="http://schemas.microsoft.com/office/drawing/2014/main" id="{A1598EED-CFF0-4D5A-A430-8ECD39E3CB06}"/>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3 min · 37 to 40</a:t>
            </a:r>
          </a:p>
        </p:txBody>
      </p:sp>
      <p:sp>
        <p:nvSpPr>
          <p:cNvPr id="3" name="slide-title">
            <a:extLst xmlns:a="http://schemas.openxmlformats.org/drawingml/2006/main">
              <a:ext uri="{FF2B5EF4-FFF2-40B4-BE49-F238E27FC236}">
                <a16:creationId xmlns:a16="http://schemas.microsoft.com/office/drawing/2014/main" id="{BAE5795D-7471-4753-B456-BA650344F8B4}"/>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Exit Ticket · Standard</a:t>
            </a:r>
          </a:p>
        </p:txBody>
      </p:sp>
      <p:sp>
        <p:nvSpPr>
          <p:cNvPr id="4" name="shape">
            <a:extLst xmlns:a="http://schemas.openxmlformats.org/drawingml/2006/main">
              <a:ext uri="{FF2B5EF4-FFF2-40B4-BE49-F238E27FC236}">
                <a16:creationId xmlns:a16="http://schemas.microsoft.com/office/drawing/2014/main" id="{F3C0A74D-AA28-43F5-AEDD-2CC5B9A9ABB1}"/>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1FB9A689-C310-4DF6-9A1C-8A312428FEA7}"/>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287FDCE8-0A60-4E5F-B05C-AFEF52E5E567}"/>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A98AE2C3-62B1-4627-B3C1-3E64FEB3D03D}"/>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797F631E-A2BA-4979-BB8A-C0888DE10CA4}"/>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40625619-15AA-4445-B531-C463186F8B90}"/>
              </a:ext>
            </a:extLst>
          </p:cNvPr>
          <p:cNvSpPr>
            <a:spLocks xmlns:a="http://schemas.openxmlformats.org/drawingml/2006/main" noGrp="1"/>
          </p:cNvSpPr>
          <p:nvPr/>
        </p:nvSpPr>
        <p:spPr>
          <a:xfrm xmlns:a="http://schemas.openxmlformats.org/drawingml/2006/main">
            <a:off x="109096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FC017367-3C2F-4783-9D6F-62F329C0E479}"/>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find care in a story.</a:t>
            </a:r>
          </a:p>
        </p:txBody>
      </p:sp>
      <p:sp>
        <p:nvSpPr>
          <p:cNvPr id="11" name="re-framing">
            <a:extLst xmlns:a="http://schemas.openxmlformats.org/drawingml/2006/main">
              <a:ext uri="{FF2B5EF4-FFF2-40B4-BE49-F238E27FC236}">
                <a16:creationId xmlns:a16="http://schemas.microsoft.com/office/drawing/2014/main" id="{571638AF-FA83-4B42-9945-06355D050E34}"/>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C3AD3100-8796-4166-A428-1FD85189614E}"/>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CB6FA995-8564-425B-AE2D-D72394D55DEC}"/>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37 / 38</a:t>
            </a:r>
          </a:p>
        </p:txBody>
      </p:sp>
      <p:sp>
        <p:nvSpPr>
          <p:cNvPr id="14" name="licence-footer">
            <a:extLst xmlns:a="http://schemas.openxmlformats.org/drawingml/2006/main">
              <a:ext uri="{FF2B5EF4-FFF2-40B4-BE49-F238E27FC236}">
                <a16:creationId xmlns:a16="http://schemas.microsoft.com/office/drawing/2014/main" id="{2612FA19-F53F-4DFF-9426-1C43E6DE8B99}"/>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30234782-77F9-477B-9BDC-349EAFF92098}"/>
              </a:ext>
            </a:extLst>
          </p:cNvPr>
          <p:cNvPicPr>
            <a:picLocks xmlns:a="http://schemas.openxmlformats.org/drawingml/2006/main" noChangeAspect="1"/>
          </p:cNvPicPr>
          <p:nvPr/>
        </p:nvPicPr>
        <p:blipFill>
          <a:blip xmlns:r="http://schemas.openxmlformats.org/officeDocument/2006/relationships" xmlns:a="http://schemas.openxmlformats.org/drawingml/2006/main" r:embed="R3e554de64b94426f"/>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B6512F12-F626-43E9-A263-F7C4F2FF931B}"/>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Give two short replies, then show your confidence.</a:t>
            </a:r>
          </a:p>
        </p:txBody>
      </p:sp>
      <p:sp>
        <p:nvSpPr>
          <p:cNvPr id="17" name="pupil-text">
            <a:extLst xmlns:a="http://schemas.openxmlformats.org/drawingml/2006/main">
              <a:ext uri="{FF2B5EF4-FFF2-40B4-BE49-F238E27FC236}">
                <a16:creationId xmlns:a16="http://schemas.microsoft.com/office/drawing/2014/main" id="{77B8B9B5-62DA-43D2-B4CB-DEC769DBE977}"/>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Check 1</a:t>
            </a:r>
          </a:p>
        </p:txBody>
      </p:sp>
      <p:sp>
        <p:nvSpPr>
          <p:cNvPr id="18" name="pupil-text">
            <a:extLst xmlns:a="http://schemas.openxmlformats.org/drawingml/2006/main">
              <a:ext uri="{FF2B5EF4-FFF2-40B4-BE49-F238E27FC236}">
                <a16:creationId xmlns:a16="http://schemas.microsoft.com/office/drawing/2014/main" id="{FD28B379-4044-4B8C-976D-A59379D1A69D}"/>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What caring act did the helper do?</a:t>
            </a:r>
          </a:p>
        </p:txBody>
      </p:sp>
      <p:sp>
        <p:nvSpPr>
          <p:cNvPr id="19" name="pupil-text">
            <a:extLst xmlns:a="http://schemas.openxmlformats.org/drawingml/2006/main">
              <a:ext uri="{FF2B5EF4-FFF2-40B4-BE49-F238E27FC236}">
                <a16:creationId xmlns:a16="http://schemas.microsoft.com/office/drawing/2014/main" id="{8760C8BC-5C5D-420D-9922-F82CF8B73544}"/>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Check 2</a:t>
            </a:r>
          </a:p>
        </p:txBody>
      </p:sp>
      <p:sp>
        <p:nvSpPr>
          <p:cNvPr id="20" name="pupil-text">
            <a:extLst xmlns:a="http://schemas.openxmlformats.org/drawingml/2006/main">
              <a:ext uri="{FF2B5EF4-FFF2-40B4-BE49-F238E27FC236}">
                <a16:creationId xmlns:a16="http://schemas.microsoft.com/office/drawing/2014/main" id="{50A52009-D5E1-4735-BA9A-A6E3DD247ADD}"/>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How did that act help?</a:t>
            </a:r>
          </a:p>
        </p:txBody>
      </p:sp>
    </p:spTree>
    <p:extLst>
      <p:ext uri="{BB962C8B-B14F-4D97-AF65-F5344CB8AC3E}">
        <p14:creationId xmlns:p14="http://schemas.microsoft.com/office/powerpoint/2010/main" val="1482728042"/>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1345F8C5-7B5F-4EAD-9868-610C2B2982C8}"/>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1</a:t>
            </a:r>
          </a:p>
        </p:txBody>
      </p:sp>
      <p:sp>
        <p:nvSpPr>
          <p:cNvPr id="2" name="stage-clock">
            <a:extLst xmlns:a="http://schemas.openxmlformats.org/drawingml/2006/main">
              <a:ext uri="{FF2B5EF4-FFF2-40B4-BE49-F238E27FC236}">
                <a16:creationId xmlns:a16="http://schemas.microsoft.com/office/drawing/2014/main" id="{6D54D5DD-27AB-42B0-B797-5EF05E7783B5}"/>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3 min · 37 to 40</a:t>
            </a:r>
          </a:p>
        </p:txBody>
      </p:sp>
      <p:sp>
        <p:nvSpPr>
          <p:cNvPr id="3" name="slide-title">
            <a:extLst xmlns:a="http://schemas.openxmlformats.org/drawingml/2006/main">
              <a:ext uri="{FF2B5EF4-FFF2-40B4-BE49-F238E27FC236}">
                <a16:creationId xmlns:a16="http://schemas.microsoft.com/office/drawing/2014/main" id="{E55A84B6-F253-41DE-BE44-BA7B236C8343}"/>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Exit Ticket · Stretch</a:t>
            </a:r>
          </a:p>
        </p:txBody>
      </p:sp>
      <p:sp>
        <p:nvSpPr>
          <p:cNvPr id="4" name="shape">
            <a:extLst xmlns:a="http://schemas.openxmlformats.org/drawingml/2006/main">
              <a:ext uri="{FF2B5EF4-FFF2-40B4-BE49-F238E27FC236}">
                <a16:creationId xmlns:a16="http://schemas.microsoft.com/office/drawing/2014/main" id="{22CB97CB-4469-466A-9055-08C173EF1FB1}"/>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49735D26-902C-4738-A250-5872001CC627}"/>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C6DBBBB7-9681-4A41-818F-07E457A895A9}"/>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CFC97122-6B68-4316-BE96-789E11C16BBD}"/>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696AAB6D-CF71-4890-91A4-B4419B7FDDD7}"/>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F14D1DB2-EE42-4B01-93EA-C3A52FD9A59F}"/>
              </a:ext>
            </a:extLst>
          </p:cNvPr>
          <p:cNvSpPr>
            <a:spLocks xmlns:a="http://schemas.openxmlformats.org/drawingml/2006/main" noGrp="1"/>
          </p:cNvSpPr>
          <p:nvPr/>
        </p:nvSpPr>
        <p:spPr>
          <a:xfrm xmlns:a="http://schemas.openxmlformats.org/drawingml/2006/main">
            <a:off x="109096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4DE6643C-6287-47A5-83B2-A955691C2390}"/>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find care in a story.</a:t>
            </a:r>
          </a:p>
        </p:txBody>
      </p:sp>
      <p:sp>
        <p:nvSpPr>
          <p:cNvPr id="11" name="re-framing">
            <a:extLst xmlns:a="http://schemas.openxmlformats.org/drawingml/2006/main">
              <a:ext uri="{FF2B5EF4-FFF2-40B4-BE49-F238E27FC236}">
                <a16:creationId xmlns:a16="http://schemas.microsoft.com/office/drawing/2014/main" id="{927A38C7-EFE6-49A2-8049-CEF0F3A570FC}"/>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C496A5AF-28AF-4CFF-87BE-7C51B28DCB9B}"/>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E8C96F89-D462-443A-9712-F3567CEAFE34}"/>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38 / 38</a:t>
            </a:r>
          </a:p>
        </p:txBody>
      </p:sp>
      <p:sp>
        <p:nvSpPr>
          <p:cNvPr id="14" name="licence-footer">
            <a:extLst xmlns:a="http://schemas.openxmlformats.org/drawingml/2006/main">
              <a:ext uri="{FF2B5EF4-FFF2-40B4-BE49-F238E27FC236}">
                <a16:creationId xmlns:a16="http://schemas.microsoft.com/office/drawing/2014/main" id="{66F28CD7-63D2-4849-9721-F4A3ACE471CC}"/>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75A37C53-9012-48C1-99EF-15C4D81800BC}"/>
              </a:ext>
            </a:extLst>
          </p:cNvPr>
          <p:cNvPicPr>
            <a:picLocks xmlns:a="http://schemas.openxmlformats.org/drawingml/2006/main" noChangeAspect="1"/>
          </p:cNvPicPr>
          <p:nvPr/>
        </p:nvPicPr>
        <p:blipFill>
          <a:blip xmlns:r="http://schemas.openxmlformats.org/officeDocument/2006/relationships" xmlns:a="http://schemas.openxmlformats.org/drawingml/2006/main" r:embed="R9d9e3bedacd64984"/>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63652ACC-28CB-4A86-8D63-8ADAF97A3888}"/>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Give two short replies, then show your confidence.</a:t>
            </a:r>
          </a:p>
        </p:txBody>
      </p:sp>
      <p:sp>
        <p:nvSpPr>
          <p:cNvPr id="17" name="pupil-text">
            <a:extLst xmlns:a="http://schemas.openxmlformats.org/drawingml/2006/main">
              <a:ext uri="{FF2B5EF4-FFF2-40B4-BE49-F238E27FC236}">
                <a16:creationId xmlns:a16="http://schemas.microsoft.com/office/drawing/2014/main" id="{70E48A68-7601-4931-A6B9-8F76A3D25B81}"/>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Check 1</a:t>
            </a:r>
          </a:p>
        </p:txBody>
      </p:sp>
      <p:sp>
        <p:nvSpPr>
          <p:cNvPr id="18" name="pupil-text">
            <a:extLst xmlns:a="http://schemas.openxmlformats.org/drawingml/2006/main">
              <a:ext uri="{FF2B5EF4-FFF2-40B4-BE49-F238E27FC236}">
                <a16:creationId xmlns:a16="http://schemas.microsoft.com/office/drawing/2014/main" id="{BDBE6D93-BCEB-4C97-8A76-A0294FDCF652}"/>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Choose a caring act and name its story detail.</a:t>
            </a:r>
          </a:p>
        </p:txBody>
      </p:sp>
      <p:sp>
        <p:nvSpPr>
          <p:cNvPr id="19" name="pupil-text">
            <a:extLst xmlns:a="http://schemas.openxmlformats.org/drawingml/2006/main">
              <a:ext uri="{FF2B5EF4-FFF2-40B4-BE49-F238E27FC236}">
                <a16:creationId xmlns:a16="http://schemas.microsoft.com/office/drawing/2014/main" id="{9329F3E6-1207-48C6-9EA5-171B500567A3}"/>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Check 2</a:t>
            </a:r>
          </a:p>
        </p:txBody>
      </p:sp>
      <p:sp>
        <p:nvSpPr>
          <p:cNvPr id="20" name="pupil-text">
            <a:extLst xmlns:a="http://schemas.openxmlformats.org/drawingml/2006/main">
              <a:ext uri="{FF2B5EF4-FFF2-40B4-BE49-F238E27FC236}">
                <a16:creationId xmlns:a16="http://schemas.microsoft.com/office/drawing/2014/main" id="{70F3F993-CBEB-435F-8643-171F59C0B17A}"/>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Why does that act count as care in this story?</a:t>
            </a:r>
          </a:p>
        </p:txBody>
      </p:sp>
    </p:spTree>
    <p:extLst>
      <p:ext uri="{BB962C8B-B14F-4D97-AF65-F5344CB8AC3E}">
        <p14:creationId xmlns:p14="http://schemas.microsoft.com/office/powerpoint/2010/main" val="1657215263"/>
      </p:ext>
    </p:extLst>
  </p:cSld>
</p:sld>
</file>

<file path=ppt/theme/theme1.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Lesson theme">
      <a:majorFont>
        <a:latin typeface="Liberation Sans"/>
        <a:ea typeface="Liberation Sans"/>
        <a:cs typeface="Liberation Sans"/>
      </a:majorFont>
      <a:minorFont>
        <a:latin typeface="Liberation Sans"/>
        <a:ea typeface="Liberation Sans"/>
        <a:cs typeface="Liberation Sans"/>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Lesson resource</dc:creator>
  <lastModifiedBy>Lesson resource</lastModifiedBy>
  <dc:title>How can a story show care?</dc:title>
  <dcterms:created xsi:type="dcterms:W3CDTF">2026-10-13T18:53:35.6590000Z</dcterms:created>
  <dcterms:modified xsi:type="dcterms:W3CDTF">2026-10-13T18:53:35.6590000Z</dcterms:modified>
  <dc:subject>BUILD-RE-S1-W01</dc:subject>
</coreProperties>
</file>

<file path=docProps/custom.xml><?xml version="1.0" encoding="utf-8"?>
<Properties xmlns="http://schemas.openxmlformats.org/officeDocument/2006/custom-properties" xmlns:vt="http://schemas.openxmlformats.org/officeDocument/2006/docPropsVTypes">
  <property fmtid="{D5CDD505-2E9C-101B-9397-08002B2CF9AE}" pid="2" name="source_page_sha256">
    <vt:lpwstr/>
  </property>
</Properties>
</file>