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2ef9cfde30204a02"/><Relationship Type="http://schemas.openxmlformats.org/officeDocument/2006/relationships/extended-properties" Target="/docProps/app.xml" Id="R3ec315e8c103482f"/><Relationship Type="http://schemas.openxmlformats.org/officeDocument/2006/relationships/officeDocument" Target="/ppt/presentation.xml" Id="Rc224d876d5474e43"/><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cdd06b3f4c7048da"/>
  </p:sldMasterIdLst>
  <p:notesMasterIdLst>
    <p:notesMasterId xmlns:r="http://schemas.openxmlformats.org/officeDocument/2006/relationships" r:id="Rfb39dd88aec848d0"/>
  </p:notesMasterIdLst>
  <p:sldIdLst>
    <p:sldId xmlns:r="http://schemas.openxmlformats.org/officeDocument/2006/relationships" id="256" r:id="Rfce89f0cf81d4aec"/>
    <p:sldId xmlns:r="http://schemas.openxmlformats.org/officeDocument/2006/relationships" id="257" r:id="R82e55a359d564c60"/>
    <p:sldId xmlns:r="http://schemas.openxmlformats.org/officeDocument/2006/relationships" id="258" r:id="R691c59dd61344fb2"/>
    <p:sldId xmlns:r="http://schemas.openxmlformats.org/officeDocument/2006/relationships" id="259" r:id="R5a021c5a6e8a415c"/>
    <p:sldId xmlns:r="http://schemas.openxmlformats.org/officeDocument/2006/relationships" id="260" r:id="Rdb23908e12084f02"/>
    <p:sldId xmlns:r="http://schemas.openxmlformats.org/officeDocument/2006/relationships" id="261" r:id="Re7941c1d12b34aee"/>
    <p:sldId xmlns:r="http://schemas.openxmlformats.org/officeDocument/2006/relationships" id="262" r:id="R4be8009942ad4b44"/>
    <p:sldId xmlns:r="http://schemas.openxmlformats.org/officeDocument/2006/relationships" id="263" r:id="Re26c43f808914c3d"/>
    <p:sldId xmlns:r="http://schemas.openxmlformats.org/officeDocument/2006/relationships" id="264" r:id="R4147d93f71424e43"/>
    <p:sldId xmlns:r="http://schemas.openxmlformats.org/officeDocument/2006/relationships" id="265" r:id="R926f191903204053"/>
    <p:sldId xmlns:r="http://schemas.openxmlformats.org/officeDocument/2006/relationships" id="266" r:id="R4e6e97a0db444b71"/>
    <p:sldId xmlns:r="http://schemas.openxmlformats.org/officeDocument/2006/relationships" id="267" r:id="R82531be1633e40d2"/>
    <p:sldId xmlns:r="http://schemas.openxmlformats.org/officeDocument/2006/relationships" id="268" r:id="Rb10b124ea3fb4df9"/>
    <p:sldId xmlns:r="http://schemas.openxmlformats.org/officeDocument/2006/relationships" id="269" r:id="Rc26d2ebf5689435d"/>
    <p:sldId xmlns:r="http://schemas.openxmlformats.org/officeDocument/2006/relationships" id="270" r:id="R47ef0e42d0d64f94"/>
    <p:sldId xmlns:r="http://schemas.openxmlformats.org/officeDocument/2006/relationships" id="271" r:id="R1a9d285a61a54eae"/>
    <p:sldId xmlns:r="http://schemas.openxmlformats.org/officeDocument/2006/relationships" id="272" r:id="Ra4db4d7bf79a483d"/>
    <p:sldId xmlns:r="http://schemas.openxmlformats.org/officeDocument/2006/relationships" id="273" r:id="R38312077729449f0"/>
    <p:sldId xmlns:r="http://schemas.openxmlformats.org/officeDocument/2006/relationships" id="274" r:id="Ra5e5c4d78da34004"/>
    <p:sldId xmlns:r="http://schemas.openxmlformats.org/officeDocument/2006/relationships" id="275" r:id="R05452b1814d746a1"/>
    <p:sldId xmlns:r="http://schemas.openxmlformats.org/officeDocument/2006/relationships" id="276" r:id="Rb08d7c9ca1ca43c8"/>
    <p:sldId xmlns:r="http://schemas.openxmlformats.org/officeDocument/2006/relationships" id="277" r:id="Rb8a8b431a7834cd2"/>
    <p:sldId xmlns:r="http://schemas.openxmlformats.org/officeDocument/2006/relationships" id="278" r:id="R18ea0537ddc94516"/>
    <p:sldId xmlns:r="http://schemas.openxmlformats.org/officeDocument/2006/relationships" id="279" r:id="R475abfa15f59464e"/>
    <p:sldId xmlns:r="http://schemas.openxmlformats.org/officeDocument/2006/relationships" id="280" r:id="R5589191e11c843ce"/>
    <p:sldId xmlns:r="http://schemas.openxmlformats.org/officeDocument/2006/relationships" id="281" r:id="R2706c95b885c408b"/>
    <p:sldId xmlns:r="http://schemas.openxmlformats.org/officeDocument/2006/relationships" id="282" r:id="Rded10fc053df43c1"/>
    <p:sldId xmlns:r="http://schemas.openxmlformats.org/officeDocument/2006/relationships" id="283" r:id="R4cf145cfb52e4efa"/>
    <p:sldId xmlns:r="http://schemas.openxmlformats.org/officeDocument/2006/relationships" id="284" r:id="R62ac15c6f6d54228"/>
    <p:sldId xmlns:r="http://schemas.openxmlformats.org/officeDocument/2006/relationships" id="285" r:id="R47af97eebb3f4bb8"/>
    <p:sldId xmlns:r="http://schemas.openxmlformats.org/officeDocument/2006/relationships" id="286" r:id="Rf33ab013284b40cb"/>
    <p:sldId xmlns:r="http://schemas.openxmlformats.org/officeDocument/2006/relationships" id="287" r:id="R79b74862c02240b3"/>
    <p:sldId xmlns:r="http://schemas.openxmlformats.org/officeDocument/2006/relationships" id="288" r:id="R821191298dd54bfe"/>
    <p:sldId xmlns:r="http://schemas.openxmlformats.org/officeDocument/2006/relationships" id="289" r:id="Rf77574f90b254a75"/>
    <p:sldId xmlns:r="http://schemas.openxmlformats.org/officeDocument/2006/relationships" id="290" r:id="R4e2a6ba902524b89"/>
    <p:sldId xmlns:r="http://schemas.openxmlformats.org/officeDocument/2006/relationships" id="291" r:id="Rb4589cfff02749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3d12a5c60e447d" /><Relationship Type="http://schemas.openxmlformats.org/officeDocument/2006/relationships/slideMaster" Target="/ppt/slideMasters/slideMaster1.xml" Id="Rcdd06b3f4c7048da" /><Relationship Type="http://schemas.openxmlformats.org/officeDocument/2006/relationships/notesMaster" Target="/ppt/notesMasters/notesMaster1.xml" Id="Rfb39dd88aec848d0" /><Relationship Type="http://schemas.openxmlformats.org/officeDocument/2006/relationships/presProps" Target="/ppt/presProps.xml" Id="Raf0619945c3c4c52" /><Relationship Type="http://schemas.openxmlformats.org/officeDocument/2006/relationships/tableStyles" Target="/ppt/tableStyles.xml" Id="R541b8628c11e4a34" /><Relationship Type="http://schemas.openxmlformats.org/officeDocument/2006/relationships/slide" Target="/ppt/slides/slide1.xml" Id="Rfce89f0cf81d4aec" /><Relationship Type="http://schemas.openxmlformats.org/officeDocument/2006/relationships/slide" Target="/ppt/slides/slide2.xml" Id="R82e55a359d564c60" /><Relationship Type="http://schemas.openxmlformats.org/officeDocument/2006/relationships/slide" Target="/ppt/slides/slide3.xml" Id="R691c59dd61344fb2" /><Relationship Type="http://schemas.openxmlformats.org/officeDocument/2006/relationships/slide" Target="/ppt/slides/slide4.xml" Id="R5a021c5a6e8a415c" /><Relationship Type="http://schemas.openxmlformats.org/officeDocument/2006/relationships/slide" Target="/ppt/slides/slide5.xml" Id="Rdb23908e12084f02" /><Relationship Type="http://schemas.openxmlformats.org/officeDocument/2006/relationships/slide" Target="/ppt/slides/slide6.xml" Id="Re7941c1d12b34aee" /><Relationship Type="http://schemas.openxmlformats.org/officeDocument/2006/relationships/slide" Target="/ppt/slides/slide7.xml" Id="R4be8009942ad4b44" /><Relationship Type="http://schemas.openxmlformats.org/officeDocument/2006/relationships/slide" Target="/ppt/slides/slide8.xml" Id="Re26c43f808914c3d" /><Relationship Type="http://schemas.openxmlformats.org/officeDocument/2006/relationships/slide" Target="/ppt/slides/slide9.xml" Id="R4147d93f71424e43" /><Relationship Type="http://schemas.openxmlformats.org/officeDocument/2006/relationships/slide" Target="/ppt/slides/slide10.xml" Id="R926f191903204053" /><Relationship Type="http://schemas.openxmlformats.org/officeDocument/2006/relationships/slide" Target="/ppt/slides/slide11.xml" Id="R4e6e97a0db444b71" /><Relationship Type="http://schemas.openxmlformats.org/officeDocument/2006/relationships/slide" Target="/ppt/slides/slide12.xml" Id="R82531be1633e40d2" /><Relationship Type="http://schemas.openxmlformats.org/officeDocument/2006/relationships/slide" Target="/ppt/slides/slide13.xml" Id="Rb10b124ea3fb4df9" /><Relationship Type="http://schemas.openxmlformats.org/officeDocument/2006/relationships/slide" Target="/ppt/slides/slide14.xml" Id="Rc26d2ebf5689435d" /><Relationship Type="http://schemas.openxmlformats.org/officeDocument/2006/relationships/slide" Target="/ppt/slides/slide15.xml" Id="R47ef0e42d0d64f94" /><Relationship Type="http://schemas.openxmlformats.org/officeDocument/2006/relationships/slide" Target="/ppt/slides/slide16.xml" Id="R1a9d285a61a54eae" /><Relationship Type="http://schemas.openxmlformats.org/officeDocument/2006/relationships/slide" Target="/ppt/slides/slide17.xml" Id="Ra4db4d7bf79a483d" /><Relationship Type="http://schemas.openxmlformats.org/officeDocument/2006/relationships/slide" Target="/ppt/slides/slide18.xml" Id="R38312077729449f0" /><Relationship Type="http://schemas.openxmlformats.org/officeDocument/2006/relationships/slide" Target="/ppt/slides/slide19.xml" Id="Ra5e5c4d78da34004" /><Relationship Type="http://schemas.openxmlformats.org/officeDocument/2006/relationships/slide" Target="/ppt/slides/slide20.xml" Id="R05452b1814d746a1" /><Relationship Type="http://schemas.openxmlformats.org/officeDocument/2006/relationships/slide" Target="/ppt/slides/slide21.xml" Id="Rb08d7c9ca1ca43c8" /><Relationship Type="http://schemas.openxmlformats.org/officeDocument/2006/relationships/slide" Target="/ppt/slides/slide22.xml" Id="Rb8a8b431a7834cd2" /><Relationship Type="http://schemas.openxmlformats.org/officeDocument/2006/relationships/slide" Target="/ppt/slides/slide23.xml" Id="R18ea0537ddc94516" /><Relationship Type="http://schemas.openxmlformats.org/officeDocument/2006/relationships/slide" Target="/ppt/slides/slide24.xml" Id="R475abfa15f59464e" /><Relationship Type="http://schemas.openxmlformats.org/officeDocument/2006/relationships/slide" Target="/ppt/slides/slide25.xml" Id="R5589191e11c843ce" /><Relationship Type="http://schemas.openxmlformats.org/officeDocument/2006/relationships/slide" Target="/ppt/slides/slide26.xml" Id="R2706c95b885c408b" /><Relationship Type="http://schemas.openxmlformats.org/officeDocument/2006/relationships/slide" Target="/ppt/slides/slide27.xml" Id="Rded10fc053df43c1" /><Relationship Type="http://schemas.openxmlformats.org/officeDocument/2006/relationships/slide" Target="/ppt/slides/slide28.xml" Id="R4cf145cfb52e4efa" /><Relationship Type="http://schemas.openxmlformats.org/officeDocument/2006/relationships/slide" Target="/ppt/slides/slide29.xml" Id="R62ac15c6f6d54228" /><Relationship Type="http://schemas.openxmlformats.org/officeDocument/2006/relationships/slide" Target="/ppt/slides/slide30.xml" Id="R47af97eebb3f4bb8" /><Relationship Type="http://schemas.openxmlformats.org/officeDocument/2006/relationships/slide" Target="/ppt/slides/slide31.xml" Id="Rf33ab013284b40cb" /><Relationship Type="http://schemas.openxmlformats.org/officeDocument/2006/relationships/slide" Target="/ppt/slides/slide32.xml" Id="R79b74862c02240b3" /><Relationship Type="http://schemas.openxmlformats.org/officeDocument/2006/relationships/slide" Target="/ppt/slides/slide33.xml" Id="R821191298dd54bfe" /><Relationship Type="http://schemas.openxmlformats.org/officeDocument/2006/relationships/slide" Target="/ppt/slides/slide34.xml" Id="Rf77574f90b254a75" /><Relationship Type="http://schemas.openxmlformats.org/officeDocument/2006/relationships/slide" Target="/ppt/slides/slide35.xml" Id="R4e2a6ba902524b89" /><Relationship Type="http://schemas.openxmlformats.org/officeDocument/2006/relationships/slide" Target="/ppt/slides/slide36.xml" Id="Rb4589cfff02749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2be5365ee943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3cd92a74044f78" /><Relationship Type="http://schemas.openxmlformats.org/officeDocument/2006/relationships/notesMaster" Target="/ppt/notesMasters/notesMaster1.xml" Id="Rc89eec81fd8348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c724af3b214b61" /><Relationship Type="http://schemas.openxmlformats.org/officeDocument/2006/relationships/notesMaster" Target="/ppt/notesMasters/notesMaster1.xml" Id="R3341f74cc29747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bcca2c5d7342bb" /><Relationship Type="http://schemas.openxmlformats.org/officeDocument/2006/relationships/notesMaster" Target="/ppt/notesMasters/notesMaster1.xml" Id="Ra65cd850e5de4a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2ebb7067d24287" /><Relationship Type="http://schemas.openxmlformats.org/officeDocument/2006/relationships/notesMaster" Target="/ppt/notesMasters/notesMaster1.xml" Id="Rbb26fb9e3e6f4f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71ccc5ebe143a3" /><Relationship Type="http://schemas.openxmlformats.org/officeDocument/2006/relationships/notesMaster" Target="/ppt/notesMasters/notesMaster1.xml" Id="R3018428ab1d849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6419e82a874e4a" /><Relationship Type="http://schemas.openxmlformats.org/officeDocument/2006/relationships/notesMaster" Target="/ppt/notesMasters/notesMaster1.xml" Id="R83b2dc6f471849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d7550aa4664a03" /><Relationship Type="http://schemas.openxmlformats.org/officeDocument/2006/relationships/notesMaster" Target="/ppt/notesMasters/notesMaster1.xml" Id="R324d98f1ced64e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c089e1a80e471f" /><Relationship Type="http://schemas.openxmlformats.org/officeDocument/2006/relationships/notesMaster" Target="/ppt/notesMasters/notesMaster1.xml" Id="Rabdc57f1dcc842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0f96cdf52c40b1" /><Relationship Type="http://schemas.openxmlformats.org/officeDocument/2006/relationships/notesMaster" Target="/ppt/notesMasters/notesMaster1.xml" Id="R1e55214f13de4e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c03cbfc1584c4d" /><Relationship Type="http://schemas.openxmlformats.org/officeDocument/2006/relationships/notesMaster" Target="/ppt/notesMasters/notesMaster1.xml" Id="R9ed903e382054c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6be42f20bd4b63" /><Relationship Type="http://schemas.openxmlformats.org/officeDocument/2006/relationships/notesMaster" Target="/ppt/notesMasters/notesMaster1.xml" Id="R2fd2b4ca45e846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2e3b0c22334caf" /><Relationship Type="http://schemas.openxmlformats.org/officeDocument/2006/relationships/notesMaster" Target="/ppt/notesMasters/notesMaster1.xml" Id="Rf5e7768e01ed4e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093c83cb8d48f9" /><Relationship Type="http://schemas.openxmlformats.org/officeDocument/2006/relationships/notesMaster" Target="/ppt/notesMasters/notesMaster1.xml" Id="Rd1530af648554c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eb7d48ea2242d6" /><Relationship Type="http://schemas.openxmlformats.org/officeDocument/2006/relationships/notesMaster" Target="/ppt/notesMasters/notesMaster1.xml" Id="Rc591e57d4ad04f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92f20ccbe904da4" /><Relationship Type="http://schemas.openxmlformats.org/officeDocument/2006/relationships/notesMaster" Target="/ppt/notesMasters/notesMaster1.xml" Id="R7b9fb9267cad40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2d0597c1b3407a" /><Relationship Type="http://schemas.openxmlformats.org/officeDocument/2006/relationships/notesMaster" Target="/ppt/notesMasters/notesMaster1.xml" Id="R8841f2da510e41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d0cb3e53c8415f" /><Relationship Type="http://schemas.openxmlformats.org/officeDocument/2006/relationships/notesMaster" Target="/ppt/notesMasters/notesMaster1.xml" Id="R502fad0723f945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d3798cf1644857" /><Relationship Type="http://schemas.openxmlformats.org/officeDocument/2006/relationships/notesMaster" Target="/ppt/notesMasters/notesMaster1.xml" Id="R091b8458108642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59eb6dfb7c4e1c" /><Relationship Type="http://schemas.openxmlformats.org/officeDocument/2006/relationships/notesMaster" Target="/ppt/notesMasters/notesMaster1.xml" Id="R03e4d2c8197848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8929ccca6a487f" /><Relationship Type="http://schemas.openxmlformats.org/officeDocument/2006/relationships/notesMaster" Target="/ppt/notesMasters/notesMaster1.xml" Id="Rde5040f6e51e43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4345e56917469b" /><Relationship Type="http://schemas.openxmlformats.org/officeDocument/2006/relationships/notesMaster" Target="/ppt/notesMasters/notesMaster1.xml" Id="R1a4148da12e943a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07fe4195fd402f" /><Relationship Type="http://schemas.openxmlformats.org/officeDocument/2006/relationships/notesMaster" Target="/ppt/notesMasters/notesMaster1.xml" Id="R9041ad1c4e9b4a1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819d19badc24914" /><Relationship Type="http://schemas.openxmlformats.org/officeDocument/2006/relationships/notesMaster" Target="/ppt/notesMasters/notesMaster1.xml" Id="Rfc21825b55814f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4b2e0c721645cb" /><Relationship Type="http://schemas.openxmlformats.org/officeDocument/2006/relationships/notesMaster" Target="/ppt/notesMasters/notesMaster1.xml" Id="R0a8b7aa9cb6c4a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a4ff2a76ff42c8" /><Relationship Type="http://schemas.openxmlformats.org/officeDocument/2006/relationships/notesMaster" Target="/ppt/notesMasters/notesMaster1.xml" Id="R5fabbb3bc77a4fa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c03b6ebc20471b" /><Relationship Type="http://schemas.openxmlformats.org/officeDocument/2006/relationships/notesMaster" Target="/ppt/notesMasters/notesMaster1.xml" Id="R819a47bc066b4f4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2994ffee2e4060" /><Relationship Type="http://schemas.openxmlformats.org/officeDocument/2006/relationships/notesMaster" Target="/ppt/notesMasters/notesMaster1.xml" Id="R3305c68a9d3442b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850265482e24f9b" /><Relationship Type="http://schemas.openxmlformats.org/officeDocument/2006/relationships/notesMaster" Target="/ppt/notesMasters/notesMaster1.xml" Id="R4f17a859183b4a4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5967f3e397e4ce9" /><Relationship Type="http://schemas.openxmlformats.org/officeDocument/2006/relationships/notesMaster" Target="/ppt/notesMasters/notesMaster1.xml" Id="R1a97ee8ec1c3419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ce0ab9aa5f64d23" /><Relationship Type="http://schemas.openxmlformats.org/officeDocument/2006/relationships/notesMaster" Target="/ppt/notesMasters/notesMaster1.xml" Id="R50cc73e36aed451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56347c090264536" /><Relationship Type="http://schemas.openxmlformats.org/officeDocument/2006/relationships/notesMaster" Target="/ppt/notesMasters/notesMaster1.xml" Id="Rf94e326bd888404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a85701ed60456a" /><Relationship Type="http://schemas.openxmlformats.org/officeDocument/2006/relationships/notesMaster" Target="/ppt/notesMasters/notesMaster1.xml" Id="R779bdf44bace413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2e37c9a11624252" /><Relationship Type="http://schemas.openxmlformats.org/officeDocument/2006/relationships/notesMaster" Target="/ppt/notesMasters/notesMaster1.xml" Id="R1fa237df2d87403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1f85b83dce740c4" /><Relationship Type="http://schemas.openxmlformats.org/officeDocument/2006/relationships/notesMaster" Target="/ppt/notesMasters/notesMaster1.xml" Id="R883fa63984024fa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67e207a34a247ed" /><Relationship Type="http://schemas.openxmlformats.org/officeDocument/2006/relationships/notesMaster" Target="/ppt/notesMasters/notesMaster1.xml" Id="Ra1de9294438b4e6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a63f84915dd4540" /><Relationship Type="http://schemas.openxmlformats.org/officeDocument/2006/relationships/notesMaster" Target="/ppt/notesMasters/notesMaster1.xml" Id="R5b4f46655b4045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BUILD-RE-S1-W06: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BUILD-RE-S1-W06.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make a record of care.”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BUILD-RE-S1-W06: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BUILD-RE-S1-W06.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make a record of care.”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Asking what help is wanted.</a:t>
            </a:r>
          </a:p>
          <a:p xmlns:a="http://schemas.openxmlformats.org/drawingml/2006/main">
            <a:r>
              <a:t>2. Adult answer: No.</a:t>
            </a:r>
          </a:p>
          <a:p xmlns:a="http://schemas.openxmlformats.org/drawingml/2006/main">
            <a:r>
              <a:t>3. Adult answer: Stop/fade help.</a:t>
            </a:r>
          </a:p>
          <a:p xmlns:a="http://schemas.openxmlformats.org/drawingml/2006/main">
            <a:r>
              <a:t>4. Adult answer: Yes; prior idea accepted.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What help was wanted.</a:t>
            </a:r>
          </a:p>
          <a:p xmlns:a="http://schemas.openxmlformats.org/drawingml/2006/main">
            <a:r>
              <a:t>2. Adult answer: No; it was an intended response in a made-up case.</a:t>
            </a:r>
          </a:p>
          <a:p xmlns:a="http://schemas.openxmlformats.org/drawingml/2006/main">
            <a:r>
              <a:t>3. Adult answer: Stop/fade help and respect the changed choice.</a:t>
            </a:r>
          </a:p>
          <a:p xmlns:a="http://schemas.openxmlformats.org/drawingml/2006/main">
            <a:r>
              <a:t>4. Adult answer: Words, marks, pictures, symbols or another accessible mode.</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It fitted the stated need and kept the person’s choice.</a:t>
            </a:r>
          </a:p>
          <a:p xmlns:a="http://schemas.openxmlformats.org/drawingml/2006/main">
            <a:r>
              <a:t>2. Adult answer: It described an intention, not something claimed to have happened.</a:t>
            </a:r>
          </a:p>
          <a:p xmlns:a="http://schemas.openxmlformats.org/drawingml/2006/main">
            <a:r>
              <a:t>3. Adult answer: Continuing could override choice and become taking over.</a:t>
            </a:r>
          </a:p>
          <a:p xmlns:a="http://schemas.openxmlformats.org/drawingml/2006/main">
            <a:r>
              <a:t>4. Adult answer: What the chosen act/sign means and how it helps;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2 (slide-2).</a:t>
            </a:r>
          </a:p>
          <a:p xmlns:a="http://schemas.openxmlformats.org/drawingml/2006/main">
            <a:r>
              <a:t>Adult note: Items 1–3 retrieve the actual supplied Week 5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3 (slide-3).</a:t>
            </a:r>
          </a:p>
          <a:p xmlns:a="http://schemas.openxmlformats.org/drawingml/2006/main">
            <a:r>
              <a:t>Adult note: One question only, using the picture/source observation indicated. Do not add a second prompt or show a full task answer. Answer guidance: Card to draw on; one observation only.</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Card to draw on; one observation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3 (slide-3).</a:t>
            </a:r>
          </a:p>
          <a:p xmlns:a="http://schemas.openxmlformats.org/drawingml/2006/main">
            <a:r>
              <a:t>Adult note: One question only, using the picture/source observation indicated. Do not add a second prompt or show a full task answer. Answer guidance: Card to draw on; one observation only.</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Card to draw on; one observation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Any meaningful symbol/image linked to offering a quiet seat; meaning and respect must link to the stated request and choice; learning line in pupil’s own words. Do not require the model’s exact sign or sentence.</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Any meaningful symbol/image linked to offering a quiet seat; meaning and respect must link to the stated request and choice; learning line in pupil’s own words. Do not require the model’s exact sign or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Any meaningful symbol/image linked to offering a quiet seat; meaning and respect must link to the stated request and choice; learning line in pupil’s own words. Do not require the model’s exact sign or sentence.</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Any meaningful symbol/image linked to offering a quiet seat; meaning and respect must link to the stated request and choice; learning line in pupil’s own words. Do not require the model’s exact sign or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Any meaningful symbol/image linked to offering a quiet seat; meaning and respect must link to the stated request and choice; learning line in pupil’s own words. Do not require the model’s exact sign or sentence.</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Any meaningful symbol/image linked to offering a quiet seat; meaning and respect must link to the stated request and choice; learning line in pupil’s own words. Do not require the model’s exact sign or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Offers to hold the folder still/waits for agreement.</a:t>
            </a:r>
          </a:p>
          <a:p xmlns:a="http://schemas.openxmlformats.org/drawingml/2006/main">
            <a:r>
              <a:t>2. Adult answer: Helping with a stated need, asking/waiting and keeping choice; own linked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Accurate act from the folder-label case; pupil directs the record.</a:t>
            </a:r>
          </a:p>
          <a:p xmlns:a="http://schemas.openxmlformats.org/drawingml/2006/main">
            <a:r>
              <a:t>2. Adult answer: A source-linked explanation of the chosen act and care/choice.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BUILD_RE_S1_W06.html; SHA-256 3821ebd8847503795d336448a37d066cd331a3ce3ab730db60b4738c4bb3df9c.</a:t>
            </a:r>
          </a:p>
          <a:p xmlns:a="http://schemas.openxmlformats.org/drawingml/2006/main">
            <a:r>
              <a:t>Lesson BUILD-RE-S1-W06;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Holding the folder still is offered to help attach the label; agreement awaited.</a:t>
            </a:r>
          </a:p>
          <a:p xmlns:a="http://schemas.openxmlformats.org/drawingml/2006/main">
            <a:r>
              <a:t>2. Adult answer: It includes waiting/choice and source-grounded help, not taking 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c5e5756a5242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bff0f19c0c45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96d00783bd44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278444e3a34d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4ccb3f56a54b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001e0c95a040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1EECBD-3A05-4A6F-9155-6F102DCD1DE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3CA70A-1FAF-424B-B8B6-F142F8B9FE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8948FA-4618-4BEB-AEAD-C496484AF98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BA4F81-A283-4606-83D0-E9D113D734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34EB15-1C47-4764-B8B0-A93D456B31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42F5BCA-3939-4F3D-96FD-53520CA093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42F87E-635E-4C6D-BD58-2C5A9FAED0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1393F0-AD38-4144-9DA6-081795F518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73A102-EFC0-440B-972E-C1035641B1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FE19DE-8247-4C09-ADCD-F16648F1A5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5c481333524e81" /><Relationship Type="http://schemas.openxmlformats.org/officeDocument/2006/relationships/slideLayout" Target="/ppt/slideLayouts/slideLayout1.xml" Id="R5099334dfff04f8f" /><Relationship Type="http://schemas.openxmlformats.org/officeDocument/2006/relationships/slideLayout" Target="/ppt/slideLayouts/slideLayout2.xml" Id="Rf7eb2e4a2867480f" /><Relationship Type="http://schemas.openxmlformats.org/officeDocument/2006/relationships/slideLayout" Target="/ppt/slideLayouts/slideLayout3.xml" Id="R8177c6d4aa38426b" /><Relationship Type="http://schemas.openxmlformats.org/officeDocument/2006/relationships/slideLayout" Target="/ppt/slideLayouts/slideLayout4.xml" Id="Re106baf7b6b9406b" /><Relationship Type="http://schemas.openxmlformats.org/officeDocument/2006/relationships/slideLayout" Target="/ppt/slideLayouts/slideLayout5.xml" Id="Ra6f2b74d1e384fbc" /><Relationship Type="http://schemas.openxmlformats.org/officeDocument/2006/relationships/slideLayout" Target="/ppt/slideLayouts/slideLayout6.xml" Id="R055f6ca032d24b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99334dfff04f8f"/>
    <p:sldLayoutId xmlns:r="http://schemas.openxmlformats.org/officeDocument/2006/relationships" id="2147483650" r:id="Rf7eb2e4a2867480f"/>
    <p:sldLayoutId xmlns:r="http://schemas.openxmlformats.org/officeDocument/2006/relationships" id="2147483651" r:id="R8177c6d4aa38426b"/>
    <p:sldLayoutId xmlns:r="http://schemas.openxmlformats.org/officeDocument/2006/relationships" id="2147483652" r:id="Re106baf7b6b9406b"/>
    <p:sldLayoutId xmlns:r="http://schemas.openxmlformats.org/officeDocument/2006/relationships" id="2147483653" r:id="Ra6f2b74d1e384fbc"/>
    <p:sldLayoutId xmlns:r="http://schemas.openxmlformats.org/officeDocument/2006/relationships" id="2147483654" r:id="R055f6ca032d24bf1"/>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30893269884830" /><Relationship Type="http://schemas.openxmlformats.org/officeDocument/2006/relationships/image" Target="/ppt/media/image.jpeg" Id="Radb156691dfc4f81" /><Relationship Type="http://schemas.openxmlformats.org/officeDocument/2006/relationships/notesSlide" Target="/ppt/notesSlides/notesSlide1.xml" Id="R1c641fb144c24521"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da72f1939e64469d"/><Relationship Type="http://schemas.openxmlformats.org/officeDocument/2006/relationships/image" Target="../media/image.jpeg" Id="R80b76847571f4848"/><Relationship Type="http://schemas.openxmlformats.org/officeDocument/2006/relationships/notesSlide" Target="/ppt/notesSlides/notesSlide2.xml" Id="Recff1937983f432c"/></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c9fbe86f51464bb8"/><Relationship Type="http://schemas.openxmlformats.org/officeDocument/2006/relationships/image" Target="../media/image.jpeg" Id="R0e51ec5d452f401f"/><Relationship Type="http://schemas.openxmlformats.org/officeDocument/2006/relationships/notesSlide" Target="/ppt/notesSlides/notesSlide3.xml" Id="R3047ba137acb4ad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8f0952fcb6034e10"/><Relationship Type="http://schemas.openxmlformats.org/officeDocument/2006/relationships/image" Target="../media/image.jpeg" Id="R3c9dba2f40584ad3"/><Relationship Type="http://schemas.openxmlformats.org/officeDocument/2006/relationships/notesSlide" Target="/ppt/notesSlides/notesSlide4.xml" Id="Rf97a0b5c77f5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211be451dda64252"/><Relationship Type="http://schemas.openxmlformats.org/officeDocument/2006/relationships/image" Target="../media/image.jpeg" Id="R8f64503dbfc642fa"/><Relationship Type="http://schemas.openxmlformats.org/officeDocument/2006/relationships/notesSlide" Target="/ppt/notesSlides/notesSlide5.xml" Id="R27bd0f4e92b44e38"/></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dc93dfed24874f88"/><Relationship Type="http://schemas.openxmlformats.org/officeDocument/2006/relationships/image" Target="../media/image.jpeg" Id="Rad1d2f45dded4ca8"/><Relationship Type="http://schemas.openxmlformats.org/officeDocument/2006/relationships/notesSlide" Target="/ppt/notesSlides/notesSlide6.xml" Id="Rbbe01cf59a9445e0"/></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eac87eb3ea5a487b"/><Relationship Type="http://schemas.openxmlformats.org/officeDocument/2006/relationships/image" Target="../media/image.jpeg" Id="Rc187bc49bf1e4091"/><Relationship Type="http://schemas.openxmlformats.org/officeDocument/2006/relationships/notesSlide" Target="/ppt/notesSlides/notesSlide7.xml" Id="R7f04204a60dd446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a15aec4c7e574b8c"/><Relationship Type="http://schemas.openxmlformats.org/officeDocument/2006/relationships/image" Target="../media/image.jpeg" Id="R639bab822587415d"/><Relationship Type="http://schemas.openxmlformats.org/officeDocument/2006/relationships/notesSlide" Target="/ppt/notesSlides/notesSlide8.xml" Id="Rd4857c3bdaac49fd"/></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9d0c61f024834a74"/><Relationship Type="http://schemas.openxmlformats.org/officeDocument/2006/relationships/image" Target="../media/image.jpeg" Id="Rf1dd0a706cd742b6"/><Relationship Type="http://schemas.openxmlformats.org/officeDocument/2006/relationships/notesSlide" Target="/ppt/notesSlides/notesSlide9.xml" Id="Re361112d7db446c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b6c04569fcf04989"/><Relationship Type="http://schemas.openxmlformats.org/officeDocument/2006/relationships/image" Target="../media/image.jpeg" Id="Rfb36247a29064cf9"/><Relationship Type="http://schemas.openxmlformats.org/officeDocument/2006/relationships/notesSlide" Target="/ppt/notesSlides/notesSlide10.xml" Id="Rb19bdbebeed04e5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44dc22b08474428f"/><Relationship Type="http://schemas.openxmlformats.org/officeDocument/2006/relationships/image" Target="../media/image.jpeg" Id="R00f1863aebc24fd8"/><Relationship Type="http://schemas.openxmlformats.org/officeDocument/2006/relationships/notesSlide" Target="/ppt/notesSlides/notesSlide11.xml" Id="Ra7f462a3f2a04f06"/></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a9fbecb6ee6f4838"/><Relationship Type="http://schemas.openxmlformats.org/officeDocument/2006/relationships/image" Target="../media/image.jpeg" Id="R514615ffc5944b81"/><Relationship Type="http://schemas.openxmlformats.org/officeDocument/2006/relationships/notesSlide" Target="/ppt/notesSlides/notesSlide12.xml" Id="R524782463f4a439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fe9b2a338cd145c0"/><Relationship Type="http://schemas.openxmlformats.org/officeDocument/2006/relationships/image" Target="../media/image.jpeg" Id="R4691f0f8272e4bd2"/><Relationship Type="http://schemas.openxmlformats.org/officeDocument/2006/relationships/notesSlide" Target="/ppt/notesSlides/notesSlide13.xml" Id="R01446d67126944e1"/></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edefba34f2f54fb0"/><Relationship Type="http://schemas.openxmlformats.org/officeDocument/2006/relationships/image" Target="../media/image.jpeg" Id="Rbd85ced847484710"/><Relationship Type="http://schemas.openxmlformats.org/officeDocument/2006/relationships/notesSlide" Target="/ppt/notesSlides/notesSlide14.xml" Id="R2bbd6c6bf69c4a0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f32f8b6191c44f27"/><Relationship Type="http://schemas.openxmlformats.org/officeDocument/2006/relationships/image" Target="../media/image.jpeg" Id="Rd43e2e8a3cb244f3"/><Relationship Type="http://schemas.openxmlformats.org/officeDocument/2006/relationships/notesSlide" Target="/ppt/notesSlides/notesSlide15.xml" Id="R7500bbba9fd6419d"/></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1009f886089d4c0a"/><Relationship Type="http://schemas.openxmlformats.org/officeDocument/2006/relationships/image" Target="../media/image.jpeg" Id="Rfa8e9931565a4dcb"/><Relationship Type="http://schemas.openxmlformats.org/officeDocument/2006/relationships/notesSlide" Target="/ppt/notesSlides/notesSlide16.xml" Id="Ra948133954f943e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e2c976a5402b4ed1"/><Relationship Type="http://schemas.openxmlformats.org/officeDocument/2006/relationships/image" Target="../media/image.jpeg" Id="R5c4eccb76b624f42"/><Relationship Type="http://schemas.openxmlformats.org/officeDocument/2006/relationships/notesSlide" Target="/ppt/notesSlides/notesSlide17.xml" Id="R97812fa4d2d34248"/></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dc1dae46b6b145c6"/><Relationship Type="http://schemas.openxmlformats.org/officeDocument/2006/relationships/image" Target="../media/image.jpeg" Id="Rb5072b5ffb0e4632"/><Relationship Type="http://schemas.openxmlformats.org/officeDocument/2006/relationships/notesSlide" Target="/ppt/notesSlides/notesSlide18.xml" Id="R1f54334d0a504e75"/></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27d88c1d818c4b97"/><Relationship Type="http://schemas.openxmlformats.org/officeDocument/2006/relationships/image" Target="../media/image.jpeg" Id="Rf3ae86a0532747fb"/><Relationship Type="http://schemas.openxmlformats.org/officeDocument/2006/relationships/notesSlide" Target="/ppt/notesSlides/notesSlide19.xml" Id="Rb54ac57aff6e4ef9"/></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7ee3111c69714f09"/><Relationship Type="http://schemas.openxmlformats.org/officeDocument/2006/relationships/image" Target="../media/image.jpeg" Id="Rdcae49cc900b47c2"/><Relationship Type="http://schemas.openxmlformats.org/officeDocument/2006/relationships/notesSlide" Target="/ppt/notesSlides/notesSlide20.xml" Id="R40857084780b4589"/></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1038a4f01c6e4c6b"/><Relationship Type="http://schemas.openxmlformats.org/officeDocument/2006/relationships/image" Target="../media/image.jpeg" Id="R6916da7246314977"/><Relationship Type="http://schemas.openxmlformats.org/officeDocument/2006/relationships/notesSlide" Target="/ppt/notesSlides/notesSlide21.xml" Id="R57418128801e474a"/></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ea8111fce92e4f36"/><Relationship Type="http://schemas.openxmlformats.org/officeDocument/2006/relationships/image" Target="../media/image.jpeg" Id="R019a026fb58f4e22"/><Relationship Type="http://schemas.openxmlformats.org/officeDocument/2006/relationships/notesSlide" Target="/ppt/notesSlides/notesSlide22.xml" Id="R324959d7e4f547e7"/></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961e9690fba94be1"/><Relationship Type="http://schemas.openxmlformats.org/officeDocument/2006/relationships/image" Target="../media/image.jpeg" Id="Rae65371240624a53"/><Relationship Type="http://schemas.openxmlformats.org/officeDocument/2006/relationships/notesSlide" Target="/ppt/notesSlides/notesSlide23.xml" Id="R745cd361de68444c"/></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5479cc2755f24f4c"/><Relationship Type="http://schemas.openxmlformats.org/officeDocument/2006/relationships/image" Target="../media/image.jpeg" Id="R12d9625852a344cd"/><Relationship Type="http://schemas.openxmlformats.org/officeDocument/2006/relationships/notesSlide" Target="/ppt/notesSlides/notesSlide24.xml" Id="R61156976ccc34924"/></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6e2579e87642413a"/><Relationship Type="http://schemas.openxmlformats.org/officeDocument/2006/relationships/image" Target="../media/image.jpeg" Id="R6903a3f2a59540c3"/><Relationship Type="http://schemas.openxmlformats.org/officeDocument/2006/relationships/notesSlide" Target="/ppt/notesSlides/notesSlide25.xml" Id="R0cf8baba740e4668"/></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53c2bbe456264c12"/><Relationship Type="http://schemas.openxmlformats.org/officeDocument/2006/relationships/image" Target="../media/image.jpeg" Id="Rb6a846115cc8495d"/><Relationship Type="http://schemas.openxmlformats.org/officeDocument/2006/relationships/notesSlide" Target="/ppt/notesSlides/notesSlide26.xml" Id="R9e4acf3f073845fc"/></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9fbe422e6ffb426a"/><Relationship Type="http://schemas.openxmlformats.org/officeDocument/2006/relationships/image" Target="../media/image.jpeg" Id="Rd7f99b1d681f4544"/><Relationship Type="http://schemas.openxmlformats.org/officeDocument/2006/relationships/notesSlide" Target="/ppt/notesSlides/notesSlide27.xml" Id="Ra100fb7b11f64a4f"/></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56247fb5db474702"/><Relationship Type="http://schemas.openxmlformats.org/officeDocument/2006/relationships/image" Target="../media/image.jpeg" Id="Reef3e4599cb4431c"/><Relationship Type="http://schemas.openxmlformats.org/officeDocument/2006/relationships/notesSlide" Target="/ppt/notesSlides/notesSlide28.xml" Id="Rb9993130faf94192"/></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5ff4bcb45c74dcb"/><Relationship Type="http://schemas.openxmlformats.org/officeDocument/2006/relationships/image" Target="../media/image.jpeg" Id="Rb26d196a99d843c8"/><Relationship Type="http://schemas.openxmlformats.org/officeDocument/2006/relationships/notesSlide" Target="/ppt/notesSlides/notesSlide29.xml" Id="Rebd01050c4aa4bdc"/></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836ea4bd92144984"/><Relationship Type="http://schemas.openxmlformats.org/officeDocument/2006/relationships/image" Target="../media/image.jpeg" Id="R6281e8161ac14a8d"/><Relationship Type="http://schemas.openxmlformats.org/officeDocument/2006/relationships/notesSlide" Target="/ppt/notesSlides/notesSlide30.xml" Id="R82cf272f2b224251"/></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c1b505cddf994b9c"/><Relationship Type="http://schemas.openxmlformats.org/officeDocument/2006/relationships/image" Target="../media/image.jpeg" Id="R44626a20f74e451b"/><Relationship Type="http://schemas.openxmlformats.org/officeDocument/2006/relationships/notesSlide" Target="/ppt/notesSlides/notesSlide31.xml" Id="Re7610ecb6fed42ea"/></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859a9e27c09c4e2c"/><Relationship Type="http://schemas.openxmlformats.org/officeDocument/2006/relationships/image" Target="../media/image.jpeg" Id="Ree86f44670db4d9b"/><Relationship Type="http://schemas.openxmlformats.org/officeDocument/2006/relationships/notesSlide" Target="/ppt/notesSlides/notesSlide32.xml" Id="Rb8dae1474cc243a8"/></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68428e525c7849f6"/><Relationship Type="http://schemas.openxmlformats.org/officeDocument/2006/relationships/image" Target="../media/image.jpeg" Id="R024be12995574bb2"/><Relationship Type="http://schemas.openxmlformats.org/officeDocument/2006/relationships/notesSlide" Target="/ppt/notesSlides/notesSlide33.xml" Id="R488c5b2698dd4a4e"/></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3382667071a74a26"/><Relationship Type="http://schemas.openxmlformats.org/officeDocument/2006/relationships/image" Target="../media/image.jpeg" Id="Rfb23e0b191a04264"/><Relationship Type="http://schemas.openxmlformats.org/officeDocument/2006/relationships/notesSlide" Target="/ppt/notesSlides/notesSlide34.xml" Id="Rbeae1841fea64f70"/></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0e6393635e664e98"/><Relationship Type="http://schemas.openxmlformats.org/officeDocument/2006/relationships/image" Target="../media/image.jpeg" Id="R5ab7ed82f4be4062"/><Relationship Type="http://schemas.openxmlformats.org/officeDocument/2006/relationships/notesSlide" Target="/ppt/notesSlides/notesSlide35.xml" Id="Rf4b98d6e58d84e60"/></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375cc8ebc8e74a3d"/><Relationship Type="http://schemas.openxmlformats.org/officeDocument/2006/relationships/image" Target="../media/image.jpeg" Id="R37781d8e2b00487b"/><Relationship Type="http://schemas.openxmlformats.org/officeDocument/2006/relationships/notesSlide" Target="/ppt/notesSlides/notesSlide36.xml" Id="Red7cb88e4fd746c8"/></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082EE6DB-30B0-4DDE-9D32-BF621E2A376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D7508BAF-45B8-455F-8E0E-ACD1B4623F1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76C3ABA9-DDB0-414F-A945-B7D0F19C216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6</a:t>
            </a:r>
          </a:p>
        </p:txBody>
      </p:sp>
      <p:sp>
        <p:nvSpPr>
          <p:cNvPr id="4" name="shape">
            <a:extLst xmlns:a="http://schemas.openxmlformats.org/drawingml/2006/main">
              <a:ext uri="{FF2B5EF4-FFF2-40B4-BE49-F238E27FC236}">
                <a16:creationId xmlns:a16="http://schemas.microsoft.com/office/drawing/2014/main" id="{F914BF4C-8B24-47B6-A996-B549C277CB2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F5C5227-2EFC-4C85-9D2B-D1BB60F98A2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F3B8D9F-4B10-4F81-85ED-7D27221AAAA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2EE8098-D8E2-46A5-B82F-C935082ACEB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ABD6B07-52F8-4C26-9BFA-3A088199C0A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35D75B4-81A7-48CD-8C36-3004C94ED4D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90BB9B1-DC8E-479F-85E7-BD9DE7BEBAC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88B7F3D6-C36B-4311-B027-F549DD1F971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E91F31C-E9C8-49CD-8223-B44FBA696DB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0895EB9-ADC0-4235-9725-956DA2B9329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36</a:t>
            </a:r>
          </a:p>
        </p:txBody>
      </p:sp>
      <p:sp>
        <p:nvSpPr>
          <p:cNvPr id="14" name="licence-footer">
            <a:extLst xmlns:a="http://schemas.openxmlformats.org/drawingml/2006/main">
              <a:ext uri="{FF2B5EF4-FFF2-40B4-BE49-F238E27FC236}">
                <a16:creationId xmlns:a16="http://schemas.microsoft.com/office/drawing/2014/main" id="{422DCBD5-B2DB-472E-8397-3A6E9E5BC14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D53DDC9-8086-4324-93C9-954DDC78F2ED}"/>
              </a:ext>
            </a:extLst>
          </p:cNvPr>
          <p:cNvPicPr>
            <a:picLocks xmlns:a="http://schemas.openxmlformats.org/drawingml/2006/main" noChangeAspect="1"/>
          </p:cNvPicPr>
          <p:nvPr/>
        </p:nvPicPr>
        <p:blipFill>
          <a:blip xmlns:r="http://schemas.openxmlformats.org/officeDocument/2006/relationships" xmlns:a="http://schemas.openxmlformats.org/drawingml/2006/main" r:embed="Radb156691dfc4f8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64A0CA1-EFD3-4D1D-961E-B51D954634D6}"/>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Caring for others</a:t>
            </a:r>
          </a:p>
        </p:txBody>
      </p:sp>
      <p:sp>
        <p:nvSpPr>
          <p:cNvPr id="17" name="pupil-text">
            <a:extLst xmlns:a="http://schemas.openxmlformats.org/drawingml/2006/main">
              <a:ext uri="{FF2B5EF4-FFF2-40B4-BE49-F238E27FC236}">
                <a16:creationId xmlns:a16="http://schemas.microsoft.com/office/drawing/2014/main" id="{75E68A7F-F14B-4F8E-B3C4-BFA95089D7EB}"/>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BUILD</a:t>
            </a:r>
          </a:p>
        </p:txBody>
      </p:sp>
      <p:sp>
        <p:nvSpPr>
          <p:cNvPr id="18" name="pupil-text">
            <a:extLst xmlns:a="http://schemas.openxmlformats.org/drawingml/2006/main">
              <a:ext uri="{FF2B5EF4-FFF2-40B4-BE49-F238E27FC236}">
                <a16:creationId xmlns:a16="http://schemas.microsoft.com/office/drawing/2014/main" id="{9C5BA0F3-DDA9-4A1A-895B-B7012D05058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6 · Lesson: BUILD-RE-S1-W06</a:t>
            </a:r>
          </a:p>
        </p:txBody>
      </p:sp>
      <p:sp>
        <p:nvSpPr>
          <p:cNvPr id="19" name="pupil-text">
            <a:extLst xmlns:a="http://schemas.openxmlformats.org/drawingml/2006/main">
              <a:ext uri="{FF2B5EF4-FFF2-40B4-BE49-F238E27FC236}">
                <a16:creationId xmlns:a16="http://schemas.microsoft.com/office/drawing/2014/main" id="{9AF11F3A-FC19-4FB1-98D5-83AF469E2ED0}"/>
              </a:ext>
            </a:extLst>
          </p:cNvPr>
          <p:cNvSpPr>
            <a:spLocks xmlns:a="http://schemas.openxmlformats.org/drawingml/2006/main" noGrp="1"/>
          </p:cNvSpPr>
          <p:nvPr/>
        </p:nvSpPr>
        <p:spPr>
          <a:xfrm xmlns:a="http://schemas.openxmlformats.org/drawingml/2006/main">
            <a:off x="457200" y="2466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I show a caring response?</a:t>
            </a:r>
          </a:p>
        </p:txBody>
      </p:sp>
      <p:sp>
        <p:nvSpPr>
          <p:cNvPr id="20" name="pupil-text">
            <a:extLst xmlns:a="http://schemas.openxmlformats.org/drawingml/2006/main">
              <a:ext uri="{FF2B5EF4-FFF2-40B4-BE49-F238E27FC236}">
                <a16:creationId xmlns:a16="http://schemas.microsoft.com/office/drawing/2014/main" id="{4B8DCFB0-34F7-4386-8B93-BA4EBA74E634}"/>
              </a:ext>
            </a:extLst>
          </p:cNvPr>
          <p:cNvSpPr>
            <a:spLocks xmlns:a="http://schemas.openxmlformats.org/drawingml/2006/main" noGrp="1"/>
          </p:cNvSpPr>
          <p:nvPr/>
        </p:nvSpPr>
        <p:spPr>
          <a:xfrm xmlns:a="http://schemas.openxmlformats.org/drawingml/2006/main">
            <a:off x="457200" y="2790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make a record of care.</a:t>
            </a:r>
          </a:p>
        </p:txBody>
      </p:sp>
      <p:sp>
        <p:nvSpPr>
          <p:cNvPr id="21" name="shape">
            <a:extLst xmlns:a="http://schemas.openxmlformats.org/drawingml/2006/main">
              <a:ext uri="{FF2B5EF4-FFF2-40B4-BE49-F238E27FC236}">
                <a16:creationId xmlns:a16="http://schemas.microsoft.com/office/drawing/2014/main" id="{3CA194AC-51FB-43FF-A70A-EF52CB77DF60}"/>
              </a:ext>
            </a:extLst>
          </p:cNvPr>
          <p:cNvSpPr>
            <a:spLocks xmlns:a="http://schemas.openxmlformats.org/drawingml/2006/main" noGrp="1"/>
          </p:cNvSpPr>
          <p:nvPr/>
        </p:nvSpPr>
        <p:spPr>
          <a:xfrm xmlns:a="http://schemas.openxmlformats.org/drawingml/2006/main">
            <a:off x="409575" y="30765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FC636F9E-09C6-4BB9-9B3F-29CB12B38123}"/>
              </a:ext>
            </a:extLst>
          </p:cNvPr>
          <p:cNvSpPr>
            <a:spLocks xmlns:a="http://schemas.openxmlformats.org/drawingml/2006/main" noGrp="1"/>
          </p:cNvSpPr>
          <p:nvPr/>
        </p:nvSpPr>
        <p:spPr>
          <a:xfrm xmlns:a="http://schemas.openxmlformats.org/drawingml/2006/main">
            <a:off x="457200" y="3086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show a caring act and what it means.</a:t>
            </a:r>
          </a:p>
        </p:txBody>
      </p:sp>
      <p:sp>
        <p:nvSpPr>
          <p:cNvPr id="23" name="pupil-text">
            <a:extLst xmlns:a="http://schemas.openxmlformats.org/drawingml/2006/main">
              <a:ext uri="{FF2B5EF4-FFF2-40B4-BE49-F238E27FC236}">
                <a16:creationId xmlns:a16="http://schemas.microsoft.com/office/drawing/2014/main" id="{3CAEFA56-1E81-460C-90C6-B05DD358DFA6}"/>
              </a:ext>
            </a:extLst>
          </p:cNvPr>
          <p:cNvSpPr>
            <a:spLocks xmlns:a="http://schemas.openxmlformats.org/drawingml/2006/main" noGrp="1"/>
          </p:cNvSpPr>
          <p:nvPr/>
        </p:nvSpPr>
        <p:spPr>
          <a:xfrm xmlns:a="http://schemas.openxmlformats.org/drawingml/2006/main">
            <a:off x="457200" y="3381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Explain a helpful choice.</a:t>
            </a:r>
          </a:p>
        </p:txBody>
      </p:sp>
      <p:sp>
        <p:nvSpPr>
          <p:cNvPr id="24" name="pupil-text">
            <a:extLst xmlns:a="http://schemas.openxmlformats.org/drawingml/2006/main">
              <a:ext uri="{FF2B5EF4-FFF2-40B4-BE49-F238E27FC236}">
                <a16:creationId xmlns:a16="http://schemas.microsoft.com/office/drawing/2014/main" id="{7FB3B982-02BC-4234-B389-47424632B0A5}"/>
              </a:ext>
            </a:extLst>
          </p:cNvPr>
          <p:cNvSpPr>
            <a:spLocks xmlns:a="http://schemas.openxmlformats.org/drawingml/2006/main" noGrp="1"/>
          </p:cNvSpPr>
          <p:nvPr/>
        </p:nvSpPr>
        <p:spPr>
          <a:xfrm xmlns:a="http://schemas.openxmlformats.org/drawingml/2006/main">
            <a:off x="457200" y="3676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5" name="pupil-text">
            <a:extLst xmlns:a="http://schemas.openxmlformats.org/drawingml/2006/main">
              <a:ext uri="{FF2B5EF4-FFF2-40B4-BE49-F238E27FC236}">
                <a16:creationId xmlns:a16="http://schemas.microsoft.com/office/drawing/2014/main" id="{61E2BD42-44A9-4EAE-BA78-AACC4D12B453}"/>
              </a:ext>
            </a:extLst>
          </p:cNvPr>
          <p:cNvSpPr>
            <a:spLocks xmlns:a="http://schemas.openxmlformats.org/drawingml/2006/main" noGrp="1"/>
          </p:cNvSpPr>
          <p:nvPr/>
        </p:nvSpPr>
        <p:spPr>
          <a:xfrm xmlns:a="http://schemas.openxmlformats.org/drawingml/2006/main">
            <a:off x="457200" y="3971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6" name="pupil-text">
            <a:extLst xmlns:a="http://schemas.openxmlformats.org/drawingml/2006/main">
              <a:ext uri="{FF2B5EF4-FFF2-40B4-BE49-F238E27FC236}">
                <a16:creationId xmlns:a16="http://schemas.microsoft.com/office/drawing/2014/main" id="{BC490EBC-67FF-4656-9DB4-B9151423557F}"/>
              </a:ext>
            </a:extLst>
          </p:cNvPr>
          <p:cNvSpPr>
            <a:spLocks xmlns:a="http://schemas.openxmlformats.org/drawingml/2006/main" noGrp="1"/>
          </p:cNvSpPr>
          <p:nvPr/>
        </p:nvSpPr>
        <p:spPr>
          <a:xfrm xmlns:a="http://schemas.openxmlformats.org/drawingml/2006/main">
            <a:off x="457200" y="4267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a:t>
            </a:r>
          </a:p>
        </p:txBody>
      </p:sp>
      <p:sp>
        <p:nvSpPr>
          <p:cNvPr id="27" name="pupil-text">
            <a:extLst xmlns:a="http://schemas.openxmlformats.org/drawingml/2006/main">
              <a:ext uri="{FF2B5EF4-FFF2-40B4-BE49-F238E27FC236}">
                <a16:creationId xmlns:a16="http://schemas.microsoft.com/office/drawing/2014/main" id="{EB84B763-0D5F-4A69-98F0-21BC757AB158}"/>
              </a:ext>
            </a:extLst>
          </p:cNvPr>
          <p:cNvSpPr>
            <a:spLocks xmlns:a="http://schemas.openxmlformats.org/drawingml/2006/main" noGrp="1"/>
          </p:cNvSpPr>
          <p:nvPr/>
        </p:nvSpPr>
        <p:spPr>
          <a:xfrm xmlns:a="http://schemas.openxmlformats.org/drawingml/2006/main">
            <a:off x="457200" y="4562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use the neutral made-up case. Keep private stories private.</a:t>
            </a:r>
          </a:p>
        </p:txBody>
      </p:sp>
      <p:sp>
        <p:nvSpPr>
          <p:cNvPr id="28" name="pupil-text">
            <a:extLst xmlns:a="http://schemas.openxmlformats.org/drawingml/2006/main">
              <a:ext uri="{FF2B5EF4-FFF2-40B4-BE49-F238E27FC236}">
                <a16:creationId xmlns:a16="http://schemas.microsoft.com/office/drawing/2014/main" id="{362768A4-9E9F-4FA2-A61D-6783C823871B}"/>
              </a:ext>
            </a:extLst>
          </p:cNvPr>
          <p:cNvSpPr>
            <a:spLocks xmlns:a="http://schemas.openxmlformats.org/drawingml/2006/main" noGrp="1"/>
          </p:cNvSpPr>
          <p:nvPr/>
        </p:nvSpPr>
        <p:spPr>
          <a:xfrm xmlns:a="http://schemas.openxmlformats.org/drawingml/2006/main">
            <a:off x="457200" y="4857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a:t>
            </a:r>
          </a:p>
        </p:txBody>
      </p:sp>
      <p:sp>
        <p:nvSpPr>
          <p:cNvPr id="29" name="pupil-text">
            <a:extLst xmlns:a="http://schemas.openxmlformats.org/drawingml/2006/main">
              <a:ext uri="{FF2B5EF4-FFF2-40B4-BE49-F238E27FC236}">
                <a16:creationId xmlns:a16="http://schemas.microsoft.com/office/drawing/2014/main" id="{022D686F-51A9-46C8-88FA-7C6EC571C65C}"/>
              </a:ext>
            </a:extLst>
          </p:cNvPr>
          <p:cNvSpPr>
            <a:spLocks xmlns:a="http://schemas.openxmlformats.org/drawingml/2006/main" noGrp="1"/>
          </p:cNvSpPr>
          <p:nvPr/>
        </p:nvSpPr>
        <p:spPr>
          <a:xfrm xmlns:a="http://schemas.openxmlformats.org/drawingml/2006/main">
            <a:off x="457200" y="5153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draw or write. An adult may write your words. You may pass.</a:t>
            </a:r>
          </a:p>
        </p:txBody>
      </p:sp>
    </p:spTree>
    <p:extLst>
      <p:ext uri="{BB962C8B-B14F-4D97-AF65-F5344CB8AC3E}">
        <p14:creationId xmlns:p14="http://schemas.microsoft.com/office/powerpoint/2010/main" val="9528584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13090A75-89DE-4B75-B065-A8DB6BB0499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8BA3D00A-69D0-4462-BF05-83DD2BAEA56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BC01357C-B001-4815-BBA8-A92A533F920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6 · continued</a:t>
            </a:r>
          </a:p>
        </p:txBody>
      </p:sp>
      <p:sp>
        <p:nvSpPr>
          <p:cNvPr id="4" name="shape">
            <a:extLst xmlns:a="http://schemas.openxmlformats.org/drawingml/2006/main">
              <a:ext uri="{FF2B5EF4-FFF2-40B4-BE49-F238E27FC236}">
                <a16:creationId xmlns:a16="http://schemas.microsoft.com/office/drawing/2014/main" id="{8F8ED315-8712-4324-BBA0-63C047B25AB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219C349-C55B-4236-959C-8D35DBA7256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BE0CADE-A8DC-420B-BB13-285146BEF56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A1C61E3-3230-4820-98CA-A4B95BA1CD5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B14A808-01D3-46E1-B6E6-5B61893694E6}"/>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4A3CECD-0046-427B-BB3B-767B44FAC9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892D31F-8C72-4DB0-BC3B-8A23CF766D7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E6CADC35-1891-46CF-B2AA-183EC0CBE09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B609137-BF5A-4B7F-B66E-321FE8A8581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81E7C9F-1EBC-41B5-BA71-14F4BAEDE13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36</a:t>
            </a:r>
          </a:p>
        </p:txBody>
      </p:sp>
      <p:sp>
        <p:nvSpPr>
          <p:cNvPr id="14" name="licence-footer">
            <a:extLst xmlns:a="http://schemas.openxmlformats.org/drawingml/2006/main">
              <a:ext uri="{FF2B5EF4-FFF2-40B4-BE49-F238E27FC236}">
                <a16:creationId xmlns:a16="http://schemas.microsoft.com/office/drawing/2014/main" id="{B57136CB-6994-442E-A203-287EA4C922A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E7652D8-C3E0-4215-BAAC-9FD50D2F80DC}"/>
              </a:ext>
            </a:extLst>
          </p:cNvPr>
          <p:cNvPicPr>
            <a:picLocks xmlns:a="http://schemas.openxmlformats.org/drawingml/2006/main" noChangeAspect="1"/>
          </p:cNvPicPr>
          <p:nvPr/>
        </p:nvPicPr>
        <p:blipFill>
          <a:blip xmlns:r="http://schemas.openxmlformats.org/officeDocument/2006/relationships" xmlns:a="http://schemas.openxmlformats.org/drawingml/2006/main" r:embed="R80b76847571f484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AC18C48-400F-4D89-89F6-CE8589087615}"/>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Pass / Back to one source card, then one step.</a:t>
            </a:r>
          </a:p>
        </p:txBody>
      </p:sp>
      <p:sp>
        <p:nvSpPr>
          <p:cNvPr id="17" name="pupil-text">
            <a:extLst xmlns:a="http://schemas.openxmlformats.org/drawingml/2006/main">
              <a:ext uri="{FF2B5EF4-FFF2-40B4-BE49-F238E27FC236}">
                <a16:creationId xmlns:a16="http://schemas.microsoft.com/office/drawing/2014/main" id="{21AE9C85-0A7E-4906-884B-0C03FC9FAAC4}"/>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18" name="pupil-text">
            <a:extLst xmlns:a="http://schemas.openxmlformats.org/drawingml/2006/main">
              <a:ext uri="{FF2B5EF4-FFF2-40B4-BE49-F238E27FC236}">
                <a16:creationId xmlns:a16="http://schemas.microsoft.com/office/drawing/2014/main" id="{74C0A6A0-1653-45E0-B4F3-305BDFA65B1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We talk about your work.</a:t>
            </a:r>
          </a:p>
        </p:txBody>
      </p:sp>
      <p:sp>
        <p:nvSpPr>
          <p:cNvPr id="19" name="pupil-text">
            <a:extLst xmlns:a="http://schemas.openxmlformats.org/drawingml/2006/main">
              <a:ext uri="{FF2B5EF4-FFF2-40B4-BE49-F238E27FC236}">
                <a16:creationId xmlns:a16="http://schemas.microsoft.com/office/drawing/2014/main" id="{B7596F49-D2D2-4977-841F-2DD0277DCDC2}"/>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WS — You worked with help.</a:t>
            </a:r>
          </a:p>
        </p:txBody>
      </p:sp>
      <p:sp>
        <p:nvSpPr>
          <p:cNvPr id="20" name="pupil-text">
            <a:extLst xmlns:a="http://schemas.openxmlformats.org/drawingml/2006/main">
              <a:ext uri="{FF2B5EF4-FFF2-40B4-BE49-F238E27FC236}">
                <a16:creationId xmlns:a16="http://schemas.microsoft.com/office/drawing/2014/main" id="{1E62AC8A-2407-4FA8-868C-E93756E09F80}"/>
              </a:ext>
            </a:extLst>
          </p:cNvPr>
          <p:cNvSpPr>
            <a:spLocks xmlns:a="http://schemas.openxmlformats.org/drawingml/2006/main" noGrp="1"/>
          </p:cNvSpPr>
          <p:nvPr/>
        </p:nvSpPr>
        <p:spPr>
          <a:xfrm xmlns:a="http://schemas.openxmlformats.org/drawingml/2006/main">
            <a:off x="457200" y="2762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You did the thinking on your own.</a:t>
            </a:r>
          </a:p>
        </p:txBody>
      </p:sp>
      <p:sp>
        <p:nvSpPr>
          <p:cNvPr id="21" name="pupil-text">
            <a:extLst xmlns:a="http://schemas.openxmlformats.org/drawingml/2006/main">
              <a:ext uri="{FF2B5EF4-FFF2-40B4-BE49-F238E27FC236}">
                <a16:creationId xmlns:a16="http://schemas.microsoft.com/office/drawing/2014/main" id="{EB763E7D-1B1D-43EF-8366-63A2B0E33F2A}"/>
              </a:ext>
            </a:extLst>
          </p:cNvPr>
          <p:cNvSpPr>
            <a:spLocks xmlns:a="http://schemas.openxmlformats.org/drawingml/2006/main" noGrp="1"/>
          </p:cNvSpPr>
          <p:nvPr/>
        </p:nvSpPr>
        <p:spPr>
          <a:xfrm xmlns:a="http://schemas.openxmlformats.org/drawingml/2006/main">
            <a:off x="457200" y="30575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 Try one next step.</a:t>
            </a:r>
          </a:p>
        </p:txBody>
      </p:sp>
      <p:sp>
        <p:nvSpPr>
          <p:cNvPr id="22" name="pupil-text">
            <a:extLst xmlns:a="http://schemas.openxmlformats.org/drawingml/2006/main">
              <a:ext uri="{FF2B5EF4-FFF2-40B4-BE49-F238E27FC236}">
                <a16:creationId xmlns:a16="http://schemas.microsoft.com/office/drawing/2014/main" id="{56741A3A-FD56-423B-8E87-E67516913326}"/>
              </a:ext>
            </a:extLst>
          </p:cNvPr>
          <p:cNvSpPr>
            <a:spLocks xmlns:a="http://schemas.openxmlformats.org/drawingml/2006/main" noGrp="1"/>
          </p:cNvSpPr>
          <p:nvPr/>
        </p:nvSpPr>
        <p:spPr>
          <a:xfrm xmlns:a="http://schemas.openxmlformats.org/drawingml/2006/main">
            <a:off x="457200" y="3352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 — Your work is saved.</a:t>
            </a:r>
          </a:p>
        </p:txBody>
      </p:sp>
      <p:sp>
        <p:nvSpPr>
          <p:cNvPr id="23" name="pupil-text">
            <a:extLst xmlns:a="http://schemas.openxmlformats.org/drawingml/2006/main">
              <a:ext uri="{FF2B5EF4-FFF2-40B4-BE49-F238E27FC236}">
                <a16:creationId xmlns:a16="http://schemas.microsoft.com/office/drawing/2014/main" id="{ECDBD704-97EF-4184-938D-713349A72897}"/>
              </a:ext>
            </a:extLst>
          </p:cNvPr>
          <p:cNvSpPr>
            <a:spLocks xmlns:a="http://schemas.openxmlformats.org/drawingml/2006/main" noGrp="1"/>
          </p:cNvSpPr>
          <p:nvPr/>
        </p:nvSpPr>
        <p:spPr>
          <a:xfrm xmlns:a="http://schemas.openxmlformats.org/drawingml/2006/main">
            <a:off x="457200" y="3648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 You respond. We hear you. It helps us plan.</a:t>
            </a:r>
          </a:p>
        </p:txBody>
      </p:sp>
      <p:sp>
        <p:nvSpPr>
          <p:cNvPr id="24" name="pupil-text">
            <a:extLst xmlns:a="http://schemas.openxmlformats.org/drawingml/2006/main">
              <a:ext uri="{FF2B5EF4-FFF2-40B4-BE49-F238E27FC236}">
                <a16:creationId xmlns:a16="http://schemas.microsoft.com/office/drawing/2014/main" id="{CF2CC10F-B1D4-4C7D-89DE-FCA351AF22EE}"/>
              </a:ext>
            </a:extLst>
          </p:cNvPr>
          <p:cNvSpPr>
            <a:spLocks xmlns:a="http://schemas.openxmlformats.org/drawingml/2006/main" noGrp="1"/>
          </p:cNvSpPr>
          <p:nvPr/>
        </p:nvSpPr>
        <p:spPr>
          <a:xfrm xmlns:a="http://schemas.openxmlformats.org/drawingml/2006/main">
            <a:off x="457200" y="3943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Check this bit.</a:t>
            </a:r>
          </a:p>
        </p:txBody>
      </p:sp>
      <p:sp>
        <p:nvSpPr>
          <p:cNvPr id="25" name="pupil-text">
            <a:extLst xmlns:a="http://schemas.openxmlformats.org/drawingml/2006/main">
              <a:ext uri="{FF2B5EF4-FFF2-40B4-BE49-F238E27FC236}">
                <a16:creationId xmlns:a16="http://schemas.microsoft.com/office/drawing/2014/main" id="{A6FF791B-136A-460B-9CEE-90C17FCBA242}"/>
              </a:ext>
            </a:extLst>
          </p:cNvPr>
          <p:cNvSpPr>
            <a:spLocks xmlns:a="http://schemas.openxmlformats.org/drawingml/2006/main" noGrp="1"/>
          </p:cNvSpPr>
          <p:nvPr/>
        </p:nvSpPr>
        <p:spPr>
          <a:xfrm xmlns:a="http://schemas.openxmlformats.org/drawingml/2006/main">
            <a:off x="457200" y="4238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Show me or read it back.</a:t>
            </a:r>
          </a:p>
        </p:txBody>
      </p:sp>
    </p:spTree>
    <p:extLst>
      <p:ext uri="{BB962C8B-B14F-4D97-AF65-F5344CB8AC3E}">
        <p14:creationId xmlns:p14="http://schemas.microsoft.com/office/powerpoint/2010/main" val="17974599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828630AE-B432-4B7E-9506-7DD05DF9153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2F315B32-BE6B-4712-9788-8CB73AF3D71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00C8B78-F6BC-4F30-86F2-E1EC82B0434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03B2C1CC-3E69-4BCE-88AE-4513682A923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18A4C6D-2304-46CE-AB05-4E31CC474D7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BDEFEC1-1F78-47B8-9DA7-BE12BE40D11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2CFB658-E745-412D-8F23-64FA55DA8A3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BDE4C9C-8CA3-47F8-B175-CAB72DB4964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4FD2936-91C1-4BA7-AA2A-F5D52202AB9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A8A68AF-3AAD-446B-9547-094BD19CB3E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52F396D3-0747-445A-BC93-FD3FED37BDA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FAF557E-3E76-4138-83C4-268DC338C25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D3D3CA7-2F08-4975-AC0A-5AB0AC0DFD2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36</a:t>
            </a:r>
          </a:p>
        </p:txBody>
      </p:sp>
      <p:sp>
        <p:nvSpPr>
          <p:cNvPr id="14" name="licence-footer">
            <a:extLst xmlns:a="http://schemas.openxmlformats.org/drawingml/2006/main">
              <a:ext uri="{FF2B5EF4-FFF2-40B4-BE49-F238E27FC236}">
                <a16:creationId xmlns:a16="http://schemas.microsoft.com/office/drawing/2014/main" id="{BEA96E1A-E806-4BA5-8CB6-123B923CE80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0790154-799B-410A-B77F-067B44739745}"/>
              </a:ext>
            </a:extLst>
          </p:cNvPr>
          <p:cNvPicPr>
            <a:picLocks xmlns:a="http://schemas.openxmlformats.org/drawingml/2006/main" noChangeAspect="1"/>
          </p:cNvPicPr>
          <p:nvPr/>
        </p:nvPicPr>
        <p:blipFill>
          <a:blip xmlns:r="http://schemas.openxmlformats.org/officeDocument/2006/relationships" xmlns:a="http://schemas.openxmlformats.org/drawingml/2006/main" r:embed="R0e51ec5d452f401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16E6CFE-A50D-4929-8D84-F5FE9ADB41A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42A21BF4-7E6F-414F-BD5D-46677F9E758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I show a caring response?</a:t>
            </a:r>
          </a:p>
        </p:txBody>
      </p:sp>
    </p:spTree>
    <p:extLst>
      <p:ext uri="{BB962C8B-B14F-4D97-AF65-F5344CB8AC3E}">
        <p14:creationId xmlns:p14="http://schemas.microsoft.com/office/powerpoint/2010/main" val="8399423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40083A8F-AD3E-4190-B2C9-89174223CBD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448B5F26-542C-41C5-9232-8A0BDF02467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3AC2C6B-59C2-43F0-9242-AFBBC8AEBC2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3FA12DA4-DA32-458E-965C-6A03083B857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DAA4737-7975-4C7A-B0E7-33C98F3AA6D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2AF212-592A-4E6B-B4F4-224E24FC0D52}"/>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FC9C3FF-1CD5-4F22-8271-3FF12A8B72C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87358BC-58D6-481F-817A-048C10FA891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A3C8D59-F9F3-4761-9CEC-ED94ECA449F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4F635E2-0756-4377-A320-3BBF037BB2E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C72CF8A4-CA7E-468A-919D-83B5E325995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A1EC6A0-079B-4451-AEA5-531CC228044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44CD395-78BF-4BC1-BF8F-0E7AFCB272D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36</a:t>
            </a:r>
          </a:p>
        </p:txBody>
      </p:sp>
      <p:sp>
        <p:nvSpPr>
          <p:cNvPr id="14" name="licence-footer">
            <a:extLst xmlns:a="http://schemas.openxmlformats.org/drawingml/2006/main">
              <a:ext uri="{FF2B5EF4-FFF2-40B4-BE49-F238E27FC236}">
                <a16:creationId xmlns:a16="http://schemas.microsoft.com/office/drawing/2014/main" id="{135AAE37-A0A4-4D71-ACCD-7BB07073190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89443BD-5571-443E-811C-B6A06E202AED}"/>
              </a:ext>
            </a:extLst>
          </p:cNvPr>
          <p:cNvPicPr>
            <a:picLocks xmlns:a="http://schemas.openxmlformats.org/drawingml/2006/main" noChangeAspect="1"/>
          </p:cNvPicPr>
          <p:nvPr/>
        </p:nvPicPr>
        <p:blipFill>
          <a:blip xmlns:r="http://schemas.openxmlformats.org/officeDocument/2006/relationships" xmlns:a="http://schemas.openxmlformats.org/drawingml/2006/main" r:embed="R3c9dba2f40584ad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E7F0FA5-9A49-4E37-8DCB-1CF52F34FC3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9D81C9AF-8D47-49E6-ADF1-787F977AEAE8}"/>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E3D8804D-CFF1-46DC-BF8E-FF128C2F06D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our plan start by asking or taking over?</a:t>
            </a:r>
          </a:p>
        </p:txBody>
      </p:sp>
      <p:sp>
        <p:nvSpPr>
          <p:cNvPr id="19" name="pupil-text">
            <a:extLst xmlns:a="http://schemas.openxmlformats.org/drawingml/2006/main">
              <a:ext uri="{FF2B5EF4-FFF2-40B4-BE49-F238E27FC236}">
                <a16:creationId xmlns:a16="http://schemas.microsoft.com/office/drawing/2014/main" id="{11C9D5BF-6677-43B4-94CB-48DB81DCC25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A23F6DFA-28C1-4E29-A36E-E025E06CE2F2}"/>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Was a plan a promise: yes or no?</a:t>
            </a:r>
          </a:p>
        </p:txBody>
      </p:sp>
      <p:sp>
        <p:nvSpPr>
          <p:cNvPr id="21" name="pupil-text">
            <a:extLst xmlns:a="http://schemas.openxmlformats.org/drawingml/2006/main">
              <a:ext uri="{FF2B5EF4-FFF2-40B4-BE49-F238E27FC236}">
                <a16:creationId xmlns:a16="http://schemas.microsoft.com/office/drawing/2014/main" id="{3E4A8728-26F5-4576-B13B-977EA7730AAE}"/>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280CF128-1EF7-485C-A794-010B8D3C8A30}"/>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If no more help is wanted, should we stop or take over?</a:t>
            </a:r>
          </a:p>
        </p:txBody>
      </p:sp>
      <p:sp>
        <p:nvSpPr>
          <p:cNvPr id="23" name="pupil-text">
            <a:extLst xmlns:a="http://schemas.openxmlformats.org/drawingml/2006/main">
              <a:ext uri="{FF2B5EF4-FFF2-40B4-BE49-F238E27FC236}">
                <a16:creationId xmlns:a16="http://schemas.microsoft.com/office/drawing/2014/main" id="{F7123F73-228C-4075-AABC-D618F27609A5}"/>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2B49252A-BF1C-49E7-BF74-972B98BFEB75}"/>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a mark or picture show care: yes or no?</a:t>
            </a:r>
          </a:p>
        </p:txBody>
      </p:sp>
    </p:spTree>
    <p:extLst>
      <p:ext uri="{BB962C8B-B14F-4D97-AF65-F5344CB8AC3E}">
        <p14:creationId xmlns:p14="http://schemas.microsoft.com/office/powerpoint/2010/main" val="5866669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856B286-DDB1-4925-B84D-E8D3DB41393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3EA945A1-33E9-429D-A892-76785D22D82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736F6FA-6C40-4E72-A1CB-45FA98B93E7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3BDB5077-71BF-4810-8FF5-D503036AD45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A9B94F9-CDF0-4EF5-B561-A21160A0DB0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71091FC-BAF0-44AD-9BD8-EA234C16B5D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A46688B-9B13-4265-BBB4-0628BCE4C35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48BCDF0-7671-49C1-8939-53AE2ADFE0E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A2B117B-2FD7-4435-9E75-BA87BFCAE6C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6C95C20-29D1-4AB0-B372-C33E76EB64E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617620A6-88CB-4BAB-AA6C-BF33DC56132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FEB8454-DF21-47E3-B806-C3DF530DF30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9CDCD07-4A5F-4AED-A3FA-DDE2CF361D8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36</a:t>
            </a:r>
          </a:p>
        </p:txBody>
      </p:sp>
      <p:sp>
        <p:nvSpPr>
          <p:cNvPr id="14" name="licence-footer">
            <a:extLst xmlns:a="http://schemas.openxmlformats.org/drawingml/2006/main">
              <a:ext uri="{FF2B5EF4-FFF2-40B4-BE49-F238E27FC236}">
                <a16:creationId xmlns:a16="http://schemas.microsoft.com/office/drawing/2014/main" id="{9B5E25E8-D23D-425A-895C-02956CF1D66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25EDC1B-A1DE-4EC8-BCB5-299398481D12}"/>
              </a:ext>
            </a:extLst>
          </p:cNvPr>
          <p:cNvPicPr>
            <a:picLocks xmlns:a="http://schemas.openxmlformats.org/drawingml/2006/main" noChangeAspect="1"/>
          </p:cNvPicPr>
          <p:nvPr/>
        </p:nvPicPr>
        <p:blipFill>
          <a:blip xmlns:r="http://schemas.openxmlformats.org/officeDocument/2006/relationships" xmlns:a="http://schemas.openxmlformats.org/drawingml/2006/main" r:embed="R8f64503dbfc642f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387BC5F-1C60-4155-B070-A41DC4A92C1F}"/>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41B04367-C86C-49D4-978C-A1AE3EC4BF6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5D25C658-5290-4A36-B934-F55E82CB88FF}"/>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first plan step.</a:t>
            </a:r>
          </a:p>
        </p:txBody>
      </p:sp>
      <p:sp>
        <p:nvSpPr>
          <p:cNvPr id="19" name="pupil-text">
            <a:extLst xmlns:a="http://schemas.openxmlformats.org/drawingml/2006/main">
              <a:ext uri="{FF2B5EF4-FFF2-40B4-BE49-F238E27FC236}">
                <a16:creationId xmlns:a16="http://schemas.microsoft.com/office/drawing/2014/main" id="{A8C40C2E-EF67-4DBE-AE29-141FD349298C}"/>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9E8E02AC-7642-40A2-8527-C45A1082BE32}"/>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3D2C684-3E51-49B1-9C5C-34C5D61849E6}"/>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we were asked to record.</a:t>
            </a:r>
          </a:p>
        </p:txBody>
      </p:sp>
      <p:sp>
        <p:nvSpPr>
          <p:cNvPr id="22" name="pupil-text">
            <a:extLst xmlns:a="http://schemas.openxmlformats.org/drawingml/2006/main">
              <a:ext uri="{FF2B5EF4-FFF2-40B4-BE49-F238E27FC236}">
                <a16:creationId xmlns:a16="http://schemas.microsoft.com/office/drawing/2014/main" id="{F64FE906-B7B6-4DE8-B740-F0E4A58985D2}"/>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807C21E5-CCB8-43FE-AAAC-77AECFAA6AA1}"/>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7692531A-54EF-4786-94E0-E0ED37404266}"/>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whose choice matters.</a:t>
            </a:r>
          </a:p>
        </p:txBody>
      </p:sp>
      <p:sp>
        <p:nvSpPr>
          <p:cNvPr id="25" name="pupil-text">
            <a:extLst xmlns:a="http://schemas.openxmlformats.org/drawingml/2006/main">
              <a:ext uri="{FF2B5EF4-FFF2-40B4-BE49-F238E27FC236}">
                <a16:creationId xmlns:a16="http://schemas.microsoft.com/office/drawing/2014/main" id="{8AAA4FF1-89C6-4B23-B6F9-03312D5E83D5}"/>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ABE0C388-72C6-49F3-98C1-5331E775DDE9}"/>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C985EA45-02A8-4309-92BD-77F23E0D68A7}"/>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showing an idea to someone else.</a:t>
            </a:r>
          </a:p>
        </p:txBody>
      </p:sp>
    </p:spTree>
    <p:extLst>
      <p:ext uri="{BB962C8B-B14F-4D97-AF65-F5344CB8AC3E}">
        <p14:creationId xmlns:p14="http://schemas.microsoft.com/office/powerpoint/2010/main" val="5137497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182B9609-E575-4854-9431-87A5700062B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F5203616-027F-4E80-BC13-277A834DDFC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56FB6B6-5DF3-465D-B85B-BEAD1751075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E6445C20-C704-4BE4-A8E7-88165B1C20E8}"/>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7B56148-C862-40FF-84C2-07D9C791290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07C0E3C-BA3B-4652-96E8-3F2646F49DC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E78488B-86A2-4CDE-8678-34184327628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5947587-21CE-4631-8020-C9E96088A38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E1D57B8-2FD5-46E1-8FE0-D98A9A06C30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832D2F8-9C67-48D8-BC8F-BC06131CA5C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60533702-1C9D-44AB-83AD-A81E9039EFB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184D686-687E-415D-86D1-2188665C981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4B47FBE-6933-4478-BCAD-2B09E86DABB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36</a:t>
            </a:r>
          </a:p>
        </p:txBody>
      </p:sp>
      <p:sp>
        <p:nvSpPr>
          <p:cNvPr id="14" name="licence-footer">
            <a:extLst xmlns:a="http://schemas.openxmlformats.org/drawingml/2006/main">
              <a:ext uri="{FF2B5EF4-FFF2-40B4-BE49-F238E27FC236}">
                <a16:creationId xmlns:a16="http://schemas.microsoft.com/office/drawing/2014/main" id="{F4F4260E-25E1-4404-9A01-729515617B1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4A9471C-1E01-4226-9673-4EDFE191152E}"/>
              </a:ext>
            </a:extLst>
          </p:cNvPr>
          <p:cNvPicPr>
            <a:picLocks xmlns:a="http://schemas.openxmlformats.org/drawingml/2006/main" noChangeAspect="1"/>
          </p:cNvPicPr>
          <p:nvPr/>
        </p:nvPicPr>
        <p:blipFill>
          <a:blip xmlns:r="http://schemas.openxmlformats.org/officeDocument/2006/relationships" xmlns:a="http://schemas.openxmlformats.org/drawingml/2006/main" r:embed="Rad1d2f45dded4ca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F5F55FF-5DF3-4A7C-9D37-92AE4001A97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80AC65CD-1CA1-493F-BCF3-EC9D21508E6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CB40C339-E1CA-4ADB-B91C-A49262954D63}"/>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we check before helping?</a:t>
            </a:r>
          </a:p>
        </p:txBody>
      </p:sp>
      <p:sp>
        <p:nvSpPr>
          <p:cNvPr id="19" name="pupil-text">
            <a:extLst xmlns:a="http://schemas.openxmlformats.org/drawingml/2006/main">
              <a:ext uri="{FF2B5EF4-FFF2-40B4-BE49-F238E27FC236}">
                <a16:creationId xmlns:a16="http://schemas.microsoft.com/office/drawing/2014/main" id="{A526B5AA-CF27-495A-8915-B9A28BB859E4}"/>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AA7A69DB-2E4E-4570-B1B3-0335AEA0BE15}"/>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plan require a promise to act?</a:t>
            </a:r>
          </a:p>
        </p:txBody>
      </p:sp>
      <p:sp>
        <p:nvSpPr>
          <p:cNvPr id="21" name="pupil-text">
            <a:extLst xmlns:a="http://schemas.openxmlformats.org/drawingml/2006/main">
              <a:ext uri="{FF2B5EF4-FFF2-40B4-BE49-F238E27FC236}">
                <a16:creationId xmlns:a16="http://schemas.microsoft.com/office/drawing/2014/main" id="{1B007003-55D7-4AB7-8E4F-7CCE6FE7D8E6}"/>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6793B5A8-7A5F-4F5B-AD47-1BAB23A8951C}"/>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should change if the person says no more help?</a:t>
            </a:r>
          </a:p>
        </p:txBody>
      </p:sp>
      <p:sp>
        <p:nvSpPr>
          <p:cNvPr id="23" name="pupil-text">
            <a:extLst xmlns:a="http://schemas.openxmlformats.org/drawingml/2006/main">
              <a:ext uri="{FF2B5EF4-FFF2-40B4-BE49-F238E27FC236}">
                <a16:creationId xmlns:a16="http://schemas.microsoft.com/office/drawing/2014/main" id="{F8EB6A50-5A09-44F7-B026-C5BA37E54FE8}"/>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023599B4-6535-4B1E-B4FD-1C8E9A41B90F}"/>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might we make a record of care?</a:t>
            </a:r>
          </a:p>
        </p:txBody>
      </p:sp>
    </p:spTree>
    <p:extLst>
      <p:ext uri="{BB962C8B-B14F-4D97-AF65-F5344CB8AC3E}">
        <p14:creationId xmlns:p14="http://schemas.microsoft.com/office/powerpoint/2010/main" val="20797333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A7004640-1341-4800-A0B0-ED713CB7595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60819434-A939-499A-AB2C-21592BFDE0D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61B9A104-95DC-4C5A-B668-8C8E41266E1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91A7CC88-C32F-4FC0-A74F-7CBB547EEBD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054587A-5589-4F11-89D6-1F0F53ADF8D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416D889-AE8C-455E-8A58-B32D67FB2AE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8C3AADB-4FBE-4ACB-870A-F4E81A5B3D7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004A62C-60A1-40CE-8748-B5350CB5E33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A254D7D-64DD-4678-AE0A-9E968FAB899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F0F1AAC-5C5F-45E9-9DBE-C7478D26B7D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E7F05498-6541-42ED-BAD4-995DF7E97FF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89E2AE7-AB03-4EBD-BC7D-37253A4C12A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F54E528-9EB3-499C-8DA5-9B2422AD85F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36</a:t>
            </a:r>
          </a:p>
        </p:txBody>
      </p:sp>
      <p:sp>
        <p:nvSpPr>
          <p:cNvPr id="14" name="licence-footer">
            <a:extLst xmlns:a="http://schemas.openxmlformats.org/drawingml/2006/main">
              <a:ext uri="{FF2B5EF4-FFF2-40B4-BE49-F238E27FC236}">
                <a16:creationId xmlns:a16="http://schemas.microsoft.com/office/drawing/2014/main" id="{006CCEF2-DA8E-4617-8C5F-DE65FAE5027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DAD1CAA-E803-4C41-B8D3-4EE97ECA1546}"/>
              </a:ext>
            </a:extLst>
          </p:cNvPr>
          <p:cNvPicPr>
            <a:picLocks xmlns:a="http://schemas.openxmlformats.org/drawingml/2006/main" noChangeAspect="1"/>
          </p:cNvPicPr>
          <p:nvPr/>
        </p:nvPicPr>
        <p:blipFill>
          <a:blip xmlns:r="http://schemas.openxmlformats.org/officeDocument/2006/relationships" xmlns:a="http://schemas.openxmlformats.org/drawingml/2006/main" r:embed="Rc187bc49bf1e409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8833785-20B0-4C4D-968C-25973681518A}"/>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F63F15C2-DA3E-4F9C-8695-E7AAE437D74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D34F3F19-D035-44D5-9FB8-A1BA9DBD7548}"/>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first plan step.</a:t>
            </a:r>
          </a:p>
        </p:txBody>
      </p:sp>
      <p:sp>
        <p:nvSpPr>
          <p:cNvPr id="19" name="pupil-text">
            <a:extLst xmlns:a="http://schemas.openxmlformats.org/drawingml/2006/main">
              <a:ext uri="{FF2B5EF4-FFF2-40B4-BE49-F238E27FC236}">
                <a16:creationId xmlns:a16="http://schemas.microsoft.com/office/drawing/2014/main" id="{1FFE59C6-EC77-4E37-B550-2C6F4683365B}"/>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9A93A003-ACBC-4F39-9D30-A15D26143754}"/>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9C5338D-D344-4704-AB53-5A39AEF88A0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we were asked to record.</a:t>
            </a:r>
          </a:p>
        </p:txBody>
      </p:sp>
      <p:sp>
        <p:nvSpPr>
          <p:cNvPr id="22" name="pupil-text">
            <a:extLst xmlns:a="http://schemas.openxmlformats.org/drawingml/2006/main">
              <a:ext uri="{FF2B5EF4-FFF2-40B4-BE49-F238E27FC236}">
                <a16:creationId xmlns:a16="http://schemas.microsoft.com/office/drawing/2014/main" id="{4CDA0819-EBA4-47CE-9A12-BA12A5BFCE6E}"/>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77E9A30E-1D0F-4FA8-9863-2DB2ED146583}"/>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000F295C-ADCF-425E-974D-10AAB5F0B47F}"/>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whose choice matters.</a:t>
            </a:r>
          </a:p>
        </p:txBody>
      </p:sp>
      <p:sp>
        <p:nvSpPr>
          <p:cNvPr id="25" name="pupil-text">
            <a:extLst xmlns:a="http://schemas.openxmlformats.org/drawingml/2006/main">
              <a:ext uri="{FF2B5EF4-FFF2-40B4-BE49-F238E27FC236}">
                <a16:creationId xmlns:a16="http://schemas.microsoft.com/office/drawing/2014/main" id="{62B7E1CB-3CA4-46A6-BBD5-E66125B24ECF}"/>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9F2C0411-1EA4-400B-A546-D7582F24D85C}"/>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7BB5CEC7-2434-4A28-BBC4-7DDF7CB52F68}"/>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showing an idea to someone else.</a:t>
            </a:r>
          </a:p>
        </p:txBody>
      </p:sp>
    </p:spTree>
    <p:extLst>
      <p:ext uri="{BB962C8B-B14F-4D97-AF65-F5344CB8AC3E}">
        <p14:creationId xmlns:p14="http://schemas.microsoft.com/office/powerpoint/2010/main" val="6400981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31D10C32-A0A4-4A8C-A068-98A825092C9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91059136-3F9D-480D-851A-7A907CF031C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A7B97464-5402-46AB-8AF8-9C4FBE3AFDA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5A3AEF1F-CE7C-4C67-8111-5EF0A588AAE7}"/>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7F6991D-C259-438F-817F-4E227608D26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57A4F61-4B15-4945-BEE8-78920308759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2FE1AD6-CE64-4CDE-96E7-A6931366A03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F92D908-3BBC-4242-B495-FEAFB7DC2FD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B46A245-333F-4230-93B1-3A90A547F4E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85E766B-9211-476F-8EEA-41B37147553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67406331-0778-41A2-8ECE-3E0DBBF078C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42C0133-CFB8-4ACA-9DE8-850D5AD0085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71A05C1C-9483-44B0-A701-7D2C04B0174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36</a:t>
            </a:r>
          </a:p>
        </p:txBody>
      </p:sp>
      <p:sp>
        <p:nvSpPr>
          <p:cNvPr id="14" name="licence-footer">
            <a:extLst xmlns:a="http://schemas.openxmlformats.org/drawingml/2006/main">
              <a:ext uri="{FF2B5EF4-FFF2-40B4-BE49-F238E27FC236}">
                <a16:creationId xmlns:a16="http://schemas.microsoft.com/office/drawing/2014/main" id="{64452509-A048-4F58-B611-4E9E2778445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64D54C5-9D51-446B-8224-961266B30A27}"/>
              </a:ext>
            </a:extLst>
          </p:cNvPr>
          <p:cNvPicPr>
            <a:picLocks xmlns:a="http://schemas.openxmlformats.org/drawingml/2006/main" noChangeAspect="1"/>
          </p:cNvPicPr>
          <p:nvPr/>
        </p:nvPicPr>
        <p:blipFill>
          <a:blip xmlns:r="http://schemas.openxmlformats.org/officeDocument/2006/relationships" xmlns:a="http://schemas.openxmlformats.org/drawingml/2006/main" r:embed="R639bab822587415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DB47FD8-478E-4C10-B42D-2DD2DEDAA57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89C40259-7E0F-4B60-8497-87E6BC39E061}"/>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43D1B89E-C5B9-4EF8-961F-0FF5038105E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our plan start with a check?</a:t>
            </a:r>
          </a:p>
        </p:txBody>
      </p:sp>
      <p:sp>
        <p:nvSpPr>
          <p:cNvPr id="19" name="pupil-text">
            <a:extLst xmlns:a="http://schemas.openxmlformats.org/drawingml/2006/main">
              <a:ext uri="{FF2B5EF4-FFF2-40B4-BE49-F238E27FC236}">
                <a16:creationId xmlns:a16="http://schemas.microsoft.com/office/drawing/2014/main" id="{6E60329D-A30A-41F9-B574-7D74A82F9A6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33CFE9E4-4A4C-4070-A7B4-9CEC5B5CB5CD}"/>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was a plan different from a report of a real act?</a:t>
            </a:r>
          </a:p>
        </p:txBody>
      </p:sp>
      <p:sp>
        <p:nvSpPr>
          <p:cNvPr id="21" name="pupil-text">
            <a:extLst xmlns:a="http://schemas.openxmlformats.org/drawingml/2006/main">
              <a:ext uri="{FF2B5EF4-FFF2-40B4-BE49-F238E27FC236}">
                <a16:creationId xmlns:a16="http://schemas.microsoft.com/office/drawing/2014/main" id="{63CBA95C-A637-419D-B227-E0FD06BA9CF1}"/>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8D28578B-0574-4AC6-A7DC-9AC418DB52E6}"/>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we not keep helping after no more help is wanted?</a:t>
            </a:r>
          </a:p>
        </p:txBody>
      </p:sp>
      <p:sp>
        <p:nvSpPr>
          <p:cNvPr id="23" name="pupil-text">
            <a:extLst xmlns:a="http://schemas.openxmlformats.org/drawingml/2006/main">
              <a:ext uri="{FF2B5EF4-FFF2-40B4-BE49-F238E27FC236}">
                <a16:creationId xmlns:a16="http://schemas.microsoft.com/office/drawing/2014/main" id="{8D3AF663-D083-49E7-BF66-232148C32EF9}"/>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9AD312F9-0315-4880-9981-1E3886228B19}"/>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might a caring record need to explain?</a:t>
            </a:r>
          </a:p>
        </p:txBody>
      </p:sp>
    </p:spTree>
    <p:extLst>
      <p:ext uri="{BB962C8B-B14F-4D97-AF65-F5344CB8AC3E}">
        <p14:creationId xmlns:p14="http://schemas.microsoft.com/office/powerpoint/2010/main" val="8183149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BAC93014-9751-4C70-8F3A-94D9392EB84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B0F27914-926B-45EA-BCF7-42978EF26C7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315754E0-0861-4A33-BC8B-E7EF62A94DF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BF209359-8EFB-4C0E-916E-65ADA0ECF1CB}"/>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B76767E-990C-4A94-A5E5-C4ABEEC25A0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E889D81-C6B0-4856-9D84-05294209C81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E7F1008-AC73-494D-A743-19300E008A6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6622251-9325-409C-8E25-0F7097B5E85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FB32CC8-9633-45CB-8C6A-525921D7DD7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0D28D61-4ED3-4246-9BE6-8586C9401B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C0293B85-855A-4867-98E8-54BEF2FA5E6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55DD6B0-1C2D-4AE3-BD53-B3F255AF4E6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F8F7549-0347-4BDC-8834-288DD15B16D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36</a:t>
            </a:r>
          </a:p>
        </p:txBody>
      </p:sp>
      <p:sp>
        <p:nvSpPr>
          <p:cNvPr id="14" name="licence-footer">
            <a:extLst xmlns:a="http://schemas.openxmlformats.org/drawingml/2006/main">
              <a:ext uri="{FF2B5EF4-FFF2-40B4-BE49-F238E27FC236}">
                <a16:creationId xmlns:a16="http://schemas.microsoft.com/office/drawing/2014/main" id="{BA12AE1C-B9B3-4AF5-AB77-62E1DE23667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4FFA118-08D2-46E4-9F45-782AE0344957}"/>
              </a:ext>
            </a:extLst>
          </p:cNvPr>
          <p:cNvPicPr>
            <a:picLocks xmlns:a="http://schemas.openxmlformats.org/drawingml/2006/main" noChangeAspect="1"/>
          </p:cNvPicPr>
          <p:nvPr/>
        </p:nvPicPr>
        <p:blipFill>
          <a:blip xmlns:r="http://schemas.openxmlformats.org/officeDocument/2006/relationships" xmlns:a="http://schemas.openxmlformats.org/drawingml/2006/main" r:embed="Rf1dd0a706cd742b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F5049AE-DC1B-4DAC-877C-8AAAD09F80F8}"/>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96084640-3EA3-4D85-B700-F036C6319964}"/>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DB3E989E-CE01-4A5C-BC22-B83DC265CB9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first plan step.</a:t>
            </a:r>
          </a:p>
        </p:txBody>
      </p:sp>
      <p:sp>
        <p:nvSpPr>
          <p:cNvPr id="19" name="pupil-text">
            <a:extLst xmlns:a="http://schemas.openxmlformats.org/drawingml/2006/main">
              <a:ext uri="{FF2B5EF4-FFF2-40B4-BE49-F238E27FC236}">
                <a16:creationId xmlns:a16="http://schemas.microsoft.com/office/drawing/2014/main" id="{75DA6C3C-B337-4C92-B465-BB321BA0389F}"/>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A854A07C-86FB-4327-B9C3-E361F46BBB03}"/>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E872D0C3-C0E4-4268-BBE9-396B7F8B3428}"/>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we were asked to record.</a:t>
            </a:r>
          </a:p>
        </p:txBody>
      </p:sp>
      <p:sp>
        <p:nvSpPr>
          <p:cNvPr id="22" name="pupil-text">
            <a:extLst xmlns:a="http://schemas.openxmlformats.org/drawingml/2006/main">
              <a:ext uri="{FF2B5EF4-FFF2-40B4-BE49-F238E27FC236}">
                <a16:creationId xmlns:a16="http://schemas.microsoft.com/office/drawing/2014/main" id="{DC594436-B151-45D8-A88A-6358ADF2C4A3}"/>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2C11898E-7E35-4B7D-B830-C7D75CAB9329}"/>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BB323BBE-33E7-40DF-97C9-0BAAE0ADFDB8}"/>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whose choice matters.</a:t>
            </a:r>
          </a:p>
        </p:txBody>
      </p:sp>
      <p:sp>
        <p:nvSpPr>
          <p:cNvPr id="25" name="pupil-text">
            <a:extLst xmlns:a="http://schemas.openxmlformats.org/drawingml/2006/main">
              <a:ext uri="{FF2B5EF4-FFF2-40B4-BE49-F238E27FC236}">
                <a16:creationId xmlns:a16="http://schemas.microsoft.com/office/drawing/2014/main" id="{A7FF664D-F0F8-41DB-9319-475837608ACC}"/>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673DC3E8-E61F-443B-8615-88F44E09D2F7}"/>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F5637B2-026B-4BC1-A108-B1AB190D50DA}"/>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showing an idea to someone else.</a:t>
            </a:r>
          </a:p>
        </p:txBody>
      </p:sp>
    </p:spTree>
    <p:extLst>
      <p:ext uri="{BB962C8B-B14F-4D97-AF65-F5344CB8AC3E}">
        <p14:creationId xmlns:p14="http://schemas.microsoft.com/office/powerpoint/2010/main" val="7258840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DCF5F0F-9CD4-4EA2-88CD-A3B1CEB0162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6CA4573F-EEDE-443C-AD5E-3A3F9FAFAA3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107D4BA0-A2E2-4EB8-919D-FA8B7390ED7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strip — after the first Arrival try only</a:t>
            </a:r>
          </a:p>
        </p:txBody>
      </p:sp>
      <p:sp>
        <p:nvSpPr>
          <p:cNvPr id="4" name="shape">
            <a:extLst xmlns:a="http://schemas.openxmlformats.org/drawingml/2006/main">
              <a:ext uri="{FF2B5EF4-FFF2-40B4-BE49-F238E27FC236}">
                <a16:creationId xmlns:a16="http://schemas.microsoft.com/office/drawing/2014/main" id="{9F645C2A-2D52-40F7-816A-361326C03486}"/>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38A6E1F-7869-4472-A72E-62ECB373760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893FF99-A329-462A-AEE7-C89FACD751D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A8E5ECB-5E1A-4973-B2AE-11DD6C6BB8E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3666D3F-DDD9-4C37-8AE5-4CC21A65917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DC6E2A6-8CC8-4E76-A89E-17705891CC6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3E7AB6-CE71-4EFF-95A4-B62BB5E845B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9BCBFF51-76D0-4AB0-A3E5-9BC3F81DA24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B6FB501-67EF-4076-803E-69D71CE2220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9C3F9090-37C8-4C78-8625-277A090F4A4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36</a:t>
            </a:r>
          </a:p>
        </p:txBody>
      </p:sp>
      <p:sp>
        <p:nvSpPr>
          <p:cNvPr id="14" name="licence-footer">
            <a:extLst xmlns:a="http://schemas.openxmlformats.org/drawingml/2006/main">
              <a:ext uri="{FF2B5EF4-FFF2-40B4-BE49-F238E27FC236}">
                <a16:creationId xmlns:a16="http://schemas.microsoft.com/office/drawing/2014/main" id="{B993A1EA-BEA1-4475-82C3-8B9CFA69F20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B2EA72B-9F3D-47CA-B4DF-69E9E3288CF7}"/>
              </a:ext>
            </a:extLst>
          </p:cNvPr>
          <p:cNvPicPr>
            <a:picLocks xmlns:a="http://schemas.openxmlformats.org/drawingml/2006/main" noChangeAspect="1"/>
          </p:cNvPicPr>
          <p:nvPr/>
        </p:nvPicPr>
        <p:blipFill>
          <a:blip xmlns:r="http://schemas.openxmlformats.org/officeDocument/2006/relationships" xmlns:a="http://schemas.openxmlformats.org/drawingml/2006/main" r:embed="Rfb36247a29064cf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2E07703-F1C9-4344-9725-F0DC9ADECE2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We made a kind plan: check what help is wanted, then do one fitting act. The person could change</a:t>
            </a:r>
          </a:p>
        </p:txBody>
      </p:sp>
      <p:sp>
        <p:nvSpPr>
          <p:cNvPr id="17" name="pupil-text">
            <a:extLst xmlns:a="http://schemas.openxmlformats.org/drawingml/2006/main">
              <a:ext uri="{FF2B5EF4-FFF2-40B4-BE49-F238E27FC236}">
                <a16:creationId xmlns:a16="http://schemas.microsoft.com/office/drawing/2014/main" id="{055F894D-59C4-44E6-9812-C81838DCD07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their mind. A plan was not a promise or a report of our private lives.</a:t>
            </a:r>
          </a:p>
        </p:txBody>
      </p:sp>
      <p:sp>
        <p:nvSpPr>
          <p:cNvPr id="18" name="shape">
            <a:extLst xmlns:a="http://schemas.openxmlformats.org/drawingml/2006/main">
              <a:ext uri="{FF2B5EF4-FFF2-40B4-BE49-F238E27FC236}">
                <a16:creationId xmlns:a16="http://schemas.microsoft.com/office/drawing/2014/main" id="{9946D1F8-FF33-4A02-BA8B-FA07AF3E8A18}"/>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CF8689F-D457-4024-B8F2-5A70982646F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Tree>
    <p:extLst>
      <p:ext uri="{BB962C8B-B14F-4D97-AF65-F5344CB8AC3E}">
        <p14:creationId xmlns:p14="http://schemas.microsoft.com/office/powerpoint/2010/main" val="2327165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DD4F42C2-2372-42C2-BF82-4E79E94A1FC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32658EE7-BB6F-4B40-8D94-9C3B25A7E8A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CADE1D51-BFD2-48F7-92F1-CE92CE69316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30736A72-9DA5-4884-A6BF-3D1462E170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79FC752-6643-4340-9152-1E93698B4C4D}"/>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514A7D2-1FC4-4065-8F07-CA85DEC6F9E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7389F57-CDB0-4026-9698-5098C5AA5BF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5647929-07BC-41D9-8ECD-EAFB351E29F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0743E56-2E8B-46A5-A666-66EAB2F583D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A575EC3-30CC-47B6-A2BA-AF0B4BBD7E6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80AAE3EB-E8D2-4F82-AD34-DE0062609E5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F7296DC-1919-405B-B72C-8F5F7551D4D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FAFB7C6C-71E8-4DDB-AE63-47717DE8C5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36</a:t>
            </a:r>
          </a:p>
        </p:txBody>
      </p:sp>
      <p:sp>
        <p:nvSpPr>
          <p:cNvPr id="14" name="licence-footer">
            <a:extLst xmlns:a="http://schemas.openxmlformats.org/drawingml/2006/main">
              <a:ext uri="{FF2B5EF4-FFF2-40B4-BE49-F238E27FC236}">
                <a16:creationId xmlns:a16="http://schemas.microsoft.com/office/drawing/2014/main" id="{C022D37C-EA20-442E-BC65-3EAB7BA9302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8F66DA0-7E21-4D46-B3EF-83FC2001A8E5}"/>
              </a:ext>
            </a:extLst>
          </p:cNvPr>
          <p:cNvPicPr>
            <a:picLocks xmlns:a="http://schemas.openxmlformats.org/drawingml/2006/main" noChangeAspect="1"/>
          </p:cNvPicPr>
          <p:nvPr/>
        </p:nvPicPr>
        <p:blipFill>
          <a:blip xmlns:r="http://schemas.openxmlformats.org/officeDocument/2006/relationships" xmlns:a="http://schemas.openxmlformats.org/drawingml/2006/main" r:embed="R00f1863aebc24fd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A1C6B5F-2CDC-4841-8EC5-436899AFFB4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
        <p:nvSpPr>
          <p:cNvPr id="17" name="pupil-text">
            <a:extLst xmlns:a="http://schemas.openxmlformats.org/drawingml/2006/main">
              <a:ext uri="{FF2B5EF4-FFF2-40B4-BE49-F238E27FC236}">
                <a16:creationId xmlns:a16="http://schemas.microsoft.com/office/drawing/2014/main" id="{8CCDB006-4CB4-4093-8866-0021574DC1A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does one person not have yet?</a:t>
            </a:r>
          </a:p>
        </p:txBody>
      </p:sp>
    </p:spTree>
    <p:extLst>
      <p:ext uri="{BB962C8B-B14F-4D97-AF65-F5344CB8AC3E}">
        <p14:creationId xmlns:p14="http://schemas.microsoft.com/office/powerpoint/2010/main" val="1658837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E2E7D4F-39D1-40B1-A439-F73230E4AB6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A8216505-1464-4A88-886A-2A87C78918E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A6717D31-9C12-4CF6-9854-B9AD47510FE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Picture access — Starter observation</a:t>
            </a:r>
          </a:p>
        </p:txBody>
      </p:sp>
      <p:sp>
        <p:nvSpPr>
          <p:cNvPr id="4" name="shape">
            <a:extLst xmlns:a="http://schemas.openxmlformats.org/drawingml/2006/main">
              <a:ext uri="{FF2B5EF4-FFF2-40B4-BE49-F238E27FC236}">
                <a16:creationId xmlns:a16="http://schemas.microsoft.com/office/drawing/2014/main" id="{7CC74138-14BD-4A2D-A84D-E8E06A77AEA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4F4E797-9FED-4CBF-8C91-D7DDC8FE0827}"/>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64F0AE5-B0F2-447C-8F01-38E21F6358F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1836492-0C22-4872-8742-B47A50591D8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06AD33F-AE1A-4DF9-96DB-51D06D4EE48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0E8DC8A-A6C1-4AB9-A874-D1510561BF6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88C0C8B-C795-4660-842B-B9C4CD75298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1A98FB04-D681-4396-9DF0-A340D068E64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268B4B3-B376-4065-B94C-3372E822648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4CA539A-23A0-4558-99BE-72A4E254332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36</a:t>
            </a:r>
          </a:p>
        </p:txBody>
      </p:sp>
      <p:sp>
        <p:nvSpPr>
          <p:cNvPr id="14" name="licence-footer">
            <a:extLst xmlns:a="http://schemas.openxmlformats.org/drawingml/2006/main">
              <a:ext uri="{FF2B5EF4-FFF2-40B4-BE49-F238E27FC236}">
                <a16:creationId xmlns:a16="http://schemas.microsoft.com/office/drawing/2014/main" id="{3F9EA46A-9255-4B7A-9AA3-96EB44C2898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9DD5FEF-2447-4A7D-8EAC-164545FE08B4}"/>
              </a:ext>
            </a:extLst>
          </p:cNvPr>
          <p:cNvPicPr>
            <a:picLocks xmlns:a="http://schemas.openxmlformats.org/drawingml/2006/main" noChangeAspect="1"/>
          </p:cNvPicPr>
          <p:nvPr/>
        </p:nvPicPr>
        <p:blipFill>
          <a:blip xmlns:r="http://schemas.openxmlformats.org/officeDocument/2006/relationships" xmlns:a="http://schemas.openxmlformats.org/drawingml/2006/main" r:embed="R514615ffc5944b8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D650940-7052-4745-AB2D-3EDC0E72B9F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shared table has a small stack of spare card. One person has an empty space to draw. Another</a:t>
            </a:r>
          </a:p>
        </p:txBody>
      </p:sp>
      <p:sp>
        <p:nvSpPr>
          <p:cNvPr id="17" name="pupil-text">
            <a:extLst xmlns:a="http://schemas.openxmlformats.org/drawingml/2006/main">
              <a:ext uri="{FF2B5EF4-FFF2-40B4-BE49-F238E27FC236}">
                <a16:creationId xmlns:a16="http://schemas.microsoft.com/office/drawing/2014/main" id="{EEA66300-38AA-4466-97E2-7431FAF42EF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holds out one sheet without touching them.</a:t>
            </a:r>
          </a:p>
        </p:txBody>
      </p:sp>
      <p:sp>
        <p:nvSpPr>
          <p:cNvPr id="18" name="shape">
            <a:extLst xmlns:a="http://schemas.openxmlformats.org/drawingml/2006/main">
              <a:ext uri="{FF2B5EF4-FFF2-40B4-BE49-F238E27FC236}">
                <a16:creationId xmlns:a16="http://schemas.microsoft.com/office/drawing/2014/main" id="{D58150D0-9896-4416-ABB1-E2A65BCCCC26}"/>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30DD5B0-5660-4CD0-9228-BE36B66C427E}"/>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Tree>
    <p:extLst>
      <p:ext uri="{BB962C8B-B14F-4D97-AF65-F5344CB8AC3E}">
        <p14:creationId xmlns:p14="http://schemas.microsoft.com/office/powerpoint/2010/main" val="4892357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1F7058B1-0659-4C82-AD90-D5DA45DFE8F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E65BCE48-3404-48F8-81D8-EB7A2163690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E1DDD55-A5C9-4FDF-A9AD-D4FA3045669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597C1D52-0B01-4DBE-8BA0-5560239EAE6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D485F36-A157-443B-812D-C8392F7F483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3303C4F-A9C0-4076-9FF8-EDDEE95F79B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B3E5B90-7781-4B37-B109-8C4FA16C1FE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14CD864-2592-4A93-9985-D961B772D71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502DA61-C3CF-4CC3-A4B9-2615748A24D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086629F-2EE7-468B-BA88-A013BBDB5F0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6DB10EBF-0584-4365-82BF-5BDE9830AAA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783412C-B7FB-412D-8ECE-52736704E8D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09C848F-837A-421E-AE7A-949EE049DF9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36</a:t>
            </a:r>
          </a:p>
        </p:txBody>
      </p:sp>
      <p:sp>
        <p:nvSpPr>
          <p:cNvPr id="14" name="licence-footer">
            <a:extLst xmlns:a="http://schemas.openxmlformats.org/drawingml/2006/main">
              <a:ext uri="{FF2B5EF4-FFF2-40B4-BE49-F238E27FC236}">
                <a16:creationId xmlns:a16="http://schemas.microsoft.com/office/drawing/2014/main" id="{D9ABE940-1E64-4E51-9147-393C71D6FE7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B19B85E-FDF4-46D3-B093-08BAD09C4A95}"/>
              </a:ext>
            </a:extLst>
          </p:cNvPr>
          <p:cNvPicPr>
            <a:picLocks xmlns:a="http://schemas.openxmlformats.org/drawingml/2006/main" noChangeAspect="1"/>
          </p:cNvPicPr>
          <p:nvPr/>
        </p:nvPicPr>
        <p:blipFill>
          <a:blip xmlns:r="http://schemas.openxmlformats.org/officeDocument/2006/relationships" xmlns:a="http://schemas.openxmlformats.org/drawingml/2006/main" r:embed="R4691f0f8272e4bd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87166DC-AC8E-4717-AE45-1BB07E621ED3}"/>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polygon">
            <a:extLst xmlns:a="http://schemas.openxmlformats.org/drawingml/2006/main">
              <a:ext uri="{FF2B5EF4-FFF2-40B4-BE49-F238E27FC236}">
                <a16:creationId xmlns:a16="http://schemas.microsoft.com/office/drawing/2014/main" id="{43FA32B6-2222-4D33-A49B-5A842F1001E6}"/>
              </a:ext>
            </a:extLst>
          </p:cNvPr>
          <p:cNvSpPr>
            <a:spLocks xmlns:a="http://schemas.openxmlformats.org/drawingml/2006/main" noGrp="1"/>
          </p:cNvSpPr>
          <p:nvPr/>
        </p:nvSpPr>
        <p:spPr>
          <a:xfrm xmlns:a="http://schemas.openxmlformats.org/drawingml/2006/main">
            <a:off x="1027113" y="2823369"/>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42EFE1B2-B354-4499-A8F7-18F60FE71EE8}"/>
              </a:ext>
            </a:extLst>
          </p:cNvPr>
          <p:cNvSpPr>
            <a:spLocks xmlns:a="http://schemas.openxmlformats.org/drawingml/2006/main" noGrp="1"/>
          </p:cNvSpPr>
          <p:nvPr/>
        </p:nvSpPr>
        <p:spPr>
          <a:xfrm xmlns:a="http://schemas.openxmlformats.org/drawingml/2006/main">
            <a:off x="1463675" y="2823369"/>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native-vector-3-ellipse">
            <a:extLst xmlns:a="http://schemas.openxmlformats.org/drawingml/2006/main">
              <a:ext uri="{FF2B5EF4-FFF2-40B4-BE49-F238E27FC236}">
                <a16:creationId xmlns:a16="http://schemas.microsoft.com/office/drawing/2014/main" id="{43FB827D-684E-401A-B0B3-FEAF2A9601BB}"/>
              </a:ext>
            </a:extLst>
          </p:cNvPr>
          <p:cNvSpPr>
            <a:spLocks xmlns:a="http://schemas.openxmlformats.org/drawingml/2006/main" noGrp="1"/>
          </p:cNvSpPr>
          <p:nvPr/>
        </p:nvSpPr>
        <p:spPr>
          <a:xfrm xmlns:a="http://schemas.openxmlformats.org/drawingml/2006/main">
            <a:off x="2225675" y="2640806"/>
            <a:ext cx="142875" cy="14287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7E2A4F7B-611C-4604-9380-12C75D88B9E7}"/>
              </a:ext>
            </a:extLst>
          </p:cNvPr>
          <p:cNvSpPr>
            <a:spLocks xmlns:a="http://schemas.openxmlformats.org/drawingml/2006/main" noGrp="1"/>
          </p:cNvSpPr>
          <p:nvPr/>
        </p:nvSpPr>
        <p:spPr>
          <a:xfrm xmlns:a="http://schemas.openxmlformats.org/drawingml/2006/main">
            <a:off x="2297113" y="2783681"/>
            <a:ext cx="4" cy="246063"/>
          </a:xfrm>
          <a:custGeom xmlns:a="http://schemas.openxmlformats.org/drawingml/2006/main">
            <a:pathLst>
              <a:path w="4" h="246063">
                <a:moveTo>
                  <a:pt x="0" y="0"/>
                </a:moveTo>
                <a:lnTo>
                  <a:pt x="0" y="246063"/>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BB477316-2308-4830-A296-5ACC159981EB}"/>
              </a:ext>
            </a:extLst>
          </p:cNvPr>
          <p:cNvSpPr>
            <a:spLocks xmlns:a="http://schemas.openxmlformats.org/drawingml/2006/main" noGrp="1"/>
          </p:cNvSpPr>
          <p:nvPr/>
        </p:nvSpPr>
        <p:spPr>
          <a:xfrm xmlns:a="http://schemas.openxmlformats.org/drawingml/2006/main">
            <a:off x="2170113" y="2878931"/>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2" name="native-vector-6-line">
            <a:extLst xmlns:a="http://schemas.openxmlformats.org/drawingml/2006/main">
              <a:ext uri="{FF2B5EF4-FFF2-40B4-BE49-F238E27FC236}">
                <a16:creationId xmlns:a16="http://schemas.microsoft.com/office/drawing/2014/main" id="{BA61BEC7-5FA6-4130-A812-1C5B3D6EF645}"/>
              </a:ext>
            </a:extLst>
          </p:cNvPr>
          <p:cNvSpPr>
            <a:spLocks xmlns:a="http://schemas.openxmlformats.org/drawingml/2006/main" noGrp="1"/>
          </p:cNvSpPr>
          <p:nvPr/>
        </p:nvSpPr>
        <p:spPr>
          <a:xfrm xmlns:a="http://schemas.openxmlformats.org/drawingml/2006/main">
            <a:off x="2189956" y="3029744"/>
            <a:ext cx="107156" cy="170656"/>
          </a:xfrm>
          <a:custGeom xmlns:a="http://schemas.openxmlformats.org/drawingml/2006/main">
            <a:pathLst>
              <a:path w="107156" h="170656">
                <a:moveTo>
                  <a:pt x="107156"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23" name="native-vector-7-line">
            <a:extLst xmlns:a="http://schemas.openxmlformats.org/drawingml/2006/main">
              <a:ext uri="{FF2B5EF4-FFF2-40B4-BE49-F238E27FC236}">
                <a16:creationId xmlns:a16="http://schemas.microsoft.com/office/drawing/2014/main" id="{15113D4A-52DB-4BAF-B5E1-9AFAABCFBC94}"/>
              </a:ext>
            </a:extLst>
          </p:cNvPr>
          <p:cNvSpPr>
            <a:spLocks xmlns:a="http://schemas.openxmlformats.org/drawingml/2006/main" noGrp="1"/>
          </p:cNvSpPr>
          <p:nvPr/>
        </p:nvSpPr>
        <p:spPr>
          <a:xfrm xmlns:a="http://schemas.openxmlformats.org/drawingml/2006/main">
            <a:off x="2297113" y="3029744"/>
            <a:ext cx="107156" cy="170656"/>
          </a:xfrm>
          <a:custGeom xmlns:a="http://schemas.openxmlformats.org/drawingml/2006/main">
            <a:pathLst>
              <a:path w="107156" h="170656">
                <a:moveTo>
                  <a:pt x="0" y="0"/>
                </a:moveTo>
                <a:lnTo>
                  <a:pt x="107156" y="170656"/>
                </a:lnTo>
              </a:path>
            </a:pathLst>
          </a:custGeom>
          <a:noFill xmlns:a="http://schemas.openxmlformats.org/drawingml/2006/main"/>
          <a:ln xmlns:a="http://schemas.openxmlformats.org/drawingml/2006/main" w="15875">
            <a:solidFill>
              <a:srgbClr val="17324D"/>
            </a:solidFill>
            <a:prstDash val="solid"/>
          </a:ln>
        </p:spPr>
      </p:sp>
      <p:sp>
        <p:nvSpPr>
          <p:cNvPr id="24" name="pupil-text">
            <a:extLst xmlns:a="http://schemas.openxmlformats.org/drawingml/2006/main">
              <a:ext uri="{FF2B5EF4-FFF2-40B4-BE49-F238E27FC236}">
                <a16:creationId xmlns:a16="http://schemas.microsoft.com/office/drawing/2014/main" id="{DBED6593-4C73-46E5-A562-C9A05113077D}"/>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care</a:t>
            </a:r>
          </a:p>
        </p:txBody>
      </p:sp>
      <p:sp>
        <p:nvSpPr>
          <p:cNvPr id="25" name="pupil-text">
            <a:extLst xmlns:a="http://schemas.openxmlformats.org/drawingml/2006/main">
              <a:ext uri="{FF2B5EF4-FFF2-40B4-BE49-F238E27FC236}">
                <a16:creationId xmlns:a16="http://schemas.microsoft.com/office/drawing/2014/main" id="{C1F679E9-7381-4306-8D4C-263F6124325B}"/>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treat a person as if they</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matter.</a:t>
            </a:r>
          </a:p>
        </p:txBody>
      </p:sp>
      <p:sp>
        <p:nvSpPr>
          <p:cNvPr id="26" name="picture-description">
            <a:extLst xmlns:a="http://schemas.openxmlformats.org/drawingml/2006/main">
              <a:ext uri="{FF2B5EF4-FFF2-40B4-BE49-F238E27FC236}">
                <a16:creationId xmlns:a16="http://schemas.microsoft.com/office/drawing/2014/main" id="{AD58C6E3-D8BE-4827-AE6A-75ADDB527116}"/>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open hands beside a person shape.</a:t>
            </a:r>
          </a:p>
        </p:txBody>
      </p:sp>
      <p:sp>
        <p:nvSpPr>
          <p:cNvPr id="27" name="book-direction">
            <a:extLst xmlns:a="http://schemas.openxmlformats.org/drawingml/2006/main">
              <a:ext uri="{FF2B5EF4-FFF2-40B4-BE49-F238E27FC236}">
                <a16:creationId xmlns:a16="http://schemas.microsoft.com/office/drawing/2014/main" id="{0EAA013F-53FA-4461-8FEA-883A3EAD9914}"/>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5262497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13DCB303-B95C-4347-916A-D9A0B4EDC6C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62770A83-F7F7-4D65-BB89-4FB1FACDF23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BADAF89F-57B5-4EA9-B941-EDCC7CB7B5E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5989F4D0-8D6C-477E-9168-C0C919830A9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35653FE-364F-41E5-8AE8-DA0831D7E33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5CE5123-37D5-42E5-9C98-3665A6C60C0C}"/>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44286AE-9B12-4E47-AF03-6AC70375034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F6E109C-C02E-47CA-8FDE-CE5EA4644C5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0E5BE8A-0732-46CF-BEC4-56BDA588998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4BE7A94-7F21-422E-845A-7677E0F3179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BC58B1E6-BA0D-4090-880A-E6518516F30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E9B6037E-C2BB-4A81-9262-C5E371FE456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A6437E6-5CC4-4685-91A4-06AE4F94057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36</a:t>
            </a:r>
          </a:p>
        </p:txBody>
      </p:sp>
      <p:sp>
        <p:nvSpPr>
          <p:cNvPr id="14" name="licence-footer">
            <a:extLst xmlns:a="http://schemas.openxmlformats.org/drawingml/2006/main">
              <a:ext uri="{FF2B5EF4-FFF2-40B4-BE49-F238E27FC236}">
                <a16:creationId xmlns:a16="http://schemas.microsoft.com/office/drawing/2014/main" id="{104301BE-BDF9-4B2E-83F2-ECC406F9712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0EED4D4-DAF7-48D6-81B0-5939EB718A5B}"/>
              </a:ext>
            </a:extLst>
          </p:cNvPr>
          <p:cNvPicPr>
            <a:picLocks xmlns:a="http://schemas.openxmlformats.org/drawingml/2006/main" noChangeAspect="1"/>
          </p:cNvPicPr>
          <p:nvPr/>
        </p:nvPicPr>
        <p:blipFill>
          <a:blip xmlns:r="http://schemas.openxmlformats.org/officeDocument/2006/relationships" xmlns:a="http://schemas.openxmlformats.org/drawingml/2006/main" r:embed="Rbd85ced84748471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D89EAE7-40B9-4F06-9369-8375ECF86E95}"/>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88BACD2D-4B10-4D2A-BC92-2941A51F2821}"/>
              </a:ext>
            </a:extLst>
          </p:cNvPr>
          <p:cNvSpPr>
            <a:spLocks xmlns:a="http://schemas.openxmlformats.org/drawingml/2006/main" noGrp="1"/>
          </p:cNvSpPr>
          <p:nvPr/>
        </p:nvSpPr>
        <p:spPr>
          <a:xfrm xmlns:a="http://schemas.openxmlformats.org/drawingml/2006/main">
            <a:off x="1007269" y="2803525"/>
            <a:ext cx="515938" cy="35718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9E50A847-F4D7-474B-BF33-0D92471BBB19}"/>
              </a:ext>
            </a:extLst>
          </p:cNvPr>
          <p:cNvSpPr>
            <a:spLocks xmlns:a="http://schemas.openxmlformats.org/drawingml/2006/main" noGrp="1"/>
          </p:cNvSpPr>
          <p:nvPr/>
        </p:nvSpPr>
        <p:spPr>
          <a:xfrm xmlns:a="http://schemas.openxmlformats.org/drawingml/2006/main">
            <a:off x="1523206" y="2982119"/>
            <a:ext cx="456406" cy="4"/>
          </a:xfrm>
          <a:custGeom xmlns:a="http://schemas.openxmlformats.org/drawingml/2006/main">
            <a:pathLst>
              <a:path w="456406" h="4">
                <a:moveTo>
                  <a:pt x="0" y="0"/>
                </a:moveTo>
                <a:lnTo>
                  <a:pt x="456406" y="0"/>
                </a:lnTo>
              </a:path>
            </a:pathLst>
          </a:custGeom>
          <a:noFill xmlns:a="http://schemas.openxmlformats.org/drawingml/2006/main"/>
          <a:ln xmlns:a="http://schemas.openxmlformats.org/drawingml/2006/main" w="15875">
            <a:solidFill>
              <a:srgbClr val="17324D"/>
            </a:solidFill>
            <a:prstDash val="solid"/>
          </a:ln>
        </p:spPr>
      </p:sp>
      <p:sp>
        <p:nvSpPr>
          <p:cNvPr id="19" name="native-vector-3-rect">
            <a:extLst xmlns:a="http://schemas.openxmlformats.org/drawingml/2006/main">
              <a:ext uri="{FF2B5EF4-FFF2-40B4-BE49-F238E27FC236}">
                <a16:creationId xmlns:a16="http://schemas.microsoft.com/office/drawing/2014/main" id="{C0E0E069-6063-4947-8C87-66CAD26D51FD}"/>
              </a:ext>
            </a:extLst>
          </p:cNvPr>
          <p:cNvSpPr>
            <a:spLocks xmlns:a="http://schemas.openxmlformats.org/drawingml/2006/main" noGrp="1"/>
          </p:cNvSpPr>
          <p:nvPr/>
        </p:nvSpPr>
        <p:spPr>
          <a:xfrm xmlns:a="http://schemas.openxmlformats.org/drawingml/2006/main">
            <a:off x="1979613" y="2724150"/>
            <a:ext cx="575469" cy="515938"/>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0" name="pupil-text">
            <a:extLst xmlns:a="http://schemas.openxmlformats.org/drawingml/2006/main">
              <a:ext uri="{FF2B5EF4-FFF2-40B4-BE49-F238E27FC236}">
                <a16:creationId xmlns:a16="http://schemas.microsoft.com/office/drawing/2014/main" id="{6F388852-761B-41B6-935E-A243752D7D2E}"/>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meaning</a:t>
            </a:r>
          </a:p>
        </p:txBody>
      </p:sp>
      <p:sp>
        <p:nvSpPr>
          <p:cNvPr id="21" name="pupil-text">
            <a:extLst xmlns:a="http://schemas.openxmlformats.org/drawingml/2006/main">
              <a:ext uri="{FF2B5EF4-FFF2-40B4-BE49-F238E27FC236}">
                <a16:creationId xmlns:a16="http://schemas.microsoft.com/office/drawing/2014/main" id="{AB3AE680-C437-4FBC-96CC-C436C9D1E044}"/>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what a sign or act stands</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for here.</a:t>
            </a:r>
          </a:p>
        </p:txBody>
      </p:sp>
      <p:sp>
        <p:nvSpPr>
          <p:cNvPr id="22" name="picture-description">
            <a:extLst xmlns:a="http://schemas.openxmlformats.org/drawingml/2006/main">
              <a:ext uri="{FF2B5EF4-FFF2-40B4-BE49-F238E27FC236}">
                <a16:creationId xmlns:a16="http://schemas.microsoft.com/office/drawing/2014/main" id="{76EF2268-0205-40D4-B3EE-C607C0742E34}"/>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small sign linked to a plain picture card.</a:t>
            </a:r>
          </a:p>
        </p:txBody>
      </p:sp>
      <p:sp>
        <p:nvSpPr>
          <p:cNvPr id="23" name="book-direction">
            <a:extLst xmlns:a="http://schemas.openxmlformats.org/drawingml/2006/main">
              <a:ext uri="{FF2B5EF4-FFF2-40B4-BE49-F238E27FC236}">
                <a16:creationId xmlns:a16="http://schemas.microsoft.com/office/drawing/2014/main" id="{051300A1-3CFC-4B70-A0EF-3CD306FB1A76}"/>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12647174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lesson-header">
            <a:extLst xmlns:a="http://schemas.openxmlformats.org/drawingml/2006/main">
              <a:ext uri="{FF2B5EF4-FFF2-40B4-BE49-F238E27FC236}">
                <a16:creationId xmlns:a16="http://schemas.microsoft.com/office/drawing/2014/main" id="{A4B51F5E-F29F-402D-B181-86D724F12CE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8CEE056D-2373-4CCA-A149-4BED8CD8490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CD0CCECF-E8BA-46CA-B214-2D0AF9BF6CC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E872CE78-BA6E-4F81-A707-C9E6B5A2341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746F48A-5608-47FF-A332-3C7C919E14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F121C31-7A8A-4EE7-8211-1762E447B78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ECD2CB7-8271-43BF-8686-9A4D6B9D1D0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BDF1AB1-6A02-4DEB-A341-A6CC63B1D09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895B41-A3B4-444A-B1AA-AA895F38BCD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5690789-CC67-4111-82A1-BC918F950B7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9FD8FD67-8CF8-43E9-B143-95BFD92F34E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9811811-E7FF-4BF6-96E5-2CAAB8F5C62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6C6EC21-C3A0-4B14-B239-B714BF48EF1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36</a:t>
            </a:r>
          </a:p>
        </p:txBody>
      </p:sp>
      <p:sp>
        <p:nvSpPr>
          <p:cNvPr id="14" name="licence-footer">
            <a:extLst xmlns:a="http://schemas.openxmlformats.org/drawingml/2006/main">
              <a:ext uri="{FF2B5EF4-FFF2-40B4-BE49-F238E27FC236}">
                <a16:creationId xmlns:a16="http://schemas.microsoft.com/office/drawing/2014/main" id="{1B1E24E4-4455-4302-B8FD-3AD41466989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4A2180B-006B-484D-8A44-0A55E4C2037E}"/>
              </a:ext>
            </a:extLst>
          </p:cNvPr>
          <p:cNvPicPr>
            <a:picLocks xmlns:a="http://schemas.openxmlformats.org/drawingml/2006/main" noChangeAspect="1"/>
          </p:cNvPicPr>
          <p:nvPr/>
        </p:nvPicPr>
        <p:blipFill>
          <a:blip xmlns:r="http://schemas.openxmlformats.org/officeDocument/2006/relationships" xmlns:a="http://schemas.openxmlformats.org/drawingml/2006/main" r:embed="Rd43e2e8a3cb244f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FE70652-E5E2-402D-BB74-0F60893D2419}"/>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ellipse">
            <a:extLst xmlns:a="http://schemas.openxmlformats.org/drawingml/2006/main">
              <a:ext uri="{FF2B5EF4-FFF2-40B4-BE49-F238E27FC236}">
                <a16:creationId xmlns:a16="http://schemas.microsoft.com/office/drawing/2014/main" id="{094C918F-D308-43AF-8F92-E797C506EC81}"/>
              </a:ext>
            </a:extLst>
          </p:cNvPr>
          <p:cNvSpPr>
            <a:spLocks xmlns:a="http://schemas.openxmlformats.org/drawingml/2006/main" noGrp="1"/>
          </p:cNvSpPr>
          <p:nvPr/>
        </p:nvSpPr>
        <p:spPr>
          <a:xfrm xmlns:a="http://schemas.openxmlformats.org/drawingml/2006/main">
            <a:off x="1213644" y="2640806"/>
            <a:ext cx="142875" cy="14287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line">
            <a:extLst xmlns:a="http://schemas.openxmlformats.org/drawingml/2006/main">
              <a:ext uri="{FF2B5EF4-FFF2-40B4-BE49-F238E27FC236}">
                <a16:creationId xmlns:a16="http://schemas.microsoft.com/office/drawing/2014/main" id="{493891AC-B759-4D8F-AFE6-B636250BDAD6}"/>
              </a:ext>
            </a:extLst>
          </p:cNvPr>
          <p:cNvSpPr>
            <a:spLocks xmlns:a="http://schemas.openxmlformats.org/drawingml/2006/main" noGrp="1"/>
          </p:cNvSpPr>
          <p:nvPr/>
        </p:nvSpPr>
        <p:spPr>
          <a:xfrm xmlns:a="http://schemas.openxmlformats.org/drawingml/2006/main">
            <a:off x="1285081" y="2783681"/>
            <a:ext cx="4" cy="246063"/>
          </a:xfrm>
          <a:custGeom xmlns:a="http://schemas.openxmlformats.org/drawingml/2006/main">
            <a:pathLst>
              <a:path w="4" h="246063">
                <a:moveTo>
                  <a:pt x="0" y="0"/>
                </a:moveTo>
                <a:lnTo>
                  <a:pt x="0" y="246063"/>
                </a:lnTo>
              </a:path>
            </a:pathLst>
          </a:custGeom>
          <a:noFill xmlns:a="http://schemas.openxmlformats.org/drawingml/2006/main"/>
          <a:ln xmlns:a="http://schemas.openxmlformats.org/drawingml/2006/main" w="15875">
            <a:solidFill>
              <a:srgbClr val="17324D"/>
            </a:solidFill>
            <a:prstDash val="solid"/>
          </a:ln>
        </p:spPr>
      </p:sp>
      <p:sp>
        <p:nvSpPr>
          <p:cNvPr id="19" name="native-vector-3-line">
            <a:extLst xmlns:a="http://schemas.openxmlformats.org/drawingml/2006/main">
              <a:ext uri="{FF2B5EF4-FFF2-40B4-BE49-F238E27FC236}">
                <a16:creationId xmlns:a16="http://schemas.microsoft.com/office/drawing/2014/main" id="{995ACE0E-893B-4E29-B019-014C6C7D896D}"/>
              </a:ext>
            </a:extLst>
          </p:cNvPr>
          <p:cNvSpPr>
            <a:spLocks xmlns:a="http://schemas.openxmlformats.org/drawingml/2006/main" noGrp="1"/>
          </p:cNvSpPr>
          <p:nvPr/>
        </p:nvSpPr>
        <p:spPr>
          <a:xfrm xmlns:a="http://schemas.openxmlformats.org/drawingml/2006/main">
            <a:off x="1158081" y="2878931"/>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0" name="native-vector-4-line">
            <a:extLst xmlns:a="http://schemas.openxmlformats.org/drawingml/2006/main">
              <a:ext uri="{FF2B5EF4-FFF2-40B4-BE49-F238E27FC236}">
                <a16:creationId xmlns:a16="http://schemas.microsoft.com/office/drawing/2014/main" id="{7E789D51-4DB2-4454-A6AC-A192E8FFE30B}"/>
              </a:ext>
            </a:extLst>
          </p:cNvPr>
          <p:cNvSpPr>
            <a:spLocks xmlns:a="http://schemas.openxmlformats.org/drawingml/2006/main" noGrp="1"/>
          </p:cNvSpPr>
          <p:nvPr/>
        </p:nvSpPr>
        <p:spPr>
          <a:xfrm xmlns:a="http://schemas.openxmlformats.org/drawingml/2006/main">
            <a:off x="1177925" y="3029744"/>
            <a:ext cx="107156" cy="170656"/>
          </a:xfrm>
          <a:custGeom xmlns:a="http://schemas.openxmlformats.org/drawingml/2006/main">
            <a:pathLst>
              <a:path w="107156" h="170656">
                <a:moveTo>
                  <a:pt x="107156"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21" name="native-vector-5-line">
            <a:extLst xmlns:a="http://schemas.openxmlformats.org/drawingml/2006/main">
              <a:ext uri="{FF2B5EF4-FFF2-40B4-BE49-F238E27FC236}">
                <a16:creationId xmlns:a16="http://schemas.microsoft.com/office/drawing/2014/main" id="{4237A1C7-3261-4ED0-AF62-D3334F04B54A}"/>
              </a:ext>
            </a:extLst>
          </p:cNvPr>
          <p:cNvSpPr>
            <a:spLocks xmlns:a="http://schemas.openxmlformats.org/drawingml/2006/main" noGrp="1"/>
          </p:cNvSpPr>
          <p:nvPr/>
        </p:nvSpPr>
        <p:spPr>
          <a:xfrm xmlns:a="http://schemas.openxmlformats.org/drawingml/2006/main">
            <a:off x="1285081" y="3029744"/>
            <a:ext cx="107156" cy="170656"/>
          </a:xfrm>
          <a:custGeom xmlns:a="http://schemas.openxmlformats.org/drawingml/2006/main">
            <a:pathLst>
              <a:path w="107156" h="170656">
                <a:moveTo>
                  <a:pt x="0" y="0"/>
                </a:moveTo>
                <a:lnTo>
                  <a:pt x="107156" y="170656"/>
                </a:lnTo>
              </a:path>
            </a:pathLst>
          </a:custGeom>
          <a:noFill xmlns:a="http://schemas.openxmlformats.org/drawingml/2006/main"/>
          <a:ln xmlns:a="http://schemas.openxmlformats.org/drawingml/2006/main" w="15875">
            <a:solidFill>
              <a:srgbClr val="17324D"/>
            </a:solidFill>
            <a:prstDash val="solid"/>
          </a:ln>
        </p:spPr>
      </p:sp>
      <p:sp>
        <p:nvSpPr>
          <p:cNvPr id="22" name="native-vector-6-ellipse">
            <a:extLst xmlns:a="http://schemas.openxmlformats.org/drawingml/2006/main">
              <a:ext uri="{FF2B5EF4-FFF2-40B4-BE49-F238E27FC236}">
                <a16:creationId xmlns:a16="http://schemas.microsoft.com/office/drawing/2014/main" id="{89605D1D-1550-495A-B225-53ABAE781552}"/>
              </a:ext>
            </a:extLst>
          </p:cNvPr>
          <p:cNvSpPr>
            <a:spLocks xmlns:a="http://schemas.openxmlformats.org/drawingml/2006/main" noGrp="1"/>
          </p:cNvSpPr>
          <p:nvPr/>
        </p:nvSpPr>
        <p:spPr>
          <a:xfrm xmlns:a="http://schemas.openxmlformats.org/drawingml/2006/main">
            <a:off x="2205831" y="2640806"/>
            <a:ext cx="142875" cy="142875"/>
          </a:xfrm>
          <a:prstGeom xmlns:a="http://schemas.openxmlformats.org/drawingml/2006/main" prst="ellipse">
            <a:avLst/>
          </a:prstGeom>
          <a:solidFill xmlns:a="http://schemas.openxmlformats.org/drawingml/2006/main">
            <a:srgbClr val="FFFFFF"/>
          </a:solidFill>
          <a:ln xmlns:a="http://schemas.openxmlformats.org/drawingml/2006/main" w="15875">
            <a:solidFill>
              <a:srgbClr val="17324D"/>
            </a:solidFill>
            <a:prstDash val="solid"/>
          </a:ln>
        </p:spPr>
      </p:sp>
      <p:sp>
        <p:nvSpPr>
          <p:cNvPr id="23" name="native-vector-7-line">
            <a:extLst xmlns:a="http://schemas.openxmlformats.org/drawingml/2006/main">
              <a:ext uri="{FF2B5EF4-FFF2-40B4-BE49-F238E27FC236}">
                <a16:creationId xmlns:a16="http://schemas.microsoft.com/office/drawing/2014/main" id="{17E90E33-002C-40ED-826A-7DBC5A692486}"/>
              </a:ext>
            </a:extLst>
          </p:cNvPr>
          <p:cNvSpPr>
            <a:spLocks xmlns:a="http://schemas.openxmlformats.org/drawingml/2006/main" noGrp="1"/>
          </p:cNvSpPr>
          <p:nvPr/>
        </p:nvSpPr>
        <p:spPr>
          <a:xfrm xmlns:a="http://schemas.openxmlformats.org/drawingml/2006/main">
            <a:off x="2277269" y="2783681"/>
            <a:ext cx="4" cy="246063"/>
          </a:xfrm>
          <a:custGeom xmlns:a="http://schemas.openxmlformats.org/drawingml/2006/main">
            <a:pathLst>
              <a:path w="4" h="246063">
                <a:moveTo>
                  <a:pt x="0" y="0"/>
                </a:moveTo>
                <a:lnTo>
                  <a:pt x="0" y="246063"/>
                </a:lnTo>
              </a:path>
            </a:pathLst>
          </a:custGeom>
          <a:noFill xmlns:a="http://schemas.openxmlformats.org/drawingml/2006/main"/>
          <a:ln xmlns:a="http://schemas.openxmlformats.org/drawingml/2006/main" w="15875">
            <a:solidFill>
              <a:srgbClr val="17324D"/>
            </a:solidFill>
            <a:prstDash val="solid"/>
          </a:ln>
        </p:spPr>
      </p:sp>
      <p:sp>
        <p:nvSpPr>
          <p:cNvPr id="24" name="native-vector-8-line">
            <a:extLst xmlns:a="http://schemas.openxmlformats.org/drawingml/2006/main">
              <a:ext uri="{FF2B5EF4-FFF2-40B4-BE49-F238E27FC236}">
                <a16:creationId xmlns:a16="http://schemas.microsoft.com/office/drawing/2014/main" id="{0C9F00B7-1E69-478E-8A28-3D5A2EF9FBDE}"/>
              </a:ext>
            </a:extLst>
          </p:cNvPr>
          <p:cNvSpPr>
            <a:spLocks xmlns:a="http://schemas.openxmlformats.org/drawingml/2006/main" noGrp="1"/>
          </p:cNvSpPr>
          <p:nvPr/>
        </p:nvSpPr>
        <p:spPr>
          <a:xfrm xmlns:a="http://schemas.openxmlformats.org/drawingml/2006/main">
            <a:off x="2150269" y="2878931"/>
            <a:ext cx="254000" cy="4"/>
          </a:xfrm>
          <a:custGeom xmlns:a="http://schemas.openxmlformats.org/drawingml/2006/main">
            <a:pathLst>
              <a:path w="254000" h="4">
                <a:moveTo>
                  <a:pt x="0" y="0"/>
                </a:moveTo>
                <a:lnTo>
                  <a:pt x="254000" y="0"/>
                </a:lnTo>
              </a:path>
            </a:pathLst>
          </a:custGeom>
          <a:noFill xmlns:a="http://schemas.openxmlformats.org/drawingml/2006/main"/>
          <a:ln xmlns:a="http://schemas.openxmlformats.org/drawingml/2006/main" w="15875">
            <a:solidFill>
              <a:srgbClr val="17324D"/>
            </a:solidFill>
            <a:prstDash val="solid"/>
          </a:ln>
        </p:spPr>
      </p:sp>
      <p:sp>
        <p:nvSpPr>
          <p:cNvPr id="25" name="native-vector-9-line">
            <a:extLst xmlns:a="http://schemas.openxmlformats.org/drawingml/2006/main">
              <a:ext uri="{FF2B5EF4-FFF2-40B4-BE49-F238E27FC236}">
                <a16:creationId xmlns:a16="http://schemas.microsoft.com/office/drawing/2014/main" id="{466BADDE-5255-4085-8E31-F3C02FA0572A}"/>
              </a:ext>
            </a:extLst>
          </p:cNvPr>
          <p:cNvSpPr>
            <a:spLocks xmlns:a="http://schemas.openxmlformats.org/drawingml/2006/main" noGrp="1"/>
          </p:cNvSpPr>
          <p:nvPr/>
        </p:nvSpPr>
        <p:spPr>
          <a:xfrm xmlns:a="http://schemas.openxmlformats.org/drawingml/2006/main">
            <a:off x="2170113" y="3029744"/>
            <a:ext cx="107156" cy="170656"/>
          </a:xfrm>
          <a:custGeom xmlns:a="http://schemas.openxmlformats.org/drawingml/2006/main">
            <a:pathLst>
              <a:path w="107156" h="170656">
                <a:moveTo>
                  <a:pt x="107156" y="0"/>
                </a:moveTo>
                <a:lnTo>
                  <a:pt x="0" y="170656"/>
                </a:lnTo>
              </a:path>
            </a:pathLst>
          </a:custGeom>
          <a:noFill xmlns:a="http://schemas.openxmlformats.org/drawingml/2006/main"/>
          <a:ln xmlns:a="http://schemas.openxmlformats.org/drawingml/2006/main" w="15875">
            <a:solidFill>
              <a:srgbClr val="17324D"/>
            </a:solidFill>
            <a:prstDash val="solid"/>
          </a:ln>
        </p:spPr>
      </p:sp>
      <p:sp>
        <p:nvSpPr>
          <p:cNvPr id="26" name="native-vector-10-line">
            <a:extLst xmlns:a="http://schemas.openxmlformats.org/drawingml/2006/main">
              <a:ext uri="{FF2B5EF4-FFF2-40B4-BE49-F238E27FC236}">
                <a16:creationId xmlns:a16="http://schemas.microsoft.com/office/drawing/2014/main" id="{2DF152FD-D5BA-4770-9765-AB0705EF3767}"/>
              </a:ext>
            </a:extLst>
          </p:cNvPr>
          <p:cNvSpPr>
            <a:spLocks xmlns:a="http://schemas.openxmlformats.org/drawingml/2006/main" noGrp="1"/>
          </p:cNvSpPr>
          <p:nvPr/>
        </p:nvSpPr>
        <p:spPr>
          <a:xfrm xmlns:a="http://schemas.openxmlformats.org/drawingml/2006/main">
            <a:off x="2277269" y="3029744"/>
            <a:ext cx="107156" cy="170656"/>
          </a:xfrm>
          <a:custGeom xmlns:a="http://schemas.openxmlformats.org/drawingml/2006/main">
            <a:pathLst>
              <a:path w="107156" h="170656">
                <a:moveTo>
                  <a:pt x="0" y="0"/>
                </a:moveTo>
                <a:lnTo>
                  <a:pt x="107156" y="170656"/>
                </a:lnTo>
              </a:path>
            </a:pathLst>
          </a:custGeom>
          <a:noFill xmlns:a="http://schemas.openxmlformats.org/drawingml/2006/main"/>
          <a:ln xmlns:a="http://schemas.openxmlformats.org/drawingml/2006/main" w="15875">
            <a:solidFill>
              <a:srgbClr val="17324D"/>
            </a:solidFill>
            <a:prstDash val="solid"/>
          </a:ln>
        </p:spPr>
      </p:sp>
      <p:sp>
        <p:nvSpPr>
          <p:cNvPr id="27" name="pupil-text">
            <a:extLst xmlns:a="http://schemas.openxmlformats.org/drawingml/2006/main">
              <a:ext uri="{FF2B5EF4-FFF2-40B4-BE49-F238E27FC236}">
                <a16:creationId xmlns:a16="http://schemas.microsoft.com/office/drawing/2014/main" id="{E7926BD1-16C5-42DE-918F-32607118D983}"/>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respect</a:t>
            </a:r>
          </a:p>
        </p:txBody>
      </p:sp>
      <p:sp>
        <p:nvSpPr>
          <p:cNvPr id="28" name="pupil-text">
            <a:extLst xmlns:a="http://schemas.openxmlformats.org/drawingml/2006/main">
              <a:ext uri="{FF2B5EF4-FFF2-40B4-BE49-F238E27FC236}">
                <a16:creationId xmlns:a16="http://schemas.microsoft.com/office/drawing/2014/main" id="{F149163B-F979-46A2-8CD9-B58165B2BD2D}"/>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let others choose for</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themselves.</a:t>
            </a:r>
          </a:p>
        </p:txBody>
      </p:sp>
      <p:sp>
        <p:nvSpPr>
          <p:cNvPr id="29" name="picture-description">
            <a:extLst xmlns:a="http://schemas.openxmlformats.org/drawingml/2006/main">
              <a:ext uri="{FF2B5EF4-FFF2-40B4-BE49-F238E27FC236}">
                <a16:creationId xmlns:a16="http://schemas.microsoft.com/office/drawing/2014/main" id="{8EF89BDB-CEFC-4273-960C-0BEAEAF4F773}"/>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person shapes with space between them.</a:t>
            </a:r>
          </a:p>
        </p:txBody>
      </p:sp>
      <p:sp>
        <p:nvSpPr>
          <p:cNvPr id="30" name="book-direction">
            <a:extLst xmlns:a="http://schemas.openxmlformats.org/drawingml/2006/main">
              <a:ext uri="{FF2B5EF4-FFF2-40B4-BE49-F238E27FC236}">
                <a16:creationId xmlns:a16="http://schemas.microsoft.com/office/drawing/2014/main" id="{3DD3B156-6470-4FA2-8356-9331A3B5A84B}"/>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it Model. Do not copy the whole slide.</a:t>
            </a:r>
          </a:p>
        </p:txBody>
      </p:sp>
    </p:spTree>
    <p:extLst>
      <p:ext uri="{BB962C8B-B14F-4D97-AF65-F5344CB8AC3E}">
        <p14:creationId xmlns:p14="http://schemas.microsoft.com/office/powerpoint/2010/main" val="93031699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F8A14533-0918-4AE2-9F36-D71DA6993C4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2195C473-2B1D-47BE-88F7-C885A284107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DEF78A63-19C5-4C24-ADAB-11521B7BC5E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Main source — story/case cards</a:t>
            </a:r>
          </a:p>
        </p:txBody>
      </p:sp>
      <p:sp>
        <p:nvSpPr>
          <p:cNvPr id="4" name="shape">
            <a:extLst xmlns:a="http://schemas.openxmlformats.org/drawingml/2006/main">
              <a:ext uri="{FF2B5EF4-FFF2-40B4-BE49-F238E27FC236}">
                <a16:creationId xmlns:a16="http://schemas.microsoft.com/office/drawing/2014/main" id="{A362EC22-3947-471D-AE35-71C25DE4655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375F948-B2F9-4CA2-807E-A22456CF42D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CD7BCA8-B8B0-4FEF-9D8F-6270DEB9570B}"/>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74475AD-74A7-4E09-9721-58F8CF3ACDB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A908944-D9A4-4E35-A873-F033D0FDD80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BD39A50-E17D-4E73-A4F6-756C4DEC6B9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6222E6B-1741-4363-9445-33EBE1B3DE9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5B5F9A0C-421A-47E7-A919-FCFB235C0F7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FF5C200-1FE9-46AF-95BA-6FAD877E084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CA76110-6509-4C96-B382-4CE4BACB414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36</a:t>
            </a:r>
          </a:p>
        </p:txBody>
      </p:sp>
      <p:sp>
        <p:nvSpPr>
          <p:cNvPr id="14" name="licence-footer">
            <a:extLst xmlns:a="http://schemas.openxmlformats.org/drawingml/2006/main">
              <a:ext uri="{FF2B5EF4-FFF2-40B4-BE49-F238E27FC236}">
                <a16:creationId xmlns:a16="http://schemas.microsoft.com/office/drawing/2014/main" id="{B2BB8A56-B0D8-4C31-B86F-85BD3F7154B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39B1786-C233-43B7-A249-4F95FD82FAF7}"/>
              </a:ext>
            </a:extLst>
          </p:cNvPr>
          <p:cNvPicPr>
            <a:picLocks xmlns:a="http://schemas.openxmlformats.org/drawingml/2006/main" noChangeAspect="1"/>
          </p:cNvPicPr>
          <p:nvPr/>
        </p:nvPicPr>
        <p:blipFill>
          <a:blip xmlns:r="http://schemas.openxmlformats.org/officeDocument/2006/relationships" xmlns:a="http://schemas.openxmlformats.org/drawingml/2006/main" r:embed="Rfa8e9931565a4dc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C6F0857-11A3-44AA-881C-6661D94E53D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659D38DF-80C8-4B3F-96CB-9718A9FB594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B20D5904-0FBB-4F28-8EFA-0FFE83404282}"/>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C0DBA6D0-321D-4135-8F14-A3B667336EA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craft-group case: One person has no card to draw on. There is spare card on the table. The</a:t>
            </a:r>
          </a:p>
        </p:txBody>
      </p:sp>
      <p:sp>
        <p:nvSpPr>
          <p:cNvPr id="20" name="pupil-text">
            <a:extLst xmlns:a="http://schemas.openxmlformats.org/drawingml/2006/main">
              <a:ext uri="{FF2B5EF4-FFF2-40B4-BE49-F238E27FC236}">
                <a16:creationId xmlns:a16="http://schemas.microsoft.com/office/drawing/2014/main" id="{ABE55F23-C296-418F-9BFF-7F470C26DBE3}"/>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group rule says each person may take one sheet if they need it.</a:t>
            </a:r>
          </a:p>
        </p:txBody>
      </p:sp>
      <p:sp>
        <p:nvSpPr>
          <p:cNvPr id="21" name="pupil-text">
            <a:extLst xmlns:a="http://schemas.openxmlformats.org/drawingml/2006/main">
              <a:ext uri="{FF2B5EF4-FFF2-40B4-BE49-F238E27FC236}">
                <a16:creationId xmlns:a16="http://schemas.microsoft.com/office/drawing/2014/main" id="{9FFB0206-5F2E-4E9E-9211-297EF2FC9EA2}"/>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helper could offer the person a sheet and let them choose. The person may say yes or no.</a:t>
            </a:r>
          </a:p>
        </p:txBody>
      </p:sp>
      <p:sp>
        <p:nvSpPr>
          <p:cNvPr id="22" name="pupil-text">
            <a:extLst xmlns:a="http://schemas.openxmlformats.org/drawingml/2006/main">
              <a:ext uri="{FF2B5EF4-FFF2-40B4-BE49-F238E27FC236}">
                <a16:creationId xmlns:a16="http://schemas.microsoft.com/office/drawing/2014/main" id="{65B36C39-B062-4131-B5FF-E5B49960DDAB}"/>
              </a:ext>
            </a:extLst>
          </p:cNvPr>
          <p:cNvSpPr>
            <a:spLocks xmlns:a="http://schemas.openxmlformats.org/drawingml/2006/main" noGrp="1"/>
          </p:cNvSpPr>
          <p:nvPr/>
        </p:nvSpPr>
        <p:spPr>
          <a:xfrm xmlns:a="http://schemas.openxmlformats.org/drawingml/2006/main">
            <a:off x="457200" y="3810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this case for your caring record. It is not a report about your own life. You may pass.</a:t>
            </a:r>
          </a:p>
        </p:txBody>
      </p:sp>
    </p:spTree>
    <p:extLst>
      <p:ext uri="{BB962C8B-B14F-4D97-AF65-F5344CB8AC3E}">
        <p14:creationId xmlns:p14="http://schemas.microsoft.com/office/powerpoint/2010/main" val="21473436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E8D82C8-C669-4226-A5C4-B571E74F50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38047F82-1D35-46CB-A13B-313F68585FB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C46CFA6-6160-4022-88B6-41CD9768A90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Model source — I Do only</a:t>
            </a:r>
          </a:p>
        </p:txBody>
      </p:sp>
      <p:sp>
        <p:nvSpPr>
          <p:cNvPr id="4" name="shape">
            <a:extLst xmlns:a="http://schemas.openxmlformats.org/drawingml/2006/main">
              <a:ext uri="{FF2B5EF4-FFF2-40B4-BE49-F238E27FC236}">
                <a16:creationId xmlns:a16="http://schemas.microsoft.com/office/drawing/2014/main" id="{2432DA05-7D34-40E7-97C2-0507A892510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F14CC23-0F9D-4574-ADC2-116030855CB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4942276-B8B3-4072-8F41-93DBE8603A92}"/>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5732169-8045-4859-90CD-8C4728111AF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9F76AEC-9A42-4B17-BA15-A82F45B38AE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14B8777-45D2-4206-8CA6-A067A5463CF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3A1217F-D24E-45BB-930F-7D1491C75EF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3A352319-4AC2-4C5F-B728-515DAF578CB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B8178E4-BA01-49F6-84C1-0702310D7BE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0783C76E-861A-421D-92D1-EF8A8727FD5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36</a:t>
            </a:r>
          </a:p>
        </p:txBody>
      </p:sp>
      <p:sp>
        <p:nvSpPr>
          <p:cNvPr id="14" name="licence-footer">
            <a:extLst xmlns:a="http://schemas.openxmlformats.org/drawingml/2006/main">
              <a:ext uri="{FF2B5EF4-FFF2-40B4-BE49-F238E27FC236}">
                <a16:creationId xmlns:a16="http://schemas.microsoft.com/office/drawing/2014/main" id="{9B425503-6F9E-48A0-B852-0E2882E5DDC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44582DA-97B2-4503-8977-54289A9903B2}"/>
              </a:ext>
            </a:extLst>
          </p:cNvPr>
          <p:cNvPicPr>
            <a:picLocks xmlns:a="http://schemas.openxmlformats.org/drawingml/2006/main" noChangeAspect="1"/>
          </p:cNvPicPr>
          <p:nvPr/>
        </p:nvPicPr>
        <p:blipFill>
          <a:blip xmlns:r="http://schemas.openxmlformats.org/officeDocument/2006/relationships" xmlns:a="http://schemas.openxmlformats.org/drawingml/2006/main" r:embed="R5c4eccb76b624f4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DDD2D5E-98CA-4720-B64A-E3199CB7152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46C71128-CEAD-485A-B55D-DE5C1BB05CA1}"/>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0B04143F-7C7C-4862-B97E-EDA23E8AB71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624D6459-9A70-432D-8FCB-4355A93642ED}"/>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model record: A person asks for help carrying one light paper folder. A helper asks first</a:t>
            </a:r>
          </a:p>
        </p:txBody>
      </p:sp>
      <p:sp>
        <p:nvSpPr>
          <p:cNvPr id="20" name="pupil-text">
            <a:extLst xmlns:a="http://schemas.openxmlformats.org/drawingml/2006/main">
              <a:ext uri="{FF2B5EF4-FFF2-40B4-BE49-F238E27FC236}">
                <a16:creationId xmlns:a16="http://schemas.microsoft.com/office/drawing/2014/main" id="{775F6C20-F1C9-4809-9719-658F0B1F50D7}"/>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shares the task if wanted.</a:t>
            </a:r>
          </a:p>
        </p:txBody>
      </p:sp>
    </p:spTree>
    <p:extLst>
      <p:ext uri="{BB962C8B-B14F-4D97-AF65-F5344CB8AC3E}">
        <p14:creationId xmlns:p14="http://schemas.microsoft.com/office/powerpoint/2010/main" val="5102919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45F452D-FF96-4946-810E-EEEEE1E294F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C65C5A9C-2097-4BC6-BAE4-E3D0D31B8EC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86087CB3-8F56-41A8-8D4E-B8AC094999E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BDE37B06-9F1D-4355-B185-5DCE9BE765B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EB03515-BC0B-41C4-8DBA-B30FC72D019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3E2382F-2C02-47DD-BD2F-C73F39365561}"/>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2AE1F41-F620-4BA1-89B4-558C509866DC}"/>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FB742E9-831D-4A96-86B8-885F33B5551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A63CEE7-5A12-45CD-897C-D227092B4CC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4B16421-6867-423B-9066-A8BADE542E1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E0CCE620-7978-4055-9526-6E4B8FFAFF3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DE2E86C-2B2E-43D3-A070-042F5C59833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DC91469-7D1E-4BBE-9FEA-DF6C4EF2582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36</a:t>
            </a:r>
          </a:p>
        </p:txBody>
      </p:sp>
      <p:sp>
        <p:nvSpPr>
          <p:cNvPr id="14" name="licence-footer">
            <a:extLst xmlns:a="http://schemas.openxmlformats.org/drawingml/2006/main">
              <a:ext uri="{FF2B5EF4-FFF2-40B4-BE49-F238E27FC236}">
                <a16:creationId xmlns:a16="http://schemas.microsoft.com/office/drawing/2014/main" id="{6D785086-1A3F-4E91-8681-6AB11741F1E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4BF19B3-B8D4-49E0-860B-49ED6CC45AF8}"/>
              </a:ext>
            </a:extLst>
          </p:cNvPr>
          <p:cNvPicPr>
            <a:picLocks xmlns:a="http://schemas.openxmlformats.org/drawingml/2006/main" noChangeAspect="1"/>
          </p:cNvPicPr>
          <p:nvPr/>
        </p:nvPicPr>
        <p:blipFill>
          <a:blip xmlns:r="http://schemas.openxmlformats.org/officeDocument/2006/relationships" xmlns:a="http://schemas.openxmlformats.org/drawingml/2006/main" r:embed="Rb5072b5ffb0e463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791D8F0-C0B8-4823-9246-453841A289D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A18A471B-1EB1-4B76-A58F-43F66CB1011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FA582B85-4186-4171-9D5D-06ACC1BC4146}"/>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pupil-text">
            <a:extLst xmlns:a="http://schemas.openxmlformats.org/drawingml/2006/main">
              <a:ext uri="{FF2B5EF4-FFF2-40B4-BE49-F238E27FC236}">
                <a16:creationId xmlns:a16="http://schemas.microsoft.com/office/drawing/2014/main" id="{87D25435-BAA1-4F94-AA67-60172D2AEF0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Watch one step at a time.</a:t>
            </a:r>
          </a:p>
        </p:txBody>
      </p:sp>
    </p:spTree>
    <p:extLst>
      <p:ext uri="{BB962C8B-B14F-4D97-AF65-F5344CB8AC3E}">
        <p14:creationId xmlns:p14="http://schemas.microsoft.com/office/powerpoint/2010/main" val="5139064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E4DD6C1-2CFE-4E9C-B022-BCDDA9B2533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22BE5423-EC71-4609-AA32-343524E90B7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900384F-AB15-4AFB-90D2-E72707C2095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5DD832DD-2B59-45A7-AED6-D6D1961442A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0D386BB-E9D1-484B-ABC2-CFB253B1BC4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D6C9A69-85EE-4EE6-87F4-12830CA6B4F5}"/>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7300ACC-C5F4-4801-B219-E6223604636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A3DE018-BD43-42F2-A24D-B8B4CDF4B39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086C5E9-C384-43CF-98B9-3BCBE0E5FD8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DFD6B6F-A506-439A-B22E-4F68268FCC0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1FCE3F33-B772-4530-8E24-933927E0D40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62AF9AC-FC53-4F4F-B5F7-954BDB092C2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1A9A555-CA4F-4E88-A994-45636093215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36</a:t>
            </a:r>
          </a:p>
        </p:txBody>
      </p:sp>
      <p:sp>
        <p:nvSpPr>
          <p:cNvPr id="14" name="licence-footer">
            <a:extLst xmlns:a="http://schemas.openxmlformats.org/drawingml/2006/main">
              <a:ext uri="{FF2B5EF4-FFF2-40B4-BE49-F238E27FC236}">
                <a16:creationId xmlns:a16="http://schemas.microsoft.com/office/drawing/2014/main" id="{6ABEBB38-3C9E-45C0-A2AC-2818863784C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8FBFCF-7DAC-43C8-83CA-834816E515D8}"/>
              </a:ext>
            </a:extLst>
          </p:cNvPr>
          <p:cNvPicPr>
            <a:picLocks xmlns:a="http://schemas.openxmlformats.org/drawingml/2006/main" noChangeAspect="1"/>
          </p:cNvPicPr>
          <p:nvPr/>
        </p:nvPicPr>
        <p:blipFill>
          <a:blip xmlns:r="http://schemas.openxmlformats.org/officeDocument/2006/relationships" xmlns:a="http://schemas.openxmlformats.org/drawingml/2006/main" r:embed="Rf3ae86a0532747f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03345C6-8EAC-4949-BAB8-1F8D065B60E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a:t>
            </a:r>
          </a:p>
        </p:txBody>
      </p:sp>
      <p:sp>
        <p:nvSpPr>
          <p:cNvPr id="17" name="pupil-text">
            <a:extLst xmlns:a="http://schemas.openxmlformats.org/drawingml/2006/main">
              <a:ext uri="{FF2B5EF4-FFF2-40B4-BE49-F238E27FC236}">
                <a16:creationId xmlns:a16="http://schemas.microsoft.com/office/drawing/2014/main" id="{FD51359B-0943-430C-85BC-C91D47C58F9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 Mark it Model. Do not copy the whole</a:t>
            </a:r>
          </a:p>
        </p:txBody>
      </p:sp>
      <p:sp>
        <p:nvSpPr>
          <p:cNvPr id="18" name="pupil-text">
            <a:extLst xmlns:a="http://schemas.openxmlformats.org/drawingml/2006/main">
              <a:ext uri="{FF2B5EF4-FFF2-40B4-BE49-F238E27FC236}">
                <a16:creationId xmlns:a16="http://schemas.microsoft.com/office/drawing/2014/main" id="{C966FA69-C3E2-4EBC-9EA5-273BF316EAD6}"/>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slide.</a:t>
            </a:r>
          </a:p>
        </p:txBody>
      </p:sp>
      <p:sp>
        <p:nvSpPr>
          <p:cNvPr id="19" name="answer-text">
            <a:extLst xmlns:a="http://schemas.openxmlformats.org/drawingml/2006/main">
              <a:ext uri="{FF2B5EF4-FFF2-40B4-BE49-F238E27FC236}">
                <a16:creationId xmlns:a16="http://schemas.microsoft.com/office/drawing/2014/main" id="{BD3727D5-4FC0-4D36-9CE1-14EAABD34271}"/>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model sign is an open hand. Here it means an offer of help. My respectful act is to ask first. My</a:t>
            </a:r>
          </a:p>
        </p:txBody>
      </p:sp>
      <p:sp>
        <p:nvSpPr>
          <p:cNvPr id="20" name="answer-text">
            <a:extLst xmlns:a="http://schemas.openxmlformats.org/drawingml/2006/main">
              <a:ext uri="{FF2B5EF4-FFF2-40B4-BE49-F238E27FC236}">
                <a16:creationId xmlns:a16="http://schemas.microsoft.com/office/drawing/2014/main" id="{20EDD6DF-B996-4876-93D3-FBDFFA9E2DE7}"/>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learning line is “Care keeps a choice.” This model is for the folder case.</a:t>
            </a:r>
          </a:p>
        </p:txBody>
      </p:sp>
    </p:spTree>
    <p:extLst>
      <p:ext uri="{BB962C8B-B14F-4D97-AF65-F5344CB8AC3E}">
        <p14:creationId xmlns:p14="http://schemas.microsoft.com/office/powerpoint/2010/main" val="5705401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BA17A2D-BEBC-4137-91ED-560E1AC5702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095EC9F7-10EA-4710-907D-D1D64A42C97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4AEB931D-9B68-4FC5-8759-2B953C4398E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Class source — We Do only</a:t>
            </a:r>
          </a:p>
        </p:txBody>
      </p:sp>
      <p:sp>
        <p:nvSpPr>
          <p:cNvPr id="4" name="shape">
            <a:extLst xmlns:a="http://schemas.openxmlformats.org/drawingml/2006/main">
              <a:ext uri="{FF2B5EF4-FFF2-40B4-BE49-F238E27FC236}">
                <a16:creationId xmlns:a16="http://schemas.microsoft.com/office/drawing/2014/main" id="{7AB3A8D0-FC4A-4964-833D-855D9F07501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18E75AA-CE06-44A0-91E0-424E83D3DE6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FC1B8D7-041B-4FBB-BC06-C51D9AE57D2B}"/>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D96FA48-DE19-4ECD-A9D4-EAE987AA215A}"/>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46F0DF0-864C-4747-B52F-A4D78916194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277A0FF-7618-468F-83FD-711CDA1FD61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BDEF8DE-DE86-4A89-8AA8-19D7FFEA34D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434B26D3-058F-4FD2-B14E-A35BACE3C62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B823670-A118-4A99-92EB-0C3DC1FC834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FB39041-AB88-4FAE-B23E-64B54EDF43E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36</a:t>
            </a:r>
          </a:p>
        </p:txBody>
      </p:sp>
      <p:sp>
        <p:nvSpPr>
          <p:cNvPr id="14" name="licence-footer">
            <a:extLst xmlns:a="http://schemas.openxmlformats.org/drawingml/2006/main">
              <a:ext uri="{FF2B5EF4-FFF2-40B4-BE49-F238E27FC236}">
                <a16:creationId xmlns:a16="http://schemas.microsoft.com/office/drawing/2014/main" id="{DEBD41D4-83F2-4FEB-8E4C-86BDE77DCC5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ACDD3A3-1246-45D7-B89F-427471154CC3}"/>
              </a:ext>
            </a:extLst>
          </p:cNvPr>
          <p:cNvPicPr>
            <a:picLocks xmlns:a="http://schemas.openxmlformats.org/drawingml/2006/main" noChangeAspect="1"/>
          </p:cNvPicPr>
          <p:nvPr/>
        </p:nvPicPr>
        <p:blipFill>
          <a:blip xmlns:r="http://schemas.openxmlformats.org/officeDocument/2006/relationships" xmlns:a="http://schemas.openxmlformats.org/drawingml/2006/main" r:embed="Rdcae49cc900b47c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9E49523-BFD5-499B-8F93-1CD2A884A8C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class case: A person asks for a quiet place to sit. A helper shows a quiet seat and lets the</a:t>
            </a:r>
          </a:p>
        </p:txBody>
      </p:sp>
      <p:sp>
        <p:nvSpPr>
          <p:cNvPr id="17" name="pupil-text">
            <a:extLst xmlns:a="http://schemas.openxmlformats.org/drawingml/2006/main">
              <a:ext uri="{FF2B5EF4-FFF2-40B4-BE49-F238E27FC236}">
                <a16:creationId xmlns:a16="http://schemas.microsoft.com/office/drawing/2014/main" id="{A8E49D83-C867-4ECD-A6F0-8F135A4C6C0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 choose.</a:t>
            </a:r>
          </a:p>
        </p:txBody>
      </p:sp>
      <p:sp>
        <p:nvSpPr>
          <p:cNvPr id="18" name="shape">
            <a:extLst xmlns:a="http://schemas.openxmlformats.org/drawingml/2006/main">
              <a:ext uri="{FF2B5EF4-FFF2-40B4-BE49-F238E27FC236}">
                <a16:creationId xmlns:a16="http://schemas.microsoft.com/office/drawing/2014/main" id="{9957C73D-BB74-46D5-B2BF-480B3424F873}"/>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DFDFE504-F0DA-443F-8178-5208BDFE4D88}"/>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Tree>
    <p:extLst>
      <p:ext uri="{BB962C8B-B14F-4D97-AF65-F5344CB8AC3E}">
        <p14:creationId xmlns:p14="http://schemas.microsoft.com/office/powerpoint/2010/main" val="117626622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8636A2F7-B99A-49A9-8B13-0EEBFAF9B7B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8DBF7ABA-C27E-44DA-97DD-7A2FB970191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64090F9F-199C-4E1E-87C1-D354375463E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828F6685-8C84-4F7B-9F62-1EE217B64E9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71D8C16-E5BD-40EB-BCBD-E60EC96FE1A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1146781-777D-48E0-B4E5-D42C1ED0A47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6EE1B67-A1E2-49DD-AB39-73FB995633AB}"/>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2ACAEDE-9943-4A54-9DD0-9D901D7347FC}"/>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0A08423-824E-48F8-AA66-9D13D16E9FF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6FA2DBF-98B1-4B7A-B44D-F69ACFFE26A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2B58363E-A2D9-4559-9726-83FB1AAB83C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85EDF1A-9B5F-4C43-9027-D752B486636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E87BE85-0B3B-4F66-9500-0696A4A50D0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36</a:t>
            </a:r>
          </a:p>
        </p:txBody>
      </p:sp>
      <p:sp>
        <p:nvSpPr>
          <p:cNvPr id="14" name="licence-footer">
            <a:extLst xmlns:a="http://schemas.openxmlformats.org/drawingml/2006/main">
              <a:ext uri="{FF2B5EF4-FFF2-40B4-BE49-F238E27FC236}">
                <a16:creationId xmlns:a16="http://schemas.microsoft.com/office/drawing/2014/main" id="{24359CC6-B869-41BE-9874-B52EB098989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6DF338A-CDF6-4667-9CD9-061B6C5C91A4}"/>
              </a:ext>
            </a:extLst>
          </p:cNvPr>
          <p:cNvPicPr>
            <a:picLocks xmlns:a="http://schemas.openxmlformats.org/drawingml/2006/main" noChangeAspect="1"/>
          </p:cNvPicPr>
          <p:nvPr/>
        </p:nvPicPr>
        <p:blipFill>
          <a:blip xmlns:r="http://schemas.openxmlformats.org/officeDocument/2006/relationships" xmlns:a="http://schemas.openxmlformats.org/drawingml/2006/main" r:embed="R6916da724631497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4925F87-6EB5-4A55-909A-E7141908BC3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
        <p:nvSpPr>
          <p:cNvPr id="17" name="pupil-text">
            <a:extLst xmlns:a="http://schemas.openxmlformats.org/drawingml/2006/main">
              <a:ext uri="{FF2B5EF4-FFF2-40B4-BE49-F238E27FC236}">
                <a16:creationId xmlns:a16="http://schemas.microsoft.com/office/drawing/2014/main" id="{DFAE0035-CA73-406B-BB59-A3D52FDE502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sign or picture for care in the class case. Say what it means here. Add one respectful act</a:t>
            </a:r>
          </a:p>
        </p:txBody>
      </p:sp>
      <p:sp>
        <p:nvSpPr>
          <p:cNvPr id="18" name="pupil-text">
            <a:extLst xmlns:a="http://schemas.openxmlformats.org/drawingml/2006/main">
              <a:ext uri="{FF2B5EF4-FFF2-40B4-BE49-F238E27FC236}">
                <a16:creationId xmlns:a16="http://schemas.microsoft.com/office/drawing/2014/main" id="{A632C04B-254D-4438-8700-B1479560F2B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one thing learned.</a:t>
            </a:r>
          </a:p>
        </p:txBody>
      </p:sp>
      <p:sp>
        <p:nvSpPr>
          <p:cNvPr id="19" name="pupil-text">
            <a:extLst xmlns:a="http://schemas.openxmlformats.org/drawingml/2006/main">
              <a:ext uri="{FF2B5EF4-FFF2-40B4-BE49-F238E27FC236}">
                <a16:creationId xmlns:a16="http://schemas.microsoft.com/office/drawing/2014/main" id="{10C26253-AB2F-4CBF-9ED2-6884FBF9F429}"/>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Have a quiet try before the class check. You may pass.</a:t>
            </a:r>
          </a:p>
        </p:txBody>
      </p:sp>
      <p:sp>
        <p:nvSpPr>
          <p:cNvPr id="20" name="pupil-text">
            <a:extLst xmlns:a="http://schemas.openxmlformats.org/drawingml/2006/main">
              <a:ext uri="{FF2B5EF4-FFF2-40B4-BE49-F238E27FC236}">
                <a16:creationId xmlns:a16="http://schemas.microsoft.com/office/drawing/2014/main" id="{97D1A673-96FA-4234-8263-31C39171AB9C}"/>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Guided record: My first try [ ] / My own word or mark [ ] / My check [ ].</a:t>
            </a:r>
          </a:p>
        </p:txBody>
      </p:sp>
    </p:spTree>
    <p:extLst>
      <p:ext uri="{BB962C8B-B14F-4D97-AF65-F5344CB8AC3E}">
        <p14:creationId xmlns:p14="http://schemas.microsoft.com/office/powerpoint/2010/main" val="3446960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7C732E63-C5FF-4CE7-809B-A4AD3882F2F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AF11E6C8-2CD9-4EAF-82A6-962A4854F13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1B3A792B-DC50-4FB1-9DDD-51C67FDC95D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B6A2D4B3-7B44-4B01-9423-73A9FB83F6B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76C0E31-60D9-41D8-AF9C-C26E941276C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198B774-5D68-46F6-BF41-94F51F90FCE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B00009A-FC1B-4E55-AD3A-32A1EF29E19A}"/>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9947238-FFDF-4204-B66B-ECFE99E6E20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31B6203-C2AE-4A8E-A8B6-978E01BBF58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A5035E8-AEF2-4F76-BC51-03F113F1A67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FB31A746-C247-401E-ACAD-348CBE6AD54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FDAEC6B-3696-47CA-955A-0E249E08FB5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F603F374-D74A-4DD6-A694-4938911E411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36</a:t>
            </a:r>
          </a:p>
        </p:txBody>
      </p:sp>
      <p:sp>
        <p:nvSpPr>
          <p:cNvPr id="14" name="licence-footer">
            <a:extLst xmlns:a="http://schemas.openxmlformats.org/drawingml/2006/main">
              <a:ext uri="{FF2B5EF4-FFF2-40B4-BE49-F238E27FC236}">
                <a16:creationId xmlns:a16="http://schemas.microsoft.com/office/drawing/2014/main" id="{4820CEA7-5425-48BF-BFEF-AD41E71B813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7579F7A-FD78-4BD9-B84B-339A7D69D9A0}"/>
              </a:ext>
            </a:extLst>
          </p:cNvPr>
          <p:cNvPicPr>
            <a:picLocks xmlns:a="http://schemas.openxmlformats.org/drawingml/2006/main" noChangeAspect="1"/>
          </p:cNvPicPr>
          <p:nvPr/>
        </p:nvPicPr>
        <p:blipFill>
          <a:blip xmlns:r="http://schemas.openxmlformats.org/officeDocument/2006/relationships" xmlns:a="http://schemas.openxmlformats.org/drawingml/2006/main" r:embed="R019a026fb58f4e2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405D744C-7B9C-45B5-9A21-935CE466909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Any meaningful symbol/image linked to offering a quiet seat; meaning and respect must link to the</a:t>
            </a:r>
          </a:p>
        </p:txBody>
      </p:sp>
      <p:sp>
        <p:nvSpPr>
          <p:cNvPr id="17" name="answer-text">
            <a:extLst xmlns:a="http://schemas.openxmlformats.org/drawingml/2006/main">
              <a:ext uri="{FF2B5EF4-FFF2-40B4-BE49-F238E27FC236}">
                <a16:creationId xmlns:a16="http://schemas.microsoft.com/office/drawing/2014/main" id="{9BAFFD23-9350-40A9-AAF7-2A8CF2D328A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stated request and choice; learning line in pupil’s own words. Do not require the model’s exact sign</a:t>
            </a:r>
          </a:p>
        </p:txBody>
      </p:sp>
      <p:sp>
        <p:nvSpPr>
          <p:cNvPr id="18" name="answer-text">
            <a:extLst xmlns:a="http://schemas.openxmlformats.org/drawingml/2006/main">
              <a:ext uri="{FF2B5EF4-FFF2-40B4-BE49-F238E27FC236}">
                <a16:creationId xmlns:a16="http://schemas.microsoft.com/office/drawing/2014/main" id="{3A1B90DD-F6A4-496C-AF65-07BAFB6C13A8}"/>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sentence.</a:t>
            </a:r>
          </a:p>
        </p:txBody>
      </p:sp>
    </p:spTree>
    <p:extLst>
      <p:ext uri="{BB962C8B-B14F-4D97-AF65-F5344CB8AC3E}">
        <p14:creationId xmlns:p14="http://schemas.microsoft.com/office/powerpoint/2010/main" val="13054167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4B96523C-7741-49B1-9B2E-9C2F29422C3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7028ED0C-02D8-4BF9-B3C1-97F8D0DAFFC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C4C8781-118C-49DC-821A-320C1290A2E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80B5228D-727C-4A90-96A9-22A21A20DE2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2061AA0-5DB0-49E9-950A-6DEBA809BE9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71FE31B-C65F-45F8-9064-965B406E788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28BCD67-511E-406C-BA5C-B5D88C5C4DA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B4EE2E5-ABB8-4595-8BEA-7DC3A86EC72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954EF09-F0DE-41C7-A442-3CF860322B6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3D44CDA-06D0-4C85-91EC-5ACFA860243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10A530CB-BC3E-472E-81B4-1FE0484FD6E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16DBDB0-2398-4E2F-A2D9-656ED1A0C71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4049BEC-2B72-4750-813C-A1DDB3F0459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36</a:t>
            </a:r>
          </a:p>
        </p:txBody>
      </p:sp>
      <p:sp>
        <p:nvSpPr>
          <p:cNvPr id="14" name="licence-footer">
            <a:extLst xmlns:a="http://schemas.openxmlformats.org/drawingml/2006/main">
              <a:ext uri="{FF2B5EF4-FFF2-40B4-BE49-F238E27FC236}">
                <a16:creationId xmlns:a16="http://schemas.microsoft.com/office/drawing/2014/main" id="{12211968-EE35-4FC9-9600-9764756F08A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E1FB4F4-3C27-443B-AD3C-AFBE52EF003C}"/>
              </a:ext>
            </a:extLst>
          </p:cNvPr>
          <p:cNvPicPr>
            <a:picLocks xmlns:a="http://schemas.openxmlformats.org/drawingml/2006/main" noChangeAspect="1"/>
          </p:cNvPicPr>
          <p:nvPr/>
        </p:nvPicPr>
        <p:blipFill>
          <a:blip xmlns:r="http://schemas.openxmlformats.org/officeDocument/2006/relationships" xmlns:a="http://schemas.openxmlformats.org/drawingml/2006/main" r:embed="Rae65371240624a5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96BAD31-95BC-49D9-837E-3AB95A5ECAD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task and one check or change.</a:t>
            </a:r>
          </a:p>
        </p:txBody>
      </p:sp>
      <p:sp>
        <p:nvSpPr>
          <p:cNvPr id="17" name="pupil-text">
            <a:extLst xmlns:a="http://schemas.openxmlformats.org/drawingml/2006/main">
              <a:ext uri="{FF2B5EF4-FFF2-40B4-BE49-F238E27FC236}">
                <a16:creationId xmlns:a16="http://schemas.microsoft.com/office/drawing/2014/main" id="{FDEF937F-4024-49B0-9851-54DBBD3C6AB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5B36E206-0380-478B-B8A3-37D282C05E94}"/>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route with the adult. Try on your own first.</a:t>
            </a:r>
          </a:p>
        </p:txBody>
      </p:sp>
    </p:spTree>
    <p:extLst>
      <p:ext uri="{BB962C8B-B14F-4D97-AF65-F5344CB8AC3E}">
        <p14:creationId xmlns:p14="http://schemas.microsoft.com/office/powerpoint/2010/main" val="18233370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04222916-E53C-4678-BA96-E964C3C81D8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AAA82C2E-834E-434D-933C-D0BA3E02A28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DF559C71-6867-4FAA-818A-0FCBC4762F0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605E9CD-EBA3-4D96-8B6F-B12A34D154E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AE4A918-41BF-4D40-870B-C8CFC2FAB9D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44D733B-356C-454E-BEE2-551AD39C5A76}"/>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BF1A44F-E0AE-498A-BE64-177AAC721AC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7ADF1D3-25A8-4C1D-A645-6263F007EF7C}"/>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2C8CAB-BF32-42C8-96D2-478F286D731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BEFC1AB-5007-4AD5-BBA0-2EE10836B7D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A7331DF6-1482-426D-95AC-DD4649F1F44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794BBF9-BF6C-42B3-9B43-CDEF2D0159C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08846387-B0FA-408A-BBE8-96EA58F03E2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36</a:t>
            </a:r>
          </a:p>
        </p:txBody>
      </p:sp>
      <p:sp>
        <p:nvSpPr>
          <p:cNvPr id="14" name="licence-footer">
            <a:extLst xmlns:a="http://schemas.openxmlformats.org/drawingml/2006/main">
              <a:ext uri="{FF2B5EF4-FFF2-40B4-BE49-F238E27FC236}">
                <a16:creationId xmlns:a16="http://schemas.microsoft.com/office/drawing/2014/main" id="{C825B5DB-90DD-4DA4-9A0B-7962CB8E9C1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2D10566-1371-4E7A-B8D6-604110D23EEE}"/>
              </a:ext>
            </a:extLst>
          </p:cNvPr>
          <p:cNvPicPr>
            <a:picLocks xmlns:a="http://schemas.openxmlformats.org/drawingml/2006/main" noChangeAspect="1"/>
          </p:cNvPicPr>
          <p:nvPr/>
        </p:nvPicPr>
        <p:blipFill>
          <a:blip xmlns:r="http://schemas.openxmlformats.org/officeDocument/2006/relationships" xmlns:a="http://schemas.openxmlformats.org/drawingml/2006/main" r:embed="R12d9625852a344c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350E984-A2FB-4754-8A8E-567BA40C1D57}"/>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D812236B-AA4A-4A4A-8495-24C3DB62B312}"/>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D425C812-9DAD-440D-9606-D541E1DF511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8D734CD-2F4B-4F40-965C-C4F74C1BB65E}"/>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D4197662-B479-4442-B57C-1BA2A4B22AE1}"/>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9D7185A3-7283-4EBB-931B-3D5C8B3D8AE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case. Make your own choices.</a:t>
            </a:r>
          </a:p>
        </p:txBody>
      </p:sp>
      <p:sp>
        <p:nvSpPr>
          <p:cNvPr id="22" name="shape">
            <a:extLst xmlns:a="http://schemas.openxmlformats.org/drawingml/2006/main">
              <a:ext uri="{FF2B5EF4-FFF2-40B4-BE49-F238E27FC236}">
                <a16:creationId xmlns:a16="http://schemas.microsoft.com/office/drawing/2014/main" id="{B711CD13-A17B-421A-BD43-431FDF72AF46}"/>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61C4E4D-F987-4516-B4F7-347D69DB4BD0}"/>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one caring page for the craft-group case. Choose or draw one sign or picture. Say what it</a:t>
            </a:r>
          </a:p>
        </p:txBody>
      </p:sp>
      <p:sp>
        <p:nvSpPr>
          <p:cNvPr id="24" name="shape">
            <a:extLst xmlns:a="http://schemas.openxmlformats.org/drawingml/2006/main">
              <a:ext uri="{FF2B5EF4-FFF2-40B4-BE49-F238E27FC236}">
                <a16:creationId xmlns:a16="http://schemas.microsoft.com/office/drawing/2014/main" id="{148646A0-3C0A-401A-84D8-98E38AEACAEF}"/>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815667D-89FD-4707-999B-6C637EA14B52}"/>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means here. Show one respectful act. Give one thing you learned about care. Use care, meaning and</a:t>
            </a:r>
          </a:p>
        </p:txBody>
      </p:sp>
      <p:sp>
        <p:nvSpPr>
          <p:cNvPr id="26" name="shape">
            <a:extLst xmlns:a="http://schemas.openxmlformats.org/drawingml/2006/main">
              <a:ext uri="{FF2B5EF4-FFF2-40B4-BE49-F238E27FC236}">
                <a16:creationId xmlns:a16="http://schemas.microsoft.com/office/drawing/2014/main" id="{12B4F808-35D8-4CC2-9C99-6C261DBEF7A6}"/>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D844638-8EE0-4393-B3D9-5055F0F52873}"/>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respect in your words or marks. You may tell, point or direct a scribe.</a:t>
            </a:r>
          </a:p>
        </p:txBody>
      </p:sp>
      <p:sp>
        <p:nvSpPr>
          <p:cNvPr id="28" name="shape">
            <a:extLst xmlns:a="http://schemas.openxmlformats.org/drawingml/2006/main">
              <a:ext uri="{FF2B5EF4-FFF2-40B4-BE49-F238E27FC236}">
                <a16:creationId xmlns:a16="http://schemas.microsoft.com/office/drawing/2014/main" id="{EBDD6B00-3994-457B-8B6E-CB0F8269A09B}"/>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0F9D66A4-879E-4908-981A-A7E9AA0BBA8D}"/>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0" name="shape">
            <a:extLst xmlns:a="http://schemas.openxmlformats.org/drawingml/2006/main">
              <a:ext uri="{FF2B5EF4-FFF2-40B4-BE49-F238E27FC236}">
                <a16:creationId xmlns:a16="http://schemas.microsoft.com/office/drawing/2014/main" id="{A48EF572-312E-4967-A7AA-37DBEB1B0737}"/>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EEE30506-FE3C-4294-B2E2-6487826210F7}"/>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sign or picture [ ] / Its meaning here [ ] / A respectful act [ ] / One thing I</a:t>
            </a:r>
          </a:p>
        </p:txBody>
      </p:sp>
      <p:sp>
        <p:nvSpPr>
          <p:cNvPr id="32" name="shape">
            <a:extLst xmlns:a="http://schemas.openxmlformats.org/drawingml/2006/main">
              <a:ext uri="{FF2B5EF4-FFF2-40B4-BE49-F238E27FC236}">
                <a16:creationId xmlns:a16="http://schemas.microsoft.com/office/drawing/2014/main" id="{A9A9537F-AB8B-425F-9200-98A13D90C703}"/>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3D5900B-8F66-43CE-A10B-A195F0CD2750}"/>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learned [ ] / My check [ ].</a:t>
            </a:r>
          </a:p>
        </p:txBody>
      </p:sp>
      <p:sp>
        <p:nvSpPr>
          <p:cNvPr id="34" name="shape">
            <a:extLst xmlns:a="http://schemas.openxmlformats.org/drawingml/2006/main">
              <a:ext uri="{FF2B5EF4-FFF2-40B4-BE49-F238E27FC236}">
                <a16:creationId xmlns:a16="http://schemas.microsoft.com/office/drawing/2014/main" id="{A151521A-334D-409A-95FE-81911847115F}"/>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BF4CDB7A-E543-471F-B9B4-706AB0971211}"/>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7887027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FC9316F-8220-459C-98EB-84F2BCDF514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DF2D612E-3F67-4605-BBA0-3270C3FA0FD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1622DB2-7A6C-42AB-B130-0454646745F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387225F-590F-4CF8-BAE0-258306C34C9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22BA5F8-F835-44BF-B9A9-319D9065ED7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E75E38C-49D3-4023-B2B2-27A361A35F6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20EB6FF-2A40-4C56-942E-5B6DEFA366B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739D4F6-7E4B-41FD-9D1C-232EB563D7A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BA3C77D-7592-4424-9B02-5FB3417C04F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7C74B99-2A3E-4BCF-948D-7BE8F964BE0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C7EA5BB3-A56B-4F34-A096-8BCFBF49680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A9F05C2-F88D-49BB-9EA0-404DB096709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5C960ABD-EED4-4040-B28C-7EC68A6D977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36</a:t>
            </a:r>
          </a:p>
        </p:txBody>
      </p:sp>
      <p:sp>
        <p:nvSpPr>
          <p:cNvPr id="14" name="licence-footer">
            <a:extLst xmlns:a="http://schemas.openxmlformats.org/drawingml/2006/main">
              <a:ext uri="{FF2B5EF4-FFF2-40B4-BE49-F238E27FC236}">
                <a16:creationId xmlns:a16="http://schemas.microsoft.com/office/drawing/2014/main" id="{180578E0-EBCD-459A-9C10-E39C976CFFB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5ECE692-9631-482C-A3E2-0D141BAA12FE}"/>
              </a:ext>
            </a:extLst>
          </p:cNvPr>
          <p:cNvPicPr>
            <a:picLocks xmlns:a="http://schemas.openxmlformats.org/drawingml/2006/main" noChangeAspect="1"/>
          </p:cNvPicPr>
          <p:nvPr/>
        </p:nvPicPr>
        <p:blipFill>
          <a:blip xmlns:r="http://schemas.openxmlformats.org/officeDocument/2006/relationships" xmlns:a="http://schemas.openxmlformats.org/drawingml/2006/main" r:embed="R6903a3f2a59540c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8097D38-6716-49B6-92B0-AAD2DBB24D97}"/>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844A981-F03B-4109-A3E1-AFF471A5887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80B02990-4E5A-4F05-A8BF-0FD59B1650BB}"/>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97A712F6-36E7-495C-9553-DDA1BCC2099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7463903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A6B32B12-F125-4CC8-9CD5-989E4E26A41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2669E7D7-8642-4A48-92DA-9E86259C64E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83E32B90-88B4-4686-BE42-A16834867BA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B2C053F-65EB-4E0F-8CBE-1B58348DDB0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F0C3342-5CF6-4949-8CD4-1CA32E724B4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3D61614-3584-4D12-9551-5FA57A6AAEE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CCD4743-E327-4CFE-8755-F684D4B7E91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BA5E698-48D0-4FF6-8043-1827105AE5B8}"/>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785D898-8895-4370-A820-E2B3FDEC9F6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03701AE-8DFD-4BA0-988A-BBBCB962510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2D0D5A36-0993-4EAE-B2A3-BB04C2A0D95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EBC614F-73EB-4C2D-A090-17ECF0C503A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617734A6-A026-4DE0-ADAC-729AB6D3EFC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36</a:t>
            </a:r>
          </a:p>
        </p:txBody>
      </p:sp>
      <p:sp>
        <p:nvSpPr>
          <p:cNvPr id="14" name="licence-footer">
            <a:extLst xmlns:a="http://schemas.openxmlformats.org/drawingml/2006/main">
              <a:ext uri="{FF2B5EF4-FFF2-40B4-BE49-F238E27FC236}">
                <a16:creationId xmlns:a16="http://schemas.microsoft.com/office/drawing/2014/main" id="{14A8CB64-C65A-44A1-8BE0-BA2D263ED93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10AFDAD-15FF-41CE-8107-177888257188}"/>
              </a:ext>
            </a:extLst>
          </p:cNvPr>
          <p:cNvPicPr>
            <a:picLocks xmlns:a="http://schemas.openxmlformats.org/drawingml/2006/main" noChangeAspect="1"/>
          </p:cNvPicPr>
          <p:nvPr/>
        </p:nvPicPr>
        <p:blipFill>
          <a:blip xmlns:r="http://schemas.openxmlformats.org/officeDocument/2006/relationships" xmlns:a="http://schemas.openxmlformats.org/drawingml/2006/main" r:embed="Rb6a846115cc8495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1853FF13-307D-4930-B183-D9A572F89E5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BB66A76C-FCFF-4C26-8802-25A57215F34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F9C95A72-B116-4F6A-B314-70E7E220BEA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BFC42C1D-A624-4D97-9518-4D7CC39AB2E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92FCCB2C-A8E5-43F4-9709-0F8C9806BB44}"/>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09F2F33-4B37-46FF-8730-3AC95BEEC7E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Take one step at a time. You choose.</a:t>
            </a:r>
          </a:p>
        </p:txBody>
      </p:sp>
      <p:sp>
        <p:nvSpPr>
          <p:cNvPr id="22" name="shape">
            <a:extLst xmlns:a="http://schemas.openxmlformats.org/drawingml/2006/main">
              <a:ext uri="{FF2B5EF4-FFF2-40B4-BE49-F238E27FC236}">
                <a16:creationId xmlns:a16="http://schemas.microsoft.com/office/drawing/2014/main" id="{E6751F64-440A-4DB2-AADE-8DF725DF67DF}"/>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94A27EF-D45A-4108-90C1-63AF490A5461}"/>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one caring page for the craft-group case. Choose or draw one sign or picture. Say what it</a:t>
            </a:r>
          </a:p>
        </p:txBody>
      </p:sp>
      <p:sp>
        <p:nvSpPr>
          <p:cNvPr id="24" name="shape">
            <a:extLst xmlns:a="http://schemas.openxmlformats.org/drawingml/2006/main">
              <a:ext uri="{FF2B5EF4-FFF2-40B4-BE49-F238E27FC236}">
                <a16:creationId xmlns:a16="http://schemas.microsoft.com/office/drawing/2014/main" id="{2F21FBA7-2D86-4A97-863E-BDD21B4F6EE2}"/>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FA8BA94-98E1-4C29-A8CE-D8EAEEF4EA14}"/>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means here. Show one respectful act. Give one thing you learned about care. Use care, meaning and</a:t>
            </a:r>
          </a:p>
        </p:txBody>
      </p:sp>
      <p:sp>
        <p:nvSpPr>
          <p:cNvPr id="26" name="shape">
            <a:extLst xmlns:a="http://schemas.openxmlformats.org/drawingml/2006/main">
              <a:ext uri="{FF2B5EF4-FFF2-40B4-BE49-F238E27FC236}">
                <a16:creationId xmlns:a16="http://schemas.microsoft.com/office/drawing/2014/main" id="{E423DC74-706E-4EE2-84A5-063D94B9618D}"/>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E7E084DB-F5DC-43CC-930B-2777A1EAAC85}"/>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respect in your words or marks. You may tell, point or direct a scribe.</a:t>
            </a:r>
          </a:p>
        </p:txBody>
      </p:sp>
      <p:sp>
        <p:nvSpPr>
          <p:cNvPr id="28" name="shape">
            <a:extLst xmlns:a="http://schemas.openxmlformats.org/drawingml/2006/main">
              <a:ext uri="{FF2B5EF4-FFF2-40B4-BE49-F238E27FC236}">
                <a16:creationId xmlns:a16="http://schemas.microsoft.com/office/drawing/2014/main" id="{F82E96AD-52C7-4DC3-83C3-5331EC177B52}"/>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6D6B191-E009-4F1F-8353-D6D5F7A27979}"/>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Take the four parts one at a time: picture, meaning, act, learning. Point to the case when you</a:t>
            </a:r>
          </a:p>
        </p:txBody>
      </p:sp>
      <p:sp>
        <p:nvSpPr>
          <p:cNvPr id="30" name="shape">
            <a:extLst xmlns:a="http://schemas.openxmlformats.org/drawingml/2006/main">
              <a:ext uri="{FF2B5EF4-FFF2-40B4-BE49-F238E27FC236}">
                <a16:creationId xmlns:a16="http://schemas.microsoft.com/office/drawing/2014/main" id="{5B2B103C-C8FC-4CD6-83BA-2F23F7E0493D}"/>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804936A2-5752-4404-A32B-124EFD4BFFAA}"/>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each part.</a:t>
            </a:r>
          </a:p>
        </p:txBody>
      </p:sp>
      <p:sp>
        <p:nvSpPr>
          <p:cNvPr id="32" name="shape">
            <a:extLst xmlns:a="http://schemas.openxmlformats.org/drawingml/2006/main">
              <a:ext uri="{FF2B5EF4-FFF2-40B4-BE49-F238E27FC236}">
                <a16:creationId xmlns:a16="http://schemas.microsoft.com/office/drawing/2014/main" id="{77140059-79C8-4FD2-8A76-6F89DA259983}"/>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6D883DED-0A99-4258-98D1-86459AB9DAA8}"/>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sign or picture [ ] / Its meaning here [ ] / A respectful act [ ] / One thing I</a:t>
            </a:r>
          </a:p>
        </p:txBody>
      </p:sp>
      <p:sp>
        <p:nvSpPr>
          <p:cNvPr id="34" name="shape">
            <a:extLst xmlns:a="http://schemas.openxmlformats.org/drawingml/2006/main">
              <a:ext uri="{FF2B5EF4-FFF2-40B4-BE49-F238E27FC236}">
                <a16:creationId xmlns:a16="http://schemas.microsoft.com/office/drawing/2014/main" id="{7C433F4C-5E97-45D4-90ED-D111BB631032}"/>
              </a:ext>
            </a:extLst>
          </p:cNvPr>
          <p:cNvSpPr>
            <a:spLocks xmlns:a="http://schemas.openxmlformats.org/drawingml/2006/main" noGrp="1"/>
          </p:cNvSpPr>
          <p:nvPr/>
        </p:nvSpPr>
        <p:spPr>
          <a:xfrm xmlns:a="http://schemas.openxmlformats.org/drawingml/2006/main">
            <a:off x="409575" y="49053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E415C001-57E2-46CA-B2B5-F976132BB64C}"/>
              </a:ext>
            </a:extLst>
          </p:cNvPr>
          <p:cNvSpPr>
            <a:spLocks xmlns:a="http://schemas.openxmlformats.org/drawingml/2006/main" noGrp="1"/>
          </p:cNvSpPr>
          <p:nvPr/>
        </p:nvSpPr>
        <p:spPr>
          <a:xfrm xmlns:a="http://schemas.openxmlformats.org/drawingml/2006/main">
            <a:off x="457200" y="4914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learned [ ] / My check [ ].</a:t>
            </a:r>
          </a:p>
        </p:txBody>
      </p:sp>
    </p:spTree>
    <p:extLst>
      <p:ext uri="{BB962C8B-B14F-4D97-AF65-F5344CB8AC3E}">
        <p14:creationId xmlns:p14="http://schemas.microsoft.com/office/powerpoint/2010/main" val="3034848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42E36737-4B7E-4FD2-9897-FCF3E57E31A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167521B0-6521-4F67-9B81-9645139BEE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E2B96AA0-C84D-485D-BDD0-79AB5F6EFEE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C751C8B-9626-4511-8676-D5F96FEF033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2F7EA50-277E-404C-AABF-1B581C162F3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EA5798C-E9CF-4B08-8E35-FD136C01917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243DE37-B298-4D6D-8FD9-6D7DB8D7F37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6DB42E2-ED63-4C99-A8A0-13DD62A92A5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A818741-72EC-4188-99F3-0F08A0A775C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E1BBDC6-0E64-4764-B459-B240B1AF54E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FC70C9BD-8891-4909-8FD7-51865FE3844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FB865FEE-EFD5-4817-B88F-575237DBFC4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51B9EAA-2D44-442E-8045-66EA230F91A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36</a:t>
            </a:r>
          </a:p>
        </p:txBody>
      </p:sp>
      <p:sp>
        <p:nvSpPr>
          <p:cNvPr id="14" name="licence-footer">
            <a:extLst xmlns:a="http://schemas.openxmlformats.org/drawingml/2006/main">
              <a:ext uri="{FF2B5EF4-FFF2-40B4-BE49-F238E27FC236}">
                <a16:creationId xmlns:a16="http://schemas.microsoft.com/office/drawing/2014/main" id="{CA445DF6-1267-4807-8377-32FC4D636D3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057423B-93A2-4325-AF33-BA623B796655}"/>
              </a:ext>
            </a:extLst>
          </p:cNvPr>
          <p:cNvPicPr>
            <a:picLocks xmlns:a="http://schemas.openxmlformats.org/drawingml/2006/main" noChangeAspect="1"/>
          </p:cNvPicPr>
          <p:nvPr/>
        </p:nvPicPr>
        <p:blipFill>
          <a:blip xmlns:r="http://schemas.openxmlformats.org/officeDocument/2006/relationships" xmlns:a="http://schemas.openxmlformats.org/drawingml/2006/main" r:embed="Rd7f99b1d681f454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EC0BA9F-A907-4B2B-AC4A-07F21696213C}"/>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3B49BE2-8068-4740-90AE-EB6A6B60947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33199771-8375-48F6-93A8-1964A28E0CDF}"/>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E73A610-B99A-4C4D-8C19-83655DC0CE5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A8C2E21B-C56F-4B3D-8A94-1F364CEB8BE6}"/>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329E4B6-5621-4C75-AF03-5CE0892F5DFE}"/>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38734229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55CFCDB4-45B3-40CB-A1EE-07EEDEA46AF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92C4B953-6EEA-484E-98FA-BC6AD93B939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A7606FD-4FF7-474A-8644-0C71939D28C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08B21815-CCE4-401A-8307-553A60B2CA5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5118CB0-5BEF-4CB2-A1C6-E43EC4BE3DB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8DB1C32-AB3A-4BDF-AA83-D4133526AA6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030462-EA6C-437F-88FA-9E694134EB2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B489F07-83CE-43B6-9A4E-33DD60479AB0}"/>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3BB977D-373F-4E6B-A184-E794D92A9CA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B58A4DA-95CE-4280-91D2-EB22D678723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8A64FDB0-95C8-4D4D-84B1-A6B7205737B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A05E07F8-1E4D-4A00-9576-C8107EE2F92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0FB3BBB1-7542-426D-A666-7BB927A96A7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36</a:t>
            </a:r>
          </a:p>
        </p:txBody>
      </p:sp>
      <p:sp>
        <p:nvSpPr>
          <p:cNvPr id="14" name="licence-footer">
            <a:extLst xmlns:a="http://schemas.openxmlformats.org/drawingml/2006/main">
              <a:ext uri="{FF2B5EF4-FFF2-40B4-BE49-F238E27FC236}">
                <a16:creationId xmlns:a16="http://schemas.microsoft.com/office/drawing/2014/main" id="{93E551CE-3820-4E5E-B27B-519E9DDD08D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8A11DBA-B396-402B-B133-7CE53144E2FC}"/>
              </a:ext>
            </a:extLst>
          </p:cNvPr>
          <p:cNvPicPr>
            <a:picLocks xmlns:a="http://schemas.openxmlformats.org/drawingml/2006/main" noChangeAspect="1"/>
          </p:cNvPicPr>
          <p:nvPr/>
        </p:nvPicPr>
        <p:blipFill>
          <a:blip xmlns:r="http://schemas.openxmlformats.org/officeDocument/2006/relationships" xmlns:a="http://schemas.openxmlformats.org/drawingml/2006/main" r:embed="Reef3e4599cb4431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9DBFE6C-606F-4FAF-A26A-C48E2F914BFC}"/>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7F15F89-A1D2-4406-9AC8-68CF26FBA9D7}"/>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86A9B8D7-841E-46D2-A5EA-867CE03CAD91}"/>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7DE2581-B6DE-47FB-966F-B277C591DD5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327A3E5D-41C4-4C95-B5A2-9ACDE9CBBA72}"/>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7404E75-226E-44A9-BA77-66972052AE3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then add your own words.</a:t>
            </a:r>
          </a:p>
        </p:txBody>
      </p:sp>
      <p:sp>
        <p:nvSpPr>
          <p:cNvPr id="22" name="shape">
            <a:extLst xmlns:a="http://schemas.openxmlformats.org/drawingml/2006/main">
              <a:ext uri="{FF2B5EF4-FFF2-40B4-BE49-F238E27FC236}">
                <a16:creationId xmlns:a16="http://schemas.microsoft.com/office/drawing/2014/main" id="{499BD43A-4B12-4F37-AC07-F6FC7BAE7E4A}"/>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BEC991E-A652-4F06-8E06-2C778D3602F0}"/>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one caring page for the craft-group case. Choose or draw one sign or picture. Say what it</a:t>
            </a:r>
          </a:p>
        </p:txBody>
      </p:sp>
      <p:sp>
        <p:nvSpPr>
          <p:cNvPr id="24" name="shape">
            <a:extLst xmlns:a="http://schemas.openxmlformats.org/drawingml/2006/main">
              <a:ext uri="{FF2B5EF4-FFF2-40B4-BE49-F238E27FC236}">
                <a16:creationId xmlns:a16="http://schemas.microsoft.com/office/drawing/2014/main" id="{BFED206D-4705-4E9A-A676-58BF58162036}"/>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C538ABD-03F8-4F47-A0D8-43F47E9C3815}"/>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means here. Show one respectful act. Give one thing you learned about care. Use care, meaning and</a:t>
            </a:r>
          </a:p>
        </p:txBody>
      </p:sp>
      <p:sp>
        <p:nvSpPr>
          <p:cNvPr id="26" name="shape">
            <a:extLst xmlns:a="http://schemas.openxmlformats.org/drawingml/2006/main">
              <a:ext uri="{FF2B5EF4-FFF2-40B4-BE49-F238E27FC236}">
                <a16:creationId xmlns:a16="http://schemas.microsoft.com/office/drawing/2014/main" id="{BAA6050D-736F-456C-8D52-01C560F74189}"/>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E33C3A2-53C8-428A-BB66-56451B0939DF}"/>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respect in your words or marks. You may tell, point or direct a scribe.</a:t>
            </a:r>
          </a:p>
        </p:txBody>
      </p:sp>
      <p:sp>
        <p:nvSpPr>
          <p:cNvPr id="28" name="shape">
            <a:extLst xmlns:a="http://schemas.openxmlformats.org/drawingml/2006/main">
              <a:ext uri="{FF2B5EF4-FFF2-40B4-BE49-F238E27FC236}">
                <a16:creationId xmlns:a16="http://schemas.microsoft.com/office/drawing/2014/main" id="{C5577A09-1F53-425D-9F65-E4C25583C116}"/>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35853804-F94C-414D-A60A-DECD724C1190}"/>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picture idea: an offered sheet / a grabbed sheet. Say its meaning in your own words. Add a</a:t>
            </a:r>
          </a:p>
        </p:txBody>
      </p:sp>
      <p:sp>
        <p:nvSpPr>
          <p:cNvPr id="30" name="shape">
            <a:extLst xmlns:a="http://schemas.openxmlformats.org/drawingml/2006/main">
              <a:ext uri="{FF2B5EF4-FFF2-40B4-BE49-F238E27FC236}">
                <a16:creationId xmlns:a16="http://schemas.microsoft.com/office/drawing/2014/main" id="{0D597F92-8913-4CA2-82EC-060DD0A68496}"/>
              </a:ext>
            </a:extLst>
          </p:cNvPr>
          <p:cNvSpPr>
            <a:spLocks xmlns:a="http://schemas.openxmlformats.org/drawingml/2006/main" noGrp="1"/>
          </p:cNvSpPr>
          <p:nvPr/>
        </p:nvSpPr>
        <p:spPr>
          <a:xfrm xmlns:a="http://schemas.openxmlformats.org/drawingml/2006/main">
            <a:off x="409575" y="42195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39B727F8-6762-45C4-8D8B-9849F70AA0E5}"/>
              </a:ext>
            </a:extLst>
          </p:cNvPr>
          <p:cNvSpPr>
            <a:spLocks xmlns:a="http://schemas.openxmlformats.org/drawingml/2006/main" noGrp="1"/>
          </p:cNvSpPr>
          <p:nvPr/>
        </p:nvSpPr>
        <p:spPr>
          <a:xfrm xmlns:a="http://schemas.openxmlformats.org/drawingml/2006/main">
            <a:off x="457200" y="4229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respectful act and one thing learned, using your own word or phrase.</a:t>
            </a:r>
          </a:p>
        </p:txBody>
      </p:sp>
      <p:sp>
        <p:nvSpPr>
          <p:cNvPr id="32" name="shape">
            <a:extLst xmlns:a="http://schemas.openxmlformats.org/drawingml/2006/main">
              <a:ext uri="{FF2B5EF4-FFF2-40B4-BE49-F238E27FC236}">
                <a16:creationId xmlns:a16="http://schemas.microsoft.com/office/drawing/2014/main" id="{8A627FEA-E33D-456F-9686-ACDEEB4A4A14}"/>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9184C3D2-F909-48E3-BE4B-58B996EFE53D}"/>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Tree>
    <p:extLst>
      <p:ext uri="{BB962C8B-B14F-4D97-AF65-F5344CB8AC3E}">
        <p14:creationId xmlns:p14="http://schemas.microsoft.com/office/powerpoint/2010/main" val="53675704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0BF839E8-ACF5-4504-B08D-CE428FC81F6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C440FBDE-C373-43D9-84E0-8BABAFBBEB8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15FA29C-0520-4261-A6AD-E453FB3B33C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1F40932-1489-4637-882B-E6EFC470435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9388FAD-5BDC-4E9E-B0B7-50CAAD836EA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64FA8CA-9FE6-48F4-83E0-1D89321A48A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1C06C51-6B45-4E3A-8A8A-D567F9CAB1B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88E8165-FA20-4D07-BB7C-66B274E53FF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5C3A821-62A8-460E-8079-E7C95FF8D0A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6385D01-2F69-45AE-B850-082D8ABDE88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5C9929AE-A5C6-404C-B5CA-D3722170CA7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DB7B159-FE39-4834-BC9D-064A6E58889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5915051C-20D1-41FB-A32F-623470D1723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36</a:t>
            </a:r>
          </a:p>
        </p:txBody>
      </p:sp>
      <p:sp>
        <p:nvSpPr>
          <p:cNvPr id="14" name="licence-footer">
            <a:extLst xmlns:a="http://schemas.openxmlformats.org/drawingml/2006/main">
              <a:ext uri="{FF2B5EF4-FFF2-40B4-BE49-F238E27FC236}">
                <a16:creationId xmlns:a16="http://schemas.microsoft.com/office/drawing/2014/main" id="{0BF6F803-EA9D-4A15-AD71-D228D980CC1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8817DC4-23C7-4E03-AEA7-7D8D7A859696}"/>
              </a:ext>
            </a:extLst>
          </p:cNvPr>
          <p:cNvPicPr>
            <a:picLocks xmlns:a="http://schemas.openxmlformats.org/drawingml/2006/main" noChangeAspect="1"/>
          </p:cNvPicPr>
          <p:nvPr/>
        </p:nvPicPr>
        <p:blipFill>
          <a:blip xmlns:r="http://schemas.openxmlformats.org/officeDocument/2006/relationships" xmlns:a="http://schemas.openxmlformats.org/drawingml/2006/main" r:embed="Rb26d196a99d843c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61DE8C9C-2EDA-4783-89C9-8B1E10A03396}"/>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F99B6796-3D73-4458-B164-E16C957B781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sign or picture [ ] / Its meaning here [ ] / A respectful act [ ] / One thing I</a:t>
            </a:r>
          </a:p>
        </p:txBody>
      </p:sp>
      <p:sp>
        <p:nvSpPr>
          <p:cNvPr id="18" name="shape">
            <a:extLst xmlns:a="http://schemas.openxmlformats.org/drawingml/2006/main">
              <a:ext uri="{FF2B5EF4-FFF2-40B4-BE49-F238E27FC236}">
                <a16:creationId xmlns:a16="http://schemas.microsoft.com/office/drawing/2014/main" id="{6D186602-CAD6-497E-8DEC-490743AE088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CAFAE044-F297-431C-A522-4C3EF54966E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learned [ ] / My check [ ].</a:t>
            </a:r>
          </a:p>
        </p:txBody>
      </p:sp>
      <p:sp>
        <p:nvSpPr>
          <p:cNvPr id="20" name="shape">
            <a:extLst xmlns:a="http://schemas.openxmlformats.org/drawingml/2006/main">
              <a:ext uri="{FF2B5EF4-FFF2-40B4-BE49-F238E27FC236}">
                <a16:creationId xmlns:a16="http://schemas.microsoft.com/office/drawing/2014/main" id="{4E3B5ACA-5531-4FFA-8DEA-8804A0E54306}"/>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7A8F767-4458-41A7-8C2A-B67BCE5FE7A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22" name="shape">
            <a:extLst xmlns:a="http://schemas.openxmlformats.org/drawingml/2006/main">
              <a:ext uri="{FF2B5EF4-FFF2-40B4-BE49-F238E27FC236}">
                <a16:creationId xmlns:a16="http://schemas.microsoft.com/office/drawing/2014/main" id="{83741FF4-1E04-45AB-A57D-A6BB06D2FCFD}"/>
              </a:ext>
            </a:extLst>
          </p:cNvPr>
          <p:cNvSpPr>
            <a:spLocks xmlns:a="http://schemas.openxmlformats.org/drawingml/2006/main" noGrp="1"/>
          </p:cNvSpPr>
          <p:nvPr/>
        </p:nvSpPr>
        <p:spPr>
          <a:xfrm xmlns:a="http://schemas.openxmlformats.org/drawingml/2006/main">
            <a:off x="409575" y="28194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AB27899-ABB6-4DC2-97EE-49696ACC5CED}"/>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4" name="shape">
            <a:extLst xmlns:a="http://schemas.openxmlformats.org/drawingml/2006/main">
              <a:ext uri="{FF2B5EF4-FFF2-40B4-BE49-F238E27FC236}">
                <a16:creationId xmlns:a16="http://schemas.microsoft.com/office/drawing/2014/main" id="{9E8A9BDE-706E-41A4-8596-39A5D519EB83}"/>
              </a:ext>
            </a:extLst>
          </p:cNvPr>
          <p:cNvSpPr>
            <a:spLocks xmlns:a="http://schemas.openxmlformats.org/drawingml/2006/main" noGrp="1"/>
          </p:cNvSpPr>
          <p:nvPr/>
        </p:nvSpPr>
        <p:spPr>
          <a:xfrm xmlns:a="http://schemas.openxmlformats.org/drawingml/2006/main">
            <a:off x="409575" y="32099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3016171-800B-4ED2-A828-A9B2AECF7BA5}"/>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399924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41781D38-D554-4124-B095-F27A8226F4F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136B4BEB-D838-48A9-A951-08AA3BB7F1D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2B84E8B-52A4-40AA-8898-EACCB89675B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73EC07E9-8E3D-4CC2-823B-4160D68EE538}"/>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E446F4E-24CE-4A10-8756-D2B8B022A58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2BB5982-25FC-4B52-8E8A-0222E73EDC7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DB6303E-469B-47E9-B12F-72654BC64F8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C6C0FD1-7ECD-44E9-8EEF-1A5356587052}"/>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BC695DA-84BD-4BBA-86D6-9CFA7641883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1E0722F-CBE7-45E4-9454-5D26AA180EB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679E181C-4E6F-493A-9F62-AAF35C1ACBB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1459872-B756-48AB-86FE-B5B35900853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0DFD85A-C2D7-4890-949F-64E4E8FA281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36</a:t>
            </a:r>
          </a:p>
        </p:txBody>
      </p:sp>
      <p:sp>
        <p:nvSpPr>
          <p:cNvPr id="14" name="licence-footer">
            <a:extLst xmlns:a="http://schemas.openxmlformats.org/drawingml/2006/main">
              <a:ext uri="{FF2B5EF4-FFF2-40B4-BE49-F238E27FC236}">
                <a16:creationId xmlns:a16="http://schemas.microsoft.com/office/drawing/2014/main" id="{504394C0-3349-415A-B12D-404225B9D53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C2FFF98-EC90-4386-8D56-4ECFF85C7B16}"/>
              </a:ext>
            </a:extLst>
          </p:cNvPr>
          <p:cNvPicPr>
            <a:picLocks xmlns:a="http://schemas.openxmlformats.org/drawingml/2006/main" noChangeAspect="1"/>
          </p:cNvPicPr>
          <p:nvPr/>
        </p:nvPicPr>
        <p:blipFill>
          <a:blip xmlns:r="http://schemas.openxmlformats.org/officeDocument/2006/relationships" xmlns:a="http://schemas.openxmlformats.org/drawingml/2006/main" r:embed="R6281e8161ac14a8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29254E7C-03E6-4632-B978-21CD1190C48B}"/>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67BC0F0-26CE-4874-A63D-A9E8028A739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91881BBB-319B-4E8D-AAC6-B01A1197E2BE}"/>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761986F-7667-4B8E-A7E5-B76A54DB0FA3}"/>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7DC7DFA4-7500-4185-9997-0CD60E5AFD6E}"/>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4A4EBDE-8D69-49A5-B6AB-DE5648017A12}"/>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the task, then the extra part.</a:t>
            </a:r>
          </a:p>
        </p:txBody>
      </p:sp>
      <p:sp>
        <p:nvSpPr>
          <p:cNvPr id="22" name="shape">
            <a:extLst xmlns:a="http://schemas.openxmlformats.org/drawingml/2006/main">
              <a:ext uri="{FF2B5EF4-FFF2-40B4-BE49-F238E27FC236}">
                <a16:creationId xmlns:a16="http://schemas.microsoft.com/office/drawing/2014/main" id="{D429BCCC-F0D7-43D8-8069-0FE793F7498B}"/>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1A66F52-01EA-4EBC-B016-DBCEE9A2915D}"/>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one caring page for the craft-group case. Choose or draw one sign or picture. Say what it</a:t>
            </a:r>
          </a:p>
        </p:txBody>
      </p:sp>
      <p:sp>
        <p:nvSpPr>
          <p:cNvPr id="24" name="shape">
            <a:extLst xmlns:a="http://schemas.openxmlformats.org/drawingml/2006/main">
              <a:ext uri="{FF2B5EF4-FFF2-40B4-BE49-F238E27FC236}">
                <a16:creationId xmlns:a16="http://schemas.microsoft.com/office/drawing/2014/main" id="{85A50ADC-CF59-4FD7-997E-4F3739B5C656}"/>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D3F86A9-9334-499F-BB72-7EC6A3BE1A89}"/>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means here. Show one respectful act. Give one thing you learned about care. Use care, meaning and</a:t>
            </a:r>
          </a:p>
        </p:txBody>
      </p:sp>
      <p:sp>
        <p:nvSpPr>
          <p:cNvPr id="26" name="shape">
            <a:extLst xmlns:a="http://schemas.openxmlformats.org/drawingml/2006/main">
              <a:ext uri="{FF2B5EF4-FFF2-40B4-BE49-F238E27FC236}">
                <a16:creationId xmlns:a16="http://schemas.microsoft.com/office/drawing/2014/main" id="{5104AB63-B48C-465D-8B36-7F5805DA6850}"/>
              </a:ext>
            </a:extLst>
          </p:cNvPr>
          <p:cNvSpPr>
            <a:spLocks xmlns:a="http://schemas.openxmlformats.org/drawingml/2006/main" noGrp="1"/>
          </p:cNvSpPr>
          <p:nvPr/>
        </p:nvSpPr>
        <p:spPr>
          <a:xfrm xmlns:a="http://schemas.openxmlformats.org/drawingml/2006/main">
            <a:off x="409575" y="3533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B01A7E7-7053-4107-B664-AD196C05FD0D}"/>
              </a:ext>
            </a:extLst>
          </p:cNvPr>
          <p:cNvSpPr>
            <a:spLocks xmlns:a="http://schemas.openxmlformats.org/drawingml/2006/main" noGrp="1"/>
          </p:cNvSpPr>
          <p:nvPr/>
        </p:nvSpPr>
        <p:spPr>
          <a:xfrm xmlns:a="http://schemas.openxmlformats.org/drawingml/2006/main">
            <a:off x="457200" y="3543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respect in your words or marks. You may tell, point or direct a scribe.</a:t>
            </a:r>
          </a:p>
        </p:txBody>
      </p:sp>
      <p:sp>
        <p:nvSpPr>
          <p:cNvPr id="28" name="shape">
            <a:extLst xmlns:a="http://schemas.openxmlformats.org/drawingml/2006/main">
              <a:ext uri="{FF2B5EF4-FFF2-40B4-BE49-F238E27FC236}">
                <a16:creationId xmlns:a16="http://schemas.microsoft.com/office/drawing/2014/main" id="{E34D9B91-C202-4B77-8366-8B1C72EA8430}"/>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8533EB4-6F02-4ADC-85B1-AEE7C9AF4F79}"/>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 how the caring act could change if the person chose no sheet. Keep their choice.</a:t>
            </a:r>
          </a:p>
        </p:txBody>
      </p:sp>
      <p:sp>
        <p:nvSpPr>
          <p:cNvPr id="30" name="shape">
            <a:extLst xmlns:a="http://schemas.openxmlformats.org/drawingml/2006/main">
              <a:ext uri="{FF2B5EF4-FFF2-40B4-BE49-F238E27FC236}">
                <a16:creationId xmlns:a16="http://schemas.microsoft.com/office/drawing/2014/main" id="{2F8CB969-CFFD-4155-A81E-BD4882A1FEDB}"/>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6549AAEE-B449-4E6C-93F4-13A8E79E80C9}"/>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2" name="shape">
            <a:extLst xmlns:a="http://schemas.openxmlformats.org/drawingml/2006/main">
              <a:ext uri="{FF2B5EF4-FFF2-40B4-BE49-F238E27FC236}">
                <a16:creationId xmlns:a16="http://schemas.microsoft.com/office/drawing/2014/main" id="{B7822B99-9964-4441-AB9B-278D48EEE3E4}"/>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0CF86D5B-2247-4949-954A-476150B6495C}"/>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My sign or picture [ ] / Its meaning here [ ] / A respectful act [ ] / One thing I</a:t>
            </a:r>
          </a:p>
        </p:txBody>
      </p:sp>
      <p:sp>
        <p:nvSpPr>
          <p:cNvPr id="34" name="shape">
            <a:extLst xmlns:a="http://schemas.openxmlformats.org/drawingml/2006/main">
              <a:ext uri="{FF2B5EF4-FFF2-40B4-BE49-F238E27FC236}">
                <a16:creationId xmlns:a16="http://schemas.microsoft.com/office/drawing/2014/main" id="{D08FCE49-C80A-41EE-98AC-CAD0A104E798}"/>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F801B57E-E402-4DFC-BD24-E79EE3D4585C}"/>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learned [ ] / My check [ ].</a:t>
            </a:r>
          </a:p>
        </p:txBody>
      </p:sp>
    </p:spTree>
    <p:extLst>
      <p:ext uri="{BB962C8B-B14F-4D97-AF65-F5344CB8AC3E}">
        <p14:creationId xmlns:p14="http://schemas.microsoft.com/office/powerpoint/2010/main" val="9185387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91593DBC-F059-43F3-BE73-A5D74EDD048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6568D4B6-0CFF-4896-A5FF-F6699001CDD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CA68E2C-7919-4521-9F4D-ED24030C442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BD76DDA-5F57-45CE-BDB6-C62817509D8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D5DCDFD-2D12-498A-8CF5-C44409E0FD7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F69EB53-87B3-47C6-BC01-0445B5A4A3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5C90C44-42D5-4FF8-9AED-58736A855BA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59C0B8A-3D16-45D3-8183-6B25FFAC9FF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4DF29CD-0681-407D-81C1-797C37EE959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184EABC-2ECF-4DB5-BF94-21F04D75799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EBE857D6-3AD2-4542-ABF0-66CA7367D8A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742C114-7656-4498-8209-1F81C0DF5F3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A1C1CE7-A52E-45A3-9A9E-3AB77AB300E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36</a:t>
            </a:r>
          </a:p>
        </p:txBody>
      </p:sp>
      <p:sp>
        <p:nvSpPr>
          <p:cNvPr id="14" name="licence-footer">
            <a:extLst xmlns:a="http://schemas.openxmlformats.org/drawingml/2006/main">
              <a:ext uri="{FF2B5EF4-FFF2-40B4-BE49-F238E27FC236}">
                <a16:creationId xmlns:a16="http://schemas.microsoft.com/office/drawing/2014/main" id="{0CFE33F5-B17E-4EAB-99F3-0632E47B069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8A0F68A-27AB-440B-B14E-1C044E404F64}"/>
              </a:ext>
            </a:extLst>
          </p:cNvPr>
          <p:cNvPicPr>
            <a:picLocks xmlns:a="http://schemas.openxmlformats.org/drawingml/2006/main" noChangeAspect="1"/>
          </p:cNvPicPr>
          <p:nvPr/>
        </p:nvPicPr>
        <p:blipFill>
          <a:blip xmlns:r="http://schemas.openxmlformats.org/officeDocument/2006/relationships" xmlns:a="http://schemas.openxmlformats.org/drawingml/2006/main" r:embed="R44626a20f74e451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973F7D12-A6D5-42A1-B995-CABAAD2CC11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AAF02ACB-A66F-4A87-892A-56F68465DD6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4A3421FA-7375-47E1-B799-F035E23F7890}"/>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E06EC0E-E932-4AC0-8351-9D27113A376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E7003BF1-5781-496E-A38A-C225F64802A3}"/>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248C465-EA1D-49AC-8B6E-5592D67B9A4F}"/>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1116553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7FDCDCD-85EC-4C4C-8088-CF62E863CF3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ADC2E37D-4923-4A67-913C-24EED0739CE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7E98CACC-8C32-4921-B9F9-8BCDA889F1E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16C7FD64-CF2B-480D-9E43-295F16C8FF6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F1EAE9C-9215-4348-BC0A-334E9F1E837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3E2611E-D2AD-4F14-AE85-CD52F7CAE42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7303846-E251-4E16-98BC-4ECCA434D64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C22C329-66E9-46D0-92D0-E5D431337AA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AE11764-E958-4525-84E5-38ED9B3FCC24}"/>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9428D7A-0AEA-47CB-80B7-BCB2DF14A5E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D9E7D9BD-A02E-4550-B3C2-546B27B7562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2036765-A2EA-469C-9C56-1C441490AE4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A0F68B7-ECA1-4EE1-B79A-A5D9C0BA636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36</a:t>
            </a:r>
          </a:p>
        </p:txBody>
      </p:sp>
      <p:sp>
        <p:nvSpPr>
          <p:cNvPr id="14" name="licence-footer">
            <a:extLst xmlns:a="http://schemas.openxmlformats.org/drawingml/2006/main">
              <a:ext uri="{FF2B5EF4-FFF2-40B4-BE49-F238E27FC236}">
                <a16:creationId xmlns:a16="http://schemas.microsoft.com/office/drawing/2014/main" id="{B2395F29-CB24-40F0-9CB9-413909D9445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792730B-A80E-4A4D-B6C1-A4FF8DAFE60A}"/>
              </a:ext>
            </a:extLst>
          </p:cNvPr>
          <p:cNvPicPr>
            <a:picLocks xmlns:a="http://schemas.openxmlformats.org/drawingml/2006/main" noChangeAspect="1"/>
          </p:cNvPicPr>
          <p:nvPr/>
        </p:nvPicPr>
        <p:blipFill>
          <a:blip xmlns:r="http://schemas.openxmlformats.org/officeDocument/2006/relationships" xmlns:a="http://schemas.openxmlformats.org/drawingml/2006/main" r:embed="Ree86f44670db4d9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1833C97-309B-4D02-8722-1FBF1804EC1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10D17CBD-9F62-4D6C-A3B8-E694AD3A74C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only the fresh source. You may pass.</a:t>
            </a:r>
          </a:p>
        </p:txBody>
      </p:sp>
      <p:sp>
        <p:nvSpPr>
          <p:cNvPr id="18" name="pupil-text">
            <a:extLst xmlns:a="http://schemas.openxmlformats.org/drawingml/2006/main">
              <a:ext uri="{FF2B5EF4-FFF2-40B4-BE49-F238E27FC236}">
                <a16:creationId xmlns:a16="http://schemas.microsoft.com/office/drawing/2014/main" id="{0C99C553-1663-4DF8-90C5-79CB94B72A0C}"/>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A person asks for help putting a plain label on their own folder. A helper offers</a:t>
            </a:r>
          </a:p>
        </p:txBody>
      </p:sp>
      <p:sp>
        <p:nvSpPr>
          <p:cNvPr id="19" name="pupil-text">
            <a:extLst xmlns:a="http://schemas.openxmlformats.org/drawingml/2006/main">
              <a:ext uri="{FF2B5EF4-FFF2-40B4-BE49-F238E27FC236}">
                <a16:creationId xmlns:a16="http://schemas.microsoft.com/office/drawing/2014/main" id="{1029E0EB-897E-4B29-BCF7-6F19296AF8FF}"/>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hold the folder still and waits for the person to agree.</a:t>
            </a:r>
          </a:p>
        </p:txBody>
      </p:sp>
      <p:sp>
        <p:nvSpPr>
          <p:cNvPr id="20" name="pupil-text">
            <a:extLst xmlns:a="http://schemas.openxmlformats.org/drawingml/2006/main">
              <a:ext uri="{FF2B5EF4-FFF2-40B4-BE49-F238E27FC236}">
                <a16:creationId xmlns:a16="http://schemas.microsoft.com/office/drawing/2014/main" id="{98CAFF01-C6F3-45DF-9C02-25798D988105}"/>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confidence: 1 = not sure yet; 2 = some is clear; 3 = I can show it.</a:t>
            </a:r>
          </a:p>
        </p:txBody>
      </p:sp>
    </p:spTree>
    <p:extLst>
      <p:ext uri="{BB962C8B-B14F-4D97-AF65-F5344CB8AC3E}">
        <p14:creationId xmlns:p14="http://schemas.microsoft.com/office/powerpoint/2010/main" val="144497974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1241BA2-C844-4925-9D23-0D98FC7F208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D4037B51-A15D-4E25-B5EA-28BE573CD2E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C37F9900-A9DD-4B8E-9DDC-17EDE9F7348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493C5901-0C9A-49E5-8A08-8D8662B444A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5A18AFF-001F-4B08-B8BF-DE71AE2C567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82770C0-5DC7-4A91-A8AF-764B9E46EA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9517E05-66EE-4BDB-A1E1-535D7F335B8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9BFE0E5-A08F-4C19-838C-D6EF27E2FAF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5BEF8B7-9F30-4C66-B607-578FA76B9EE9}"/>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C1D9BC1-960F-4FBB-B8E2-5FA87E77D04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1CFBA61F-4B73-48BB-82BB-C23F2E3D952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FE90F0C-423D-42FC-B50B-0F64DEC5E5D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92E266E-9D34-47D3-AB7C-F3ACC2209A4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36</a:t>
            </a:r>
          </a:p>
        </p:txBody>
      </p:sp>
      <p:sp>
        <p:nvSpPr>
          <p:cNvPr id="14" name="licence-footer">
            <a:extLst xmlns:a="http://schemas.openxmlformats.org/drawingml/2006/main">
              <a:ext uri="{FF2B5EF4-FFF2-40B4-BE49-F238E27FC236}">
                <a16:creationId xmlns:a16="http://schemas.microsoft.com/office/drawing/2014/main" id="{9B2DC732-239B-49CA-8BF2-2E7112127CA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1479C74-C866-4898-88F4-4136327586C4}"/>
              </a:ext>
            </a:extLst>
          </p:cNvPr>
          <p:cNvPicPr>
            <a:picLocks xmlns:a="http://schemas.openxmlformats.org/drawingml/2006/main" noChangeAspect="1"/>
          </p:cNvPicPr>
          <p:nvPr/>
        </p:nvPicPr>
        <p:blipFill>
          <a:blip xmlns:r="http://schemas.openxmlformats.org/officeDocument/2006/relationships" xmlns:a="http://schemas.openxmlformats.org/drawingml/2006/main" r:embed="R024be12995574bb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087DC24-46FB-4472-B19D-62D8CBF3FCD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A person asks for help putting a plain label on their own folder. A helper offers</a:t>
            </a:r>
          </a:p>
        </p:txBody>
      </p:sp>
      <p:sp>
        <p:nvSpPr>
          <p:cNvPr id="17" name="pupil-text">
            <a:extLst xmlns:a="http://schemas.openxmlformats.org/drawingml/2006/main">
              <a:ext uri="{FF2B5EF4-FFF2-40B4-BE49-F238E27FC236}">
                <a16:creationId xmlns:a16="http://schemas.microsoft.com/office/drawing/2014/main" id="{42FCB4F4-2909-4039-A304-0EFE095C4D57}"/>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hold the folder still and waits for the person to agree.</a:t>
            </a:r>
          </a:p>
        </p:txBody>
      </p:sp>
      <p:sp>
        <p:nvSpPr>
          <p:cNvPr id="18" name="shape">
            <a:extLst xmlns:a="http://schemas.openxmlformats.org/drawingml/2006/main">
              <a:ext uri="{FF2B5EF4-FFF2-40B4-BE49-F238E27FC236}">
                <a16:creationId xmlns:a16="http://schemas.microsoft.com/office/drawing/2014/main" id="{267130A2-5A9E-4FD1-8949-7B2131FF89B3}"/>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4547EA9-0B80-460F-AD90-B205F3102022}"/>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Tree>
    <p:extLst>
      <p:ext uri="{BB962C8B-B14F-4D97-AF65-F5344CB8AC3E}">
        <p14:creationId xmlns:p14="http://schemas.microsoft.com/office/powerpoint/2010/main" val="14143288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6CEBADD-5F2D-4CA9-B326-BC6217F12E3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C011639E-0EB5-4F80-9BCD-D4995E64413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5E6B9BF-E16C-40BA-A1CF-4F2E2E0AB8A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B54D4443-E540-4056-9EF2-08BE691016B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5B57B1F-F70E-40F0-8EAA-914EF19470B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4E4DA4C-AC47-4069-94B4-2FA3470E77B9}"/>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5969575-C5C5-4907-A12C-E78DFFEE769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01C33B0-04EC-4D5A-8369-C9587E1F6B98}"/>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D11361C-D62B-4885-BE7D-616D4AA20C32}"/>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EE9EFEA-1FBC-4D1B-98EA-FFB0AD9680F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944629D4-D466-48D2-94C6-0F36EAEA967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E6411F8-750C-43FB-98B1-E12D46C4CFA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9AA94B66-1FB7-4EB0-8672-AEB45722366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36</a:t>
            </a:r>
          </a:p>
        </p:txBody>
      </p:sp>
      <p:sp>
        <p:nvSpPr>
          <p:cNvPr id="14" name="licence-footer">
            <a:extLst xmlns:a="http://schemas.openxmlformats.org/drawingml/2006/main">
              <a:ext uri="{FF2B5EF4-FFF2-40B4-BE49-F238E27FC236}">
                <a16:creationId xmlns:a16="http://schemas.microsoft.com/office/drawing/2014/main" id="{8A465AA5-7EB2-4BBE-B78F-B2266A6C69B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2C327A0-4641-4A79-9F30-6A6F64725087}"/>
              </a:ext>
            </a:extLst>
          </p:cNvPr>
          <p:cNvPicPr>
            <a:picLocks xmlns:a="http://schemas.openxmlformats.org/drawingml/2006/main" noChangeAspect="1"/>
          </p:cNvPicPr>
          <p:nvPr/>
        </p:nvPicPr>
        <p:blipFill>
          <a:blip xmlns:r="http://schemas.openxmlformats.org/officeDocument/2006/relationships" xmlns:a="http://schemas.openxmlformats.org/drawingml/2006/main" r:embed="Rfb23e0b191a0426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F77D5B9-427D-40DD-A660-423A31A1EE1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E4EF3A38-4891-4609-8F60-B7C7976D4C97}"/>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AFACDCF7-FA45-48D0-94BD-8027B6A9ECB9}"/>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a caring act from this case.</a:t>
            </a:r>
          </a:p>
        </p:txBody>
      </p:sp>
      <p:sp>
        <p:nvSpPr>
          <p:cNvPr id="19" name="pupil-text">
            <a:extLst xmlns:a="http://schemas.openxmlformats.org/drawingml/2006/main">
              <a:ext uri="{FF2B5EF4-FFF2-40B4-BE49-F238E27FC236}">
                <a16:creationId xmlns:a16="http://schemas.microsoft.com/office/drawing/2014/main" id="{F8BBF07F-35B0-4950-A62D-A5904A744B30}"/>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17DF94F6-4CE9-4528-BFB6-AB901EB02C8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does the act show about care?</a:t>
            </a:r>
          </a:p>
        </p:txBody>
      </p:sp>
    </p:spTree>
    <p:extLst>
      <p:ext uri="{BB962C8B-B14F-4D97-AF65-F5344CB8AC3E}">
        <p14:creationId xmlns:p14="http://schemas.microsoft.com/office/powerpoint/2010/main" val="214166585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11C986B-279F-495C-BBFD-DA1D2628C71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4C638491-51D4-4AAF-8A71-2DAD87A44CA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1949A57-0DFB-4580-91DC-E433F7E1C71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6F3B4D15-74EF-40D3-A57C-27A19C9AD39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683BACF-0806-426E-A7E4-10F991EB5CA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E6163F2-4CC7-42D5-BA73-F78AEEC3A4F3}"/>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6524F17-1126-4F87-B0B8-5C55A7AE625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990E9B2-71D2-48FA-8063-DB2C4CC47AC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8D64665-34F8-476E-BF36-58AD7B6DCDAD}"/>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A9BA50B-9EF3-4E70-91D0-00A9CC4AC85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B2F4DD54-8F40-4104-867F-9A755405DB6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9CDEBDE-65AC-46DF-A715-BD6DB50481C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E60A95E-BB35-417E-B9CF-ADF9E7FC78F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36</a:t>
            </a:r>
          </a:p>
        </p:txBody>
      </p:sp>
      <p:sp>
        <p:nvSpPr>
          <p:cNvPr id="14" name="licence-footer">
            <a:extLst xmlns:a="http://schemas.openxmlformats.org/drawingml/2006/main">
              <a:ext uri="{FF2B5EF4-FFF2-40B4-BE49-F238E27FC236}">
                <a16:creationId xmlns:a16="http://schemas.microsoft.com/office/drawing/2014/main" id="{8B6A3E92-EBA6-4648-8585-274E9D4D0D7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7D6EF92-34A0-4CE5-BCA6-88A65C9D09FF}"/>
              </a:ext>
            </a:extLst>
          </p:cNvPr>
          <p:cNvPicPr>
            <a:picLocks xmlns:a="http://schemas.openxmlformats.org/drawingml/2006/main" noChangeAspect="1"/>
          </p:cNvPicPr>
          <p:nvPr/>
        </p:nvPicPr>
        <p:blipFill>
          <a:blip xmlns:r="http://schemas.openxmlformats.org/officeDocument/2006/relationships" xmlns:a="http://schemas.openxmlformats.org/drawingml/2006/main" r:embed="R5ab7ed82f4be406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5C0C00F-4DF8-4C85-9228-480E138980B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6CB5AF5C-068F-4FF5-8515-2A920ED95534}"/>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D1F2B7B6-4152-4AE4-A662-FE8FEC369CD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Record one caring act in words or a mark.</a:t>
            </a:r>
          </a:p>
        </p:txBody>
      </p:sp>
      <p:sp>
        <p:nvSpPr>
          <p:cNvPr id="19" name="pupil-text">
            <a:extLst xmlns:a="http://schemas.openxmlformats.org/drawingml/2006/main">
              <a:ext uri="{FF2B5EF4-FFF2-40B4-BE49-F238E27FC236}">
                <a16:creationId xmlns:a16="http://schemas.microsoft.com/office/drawing/2014/main" id="{F7C8EE67-203E-4000-825A-0A067B72E4AF}"/>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855DE3D1-AB26-4792-9C2E-170A5D82FBC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 what your words or mark mean here.</a:t>
            </a:r>
          </a:p>
        </p:txBody>
      </p:sp>
    </p:spTree>
    <p:extLst>
      <p:ext uri="{BB962C8B-B14F-4D97-AF65-F5344CB8AC3E}">
        <p14:creationId xmlns:p14="http://schemas.microsoft.com/office/powerpoint/2010/main" val="161769118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86381E8-1DFB-45AB-B022-4825965C5C9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6</a:t>
            </a:r>
          </a:p>
        </p:txBody>
      </p:sp>
      <p:sp>
        <p:nvSpPr>
          <p:cNvPr id="2" name="stage-clock">
            <a:extLst xmlns:a="http://schemas.openxmlformats.org/drawingml/2006/main">
              <a:ext uri="{FF2B5EF4-FFF2-40B4-BE49-F238E27FC236}">
                <a16:creationId xmlns:a16="http://schemas.microsoft.com/office/drawing/2014/main" id="{369EBC71-C590-47AB-A255-52817890453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4C5FCCA0-F03B-4329-84FB-E0D5C45795F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7E0DB294-B47A-4DEC-A433-24A7BF4FA51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0FF9937-D30C-4179-8E40-CF68C27C843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E7A26A4-D855-477F-BFCE-7DC7F3BB30A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BF0A89A-8706-4274-890A-E2EFFEA63A0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574B386-8202-468F-B727-529902D61D1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D216350-DD6D-4014-89AE-853F0FC8CB3F}"/>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1E32443-369B-455F-A123-A3EA5993C53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make a record of care.</a:t>
            </a:r>
          </a:p>
        </p:txBody>
      </p:sp>
      <p:sp>
        <p:nvSpPr>
          <p:cNvPr id="11" name="re-framing">
            <a:extLst xmlns:a="http://schemas.openxmlformats.org/drawingml/2006/main">
              <a:ext uri="{FF2B5EF4-FFF2-40B4-BE49-F238E27FC236}">
                <a16:creationId xmlns:a16="http://schemas.microsoft.com/office/drawing/2014/main" id="{D39B0EDA-96CF-4610-9963-741B40316BF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FA27D2C-3456-418E-8907-78CBECF1B87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F9C99A5A-6BD9-493A-A65C-4CE9F0E1875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36</a:t>
            </a:r>
          </a:p>
        </p:txBody>
      </p:sp>
      <p:sp>
        <p:nvSpPr>
          <p:cNvPr id="14" name="licence-footer">
            <a:extLst xmlns:a="http://schemas.openxmlformats.org/drawingml/2006/main">
              <a:ext uri="{FF2B5EF4-FFF2-40B4-BE49-F238E27FC236}">
                <a16:creationId xmlns:a16="http://schemas.microsoft.com/office/drawing/2014/main" id="{540354E2-F5AB-4B26-A239-CB8E5954436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4AA03B2-A51F-45EA-B1EA-BE953D961EFA}"/>
              </a:ext>
            </a:extLst>
          </p:cNvPr>
          <p:cNvPicPr>
            <a:picLocks xmlns:a="http://schemas.openxmlformats.org/drawingml/2006/main" noChangeAspect="1"/>
          </p:cNvPicPr>
          <p:nvPr/>
        </p:nvPicPr>
        <p:blipFill>
          <a:blip xmlns:r="http://schemas.openxmlformats.org/officeDocument/2006/relationships" xmlns:a="http://schemas.openxmlformats.org/drawingml/2006/main" r:embed="R37781d8e2b00487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7556913-7AE8-4FF2-B9E0-7156D5A3D4C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4D641028-8A2C-46CF-A0A5-ED7888B9871D}"/>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8C01B1D3-DE7C-415D-AD50-BFA41FD036BD}"/>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Record a caring act and link it to the person’s request.</a:t>
            </a:r>
          </a:p>
        </p:txBody>
      </p:sp>
      <p:sp>
        <p:nvSpPr>
          <p:cNvPr id="19" name="pupil-text">
            <a:extLst xmlns:a="http://schemas.openxmlformats.org/drawingml/2006/main">
              <a:ext uri="{FF2B5EF4-FFF2-40B4-BE49-F238E27FC236}">
                <a16:creationId xmlns:a16="http://schemas.microsoft.com/office/drawing/2014/main" id="{F5139794-3281-4A9D-A590-58BF473EC28F}"/>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113B35E6-518F-4B8F-A600-333B2394E128}"/>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your record shows respect as well as help.</a:t>
            </a:r>
          </a:p>
        </p:txBody>
      </p:sp>
    </p:spTree>
    <p:extLst>
      <p:ext uri="{BB962C8B-B14F-4D97-AF65-F5344CB8AC3E}">
        <p14:creationId xmlns:p14="http://schemas.microsoft.com/office/powerpoint/2010/main" val="1059316033"/>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I show a caring response?</dc:title>
  <dcterms:created xsi:type="dcterms:W3CDTF">2026-10-14T17:24:18.0890000Z</dcterms:created>
  <dcterms:modified xsi:type="dcterms:W3CDTF">2026-10-14T17:24:18.0890000Z</dcterms:modified>
  <dc:subject>BUILD-RE-S1-W06</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