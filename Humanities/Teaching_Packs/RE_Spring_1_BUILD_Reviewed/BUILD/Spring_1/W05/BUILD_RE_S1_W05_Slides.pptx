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bcfb6bcd82d847e4"/><Relationship Type="http://schemas.openxmlformats.org/officeDocument/2006/relationships/extended-properties" Target="/docProps/app.xml" Id="R58da4406292d4823"/><Relationship Type="http://schemas.openxmlformats.org/officeDocument/2006/relationships/officeDocument" Target="/ppt/presentation.xml" Id="R304e186aa2674a67"/><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5bdd118f606f4719"/>
  </p:sldMasterIdLst>
  <p:notesMasterIdLst>
    <p:notesMasterId xmlns:r="http://schemas.openxmlformats.org/officeDocument/2006/relationships" r:id="R72d590c940b24e0a"/>
  </p:notesMasterIdLst>
  <p:sldIdLst>
    <p:sldId xmlns:r="http://schemas.openxmlformats.org/officeDocument/2006/relationships" id="256" r:id="Ra5be5647970342cc"/>
    <p:sldId xmlns:r="http://schemas.openxmlformats.org/officeDocument/2006/relationships" id="257" r:id="R32e3bdca80f94a6b"/>
    <p:sldId xmlns:r="http://schemas.openxmlformats.org/officeDocument/2006/relationships" id="258" r:id="R2a5ee8920ccc4e03"/>
    <p:sldId xmlns:r="http://schemas.openxmlformats.org/officeDocument/2006/relationships" id="259" r:id="R4c3a0470d8e84bef"/>
    <p:sldId xmlns:r="http://schemas.openxmlformats.org/officeDocument/2006/relationships" id="260" r:id="R49fe01e7c2484c7d"/>
    <p:sldId xmlns:r="http://schemas.openxmlformats.org/officeDocument/2006/relationships" id="261" r:id="R9072899f5bf64930"/>
    <p:sldId xmlns:r="http://schemas.openxmlformats.org/officeDocument/2006/relationships" id="262" r:id="R837cfc9765914c13"/>
    <p:sldId xmlns:r="http://schemas.openxmlformats.org/officeDocument/2006/relationships" id="263" r:id="Rd594d96ee85e4113"/>
    <p:sldId xmlns:r="http://schemas.openxmlformats.org/officeDocument/2006/relationships" id="264" r:id="Rd3f3745bd3924bc2"/>
    <p:sldId xmlns:r="http://schemas.openxmlformats.org/officeDocument/2006/relationships" id="265" r:id="R98d46a4e53734513"/>
    <p:sldId xmlns:r="http://schemas.openxmlformats.org/officeDocument/2006/relationships" id="266" r:id="R9bd3d542af6d4c32"/>
    <p:sldId xmlns:r="http://schemas.openxmlformats.org/officeDocument/2006/relationships" id="267" r:id="R680b74631dce43dc"/>
    <p:sldId xmlns:r="http://schemas.openxmlformats.org/officeDocument/2006/relationships" id="268" r:id="R2845d1c7da734560"/>
    <p:sldId xmlns:r="http://schemas.openxmlformats.org/officeDocument/2006/relationships" id="269" r:id="R52bad6fbdd1f4225"/>
    <p:sldId xmlns:r="http://schemas.openxmlformats.org/officeDocument/2006/relationships" id="270" r:id="Rc224af935a464880"/>
    <p:sldId xmlns:r="http://schemas.openxmlformats.org/officeDocument/2006/relationships" id="271" r:id="Ra70494924cb84c0d"/>
    <p:sldId xmlns:r="http://schemas.openxmlformats.org/officeDocument/2006/relationships" id="272" r:id="Rfb040410adb24dd2"/>
    <p:sldId xmlns:r="http://schemas.openxmlformats.org/officeDocument/2006/relationships" id="273" r:id="R79b8b3726b31417e"/>
    <p:sldId xmlns:r="http://schemas.openxmlformats.org/officeDocument/2006/relationships" id="274" r:id="R2a44ec18b0d54b89"/>
    <p:sldId xmlns:r="http://schemas.openxmlformats.org/officeDocument/2006/relationships" id="275" r:id="Redb0a70d784242ea"/>
    <p:sldId xmlns:r="http://schemas.openxmlformats.org/officeDocument/2006/relationships" id="276" r:id="Rb61938bb61d84844"/>
    <p:sldId xmlns:r="http://schemas.openxmlformats.org/officeDocument/2006/relationships" id="277" r:id="Re125946dbbf5452a"/>
    <p:sldId xmlns:r="http://schemas.openxmlformats.org/officeDocument/2006/relationships" id="278" r:id="R623a98159cf740f0"/>
    <p:sldId xmlns:r="http://schemas.openxmlformats.org/officeDocument/2006/relationships" id="279" r:id="Rec58393d8d7e41f5"/>
    <p:sldId xmlns:r="http://schemas.openxmlformats.org/officeDocument/2006/relationships" id="280" r:id="Rbb283f5569db41c5"/>
    <p:sldId xmlns:r="http://schemas.openxmlformats.org/officeDocument/2006/relationships" id="281" r:id="R63522e71e15e4ed6"/>
    <p:sldId xmlns:r="http://schemas.openxmlformats.org/officeDocument/2006/relationships" id="282" r:id="R1d8febab6b97449a"/>
    <p:sldId xmlns:r="http://schemas.openxmlformats.org/officeDocument/2006/relationships" id="283" r:id="Ra28f74ae736644af"/>
    <p:sldId xmlns:r="http://schemas.openxmlformats.org/officeDocument/2006/relationships" id="284" r:id="R4ab221e41f274385"/>
    <p:sldId xmlns:r="http://schemas.openxmlformats.org/officeDocument/2006/relationships" id="285" r:id="R947e36173b354da1"/>
    <p:sldId xmlns:r="http://schemas.openxmlformats.org/officeDocument/2006/relationships" id="286" r:id="R8a56c6f5beb14637"/>
    <p:sldId xmlns:r="http://schemas.openxmlformats.org/officeDocument/2006/relationships" id="287" r:id="Rf55d7a43a9d44a09"/>
    <p:sldId xmlns:r="http://schemas.openxmlformats.org/officeDocument/2006/relationships" id="288" r:id="Raf3ce1c39803482d"/>
    <p:sldId xmlns:r="http://schemas.openxmlformats.org/officeDocument/2006/relationships" id="289" r:id="Rb94743c3f17e4b2f"/>
    <p:sldId xmlns:r="http://schemas.openxmlformats.org/officeDocument/2006/relationships" id="290" r:id="Rd3e30a55893e4f74"/>
    <p:sldId xmlns:r="http://schemas.openxmlformats.org/officeDocument/2006/relationships" id="291" r:id="Raa89c8eb5d794a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d6c62433c84d15" /><Relationship Type="http://schemas.openxmlformats.org/officeDocument/2006/relationships/slideMaster" Target="/ppt/slideMasters/slideMaster1.xml" Id="R5bdd118f606f4719" /><Relationship Type="http://schemas.openxmlformats.org/officeDocument/2006/relationships/notesMaster" Target="/ppt/notesMasters/notesMaster1.xml" Id="R72d590c940b24e0a" /><Relationship Type="http://schemas.openxmlformats.org/officeDocument/2006/relationships/presProps" Target="/ppt/presProps.xml" Id="R238db04e32e2491c" /><Relationship Type="http://schemas.openxmlformats.org/officeDocument/2006/relationships/tableStyles" Target="/ppt/tableStyles.xml" Id="R1798123783ce4e09" /><Relationship Type="http://schemas.openxmlformats.org/officeDocument/2006/relationships/slide" Target="/ppt/slides/slide1.xml" Id="Ra5be5647970342cc" /><Relationship Type="http://schemas.openxmlformats.org/officeDocument/2006/relationships/slide" Target="/ppt/slides/slide2.xml" Id="R32e3bdca80f94a6b" /><Relationship Type="http://schemas.openxmlformats.org/officeDocument/2006/relationships/slide" Target="/ppt/slides/slide3.xml" Id="R2a5ee8920ccc4e03" /><Relationship Type="http://schemas.openxmlformats.org/officeDocument/2006/relationships/slide" Target="/ppt/slides/slide4.xml" Id="R4c3a0470d8e84bef" /><Relationship Type="http://schemas.openxmlformats.org/officeDocument/2006/relationships/slide" Target="/ppt/slides/slide5.xml" Id="R49fe01e7c2484c7d" /><Relationship Type="http://schemas.openxmlformats.org/officeDocument/2006/relationships/slide" Target="/ppt/slides/slide6.xml" Id="R9072899f5bf64930" /><Relationship Type="http://schemas.openxmlformats.org/officeDocument/2006/relationships/slide" Target="/ppt/slides/slide7.xml" Id="R837cfc9765914c13" /><Relationship Type="http://schemas.openxmlformats.org/officeDocument/2006/relationships/slide" Target="/ppt/slides/slide8.xml" Id="Rd594d96ee85e4113" /><Relationship Type="http://schemas.openxmlformats.org/officeDocument/2006/relationships/slide" Target="/ppt/slides/slide9.xml" Id="Rd3f3745bd3924bc2" /><Relationship Type="http://schemas.openxmlformats.org/officeDocument/2006/relationships/slide" Target="/ppt/slides/slide10.xml" Id="R98d46a4e53734513" /><Relationship Type="http://schemas.openxmlformats.org/officeDocument/2006/relationships/slide" Target="/ppt/slides/slide11.xml" Id="R9bd3d542af6d4c32" /><Relationship Type="http://schemas.openxmlformats.org/officeDocument/2006/relationships/slide" Target="/ppt/slides/slide12.xml" Id="R680b74631dce43dc" /><Relationship Type="http://schemas.openxmlformats.org/officeDocument/2006/relationships/slide" Target="/ppt/slides/slide13.xml" Id="R2845d1c7da734560" /><Relationship Type="http://schemas.openxmlformats.org/officeDocument/2006/relationships/slide" Target="/ppt/slides/slide14.xml" Id="R52bad6fbdd1f4225" /><Relationship Type="http://schemas.openxmlformats.org/officeDocument/2006/relationships/slide" Target="/ppt/slides/slide15.xml" Id="Rc224af935a464880" /><Relationship Type="http://schemas.openxmlformats.org/officeDocument/2006/relationships/slide" Target="/ppt/slides/slide16.xml" Id="Ra70494924cb84c0d" /><Relationship Type="http://schemas.openxmlformats.org/officeDocument/2006/relationships/slide" Target="/ppt/slides/slide17.xml" Id="Rfb040410adb24dd2" /><Relationship Type="http://schemas.openxmlformats.org/officeDocument/2006/relationships/slide" Target="/ppt/slides/slide18.xml" Id="R79b8b3726b31417e" /><Relationship Type="http://schemas.openxmlformats.org/officeDocument/2006/relationships/slide" Target="/ppt/slides/slide19.xml" Id="R2a44ec18b0d54b89" /><Relationship Type="http://schemas.openxmlformats.org/officeDocument/2006/relationships/slide" Target="/ppt/slides/slide20.xml" Id="Redb0a70d784242ea" /><Relationship Type="http://schemas.openxmlformats.org/officeDocument/2006/relationships/slide" Target="/ppt/slides/slide21.xml" Id="Rb61938bb61d84844" /><Relationship Type="http://schemas.openxmlformats.org/officeDocument/2006/relationships/slide" Target="/ppt/slides/slide22.xml" Id="Re125946dbbf5452a" /><Relationship Type="http://schemas.openxmlformats.org/officeDocument/2006/relationships/slide" Target="/ppt/slides/slide23.xml" Id="R623a98159cf740f0" /><Relationship Type="http://schemas.openxmlformats.org/officeDocument/2006/relationships/slide" Target="/ppt/slides/slide24.xml" Id="Rec58393d8d7e41f5" /><Relationship Type="http://schemas.openxmlformats.org/officeDocument/2006/relationships/slide" Target="/ppt/slides/slide25.xml" Id="Rbb283f5569db41c5" /><Relationship Type="http://schemas.openxmlformats.org/officeDocument/2006/relationships/slide" Target="/ppt/slides/slide26.xml" Id="R63522e71e15e4ed6" /><Relationship Type="http://schemas.openxmlformats.org/officeDocument/2006/relationships/slide" Target="/ppt/slides/slide27.xml" Id="R1d8febab6b97449a" /><Relationship Type="http://schemas.openxmlformats.org/officeDocument/2006/relationships/slide" Target="/ppt/slides/slide28.xml" Id="Ra28f74ae736644af" /><Relationship Type="http://schemas.openxmlformats.org/officeDocument/2006/relationships/slide" Target="/ppt/slides/slide29.xml" Id="R4ab221e41f274385" /><Relationship Type="http://schemas.openxmlformats.org/officeDocument/2006/relationships/slide" Target="/ppt/slides/slide30.xml" Id="R947e36173b354da1" /><Relationship Type="http://schemas.openxmlformats.org/officeDocument/2006/relationships/slide" Target="/ppt/slides/slide31.xml" Id="R8a56c6f5beb14637" /><Relationship Type="http://schemas.openxmlformats.org/officeDocument/2006/relationships/slide" Target="/ppt/slides/slide32.xml" Id="Rf55d7a43a9d44a09" /><Relationship Type="http://schemas.openxmlformats.org/officeDocument/2006/relationships/slide" Target="/ppt/slides/slide33.xml" Id="Raf3ce1c39803482d" /><Relationship Type="http://schemas.openxmlformats.org/officeDocument/2006/relationships/slide" Target="/ppt/slides/slide34.xml" Id="Rb94743c3f17e4b2f" /><Relationship Type="http://schemas.openxmlformats.org/officeDocument/2006/relationships/slide" Target="/ppt/slides/slide35.xml" Id="Rd3e30a55893e4f74" /><Relationship Type="http://schemas.openxmlformats.org/officeDocument/2006/relationships/slide" Target="/ppt/slides/slide36.xml" Id="Raa89c8eb5d794a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c8610355b14b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396f7addcb4816" /><Relationship Type="http://schemas.openxmlformats.org/officeDocument/2006/relationships/notesMaster" Target="/ppt/notesMasters/notesMaster1.xml" Id="Rb1bf176ce3054b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69ad89d4774c5b" /><Relationship Type="http://schemas.openxmlformats.org/officeDocument/2006/relationships/notesMaster" Target="/ppt/notesMasters/notesMaster1.xml" Id="Ra3e819eeb3e442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07fc363fda4d52" /><Relationship Type="http://schemas.openxmlformats.org/officeDocument/2006/relationships/notesMaster" Target="/ppt/notesMasters/notesMaster1.xml" Id="R386bd84ffcc049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a61aac873f492f" /><Relationship Type="http://schemas.openxmlformats.org/officeDocument/2006/relationships/notesMaster" Target="/ppt/notesMasters/notesMaster1.xml" Id="R2fab8a1b7e2240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217e153f6d457e" /><Relationship Type="http://schemas.openxmlformats.org/officeDocument/2006/relationships/notesMaster" Target="/ppt/notesMasters/notesMaster1.xml" Id="Re8b9e135716e44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16145adcf94081" /><Relationship Type="http://schemas.openxmlformats.org/officeDocument/2006/relationships/notesMaster" Target="/ppt/notesMasters/notesMaster1.xml" Id="Re52e0df257f849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a9147bd1a24159" /><Relationship Type="http://schemas.openxmlformats.org/officeDocument/2006/relationships/notesMaster" Target="/ppt/notesMasters/notesMaster1.xml" Id="Rf03d82e975464f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6a057a4081468c" /><Relationship Type="http://schemas.openxmlformats.org/officeDocument/2006/relationships/notesMaster" Target="/ppt/notesMasters/notesMaster1.xml" Id="Ra6fee5c8f3ef40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46b41adf234e69" /><Relationship Type="http://schemas.openxmlformats.org/officeDocument/2006/relationships/notesMaster" Target="/ppt/notesMasters/notesMaster1.xml" Id="Rdf17d241a0124c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8a3734217c4d4b" /><Relationship Type="http://schemas.openxmlformats.org/officeDocument/2006/relationships/notesMaster" Target="/ppt/notesMasters/notesMaster1.xml" Id="Rc7e365994ba246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30fc0ba5674219" /><Relationship Type="http://schemas.openxmlformats.org/officeDocument/2006/relationships/notesMaster" Target="/ppt/notesMasters/notesMaster1.xml" Id="Rf70bc17c38204e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ae4ce1e194456e" /><Relationship Type="http://schemas.openxmlformats.org/officeDocument/2006/relationships/notesMaster" Target="/ppt/notesMasters/notesMaster1.xml" Id="R1be23c1b09be4b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8853fb84bf4b73" /><Relationship Type="http://schemas.openxmlformats.org/officeDocument/2006/relationships/notesMaster" Target="/ppt/notesMasters/notesMaster1.xml" Id="Radef26afc0bc43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c40eddfa36405a" /><Relationship Type="http://schemas.openxmlformats.org/officeDocument/2006/relationships/notesMaster" Target="/ppt/notesMasters/notesMaster1.xml" Id="R2388e48db0434f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e7794db8154283" /><Relationship Type="http://schemas.openxmlformats.org/officeDocument/2006/relationships/notesMaster" Target="/ppt/notesMasters/notesMaster1.xml" Id="R0f95cbc956654c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9b060ae8084e07" /><Relationship Type="http://schemas.openxmlformats.org/officeDocument/2006/relationships/notesMaster" Target="/ppt/notesMasters/notesMaster1.xml" Id="R3bc4434209a34f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a5a0bf49b94ab9" /><Relationship Type="http://schemas.openxmlformats.org/officeDocument/2006/relationships/notesMaster" Target="/ppt/notesMasters/notesMaster1.xml" Id="Rc4686a04523a413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58739c1d8342de" /><Relationship Type="http://schemas.openxmlformats.org/officeDocument/2006/relationships/notesMaster" Target="/ppt/notesMasters/notesMaster1.xml" Id="R1999ddce771b43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480674eaae4437" /><Relationship Type="http://schemas.openxmlformats.org/officeDocument/2006/relationships/notesMaster" Target="/ppt/notesMasters/notesMaster1.xml" Id="R444b51f4fcf9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9ac51e363944f2" /><Relationship Type="http://schemas.openxmlformats.org/officeDocument/2006/relationships/notesMaster" Target="/ppt/notesMasters/notesMaster1.xml" Id="R52855934944541a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1babe1193a4f2e" /><Relationship Type="http://schemas.openxmlformats.org/officeDocument/2006/relationships/notesMaster" Target="/ppt/notesMasters/notesMaster1.xml" Id="R44dcc57d2f4d45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d4a81d08f444047" /><Relationship Type="http://schemas.openxmlformats.org/officeDocument/2006/relationships/notesMaster" Target="/ppt/notesMasters/notesMaster1.xml" Id="R3a090ac8ad6b4a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2ea609a7add4637" /><Relationship Type="http://schemas.openxmlformats.org/officeDocument/2006/relationships/notesMaster" Target="/ppt/notesMasters/notesMaster1.xml" Id="Rf5850ecd8b9e4a3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f27e0819640450d" /><Relationship Type="http://schemas.openxmlformats.org/officeDocument/2006/relationships/notesMaster" Target="/ppt/notesMasters/notesMaster1.xml" Id="R239582727eca40f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2817aa1ef9742d0" /><Relationship Type="http://schemas.openxmlformats.org/officeDocument/2006/relationships/notesMaster" Target="/ppt/notesMasters/notesMaster1.xml" Id="Rb6e79c6a7b53479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9a37e48c4434fc6" /><Relationship Type="http://schemas.openxmlformats.org/officeDocument/2006/relationships/notesMaster" Target="/ppt/notesMasters/notesMaster1.xml" Id="R183e18134be1429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d6d7adf9832480f" /><Relationship Type="http://schemas.openxmlformats.org/officeDocument/2006/relationships/notesMaster" Target="/ppt/notesMasters/notesMaster1.xml" Id="Rb7ad85ba5f20438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e93092a354f4486" /><Relationship Type="http://schemas.openxmlformats.org/officeDocument/2006/relationships/notesMaster" Target="/ppt/notesMasters/notesMaster1.xml" Id="R019eb6c907f74f6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9f8ab42f2b74f43" /><Relationship Type="http://schemas.openxmlformats.org/officeDocument/2006/relationships/notesMaster" Target="/ppt/notesMasters/notesMaster1.xml" Id="R2958e90118b6470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61aa3d89e974e11" /><Relationship Type="http://schemas.openxmlformats.org/officeDocument/2006/relationships/notesMaster" Target="/ppt/notesMasters/notesMaster1.xml" Id="Rf6ed3f734f824ef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d126a0ea24d4336" /><Relationship Type="http://schemas.openxmlformats.org/officeDocument/2006/relationships/notesMaster" Target="/ppt/notesMasters/notesMaster1.xml" Id="R3b755fedbe27471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c9394677334a70" /><Relationship Type="http://schemas.openxmlformats.org/officeDocument/2006/relationships/notesMaster" Target="/ppt/notesMasters/notesMaster1.xml" Id="R039186e53a4048c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351a1bd0a08434d" /><Relationship Type="http://schemas.openxmlformats.org/officeDocument/2006/relationships/notesMaster" Target="/ppt/notesMasters/notesMaster1.xml" Id="R8fb121e70c624b2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208e3817ca24028" /><Relationship Type="http://schemas.openxmlformats.org/officeDocument/2006/relationships/notesMaster" Target="/ppt/notesMasters/notesMaster1.xml" Id="R9a581574770843d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8cbc5230f78467f" /><Relationship Type="http://schemas.openxmlformats.org/officeDocument/2006/relationships/notesMaster" Target="/ppt/notesMasters/notesMaster1.xml" Id="R5ec9264b723f43e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0d8acc2671b423e" /><Relationship Type="http://schemas.openxmlformats.org/officeDocument/2006/relationships/notesMaster" Target="/ppt/notesMasters/notesMaster1.xml" Id="R16b05d395d2d47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BUILD-RE-S1-W05: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BUILD-RE-S1-W05.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think of one kind act I could take.”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BUILD-RE-S1-W05: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BUILD-RE-S1-W05.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think of one kind act I could take.”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2 (slide-2).</a:t>
            </a:r>
          </a:p>
          <a:p xmlns:a="http://schemas.openxmlformats.org/drawingml/2006/main">
            <a:r>
              <a:t>Adult note: Items 1–3 retrieve the actual supplied Week 4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2 (slide-2).</a:t>
            </a:r>
          </a:p>
          <a:p xmlns:a="http://schemas.openxmlformats.org/drawingml/2006/main">
            <a:r>
              <a:t>Adult note: Items 1–3 retrieve the actual supplied Week 4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A box.</a:t>
            </a:r>
          </a:p>
          <a:p xmlns:a="http://schemas.openxmlformats.org/drawingml/2006/main">
            <a:r>
              <a:t>2. Adult answer: Helped people use it.</a:t>
            </a:r>
          </a:p>
          <a:p xmlns:a="http://schemas.openxmlformats.org/drawingml/2006/main">
            <a:r>
              <a:t>3. Adult answer: Ask what suits/what is wanted.</a:t>
            </a:r>
          </a:p>
          <a:p xmlns:a="http://schemas.openxmlformats.org/drawingml/2006/main">
            <a:r>
              <a:t>4. Adult answer: Yes; a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2 (slide-2).</a:t>
            </a:r>
          </a:p>
          <a:p xmlns:a="http://schemas.openxmlformats.org/drawingml/2006/main">
            <a:r>
              <a:t>Adult note: Items 1–3 retrieve the actual supplied Week 4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2 (slide-2).</a:t>
            </a:r>
          </a:p>
          <a:p xmlns:a="http://schemas.openxmlformats.org/drawingml/2006/main">
            <a:r>
              <a:t>Adult note: Items 1–3 retrieve the actual supplied Week 4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A box.</a:t>
            </a:r>
          </a:p>
          <a:p xmlns:a="http://schemas.openxmlformats.org/drawingml/2006/main">
            <a:r>
              <a:t>2. Adult answer: So people could access/use the card.</a:t>
            </a:r>
          </a:p>
          <a:p xmlns:a="http://schemas.openxmlformats.org/drawingml/2006/main">
            <a:r>
              <a:t>3. Adult answer: No; use what they state or ask respectfully.</a:t>
            </a:r>
          </a:p>
          <a:p xmlns:a="http://schemas.openxmlformats.org/drawingml/2006/main">
            <a:r>
              <a:t>4. Adult answer: What we intend to do; any sensible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2 (slide-2).</a:t>
            </a:r>
          </a:p>
          <a:p xmlns:a="http://schemas.openxmlformats.org/drawingml/2006/main">
            <a:r>
              <a:t>Adult note: Items 1–3 retrieve the actual supplied Week 4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2 (slide-2).</a:t>
            </a:r>
          </a:p>
          <a:p xmlns:a="http://schemas.openxmlformats.org/drawingml/2006/main">
            <a:r>
              <a:t>Adult note: Items 1–3 retrieve the actual supplied Week 4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It blocked the person’s route to the table.</a:t>
            </a:r>
          </a:p>
          <a:p xmlns:a="http://schemas.openxmlformats.org/drawingml/2006/main">
            <a:r>
              <a:t>2. Adult answer: Reachable resources enabled participation in the craft club.</a:t>
            </a:r>
          </a:p>
          <a:p xmlns:a="http://schemas.openxmlformats.org/drawingml/2006/main">
            <a:r>
              <a:t>3. Adult answer: They know what suits them and may choose different help or none.</a:t>
            </a:r>
          </a:p>
          <a:p xmlns:a="http://schemas.openxmlformats.org/drawingml/2006/main">
            <a:r>
              <a:t>4. Adult answer: What is needed/wanted and what is safe;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2 (slide-2).</a:t>
            </a:r>
          </a:p>
          <a:p xmlns:a="http://schemas.openxmlformats.org/drawingml/2006/main">
            <a:r>
              <a:t>Adult note: Items 1–3 retrieve the actual supplied Week 4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2 (slide-2).</a:t>
            </a:r>
          </a:p>
          <a:p xmlns:a="http://schemas.openxmlformats.org/drawingml/2006/main">
            <a:r>
              <a:t>Adult note: Items 1–3 retrieve the actual supplied Week 4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3 (slide-3).</a:t>
            </a:r>
          </a:p>
          <a:p xmlns:a="http://schemas.openxmlformats.org/drawingml/2006/main">
            <a:r>
              <a:t>Adult note: One question only, using the picture/source observation indicated. Do not add a second prompt or show a full task answer. Answer guidance: Sort picture cards; one source observation.</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Sort picture cards; one source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3 (slide-3).</a:t>
            </a:r>
          </a:p>
          <a:p xmlns:a="http://schemas.openxmlformats.org/drawingml/2006/main">
            <a:r>
              <a:t>Adult note: One question only, using the picture/source observation indicated. Do not add a second prompt or show a full task answer. Answer guidance: Sort picture cards; one source observation.</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Sort picture cards; one source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Ask which page and point it out, stopping if no more help wanted. Linked reason: meets stated request without taking over.</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Ask which page and point it out, stopping if no more help wanted. Linked reason: meets stated request without taking 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Ask which page and point it out, stopping if no more help wanted. Linked reason: meets stated request without taking over.</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Ask which page and point it out, stopping if no more help wanted. Linked reason: meets stated request without taking 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Ask which page and point it out, stopping if no more help wanted. Linked reason: meets stated request without taking over.</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Ask which page and point it out, stopping if no more help wanted. Linked reason: meets stated request without taking 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Any safe helpful act linked to finding the sign, with an appropriate check of what is wanted.</a:t>
            </a:r>
          </a:p>
          <a:p xmlns:a="http://schemas.openxmlformats.org/drawingml/2006/main">
            <a:r>
              <a:t>2. Adult answer: They can say what help they want or say no more help is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Ask which sign/what help, then point to/help find the sign; linked safe alternative accepted.</a:t>
            </a:r>
          </a:p>
          <a:p xmlns:a="http://schemas.openxmlformats.org/drawingml/2006/main">
            <a:r>
              <a:t>2. Adult answer: It responds to the stated request to find a sign without taking 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BUILD_RE_S1_W05.html; SHA-256 8fdd399ff28be4fac1d45d7cb318f153bbcdcd5a0255f3d2b5fb03267ba302bf.</a:t>
            </a:r>
          </a:p>
          <a:p xmlns:a="http://schemas.openxmlformats.org/drawingml/2006/main">
            <a:r>
              <a:t>Lesson BUILD-RE-S1-W05;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Source-linked help plus a genuine consent/preference check.</a:t>
            </a:r>
          </a:p>
          <a:p xmlns:a="http://schemas.openxmlformats.org/drawingml/2006/main">
            <a:r>
              <a:t>2. Adult answer: Stop/fade help, respect the changed choice; not keep intervening.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935d26436041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fd86792cbf49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dc83d3649540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a9e74fcc9a45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2d37e9185541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e392965ac84d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6ED6BB-4056-46BD-B79D-9253185CE3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B477A8-2CBE-4283-B420-5AC004C72C2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DB52059-C34F-45E0-80C7-BA002A9C9B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083C40-D6FA-4BBD-9DDD-65D188C314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A4ECFF-3B24-494B-89F2-9AA8BA277C5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E788A0-024D-4F0B-85AC-98B2990560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40DEA6-50C3-44FE-96CC-26AC439209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51C093-CEE8-43A4-AF85-1D013B4773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15B8B8-E670-417A-BEF7-409EE8C957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A32A7C-9FF5-4063-B48D-0B02D9297C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c9a5a3ab8d4af7" /><Relationship Type="http://schemas.openxmlformats.org/officeDocument/2006/relationships/slideLayout" Target="/ppt/slideLayouts/slideLayout1.xml" Id="R184238a345c24544" /><Relationship Type="http://schemas.openxmlformats.org/officeDocument/2006/relationships/slideLayout" Target="/ppt/slideLayouts/slideLayout2.xml" Id="Rb3ed2e4bcbd24177" /><Relationship Type="http://schemas.openxmlformats.org/officeDocument/2006/relationships/slideLayout" Target="/ppt/slideLayouts/slideLayout3.xml" Id="R57fa05afb6d34f60" /><Relationship Type="http://schemas.openxmlformats.org/officeDocument/2006/relationships/slideLayout" Target="/ppt/slideLayouts/slideLayout4.xml" Id="R6da585361a8e4c79" /><Relationship Type="http://schemas.openxmlformats.org/officeDocument/2006/relationships/slideLayout" Target="/ppt/slideLayouts/slideLayout5.xml" Id="Rafe5d202e5004eff" /><Relationship Type="http://schemas.openxmlformats.org/officeDocument/2006/relationships/slideLayout" Target="/ppt/slideLayouts/slideLayout6.xml" Id="R3be0c35ee55d48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4238a345c24544"/>
    <p:sldLayoutId xmlns:r="http://schemas.openxmlformats.org/officeDocument/2006/relationships" id="2147483650" r:id="Rb3ed2e4bcbd24177"/>
    <p:sldLayoutId xmlns:r="http://schemas.openxmlformats.org/officeDocument/2006/relationships" id="2147483651" r:id="R57fa05afb6d34f60"/>
    <p:sldLayoutId xmlns:r="http://schemas.openxmlformats.org/officeDocument/2006/relationships" id="2147483652" r:id="R6da585361a8e4c79"/>
    <p:sldLayoutId xmlns:r="http://schemas.openxmlformats.org/officeDocument/2006/relationships" id="2147483653" r:id="Rafe5d202e5004eff"/>
    <p:sldLayoutId xmlns:r="http://schemas.openxmlformats.org/officeDocument/2006/relationships" id="2147483654" r:id="R3be0c35ee55d48a6"/>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35391270e64a6d" /><Relationship Type="http://schemas.openxmlformats.org/officeDocument/2006/relationships/image" Target="/ppt/media/image.jpeg" Id="R646e4ca3634543e2" /><Relationship Type="http://schemas.openxmlformats.org/officeDocument/2006/relationships/notesSlide" Target="/ppt/notesSlides/notesSlide1.xml" Id="Rf2d1623bb0c24081"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602bb596453a4fab"/><Relationship Type="http://schemas.openxmlformats.org/officeDocument/2006/relationships/image" Target="../media/image.jpeg" Id="Rff59d032a777494f"/><Relationship Type="http://schemas.openxmlformats.org/officeDocument/2006/relationships/notesSlide" Target="/ppt/notesSlides/notesSlide2.xml" Id="Raafae575dcb5491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cd2e4eb1a9d64d77"/><Relationship Type="http://schemas.openxmlformats.org/officeDocument/2006/relationships/image" Target="../media/image.jpeg" Id="Rc7345985abee4b5d"/><Relationship Type="http://schemas.openxmlformats.org/officeDocument/2006/relationships/notesSlide" Target="/ppt/notesSlides/notesSlide3.xml" Id="Re3514d42521a4c47"/></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c2dcd698bd564c76"/><Relationship Type="http://schemas.openxmlformats.org/officeDocument/2006/relationships/image" Target="../media/image.jpeg" Id="Ra05c3acc1388470b"/><Relationship Type="http://schemas.openxmlformats.org/officeDocument/2006/relationships/notesSlide" Target="/ppt/notesSlides/notesSlide4.xml" Id="Rff1f973057da4f6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35b33f4393824cb7"/><Relationship Type="http://schemas.openxmlformats.org/officeDocument/2006/relationships/image" Target="../media/image.jpeg" Id="R56c28c028b164639"/><Relationship Type="http://schemas.openxmlformats.org/officeDocument/2006/relationships/notesSlide" Target="/ppt/notesSlides/notesSlide5.xml" Id="R85c8562345714c71"/></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d9f2b67c7fb8489c"/><Relationship Type="http://schemas.openxmlformats.org/officeDocument/2006/relationships/image" Target="../media/image.jpeg" Id="R8d7653c757864dbe"/><Relationship Type="http://schemas.openxmlformats.org/officeDocument/2006/relationships/notesSlide" Target="/ppt/notesSlides/notesSlide6.xml" Id="Rab62be40556d4f27"/></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f4ba7e8afe8a41fd"/><Relationship Type="http://schemas.openxmlformats.org/officeDocument/2006/relationships/image" Target="../media/image.jpeg" Id="R6d33b031e5ea415a"/><Relationship Type="http://schemas.openxmlformats.org/officeDocument/2006/relationships/notesSlide" Target="/ppt/notesSlides/notesSlide7.xml" Id="R284c843accb3447d"/></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06b7952b09774174"/><Relationship Type="http://schemas.openxmlformats.org/officeDocument/2006/relationships/image" Target="../media/image.jpeg" Id="R843214ead95b47b9"/><Relationship Type="http://schemas.openxmlformats.org/officeDocument/2006/relationships/notesSlide" Target="/ppt/notesSlides/notesSlide8.xml" Id="R73a220211ddb461d"/></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8300917b5f134191"/><Relationship Type="http://schemas.openxmlformats.org/officeDocument/2006/relationships/image" Target="../media/image.jpeg" Id="Rc5ca36f996e34ee2"/><Relationship Type="http://schemas.openxmlformats.org/officeDocument/2006/relationships/notesSlide" Target="/ppt/notesSlides/notesSlide9.xml" Id="R5691e88a88854ca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300663faa5f54252"/><Relationship Type="http://schemas.openxmlformats.org/officeDocument/2006/relationships/image" Target="../media/image.jpeg" Id="R822111a1306f48cb"/><Relationship Type="http://schemas.openxmlformats.org/officeDocument/2006/relationships/notesSlide" Target="/ppt/notesSlides/notesSlide10.xml" Id="Rb5bfb7653f3748a0"/></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37794c9d524f4446"/><Relationship Type="http://schemas.openxmlformats.org/officeDocument/2006/relationships/image" Target="../media/image.jpeg" Id="Rcc191656c6984591"/><Relationship Type="http://schemas.openxmlformats.org/officeDocument/2006/relationships/notesSlide" Target="/ppt/notesSlides/notesSlide11.xml" Id="Rd186bd2604e04396"/></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99d6caf1188c40f5"/><Relationship Type="http://schemas.openxmlformats.org/officeDocument/2006/relationships/image" Target="../media/image.jpeg" Id="Rd543c223416e4067"/><Relationship Type="http://schemas.openxmlformats.org/officeDocument/2006/relationships/notesSlide" Target="/ppt/notesSlides/notesSlide12.xml" Id="R514af2e524814214"/></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fc60f2bfc9e548cb"/><Relationship Type="http://schemas.openxmlformats.org/officeDocument/2006/relationships/image" Target="../media/image.jpeg" Id="Ra960b48d785a4ec9"/><Relationship Type="http://schemas.openxmlformats.org/officeDocument/2006/relationships/notesSlide" Target="/ppt/notesSlides/notesSlide13.xml" Id="Rc1f00c938cdb4ed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6af0707ab9bb4447"/><Relationship Type="http://schemas.openxmlformats.org/officeDocument/2006/relationships/image" Target="../media/image.jpeg" Id="R3a5204191fd24468"/><Relationship Type="http://schemas.openxmlformats.org/officeDocument/2006/relationships/notesSlide" Target="/ppt/notesSlides/notesSlide14.xml" Id="R90f28f3eb26140b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541bb4351b8948aa"/><Relationship Type="http://schemas.openxmlformats.org/officeDocument/2006/relationships/image" Target="../media/image.jpeg" Id="R03a0c71cbfc54e4e"/><Relationship Type="http://schemas.openxmlformats.org/officeDocument/2006/relationships/notesSlide" Target="/ppt/notesSlides/notesSlide15.xml" Id="R77b48dde27474e7c"/></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6dc0e42e50b14d2f"/><Relationship Type="http://schemas.openxmlformats.org/officeDocument/2006/relationships/image" Target="../media/image.jpeg" Id="R1084b28418334c47"/><Relationship Type="http://schemas.openxmlformats.org/officeDocument/2006/relationships/notesSlide" Target="/ppt/notesSlides/notesSlide16.xml" Id="R23e6179b928f4a0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7b464b3ae1b04e4f"/><Relationship Type="http://schemas.openxmlformats.org/officeDocument/2006/relationships/image" Target="../media/image.jpeg" Id="Rab95ed411b9d45e9"/><Relationship Type="http://schemas.openxmlformats.org/officeDocument/2006/relationships/notesSlide" Target="/ppt/notesSlides/notesSlide17.xml" Id="R8b979d1b81634fda"/></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9ecd6306c2a6478e"/><Relationship Type="http://schemas.openxmlformats.org/officeDocument/2006/relationships/image" Target="../media/image.jpeg" Id="R3692cb704d3e4a1e"/><Relationship Type="http://schemas.openxmlformats.org/officeDocument/2006/relationships/notesSlide" Target="/ppt/notesSlides/notesSlide18.xml" Id="Rdc37471595874f45"/></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ec68fc8284ce4ad1"/><Relationship Type="http://schemas.openxmlformats.org/officeDocument/2006/relationships/image" Target="../media/image.jpeg" Id="R35f6958f5dd54e8d"/><Relationship Type="http://schemas.openxmlformats.org/officeDocument/2006/relationships/notesSlide" Target="/ppt/notesSlides/notesSlide19.xml" Id="R9206b28101f74471"/></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1d303f7943864f38"/><Relationship Type="http://schemas.openxmlformats.org/officeDocument/2006/relationships/image" Target="../media/image.jpeg" Id="R9240305fd6ba4bcf"/><Relationship Type="http://schemas.openxmlformats.org/officeDocument/2006/relationships/notesSlide" Target="/ppt/notesSlides/notesSlide20.xml" Id="R74557d13c1fd47ef"/></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57ced1b2be97483e"/><Relationship Type="http://schemas.openxmlformats.org/officeDocument/2006/relationships/image" Target="../media/image.jpeg" Id="R497edde00adf46db"/><Relationship Type="http://schemas.openxmlformats.org/officeDocument/2006/relationships/notesSlide" Target="/ppt/notesSlides/notesSlide21.xml" Id="Rbb299b1148c541c9"/></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669437a915e44117"/><Relationship Type="http://schemas.openxmlformats.org/officeDocument/2006/relationships/image" Target="../media/image.jpeg" Id="R554214a130ee4db3"/><Relationship Type="http://schemas.openxmlformats.org/officeDocument/2006/relationships/notesSlide" Target="/ppt/notesSlides/notesSlide22.xml" Id="Reeacff4beef64844"/></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a2dc86031f064a24"/><Relationship Type="http://schemas.openxmlformats.org/officeDocument/2006/relationships/image" Target="../media/image.jpeg" Id="R554ea41915644ca8"/><Relationship Type="http://schemas.openxmlformats.org/officeDocument/2006/relationships/notesSlide" Target="/ppt/notesSlides/notesSlide23.xml" Id="Rdb81798447204ee3"/></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ff970b685bff4a60"/><Relationship Type="http://schemas.openxmlformats.org/officeDocument/2006/relationships/image" Target="../media/image.jpeg" Id="R0ed15c32828840ae"/><Relationship Type="http://schemas.openxmlformats.org/officeDocument/2006/relationships/notesSlide" Target="/ppt/notesSlides/notesSlide24.xml" Id="Rede322bef5b04f31"/></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ba78e487afc946ee"/><Relationship Type="http://schemas.openxmlformats.org/officeDocument/2006/relationships/image" Target="../media/image.jpeg" Id="R81283c8cf2e544d3"/><Relationship Type="http://schemas.openxmlformats.org/officeDocument/2006/relationships/notesSlide" Target="/ppt/notesSlides/notesSlide25.xml" Id="R08f2be42f43040ae"/></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7f184b8ee23142c4"/><Relationship Type="http://schemas.openxmlformats.org/officeDocument/2006/relationships/image" Target="../media/image.jpeg" Id="R16560d0b45734557"/><Relationship Type="http://schemas.openxmlformats.org/officeDocument/2006/relationships/notesSlide" Target="/ppt/notesSlides/notesSlide26.xml" Id="R6b11c6cdc9144eb4"/></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e8d0ed81ce374b38"/><Relationship Type="http://schemas.openxmlformats.org/officeDocument/2006/relationships/image" Target="../media/image.jpeg" Id="Rd5a254766a114786"/><Relationship Type="http://schemas.openxmlformats.org/officeDocument/2006/relationships/notesSlide" Target="/ppt/notesSlides/notesSlide27.xml" Id="Rd0b4af652b30486a"/></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f0f20aa851834d04"/><Relationship Type="http://schemas.openxmlformats.org/officeDocument/2006/relationships/image" Target="../media/image.jpeg" Id="Ra95b201686e24ef6"/><Relationship Type="http://schemas.openxmlformats.org/officeDocument/2006/relationships/notesSlide" Target="/ppt/notesSlides/notesSlide28.xml" Id="R934c2801eddf4f2f"/></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42154c8e79224568"/><Relationship Type="http://schemas.openxmlformats.org/officeDocument/2006/relationships/image" Target="../media/image.jpeg" Id="R37c7a502188f497e"/><Relationship Type="http://schemas.openxmlformats.org/officeDocument/2006/relationships/notesSlide" Target="/ppt/notesSlides/notesSlide29.xml" Id="R8adfe56a05d24f11"/></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2e0cdce51f674686"/><Relationship Type="http://schemas.openxmlformats.org/officeDocument/2006/relationships/image" Target="../media/image.jpeg" Id="R10e9f33971ae49f2"/><Relationship Type="http://schemas.openxmlformats.org/officeDocument/2006/relationships/notesSlide" Target="/ppt/notesSlides/notesSlide30.xml" Id="Rc42ee7fbdd374063"/></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03b1fefd08c34e02"/><Relationship Type="http://schemas.openxmlformats.org/officeDocument/2006/relationships/image" Target="../media/image.jpeg" Id="Rc7b1430777004e72"/><Relationship Type="http://schemas.openxmlformats.org/officeDocument/2006/relationships/notesSlide" Target="/ppt/notesSlides/notesSlide31.xml" Id="Rc21f848552c44e6d"/></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ba89c03eb08942a5"/><Relationship Type="http://schemas.openxmlformats.org/officeDocument/2006/relationships/image" Target="../media/image.jpeg" Id="R378aa68d8dfd4972"/><Relationship Type="http://schemas.openxmlformats.org/officeDocument/2006/relationships/notesSlide" Target="/ppt/notesSlides/notesSlide32.xml" Id="R5ddde623e2fb4028"/></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c10f1df774124d50"/><Relationship Type="http://schemas.openxmlformats.org/officeDocument/2006/relationships/image" Target="../media/image.jpeg" Id="R3f5925e83b284799"/><Relationship Type="http://schemas.openxmlformats.org/officeDocument/2006/relationships/notesSlide" Target="/ppt/notesSlides/notesSlide33.xml" Id="R120eacac511b4f71"/></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7d1262cb0ff34c02"/><Relationship Type="http://schemas.openxmlformats.org/officeDocument/2006/relationships/image" Target="../media/image.jpeg" Id="R4dde777996e4431b"/><Relationship Type="http://schemas.openxmlformats.org/officeDocument/2006/relationships/notesSlide" Target="/ppt/notesSlides/notesSlide34.xml" Id="R44d2478c67974c56"/></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908a5d1bf5b64e7e"/><Relationship Type="http://schemas.openxmlformats.org/officeDocument/2006/relationships/image" Target="../media/image.jpeg" Id="R5a02530cd41d4587"/><Relationship Type="http://schemas.openxmlformats.org/officeDocument/2006/relationships/notesSlide" Target="/ppt/notesSlides/notesSlide35.xml" Id="R347ef394503f47fb"/></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8f7aea86c7244bc8"/><Relationship Type="http://schemas.openxmlformats.org/officeDocument/2006/relationships/image" Target="../media/image.jpeg" Id="Rdc5f7aea5d104f6f"/><Relationship Type="http://schemas.openxmlformats.org/officeDocument/2006/relationships/notesSlide" Target="/ppt/notesSlides/notesSlide36.xml" Id="Rb0111b050b144e61"/></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903D5F94-DA49-4CE9-81DE-7CFB017B073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E657E186-667D-46AE-BD15-C811BCC7F40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2B297196-487A-4527-B445-F964E0A1CCD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5</a:t>
            </a:r>
          </a:p>
        </p:txBody>
      </p:sp>
      <p:sp>
        <p:nvSpPr>
          <p:cNvPr id="4" name="shape">
            <a:extLst xmlns:a="http://schemas.openxmlformats.org/drawingml/2006/main">
              <a:ext uri="{FF2B5EF4-FFF2-40B4-BE49-F238E27FC236}">
                <a16:creationId xmlns:a16="http://schemas.microsoft.com/office/drawing/2014/main" id="{2811549E-F8CF-4E9D-8AA4-59F3F65C6C0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5B0BFFA-36DF-4B5A-AE01-4D422A910A5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E01ECC7-2198-4C0B-907D-6F4E8DF1DA7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C644AA5-DE7B-41B7-A18B-1075902E1F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AE1A364-DF4B-4A1C-9D73-CA3BD053670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91374F1-5E3A-4668-8EC5-BD8801D427C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3612B4E-1446-494A-B7E7-95F330C8A1B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243CDC9D-DEF5-48B0-8767-69CB7263B0C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3195D04-ADBD-4167-9B8F-2C4C54578CC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69E1688B-83AE-40B6-BB29-D896C9276C3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36</a:t>
            </a:r>
          </a:p>
        </p:txBody>
      </p:sp>
      <p:sp>
        <p:nvSpPr>
          <p:cNvPr id="14" name="licence-footer">
            <a:extLst xmlns:a="http://schemas.openxmlformats.org/drawingml/2006/main">
              <a:ext uri="{FF2B5EF4-FFF2-40B4-BE49-F238E27FC236}">
                <a16:creationId xmlns:a16="http://schemas.microsoft.com/office/drawing/2014/main" id="{4F7F2C8A-7861-4E22-8F6D-D9D927578D9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9BDEFF6-27FA-4D4C-9C91-4E80F8352E40}"/>
              </a:ext>
            </a:extLst>
          </p:cNvPr>
          <p:cNvPicPr>
            <a:picLocks xmlns:a="http://schemas.openxmlformats.org/drawingml/2006/main" noChangeAspect="1"/>
          </p:cNvPicPr>
          <p:nvPr/>
        </p:nvPicPr>
        <p:blipFill>
          <a:blip xmlns:r="http://schemas.openxmlformats.org/officeDocument/2006/relationships" xmlns:a="http://schemas.openxmlformats.org/drawingml/2006/main" r:embed="R646e4ca3634543e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84E2849-B462-45FA-9EEB-15182BFB9E7B}"/>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Caring for others</a:t>
            </a:r>
          </a:p>
        </p:txBody>
      </p:sp>
      <p:sp>
        <p:nvSpPr>
          <p:cNvPr id="17" name="pupil-text">
            <a:extLst xmlns:a="http://schemas.openxmlformats.org/drawingml/2006/main">
              <a:ext uri="{FF2B5EF4-FFF2-40B4-BE49-F238E27FC236}">
                <a16:creationId xmlns:a16="http://schemas.microsoft.com/office/drawing/2014/main" id="{305C774C-4314-4009-81CE-9A083E15C58E}"/>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BUILD</a:t>
            </a:r>
          </a:p>
        </p:txBody>
      </p:sp>
      <p:sp>
        <p:nvSpPr>
          <p:cNvPr id="18" name="pupil-text">
            <a:extLst xmlns:a="http://schemas.openxmlformats.org/drawingml/2006/main">
              <a:ext uri="{FF2B5EF4-FFF2-40B4-BE49-F238E27FC236}">
                <a16:creationId xmlns:a16="http://schemas.microsoft.com/office/drawing/2014/main" id="{4A531FBD-0AF3-48A7-AE33-D69729F0A06F}"/>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5 · Lesson: BUILD-RE-S1-W05</a:t>
            </a:r>
          </a:p>
        </p:txBody>
      </p:sp>
      <p:sp>
        <p:nvSpPr>
          <p:cNvPr id="19" name="pupil-text">
            <a:extLst xmlns:a="http://schemas.openxmlformats.org/drawingml/2006/main">
              <a:ext uri="{FF2B5EF4-FFF2-40B4-BE49-F238E27FC236}">
                <a16:creationId xmlns:a16="http://schemas.microsoft.com/office/drawing/2014/main" id="{272641D9-4C1B-47CC-8791-59341F723FA2}"/>
              </a:ext>
            </a:extLst>
          </p:cNvPr>
          <p:cNvSpPr>
            <a:spLocks xmlns:a="http://schemas.openxmlformats.org/drawingml/2006/main" noGrp="1"/>
          </p:cNvSpPr>
          <p:nvPr/>
        </p:nvSpPr>
        <p:spPr>
          <a:xfrm xmlns:a="http://schemas.openxmlformats.org/drawingml/2006/main">
            <a:off x="457200" y="2466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What kind act could I plan?</a:t>
            </a:r>
          </a:p>
        </p:txBody>
      </p:sp>
      <p:sp>
        <p:nvSpPr>
          <p:cNvPr id="20" name="pupil-text">
            <a:extLst xmlns:a="http://schemas.openxmlformats.org/drawingml/2006/main">
              <a:ext uri="{FF2B5EF4-FFF2-40B4-BE49-F238E27FC236}">
                <a16:creationId xmlns:a16="http://schemas.microsoft.com/office/drawing/2014/main" id="{179803C8-9A65-448C-B811-F72D77D27CAD}"/>
              </a:ext>
            </a:extLst>
          </p:cNvPr>
          <p:cNvSpPr>
            <a:spLocks xmlns:a="http://schemas.openxmlformats.org/drawingml/2006/main" noGrp="1"/>
          </p:cNvSpPr>
          <p:nvPr/>
        </p:nvSpPr>
        <p:spPr>
          <a:xfrm xmlns:a="http://schemas.openxmlformats.org/drawingml/2006/main">
            <a:off x="457200" y="2790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think of one kind act I could take.</a:t>
            </a:r>
          </a:p>
        </p:txBody>
      </p:sp>
      <p:sp>
        <p:nvSpPr>
          <p:cNvPr id="21" name="shape">
            <a:extLst xmlns:a="http://schemas.openxmlformats.org/drawingml/2006/main">
              <a:ext uri="{FF2B5EF4-FFF2-40B4-BE49-F238E27FC236}">
                <a16:creationId xmlns:a16="http://schemas.microsoft.com/office/drawing/2014/main" id="{F33DC8F4-A0A0-46BA-8007-2483F8C548C1}"/>
              </a:ext>
            </a:extLst>
          </p:cNvPr>
          <p:cNvSpPr>
            <a:spLocks xmlns:a="http://schemas.openxmlformats.org/drawingml/2006/main" noGrp="1"/>
          </p:cNvSpPr>
          <p:nvPr/>
        </p:nvSpPr>
        <p:spPr>
          <a:xfrm xmlns:a="http://schemas.openxmlformats.org/drawingml/2006/main">
            <a:off x="409575" y="30765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4B251ED6-EBBD-4B03-A286-BEA54110D637}"/>
              </a:ext>
            </a:extLst>
          </p:cNvPr>
          <p:cNvSpPr>
            <a:spLocks xmlns:a="http://schemas.openxmlformats.org/drawingml/2006/main" noGrp="1"/>
          </p:cNvSpPr>
          <p:nvPr/>
        </p:nvSpPr>
        <p:spPr>
          <a:xfrm xmlns:a="http://schemas.openxmlformats.org/drawingml/2006/main">
            <a:off x="457200" y="3086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make a safe kind plan that keeps choice.</a:t>
            </a:r>
          </a:p>
        </p:txBody>
      </p:sp>
      <p:sp>
        <p:nvSpPr>
          <p:cNvPr id="23" name="pupil-text">
            <a:extLst xmlns:a="http://schemas.openxmlformats.org/drawingml/2006/main">
              <a:ext uri="{FF2B5EF4-FFF2-40B4-BE49-F238E27FC236}">
                <a16:creationId xmlns:a16="http://schemas.microsoft.com/office/drawing/2014/main" id="{A23BF084-CA84-4B10-9120-EEA69E99ADEA}"/>
              </a:ext>
            </a:extLst>
          </p:cNvPr>
          <p:cNvSpPr>
            <a:spLocks xmlns:a="http://schemas.openxmlformats.org/drawingml/2006/main" noGrp="1"/>
          </p:cNvSpPr>
          <p:nvPr/>
        </p:nvSpPr>
        <p:spPr>
          <a:xfrm xmlns:a="http://schemas.openxmlformats.org/drawingml/2006/main">
            <a:off x="457200" y="3381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Plan a small helpful next step.</a:t>
            </a:r>
          </a:p>
        </p:txBody>
      </p:sp>
      <p:sp>
        <p:nvSpPr>
          <p:cNvPr id="24" name="pupil-text">
            <a:extLst xmlns:a="http://schemas.openxmlformats.org/drawingml/2006/main">
              <a:ext uri="{FF2B5EF4-FFF2-40B4-BE49-F238E27FC236}">
                <a16:creationId xmlns:a16="http://schemas.microsoft.com/office/drawing/2014/main" id="{C38B2EAA-205C-4539-AAF4-496EF024ABF6}"/>
              </a:ext>
            </a:extLst>
          </p:cNvPr>
          <p:cNvSpPr>
            <a:spLocks xmlns:a="http://schemas.openxmlformats.org/drawingml/2006/main" noGrp="1"/>
          </p:cNvSpPr>
          <p:nvPr/>
        </p:nvSpPr>
        <p:spPr>
          <a:xfrm xmlns:a="http://schemas.openxmlformats.org/drawingml/2006/main">
            <a:off x="457200" y="3676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5" name="pupil-text">
            <a:extLst xmlns:a="http://schemas.openxmlformats.org/drawingml/2006/main">
              <a:ext uri="{FF2B5EF4-FFF2-40B4-BE49-F238E27FC236}">
                <a16:creationId xmlns:a16="http://schemas.microsoft.com/office/drawing/2014/main" id="{192E3BD9-8052-486B-9705-3BCEF6E0744F}"/>
              </a:ext>
            </a:extLst>
          </p:cNvPr>
          <p:cNvSpPr>
            <a:spLocks xmlns:a="http://schemas.openxmlformats.org/drawingml/2006/main" noGrp="1"/>
          </p:cNvSpPr>
          <p:nvPr/>
        </p:nvSpPr>
        <p:spPr>
          <a:xfrm xmlns:a="http://schemas.openxmlformats.org/drawingml/2006/main">
            <a:off x="457200" y="3971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6" name="pupil-text">
            <a:extLst xmlns:a="http://schemas.openxmlformats.org/drawingml/2006/main">
              <a:ext uri="{FF2B5EF4-FFF2-40B4-BE49-F238E27FC236}">
                <a16:creationId xmlns:a16="http://schemas.microsoft.com/office/drawing/2014/main" id="{C3691CD9-A8E8-400C-932D-03156D832CF5}"/>
              </a:ext>
            </a:extLst>
          </p:cNvPr>
          <p:cNvSpPr>
            <a:spLocks xmlns:a="http://schemas.openxmlformats.org/drawingml/2006/main" noGrp="1"/>
          </p:cNvSpPr>
          <p:nvPr/>
        </p:nvSpPr>
        <p:spPr>
          <a:xfrm xmlns:a="http://schemas.openxmlformats.org/drawingml/2006/main">
            <a:off x="457200" y="4267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a:t>
            </a:r>
          </a:p>
        </p:txBody>
      </p:sp>
      <p:sp>
        <p:nvSpPr>
          <p:cNvPr id="27" name="pupil-text">
            <a:extLst xmlns:a="http://schemas.openxmlformats.org/drawingml/2006/main">
              <a:ext uri="{FF2B5EF4-FFF2-40B4-BE49-F238E27FC236}">
                <a16:creationId xmlns:a16="http://schemas.microsoft.com/office/drawing/2014/main" id="{73C102D2-156C-460D-B771-209DA38B0657}"/>
              </a:ext>
            </a:extLst>
          </p:cNvPr>
          <p:cNvSpPr>
            <a:spLocks xmlns:a="http://schemas.openxmlformats.org/drawingml/2006/main" noGrp="1"/>
          </p:cNvSpPr>
          <p:nvPr/>
        </p:nvSpPr>
        <p:spPr>
          <a:xfrm xmlns:a="http://schemas.openxmlformats.org/drawingml/2006/main">
            <a:off x="457200" y="4562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use the neutral made-up case. Keep private stories private.</a:t>
            </a:r>
          </a:p>
        </p:txBody>
      </p:sp>
      <p:sp>
        <p:nvSpPr>
          <p:cNvPr id="28" name="pupil-text">
            <a:extLst xmlns:a="http://schemas.openxmlformats.org/drawingml/2006/main">
              <a:ext uri="{FF2B5EF4-FFF2-40B4-BE49-F238E27FC236}">
                <a16:creationId xmlns:a16="http://schemas.microsoft.com/office/drawing/2014/main" id="{DE58493C-FACA-4142-BB9A-AB443477307E}"/>
              </a:ext>
            </a:extLst>
          </p:cNvPr>
          <p:cNvSpPr>
            <a:spLocks xmlns:a="http://schemas.openxmlformats.org/drawingml/2006/main" noGrp="1"/>
          </p:cNvSpPr>
          <p:nvPr/>
        </p:nvSpPr>
        <p:spPr>
          <a:xfrm xmlns:a="http://schemas.openxmlformats.org/drawingml/2006/main">
            <a:off x="457200" y="4857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a:t>
            </a:r>
          </a:p>
        </p:txBody>
      </p:sp>
      <p:sp>
        <p:nvSpPr>
          <p:cNvPr id="29" name="pupil-text">
            <a:extLst xmlns:a="http://schemas.openxmlformats.org/drawingml/2006/main">
              <a:ext uri="{FF2B5EF4-FFF2-40B4-BE49-F238E27FC236}">
                <a16:creationId xmlns:a16="http://schemas.microsoft.com/office/drawing/2014/main" id="{25C1F179-5816-45A5-B062-8D6DEC7AA978}"/>
              </a:ext>
            </a:extLst>
          </p:cNvPr>
          <p:cNvSpPr>
            <a:spLocks xmlns:a="http://schemas.openxmlformats.org/drawingml/2006/main" noGrp="1"/>
          </p:cNvSpPr>
          <p:nvPr/>
        </p:nvSpPr>
        <p:spPr>
          <a:xfrm xmlns:a="http://schemas.openxmlformats.org/drawingml/2006/main">
            <a:off x="457200" y="5153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draw or write. An adult may write your words. You may pass.</a:t>
            </a:r>
          </a:p>
        </p:txBody>
      </p:sp>
    </p:spTree>
    <p:extLst>
      <p:ext uri="{BB962C8B-B14F-4D97-AF65-F5344CB8AC3E}">
        <p14:creationId xmlns:p14="http://schemas.microsoft.com/office/powerpoint/2010/main" val="6395380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EF5C61A2-9EC6-48E1-8057-7D8726EB51D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C1B3120B-C656-4788-93BF-360CFC8D154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CED2320D-716A-410D-AFEC-4D449FF61C6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5 · continued</a:t>
            </a:r>
          </a:p>
        </p:txBody>
      </p:sp>
      <p:sp>
        <p:nvSpPr>
          <p:cNvPr id="4" name="shape">
            <a:extLst xmlns:a="http://schemas.openxmlformats.org/drawingml/2006/main">
              <a:ext uri="{FF2B5EF4-FFF2-40B4-BE49-F238E27FC236}">
                <a16:creationId xmlns:a16="http://schemas.microsoft.com/office/drawing/2014/main" id="{75649D78-1241-41A0-8A10-90DF03463F8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12173D5-A8C1-4A2C-9304-EF2C120CD43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1D93106-885E-48AA-9792-E2189BDC6AC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8259F5D-4480-4AD0-B710-1A081A15844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83B349D-72C8-4A2C-898E-ABAE1839410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353D6FF-8F85-497F-B8FB-82D1189A85B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01FF16D-F583-412C-A333-8E4467CE44F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7E02723D-20F2-47E3-92CB-C4762B8EA19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1E232D9-B659-4723-B304-E4F094395D4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4A0DE92E-9CDA-4A09-9C92-096E3258045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36</a:t>
            </a:r>
          </a:p>
        </p:txBody>
      </p:sp>
      <p:sp>
        <p:nvSpPr>
          <p:cNvPr id="14" name="licence-footer">
            <a:extLst xmlns:a="http://schemas.openxmlformats.org/drawingml/2006/main">
              <a:ext uri="{FF2B5EF4-FFF2-40B4-BE49-F238E27FC236}">
                <a16:creationId xmlns:a16="http://schemas.microsoft.com/office/drawing/2014/main" id="{BCD2915C-55D9-424A-B75A-9EF717A08C1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CF5B664-BF6D-4410-8F2F-4EA96504287D}"/>
              </a:ext>
            </a:extLst>
          </p:cNvPr>
          <p:cNvPicPr>
            <a:picLocks xmlns:a="http://schemas.openxmlformats.org/drawingml/2006/main" noChangeAspect="1"/>
          </p:cNvPicPr>
          <p:nvPr/>
        </p:nvPicPr>
        <p:blipFill>
          <a:blip xmlns:r="http://schemas.openxmlformats.org/officeDocument/2006/relationships" xmlns:a="http://schemas.openxmlformats.org/drawingml/2006/main" r:embed="Rff59d032a777494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481721A-FEAE-411C-A278-2E7CE3D369CE}"/>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Pass / Back to one source card, then one step.</a:t>
            </a:r>
          </a:p>
        </p:txBody>
      </p:sp>
      <p:sp>
        <p:nvSpPr>
          <p:cNvPr id="17" name="pupil-text">
            <a:extLst xmlns:a="http://schemas.openxmlformats.org/drawingml/2006/main">
              <a:ext uri="{FF2B5EF4-FFF2-40B4-BE49-F238E27FC236}">
                <a16:creationId xmlns:a16="http://schemas.microsoft.com/office/drawing/2014/main" id="{ED3E6CB7-A2C3-4394-B5E6-327C21C8AA22}"/>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18" name="pupil-text">
            <a:extLst xmlns:a="http://schemas.openxmlformats.org/drawingml/2006/main">
              <a:ext uri="{FF2B5EF4-FFF2-40B4-BE49-F238E27FC236}">
                <a16:creationId xmlns:a16="http://schemas.microsoft.com/office/drawing/2014/main" id="{A8DFE513-38BF-44C3-9360-6B8AC09C545B}"/>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We talk about your work.</a:t>
            </a:r>
          </a:p>
        </p:txBody>
      </p:sp>
      <p:sp>
        <p:nvSpPr>
          <p:cNvPr id="19" name="pupil-text">
            <a:extLst xmlns:a="http://schemas.openxmlformats.org/drawingml/2006/main">
              <a:ext uri="{FF2B5EF4-FFF2-40B4-BE49-F238E27FC236}">
                <a16:creationId xmlns:a16="http://schemas.microsoft.com/office/drawing/2014/main" id="{5425BAA5-DC07-4FB1-8F27-51F894848B13}"/>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WS — You worked with help.</a:t>
            </a:r>
          </a:p>
        </p:txBody>
      </p:sp>
      <p:sp>
        <p:nvSpPr>
          <p:cNvPr id="20" name="pupil-text">
            <a:extLst xmlns:a="http://schemas.openxmlformats.org/drawingml/2006/main">
              <a:ext uri="{FF2B5EF4-FFF2-40B4-BE49-F238E27FC236}">
                <a16:creationId xmlns:a16="http://schemas.microsoft.com/office/drawing/2014/main" id="{E5BF3E5B-7937-48F6-8EA6-22948BA29A6F}"/>
              </a:ext>
            </a:extLst>
          </p:cNvPr>
          <p:cNvSpPr>
            <a:spLocks xmlns:a="http://schemas.openxmlformats.org/drawingml/2006/main" noGrp="1"/>
          </p:cNvSpPr>
          <p:nvPr/>
        </p:nvSpPr>
        <p:spPr>
          <a:xfrm xmlns:a="http://schemas.openxmlformats.org/drawingml/2006/main">
            <a:off x="457200" y="2762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You did the thinking on your own.</a:t>
            </a:r>
          </a:p>
        </p:txBody>
      </p:sp>
      <p:sp>
        <p:nvSpPr>
          <p:cNvPr id="21" name="pupil-text">
            <a:extLst xmlns:a="http://schemas.openxmlformats.org/drawingml/2006/main">
              <a:ext uri="{FF2B5EF4-FFF2-40B4-BE49-F238E27FC236}">
                <a16:creationId xmlns:a16="http://schemas.microsoft.com/office/drawing/2014/main" id="{F1FEBC97-664C-461B-AABC-DC01D86FD660}"/>
              </a:ext>
            </a:extLst>
          </p:cNvPr>
          <p:cNvSpPr>
            <a:spLocks xmlns:a="http://schemas.openxmlformats.org/drawingml/2006/main" noGrp="1"/>
          </p:cNvSpPr>
          <p:nvPr/>
        </p:nvSpPr>
        <p:spPr>
          <a:xfrm xmlns:a="http://schemas.openxmlformats.org/drawingml/2006/main">
            <a:off x="457200" y="30575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 Try one next step.</a:t>
            </a:r>
          </a:p>
        </p:txBody>
      </p:sp>
      <p:sp>
        <p:nvSpPr>
          <p:cNvPr id="22" name="pupil-text">
            <a:extLst xmlns:a="http://schemas.openxmlformats.org/drawingml/2006/main">
              <a:ext uri="{FF2B5EF4-FFF2-40B4-BE49-F238E27FC236}">
                <a16:creationId xmlns:a16="http://schemas.microsoft.com/office/drawing/2014/main" id="{17C0F04A-5192-46E7-A0F4-AB18228059EA}"/>
              </a:ext>
            </a:extLst>
          </p:cNvPr>
          <p:cNvSpPr>
            <a:spLocks xmlns:a="http://schemas.openxmlformats.org/drawingml/2006/main" noGrp="1"/>
          </p:cNvSpPr>
          <p:nvPr/>
        </p:nvSpPr>
        <p:spPr>
          <a:xfrm xmlns:a="http://schemas.openxmlformats.org/drawingml/2006/main">
            <a:off x="457200" y="3352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 — Your work is saved.</a:t>
            </a:r>
          </a:p>
        </p:txBody>
      </p:sp>
      <p:sp>
        <p:nvSpPr>
          <p:cNvPr id="23" name="pupil-text">
            <a:extLst xmlns:a="http://schemas.openxmlformats.org/drawingml/2006/main">
              <a:ext uri="{FF2B5EF4-FFF2-40B4-BE49-F238E27FC236}">
                <a16:creationId xmlns:a16="http://schemas.microsoft.com/office/drawing/2014/main" id="{3CDA7CBE-A5B8-4AC6-8E13-9A4849E8EE01}"/>
              </a:ext>
            </a:extLst>
          </p:cNvPr>
          <p:cNvSpPr>
            <a:spLocks xmlns:a="http://schemas.openxmlformats.org/drawingml/2006/main" noGrp="1"/>
          </p:cNvSpPr>
          <p:nvPr/>
        </p:nvSpPr>
        <p:spPr>
          <a:xfrm xmlns:a="http://schemas.openxmlformats.org/drawingml/2006/main">
            <a:off x="457200" y="3648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 You respond. We hear you. It helps us plan.</a:t>
            </a:r>
          </a:p>
        </p:txBody>
      </p:sp>
      <p:sp>
        <p:nvSpPr>
          <p:cNvPr id="24" name="pupil-text">
            <a:extLst xmlns:a="http://schemas.openxmlformats.org/drawingml/2006/main">
              <a:ext uri="{FF2B5EF4-FFF2-40B4-BE49-F238E27FC236}">
                <a16:creationId xmlns:a16="http://schemas.microsoft.com/office/drawing/2014/main" id="{C45D8DD4-EF05-4398-A83A-0B9038FF6DC3}"/>
              </a:ext>
            </a:extLst>
          </p:cNvPr>
          <p:cNvSpPr>
            <a:spLocks xmlns:a="http://schemas.openxmlformats.org/drawingml/2006/main" noGrp="1"/>
          </p:cNvSpPr>
          <p:nvPr/>
        </p:nvSpPr>
        <p:spPr>
          <a:xfrm xmlns:a="http://schemas.openxmlformats.org/drawingml/2006/main">
            <a:off x="457200" y="3943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Check this bit.</a:t>
            </a:r>
          </a:p>
        </p:txBody>
      </p:sp>
      <p:sp>
        <p:nvSpPr>
          <p:cNvPr id="25" name="pupil-text">
            <a:extLst xmlns:a="http://schemas.openxmlformats.org/drawingml/2006/main">
              <a:ext uri="{FF2B5EF4-FFF2-40B4-BE49-F238E27FC236}">
                <a16:creationId xmlns:a16="http://schemas.microsoft.com/office/drawing/2014/main" id="{75A59CCB-3F40-4805-959D-AF4FEABDF96D}"/>
              </a:ext>
            </a:extLst>
          </p:cNvPr>
          <p:cNvSpPr>
            <a:spLocks xmlns:a="http://schemas.openxmlformats.org/drawingml/2006/main" noGrp="1"/>
          </p:cNvSpPr>
          <p:nvPr/>
        </p:nvSpPr>
        <p:spPr>
          <a:xfrm xmlns:a="http://schemas.openxmlformats.org/drawingml/2006/main">
            <a:off x="457200" y="4238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Show me or read it back.</a:t>
            </a:r>
          </a:p>
        </p:txBody>
      </p:sp>
    </p:spTree>
    <p:extLst>
      <p:ext uri="{BB962C8B-B14F-4D97-AF65-F5344CB8AC3E}">
        <p14:creationId xmlns:p14="http://schemas.microsoft.com/office/powerpoint/2010/main" val="11504500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2AD7D48F-E1B1-4899-97E4-03C5B566C0B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2C368849-0CE5-408C-A80E-B1D443D9B07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D98B8D33-B215-4CD5-8446-C02B2F05FF2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4462B7BE-B41F-42F3-968D-DB26BF2287F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4421B15-1DE0-4B5A-AEC7-F7786BB4D83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28A5541-85DF-4C25-944B-64485633FEB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7B2C675-19C3-4CC5-A32B-F3C642A7F76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6EB0991-4CCE-49C2-B4A6-E9A15DB4775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725789B-6EF8-43A8-B24C-739020A60A9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65F2941-268D-4BDF-A621-6EC0F45E5B6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F6668C3F-CB50-47CB-BC50-45560EDE6A5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8F2DD25-995D-4387-8258-6E6BCDC5751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B69BB585-4887-4BD9-8CA1-4E3FE0A0EED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36</a:t>
            </a:r>
          </a:p>
        </p:txBody>
      </p:sp>
      <p:sp>
        <p:nvSpPr>
          <p:cNvPr id="14" name="licence-footer">
            <a:extLst xmlns:a="http://schemas.openxmlformats.org/drawingml/2006/main">
              <a:ext uri="{FF2B5EF4-FFF2-40B4-BE49-F238E27FC236}">
                <a16:creationId xmlns:a16="http://schemas.microsoft.com/office/drawing/2014/main" id="{AA4890EB-D99F-410F-82F3-F817C97049E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D682CC0-DB27-469E-BFF1-A92624516EEC}"/>
              </a:ext>
            </a:extLst>
          </p:cNvPr>
          <p:cNvPicPr>
            <a:picLocks xmlns:a="http://schemas.openxmlformats.org/drawingml/2006/main" noChangeAspect="1"/>
          </p:cNvPicPr>
          <p:nvPr/>
        </p:nvPicPr>
        <p:blipFill>
          <a:blip xmlns:r="http://schemas.openxmlformats.org/officeDocument/2006/relationships" xmlns:a="http://schemas.openxmlformats.org/drawingml/2006/main" r:embed="Rc7345985abee4b5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6753030-E37C-469C-BB9D-D38A76D8101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DF39C9C1-3DF1-422E-BB57-363AA0E4350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kind act could I plan?</a:t>
            </a:r>
          </a:p>
        </p:txBody>
      </p:sp>
    </p:spTree>
    <p:extLst>
      <p:ext uri="{BB962C8B-B14F-4D97-AF65-F5344CB8AC3E}">
        <p14:creationId xmlns:p14="http://schemas.microsoft.com/office/powerpoint/2010/main" val="3703856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AEE6D3EF-CCD6-4687-82C5-80B613CAA08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A9FB42CD-6960-44AA-A5F7-F7EBA1A5041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A8A2D592-F379-43B3-B53D-8476E86EB60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63DA0E1E-94B0-4D0D-B41C-7B37F73EC6F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29E54CB-B422-4AB5-B0AE-B7F6B93032E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A3A0D8D-67AC-413B-9186-A47EE331756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68A3DBD-6B0F-47B0-A6DA-8C99F43D9D5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F1002D7-CB43-4B02-8177-451608FF474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43E890F-3827-4B6F-9CD2-2CA30D167A3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B35EE30-94FE-482B-B14F-C38E15922F2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AA7030F4-C66F-47BE-9B20-CA906BFDA22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45EB5F5-5F1E-45C8-ACD4-B88E0E74344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94D03761-4A2E-4742-A6EB-397A8954703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36</a:t>
            </a:r>
          </a:p>
        </p:txBody>
      </p:sp>
      <p:sp>
        <p:nvSpPr>
          <p:cNvPr id="14" name="licence-footer">
            <a:extLst xmlns:a="http://schemas.openxmlformats.org/drawingml/2006/main">
              <a:ext uri="{FF2B5EF4-FFF2-40B4-BE49-F238E27FC236}">
                <a16:creationId xmlns:a16="http://schemas.microsoft.com/office/drawing/2014/main" id="{BA9ED986-AF2F-4B27-8046-4326EFD3D49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9D29AF9-5AD6-484D-A46E-494DC71A4CDC}"/>
              </a:ext>
            </a:extLst>
          </p:cNvPr>
          <p:cNvPicPr>
            <a:picLocks xmlns:a="http://schemas.openxmlformats.org/drawingml/2006/main" noChangeAspect="1"/>
          </p:cNvPicPr>
          <p:nvPr/>
        </p:nvPicPr>
        <p:blipFill>
          <a:blip xmlns:r="http://schemas.openxmlformats.org/officeDocument/2006/relationships" xmlns:a="http://schemas.openxmlformats.org/drawingml/2006/main" r:embed="Ra05c3acc1388470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C8AAFAF-FAF0-4C62-8EC3-1E541C8C9B3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27CAFDA7-74C0-42AA-AA19-ABCEE16091A0}"/>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C76A6E5B-3F6D-4123-A06D-FABD647BC93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Was a box or a leaf blocking the hall path?</a:t>
            </a:r>
          </a:p>
        </p:txBody>
      </p:sp>
      <p:sp>
        <p:nvSpPr>
          <p:cNvPr id="19" name="pupil-text">
            <a:extLst xmlns:a="http://schemas.openxmlformats.org/drawingml/2006/main">
              <a:ext uri="{FF2B5EF4-FFF2-40B4-BE49-F238E27FC236}">
                <a16:creationId xmlns:a16="http://schemas.microsoft.com/office/drawing/2014/main" id="{C78BAAE2-F48F-4495-9613-111750CDDB8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8CC56B40-06BA-4B36-BA7C-31E4BE79A9C6}"/>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putting card within reach help people use it or hide it?</a:t>
            </a:r>
          </a:p>
        </p:txBody>
      </p:sp>
      <p:sp>
        <p:nvSpPr>
          <p:cNvPr id="21" name="pupil-text">
            <a:extLst xmlns:a="http://schemas.openxmlformats.org/drawingml/2006/main">
              <a:ext uri="{FF2B5EF4-FFF2-40B4-BE49-F238E27FC236}">
                <a16:creationId xmlns:a16="http://schemas.microsoft.com/office/drawing/2014/main" id="{82266661-8406-4E6E-82F9-32A918814F06}"/>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9A236179-5049-4E26-BBB5-1C2889048C51}"/>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we ask what suits a person or guess from their looks?</a:t>
            </a:r>
          </a:p>
        </p:txBody>
      </p:sp>
      <p:sp>
        <p:nvSpPr>
          <p:cNvPr id="23" name="pupil-text">
            <a:extLst xmlns:a="http://schemas.openxmlformats.org/drawingml/2006/main">
              <a:ext uri="{FF2B5EF4-FFF2-40B4-BE49-F238E27FC236}">
                <a16:creationId xmlns:a16="http://schemas.microsoft.com/office/drawing/2014/main" id="{358110C3-AB5A-456A-A2BA-7523B9CC1063}"/>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7EEDC814-D266-4F15-A923-1CC6C801BCC6}"/>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a small kind act be planned: yes or no?</a:t>
            </a:r>
          </a:p>
        </p:txBody>
      </p:sp>
    </p:spTree>
    <p:extLst>
      <p:ext uri="{BB962C8B-B14F-4D97-AF65-F5344CB8AC3E}">
        <p14:creationId xmlns:p14="http://schemas.microsoft.com/office/powerpoint/2010/main" val="3952623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23EE068B-E30E-4F19-953E-751B7B6663F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2C4C68FA-3B0F-46B4-AF30-E5733D27662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92ACC89-8F5C-4F62-B53E-165FB82A194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BE34FB3D-CB3E-459B-9AE9-49291AE8004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83B1AAB-595C-408E-86A7-42CB2E5FA9C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F99A1E3-96DA-4ED9-A00B-40CFC8D57AB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884AA50-21A6-455B-88AD-45086BB1882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0196E16-30A7-4526-88B0-E6709DBAA77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A8738F6-B0BE-4C88-9C3B-277831735FC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2A2CBCD-27E8-484E-8C65-BDC5E9BC86F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F4AD3A7C-DF64-45BF-BBD9-2B3B468D11F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8D37EA7-3962-4379-A4DE-537BB87DD6E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130898ED-B246-4B82-A730-63572095A5F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36</a:t>
            </a:r>
          </a:p>
        </p:txBody>
      </p:sp>
      <p:sp>
        <p:nvSpPr>
          <p:cNvPr id="14" name="licence-footer">
            <a:extLst xmlns:a="http://schemas.openxmlformats.org/drawingml/2006/main">
              <a:ext uri="{FF2B5EF4-FFF2-40B4-BE49-F238E27FC236}">
                <a16:creationId xmlns:a16="http://schemas.microsoft.com/office/drawing/2014/main" id="{6468E910-DFE6-4285-934B-EB76B0C85F5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72CDE9B-3A40-42BE-842B-520844018B54}"/>
              </a:ext>
            </a:extLst>
          </p:cNvPr>
          <p:cNvPicPr>
            <a:picLocks xmlns:a="http://schemas.openxmlformats.org/drawingml/2006/main" noChangeAspect="1"/>
          </p:cNvPicPr>
          <p:nvPr/>
        </p:nvPicPr>
        <p:blipFill>
          <a:blip xmlns:r="http://schemas.openxmlformats.org/officeDocument/2006/relationships" xmlns:a="http://schemas.openxmlformats.org/drawingml/2006/main" r:embed="R56c28c028b16463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65CB493-9E1C-4F08-8568-19D1E2E4D207}"/>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6FC8382F-3B28-43F5-965F-2268D403B78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DD20D354-48F1-4DB3-8770-1DB2E3C54B7E}"/>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reaching the table.</a:t>
            </a:r>
          </a:p>
        </p:txBody>
      </p:sp>
      <p:sp>
        <p:nvSpPr>
          <p:cNvPr id="19" name="pupil-text">
            <a:extLst xmlns:a="http://schemas.openxmlformats.org/drawingml/2006/main">
              <a:ext uri="{FF2B5EF4-FFF2-40B4-BE49-F238E27FC236}">
                <a16:creationId xmlns:a16="http://schemas.microsoft.com/office/drawing/2014/main" id="{D6C0E2BA-FA46-47DE-9446-543B9ABBC547}"/>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50C69848-54A0-4D1E-98BC-3BF06F0E4DB3}"/>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148979D-7DE0-419F-BB7E-83709A07A23A}"/>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access to the shared card.</a:t>
            </a:r>
          </a:p>
        </p:txBody>
      </p:sp>
      <p:sp>
        <p:nvSpPr>
          <p:cNvPr id="22" name="pupil-text">
            <a:extLst xmlns:a="http://schemas.openxmlformats.org/drawingml/2006/main">
              <a:ext uri="{FF2B5EF4-FFF2-40B4-BE49-F238E27FC236}">
                <a16:creationId xmlns:a16="http://schemas.microsoft.com/office/drawing/2014/main" id="{C8B3DE2B-5B58-481F-816B-43F682E3536D}"/>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DEED2595-B230-424D-BA62-6E135B64A79D}"/>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A4633744-25E6-43CE-8A1A-993C8B4FB9B7}"/>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model’s request.</a:t>
            </a:r>
          </a:p>
        </p:txBody>
      </p:sp>
      <p:sp>
        <p:nvSpPr>
          <p:cNvPr id="25" name="pupil-text">
            <a:extLst xmlns:a="http://schemas.openxmlformats.org/drawingml/2006/main">
              <a:ext uri="{FF2B5EF4-FFF2-40B4-BE49-F238E27FC236}">
                <a16:creationId xmlns:a16="http://schemas.microsoft.com/office/drawing/2014/main" id="{155F57C1-A142-48A0-B050-660A063B74DF}"/>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2AD46CD2-B8BF-4F8E-99E0-D8E6544BF3A5}"/>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6E42347-F750-4CC7-BB3C-AEC089EF4BB2}"/>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first step before acting.</a:t>
            </a:r>
          </a:p>
        </p:txBody>
      </p:sp>
    </p:spTree>
    <p:extLst>
      <p:ext uri="{BB962C8B-B14F-4D97-AF65-F5344CB8AC3E}">
        <p14:creationId xmlns:p14="http://schemas.microsoft.com/office/powerpoint/2010/main" val="14427352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922A55C8-5F0E-4585-B4BD-94EC3C8B355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B217D64B-7A19-4123-AC0B-DFFD3BC1D4D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DAB3E467-49C5-40DE-8438-EE41320930B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573124A3-1BE2-44E2-A240-7D7B0DAD239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7587719-BA34-4D4C-8131-B8C28FA60AE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BF6F5C4-A8BB-4690-8E3D-7B06CBDBB08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6CFC921-99C8-4C32-B1ED-649C29BD70D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3C887E6-08C3-42AC-9575-93E2AFCEBDF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2D6169A-6B1A-4CC2-9C9A-4AB14C0F4BC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956E30A-70E5-478D-9EBA-3BDFD00BC93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5CB7DFBD-9E5D-4754-AE36-37885B828B8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22A85C2-8007-492D-84E1-023F17398A7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28526F2C-9A7D-4751-9DE8-2C268A1AC57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36</a:t>
            </a:r>
          </a:p>
        </p:txBody>
      </p:sp>
      <p:sp>
        <p:nvSpPr>
          <p:cNvPr id="14" name="licence-footer">
            <a:extLst xmlns:a="http://schemas.openxmlformats.org/drawingml/2006/main">
              <a:ext uri="{FF2B5EF4-FFF2-40B4-BE49-F238E27FC236}">
                <a16:creationId xmlns:a16="http://schemas.microsoft.com/office/drawing/2014/main" id="{6A2B5D57-34BF-4791-8FD6-9A8FADC0BFA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F947B9D-4224-4E51-993D-A638E82895BB}"/>
              </a:ext>
            </a:extLst>
          </p:cNvPr>
          <p:cNvPicPr>
            <a:picLocks xmlns:a="http://schemas.openxmlformats.org/drawingml/2006/main" noChangeAspect="1"/>
          </p:cNvPicPr>
          <p:nvPr/>
        </p:nvPicPr>
        <p:blipFill>
          <a:blip xmlns:r="http://schemas.openxmlformats.org/officeDocument/2006/relationships" xmlns:a="http://schemas.openxmlformats.org/drawingml/2006/main" r:embed="R8d7653c757864db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3B7870E-D0DE-497F-8737-68863E2F100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2BE86D3E-7E69-48B7-B3D9-43D6FBA3C8B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71A70482-34DC-4809-9AD9-16D88C20906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blocked the hall path?</a:t>
            </a:r>
          </a:p>
        </p:txBody>
      </p:sp>
      <p:sp>
        <p:nvSpPr>
          <p:cNvPr id="19" name="pupil-text">
            <a:extLst xmlns:a="http://schemas.openxmlformats.org/drawingml/2006/main">
              <a:ext uri="{FF2B5EF4-FFF2-40B4-BE49-F238E27FC236}">
                <a16:creationId xmlns:a16="http://schemas.microsoft.com/office/drawing/2014/main" id="{029D3869-2CEF-49D9-84C4-B84D1358D236}"/>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5C0100CA-3256-48A4-AAA0-491CD48559FC}"/>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was shared card put within reach?</a:t>
            </a:r>
          </a:p>
        </p:txBody>
      </p:sp>
      <p:sp>
        <p:nvSpPr>
          <p:cNvPr id="21" name="pupil-text">
            <a:extLst xmlns:a="http://schemas.openxmlformats.org/drawingml/2006/main">
              <a:ext uri="{FF2B5EF4-FFF2-40B4-BE49-F238E27FC236}">
                <a16:creationId xmlns:a16="http://schemas.microsoft.com/office/drawing/2014/main" id="{46730863-FEB0-42E6-A11B-74F7EE6DD1B3}"/>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904EE03C-9E71-4D41-9B49-CC075DE738D4}"/>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we guess a person’s need from how they look?</a:t>
            </a:r>
          </a:p>
        </p:txBody>
      </p:sp>
      <p:sp>
        <p:nvSpPr>
          <p:cNvPr id="23" name="pupil-text">
            <a:extLst xmlns:a="http://schemas.openxmlformats.org/drawingml/2006/main">
              <a:ext uri="{FF2B5EF4-FFF2-40B4-BE49-F238E27FC236}">
                <a16:creationId xmlns:a16="http://schemas.microsoft.com/office/drawing/2014/main" id="{1D789406-DD68-4170-A409-CAAC2134ECC9}"/>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455CDD66-1F8B-42A3-B206-40A736C52341}"/>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could a plan tell us?</a:t>
            </a:r>
          </a:p>
        </p:txBody>
      </p:sp>
    </p:spTree>
    <p:extLst>
      <p:ext uri="{BB962C8B-B14F-4D97-AF65-F5344CB8AC3E}">
        <p14:creationId xmlns:p14="http://schemas.microsoft.com/office/powerpoint/2010/main" val="8668384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03C7C84D-131D-4132-80B4-95CC2C349F7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AE7167D6-A592-4D81-904D-46B346CAD5F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299C9C85-283B-4078-BF7C-4BAE6F7585C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F871BC01-F413-4490-83E0-1FEBAEC735C5}"/>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09E5DE3-3866-4491-88AA-5AFDDA20DCE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F80E53C-E189-4B9C-9AED-067109E444C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2115B99-AA10-4451-9CF0-1A2D89E382B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F5045E9-7E3D-4E05-82E1-A8F888B60A9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876EC30-A5E9-4D82-8695-DD38604191A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5D1D716-4513-4D7C-8A12-D43F5387569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DA0F98A3-887D-4146-B28B-119525DAB84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984EC05-C2AB-4555-83C4-2D4826A3022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9DB85298-6405-4CE9-8E73-9C465F73451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36</a:t>
            </a:r>
          </a:p>
        </p:txBody>
      </p:sp>
      <p:sp>
        <p:nvSpPr>
          <p:cNvPr id="14" name="licence-footer">
            <a:extLst xmlns:a="http://schemas.openxmlformats.org/drawingml/2006/main">
              <a:ext uri="{FF2B5EF4-FFF2-40B4-BE49-F238E27FC236}">
                <a16:creationId xmlns:a16="http://schemas.microsoft.com/office/drawing/2014/main" id="{E881E56B-C208-4F24-AE52-E9A9CFAE087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476F8DB-2802-4054-9A81-28363C309E72}"/>
              </a:ext>
            </a:extLst>
          </p:cNvPr>
          <p:cNvPicPr>
            <a:picLocks xmlns:a="http://schemas.openxmlformats.org/drawingml/2006/main" noChangeAspect="1"/>
          </p:cNvPicPr>
          <p:nvPr/>
        </p:nvPicPr>
        <p:blipFill>
          <a:blip xmlns:r="http://schemas.openxmlformats.org/officeDocument/2006/relationships" xmlns:a="http://schemas.openxmlformats.org/drawingml/2006/main" r:embed="R6d33b031e5ea415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52B15AA-D012-4FFE-9BC3-EC0941980213}"/>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3A4501B3-6E98-4A66-AE62-6DCE2D536C6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D1E60F6C-4037-4AB8-A546-DBFC591CE369}"/>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reaching the table.</a:t>
            </a:r>
          </a:p>
        </p:txBody>
      </p:sp>
      <p:sp>
        <p:nvSpPr>
          <p:cNvPr id="19" name="pupil-text">
            <a:extLst xmlns:a="http://schemas.openxmlformats.org/drawingml/2006/main">
              <a:ext uri="{FF2B5EF4-FFF2-40B4-BE49-F238E27FC236}">
                <a16:creationId xmlns:a16="http://schemas.microsoft.com/office/drawing/2014/main" id="{E67F9F20-DDEF-4867-A686-6B6EE38558F8}"/>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BCADD95A-D566-4133-97CF-C4A6740BC014}"/>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228769F-51B8-4D36-89D0-6E0DF7BF70A8}"/>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access to the shared card.</a:t>
            </a:r>
          </a:p>
        </p:txBody>
      </p:sp>
      <p:sp>
        <p:nvSpPr>
          <p:cNvPr id="22" name="pupil-text">
            <a:extLst xmlns:a="http://schemas.openxmlformats.org/drawingml/2006/main">
              <a:ext uri="{FF2B5EF4-FFF2-40B4-BE49-F238E27FC236}">
                <a16:creationId xmlns:a16="http://schemas.microsoft.com/office/drawing/2014/main" id="{8DC8EE16-9814-4735-9C81-7D2C43BAD20A}"/>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3C1A2246-DBD7-4687-9193-4D43E41AA416}"/>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D62D6914-9D44-4374-9EED-78DA7AD1EE2C}"/>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model’s request.</a:t>
            </a:r>
          </a:p>
        </p:txBody>
      </p:sp>
      <p:sp>
        <p:nvSpPr>
          <p:cNvPr id="25" name="pupil-text">
            <a:extLst xmlns:a="http://schemas.openxmlformats.org/drawingml/2006/main">
              <a:ext uri="{FF2B5EF4-FFF2-40B4-BE49-F238E27FC236}">
                <a16:creationId xmlns:a16="http://schemas.microsoft.com/office/drawing/2014/main" id="{D6AF00C1-3C2F-4389-9A30-0B628EC4AE20}"/>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A67469A9-4214-4DC1-BBDF-1DAFCA6D2B35}"/>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21CC6E5-3D90-4023-AAD7-F86841C1D50C}"/>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first step before acting.</a:t>
            </a:r>
          </a:p>
        </p:txBody>
      </p:sp>
    </p:spTree>
    <p:extLst>
      <p:ext uri="{BB962C8B-B14F-4D97-AF65-F5344CB8AC3E}">
        <p14:creationId xmlns:p14="http://schemas.microsoft.com/office/powerpoint/2010/main" val="16266083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D7388C60-0F45-47DE-9F5E-08EBE20AA2D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7B7F1ED9-08F4-45A0-BC0E-CA99D592C6A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022DE06-00B6-4AB4-B742-06CB04E3FC7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8CB2516B-D21C-410F-84E2-BF44868A8E5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3588780-71E8-463C-A777-F67CA37047D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209E025-B45A-482F-8224-711796C8603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B6CC72F-AD6F-4350-A020-674F4F704EF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88889D4-534C-4F5B-9F81-7F92CAE911B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79301EB-8E56-40B0-9143-659701A7F0F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1321FEE-A39D-4E20-A8EE-D6CE086E18A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9BC0009C-06FA-4C60-96E4-77405CF31CD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3E46569-7AE5-4B26-AAC5-BD5D6B110EF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4D6B8A5E-2141-4CBC-B4DC-3188570EABF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36</a:t>
            </a:r>
          </a:p>
        </p:txBody>
      </p:sp>
      <p:sp>
        <p:nvSpPr>
          <p:cNvPr id="14" name="licence-footer">
            <a:extLst xmlns:a="http://schemas.openxmlformats.org/drawingml/2006/main">
              <a:ext uri="{FF2B5EF4-FFF2-40B4-BE49-F238E27FC236}">
                <a16:creationId xmlns:a16="http://schemas.microsoft.com/office/drawing/2014/main" id="{E58DF5C2-C492-4A1F-ADEE-E8D2D8E40BA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8344825-E578-431F-BD29-9BCB3B46B9C4}"/>
              </a:ext>
            </a:extLst>
          </p:cNvPr>
          <p:cNvPicPr>
            <a:picLocks xmlns:a="http://schemas.openxmlformats.org/drawingml/2006/main" noChangeAspect="1"/>
          </p:cNvPicPr>
          <p:nvPr/>
        </p:nvPicPr>
        <p:blipFill>
          <a:blip xmlns:r="http://schemas.openxmlformats.org/officeDocument/2006/relationships" xmlns:a="http://schemas.openxmlformats.org/drawingml/2006/main" r:embed="R843214ead95b47b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49F6E3F-1391-4E74-B1FE-D11723E8948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ED6FEFA4-9170-4776-8DAE-49D60933177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31053248-0EC6-4EC0-8E65-B7B1062E82C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the box matter in the hall case?</a:t>
            </a:r>
          </a:p>
        </p:txBody>
      </p:sp>
      <p:sp>
        <p:nvSpPr>
          <p:cNvPr id="19" name="pupil-text">
            <a:extLst xmlns:a="http://schemas.openxmlformats.org/drawingml/2006/main">
              <a:ext uri="{FF2B5EF4-FFF2-40B4-BE49-F238E27FC236}">
                <a16:creationId xmlns:a16="http://schemas.microsoft.com/office/drawing/2014/main" id="{4B3F8FB4-F06D-4893-9FFB-2E3D42E1FEC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EF668E4A-85F0-4CE8-A7C7-F9F3878D09B5}"/>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moving the card to a stated need.</a:t>
            </a:r>
          </a:p>
        </p:txBody>
      </p:sp>
      <p:sp>
        <p:nvSpPr>
          <p:cNvPr id="21" name="pupil-text">
            <a:extLst xmlns:a="http://schemas.openxmlformats.org/drawingml/2006/main">
              <a:ext uri="{FF2B5EF4-FFF2-40B4-BE49-F238E27FC236}">
                <a16:creationId xmlns:a16="http://schemas.microsoft.com/office/drawing/2014/main" id="{54319A29-39E1-4685-9494-ABB3BBCE06AA}"/>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AB7CD202-57FA-49F2-AE92-8011E4C18FB2}"/>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care keep the person’s choice?</a:t>
            </a:r>
          </a:p>
        </p:txBody>
      </p:sp>
      <p:sp>
        <p:nvSpPr>
          <p:cNvPr id="23" name="pupil-text">
            <a:extLst xmlns:a="http://schemas.openxmlformats.org/drawingml/2006/main">
              <a:ext uri="{FF2B5EF4-FFF2-40B4-BE49-F238E27FC236}">
                <a16:creationId xmlns:a16="http://schemas.microsoft.com/office/drawing/2014/main" id="{E327B545-F6E9-4133-A628-03686B724A44}"/>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DA25CBB1-C8C8-4C0B-9A02-74664E1F4039}"/>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might we check before planning help?</a:t>
            </a:r>
          </a:p>
        </p:txBody>
      </p:sp>
    </p:spTree>
    <p:extLst>
      <p:ext uri="{BB962C8B-B14F-4D97-AF65-F5344CB8AC3E}">
        <p14:creationId xmlns:p14="http://schemas.microsoft.com/office/powerpoint/2010/main" val="1039462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596A6B23-F677-4AA4-B1A3-96E59C2DC56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9DB04058-69DB-4A31-A328-603EEA5E7AC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DA06376A-0894-4A37-9835-4A724F2B97A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904EAF70-4CD4-4590-B697-7AD200E66B6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F58627D-5FCF-4477-B00B-4407E02B703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E868EFA-0DB7-48D9-B1DB-44642CB207C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920F591-129F-414F-8EC5-030B0006555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AF8B7FE-410E-4A9B-BA14-CA237C40733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EA2E260-BD4F-4912-A361-7CD1EAC8F8A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BFAA2AA-F090-4F74-A1A7-13A911FC768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6260153B-F34A-45EE-815A-DF7BB8D57F1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40CC634-3B7C-4EEC-8363-1A5D0F458E6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E7DD6858-47BB-458B-8353-FE8F8FA1FAF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36</a:t>
            </a:r>
          </a:p>
        </p:txBody>
      </p:sp>
      <p:sp>
        <p:nvSpPr>
          <p:cNvPr id="14" name="licence-footer">
            <a:extLst xmlns:a="http://schemas.openxmlformats.org/drawingml/2006/main">
              <a:ext uri="{FF2B5EF4-FFF2-40B4-BE49-F238E27FC236}">
                <a16:creationId xmlns:a16="http://schemas.microsoft.com/office/drawing/2014/main" id="{23AA173E-FA76-49B8-92AF-CB0F0767E05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E6AAD12-4A9E-4BE3-A205-4A4129C5C989}"/>
              </a:ext>
            </a:extLst>
          </p:cNvPr>
          <p:cNvPicPr>
            <a:picLocks xmlns:a="http://schemas.openxmlformats.org/drawingml/2006/main" noChangeAspect="1"/>
          </p:cNvPicPr>
          <p:nvPr/>
        </p:nvPicPr>
        <p:blipFill>
          <a:blip xmlns:r="http://schemas.openxmlformats.org/officeDocument/2006/relationships" xmlns:a="http://schemas.openxmlformats.org/drawingml/2006/main" r:embed="Rc5ca36f996e34ee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134CF27-3520-4913-88D2-3DE5B24C00DF}"/>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7079D04E-87AD-4AE6-AA9E-7F8792B8F8C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CD418B90-BD5F-43FD-9739-0A9C3E0FF209}"/>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reaching the table.</a:t>
            </a:r>
          </a:p>
        </p:txBody>
      </p:sp>
      <p:sp>
        <p:nvSpPr>
          <p:cNvPr id="19" name="pupil-text">
            <a:extLst xmlns:a="http://schemas.openxmlformats.org/drawingml/2006/main">
              <a:ext uri="{FF2B5EF4-FFF2-40B4-BE49-F238E27FC236}">
                <a16:creationId xmlns:a16="http://schemas.microsoft.com/office/drawing/2014/main" id="{F9AD850A-1751-4EC0-89AC-D6B3C0D65106}"/>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532FAEB5-2FFB-4872-869D-F6900D4DED05}"/>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F6162ED-42C6-4CF1-B150-7D0ED9C9BA49}"/>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access to the shared card.</a:t>
            </a:r>
          </a:p>
        </p:txBody>
      </p:sp>
      <p:sp>
        <p:nvSpPr>
          <p:cNvPr id="22" name="pupil-text">
            <a:extLst xmlns:a="http://schemas.openxmlformats.org/drawingml/2006/main">
              <a:ext uri="{FF2B5EF4-FFF2-40B4-BE49-F238E27FC236}">
                <a16:creationId xmlns:a16="http://schemas.microsoft.com/office/drawing/2014/main" id="{8B1FE102-C096-4D64-97B9-39671FB4C1CD}"/>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60E094FF-B44D-42FA-9508-48A82921C4EF}"/>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6FE87B3B-5E95-4943-9EEF-AE43A75642C7}"/>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model’s request.</a:t>
            </a:r>
          </a:p>
        </p:txBody>
      </p:sp>
      <p:sp>
        <p:nvSpPr>
          <p:cNvPr id="25" name="pupil-text">
            <a:extLst xmlns:a="http://schemas.openxmlformats.org/drawingml/2006/main">
              <a:ext uri="{FF2B5EF4-FFF2-40B4-BE49-F238E27FC236}">
                <a16:creationId xmlns:a16="http://schemas.microsoft.com/office/drawing/2014/main" id="{8180200E-05E5-4CF6-B9F2-96477CAB280C}"/>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E52C94A2-0016-4847-B062-0C9CF5170874}"/>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97CBE242-F9E8-44EE-B596-CFBAB19420E0}"/>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first step before acting.</a:t>
            </a:r>
          </a:p>
        </p:txBody>
      </p:sp>
    </p:spTree>
    <p:extLst>
      <p:ext uri="{BB962C8B-B14F-4D97-AF65-F5344CB8AC3E}">
        <p14:creationId xmlns:p14="http://schemas.microsoft.com/office/powerpoint/2010/main" val="20916004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1AB062A1-BA27-4718-9BFE-AB1159E9E90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9F01AC05-5D61-47CC-8156-16DE3DEE9DB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AC120AE9-D532-4387-93D9-591EEFB96BB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strip — after the first Arrival try only</a:t>
            </a:r>
          </a:p>
        </p:txBody>
      </p:sp>
      <p:sp>
        <p:nvSpPr>
          <p:cNvPr id="4" name="shape">
            <a:extLst xmlns:a="http://schemas.openxmlformats.org/drawingml/2006/main">
              <a:ext uri="{FF2B5EF4-FFF2-40B4-BE49-F238E27FC236}">
                <a16:creationId xmlns:a16="http://schemas.microsoft.com/office/drawing/2014/main" id="{BC9B6F6B-8027-4F3E-AF47-9B5C50ECECD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DA37AA5-A3F7-41D2-86C1-B4DB61E85D8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4D69920-416D-4AC8-BBEE-7EA519C89AF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72F7C59-94D3-4624-BDD6-607C6FFE207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EC14C1E-E97A-4A96-938E-1172FB848AB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7768175-7F5E-4E05-A50F-10816B7F6F8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69ADE00-4240-46E1-AF3D-B973C2B64C0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4486352E-A57A-4027-BE71-BF5EBF10697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FAE3054-B83D-4991-BABB-B4841BE6671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201BDC08-13A5-489E-96A0-AE32E1B1E05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36</a:t>
            </a:r>
          </a:p>
        </p:txBody>
      </p:sp>
      <p:sp>
        <p:nvSpPr>
          <p:cNvPr id="14" name="licence-footer">
            <a:extLst xmlns:a="http://schemas.openxmlformats.org/drawingml/2006/main">
              <a:ext uri="{FF2B5EF4-FFF2-40B4-BE49-F238E27FC236}">
                <a16:creationId xmlns:a16="http://schemas.microsoft.com/office/drawing/2014/main" id="{F66E30D3-16A3-4502-B452-47E7708BF1A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AC0D1D7-A6A3-456D-B794-BAA0B48A33F6}"/>
              </a:ext>
            </a:extLst>
          </p:cNvPr>
          <p:cNvPicPr>
            <a:picLocks xmlns:a="http://schemas.openxmlformats.org/drawingml/2006/main" noChangeAspect="1"/>
          </p:cNvPicPr>
          <p:nvPr/>
        </p:nvPicPr>
        <p:blipFill>
          <a:blip xmlns:r="http://schemas.openxmlformats.org/officeDocument/2006/relationships" xmlns:a="http://schemas.openxmlformats.org/drawingml/2006/main" r:embed="R822111a1306f48c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EAB2AB9-A715-4004-A3E4-9FE998E63DC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At the made-up hall, clearing the path helped a person reach the table. Putting card within reach</a:t>
            </a:r>
          </a:p>
        </p:txBody>
      </p:sp>
      <p:sp>
        <p:nvSpPr>
          <p:cNvPr id="17" name="pupil-text">
            <a:extLst xmlns:a="http://schemas.openxmlformats.org/drawingml/2006/main">
              <a:ext uri="{FF2B5EF4-FFF2-40B4-BE49-F238E27FC236}">
                <a16:creationId xmlns:a16="http://schemas.microsoft.com/office/drawing/2014/main" id="{898365B7-2E75-4832-82AB-4C58BB26FBF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helped people use it. We matched care to a stated need and kept choices open.</a:t>
            </a:r>
          </a:p>
        </p:txBody>
      </p:sp>
      <p:sp>
        <p:nvSpPr>
          <p:cNvPr id="18" name="shape">
            <a:extLst xmlns:a="http://schemas.openxmlformats.org/drawingml/2006/main">
              <a:ext uri="{FF2B5EF4-FFF2-40B4-BE49-F238E27FC236}">
                <a16:creationId xmlns:a16="http://schemas.microsoft.com/office/drawing/2014/main" id="{8F1D4B6A-ECF4-4D84-BDBC-803150328B92}"/>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3F2D6B93-ECC4-4CFF-8355-65C452B05586}"/>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Tree>
    <p:extLst>
      <p:ext uri="{BB962C8B-B14F-4D97-AF65-F5344CB8AC3E}">
        <p14:creationId xmlns:p14="http://schemas.microsoft.com/office/powerpoint/2010/main" val="16577134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D5B650AD-06D3-46B0-893B-229829FFC75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61E2CF62-0D79-4164-ABD5-2C7D0741761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C35695A1-46A7-4B54-8B09-4059950BEC2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7DD89F75-03AF-4F8B-B565-3F443AD8594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2681FD1-AF5A-4446-88C1-81A1F72C84C0}"/>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F921F5F-7B7B-4A51-AB05-C7A9CFFD485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43F304C-CC2C-49CE-960D-4A47C9C45DE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8BDF3E1-F4D5-4EA9-BEA7-7337E41B8AD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26BDA03-1ED7-4077-B757-8BDC9836657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8E69277-AC52-4756-8EAC-4A5335DE780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E8EFABEE-B2C2-4990-9EC5-0A4943F11E0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AD901A5-720B-498C-AFFE-C38AB95034C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2FB64C9-384B-49C9-9146-D45F04FF2BD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36</a:t>
            </a:r>
          </a:p>
        </p:txBody>
      </p:sp>
      <p:sp>
        <p:nvSpPr>
          <p:cNvPr id="14" name="licence-footer">
            <a:extLst xmlns:a="http://schemas.openxmlformats.org/drawingml/2006/main">
              <a:ext uri="{FF2B5EF4-FFF2-40B4-BE49-F238E27FC236}">
                <a16:creationId xmlns:a16="http://schemas.microsoft.com/office/drawing/2014/main" id="{2CD5CF5A-7DF6-4F1E-9DDD-40B9571F04B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7A19722-7B41-4081-BE47-BC5DF2366182}"/>
              </a:ext>
            </a:extLst>
          </p:cNvPr>
          <p:cNvPicPr>
            <a:picLocks xmlns:a="http://schemas.openxmlformats.org/drawingml/2006/main" noChangeAspect="1"/>
          </p:cNvPicPr>
          <p:nvPr/>
        </p:nvPicPr>
        <p:blipFill>
          <a:blip xmlns:r="http://schemas.openxmlformats.org/officeDocument/2006/relationships" xmlns:a="http://schemas.openxmlformats.org/drawingml/2006/main" r:embed="Rcc191656c698459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24F993B-5530-4F7F-A02A-2BF25EFD55B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
        <p:nvSpPr>
          <p:cNvPr id="17" name="pupil-text">
            <a:extLst xmlns:a="http://schemas.openxmlformats.org/drawingml/2006/main">
              <a:ext uri="{FF2B5EF4-FFF2-40B4-BE49-F238E27FC236}">
                <a16:creationId xmlns:a16="http://schemas.microsoft.com/office/drawing/2014/main" id="{4E946831-1C4F-4167-B2E5-4899112CF32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is the person trying to do?</a:t>
            </a:r>
          </a:p>
        </p:txBody>
      </p:sp>
    </p:spTree>
    <p:extLst>
      <p:ext uri="{BB962C8B-B14F-4D97-AF65-F5344CB8AC3E}">
        <p14:creationId xmlns:p14="http://schemas.microsoft.com/office/powerpoint/2010/main" val="108176325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6EEC65F-C799-4F70-9DFC-A5EA4A99D5D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0FCD9BA5-D935-4FCC-9529-3863B0D9178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90A37F4C-36DF-4F4E-92D2-5019C5DE75B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Picture access — Starter observation</a:t>
            </a:r>
          </a:p>
        </p:txBody>
      </p:sp>
      <p:sp>
        <p:nvSpPr>
          <p:cNvPr id="4" name="shape">
            <a:extLst xmlns:a="http://schemas.openxmlformats.org/drawingml/2006/main">
              <a:ext uri="{FF2B5EF4-FFF2-40B4-BE49-F238E27FC236}">
                <a16:creationId xmlns:a16="http://schemas.microsoft.com/office/drawing/2014/main" id="{82A7A64C-AEE7-4A3F-8B82-8EE2A5CFEB5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5A5405D-753C-4FE3-818B-6B3FAF7461F3}"/>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BDB5C61-0DA8-435D-A55E-443E1EE4EC9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0120C91-DBAA-4B07-8C5C-262D87E0692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0D0F57F-E057-4D21-A729-21262F229C0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2397CAC-B54E-47C8-BD1D-9CB99599459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4D58EAB-4433-483A-9FF4-1BBE3379515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25F3A65D-D656-4BFC-AB1A-8CF944A29C1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4705615-54FD-443B-A599-E0BC2A50387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91CCD42-78AD-4C77-AEBC-E22CCF6466A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36</a:t>
            </a:r>
          </a:p>
        </p:txBody>
      </p:sp>
      <p:sp>
        <p:nvSpPr>
          <p:cNvPr id="14" name="licence-footer">
            <a:extLst xmlns:a="http://schemas.openxmlformats.org/drawingml/2006/main">
              <a:ext uri="{FF2B5EF4-FFF2-40B4-BE49-F238E27FC236}">
                <a16:creationId xmlns:a16="http://schemas.microsoft.com/office/drawing/2014/main" id="{E45DB4F2-A86B-4530-BD1C-E3F1FF40C13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E0113CE-B0B3-48E2-9F05-AC9DEF9A4722}"/>
              </a:ext>
            </a:extLst>
          </p:cNvPr>
          <p:cNvPicPr>
            <a:picLocks xmlns:a="http://schemas.openxmlformats.org/drawingml/2006/main" noChangeAspect="1"/>
          </p:cNvPicPr>
          <p:nvPr/>
        </p:nvPicPr>
        <p:blipFill>
          <a:blip xmlns:r="http://schemas.openxmlformats.org/officeDocument/2006/relationships" xmlns:a="http://schemas.openxmlformats.org/drawingml/2006/main" r:embed="Rd543c223416e406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7FFFD29-BC25-4505-B996-F673094B97D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Mixed picture cards lie on a table. Two people sit with a space between them. A speech bubble shows</a:t>
            </a:r>
          </a:p>
        </p:txBody>
      </p:sp>
      <p:sp>
        <p:nvSpPr>
          <p:cNvPr id="17" name="pupil-text">
            <a:extLst xmlns:a="http://schemas.openxmlformats.org/drawingml/2006/main">
              <a:ext uri="{FF2B5EF4-FFF2-40B4-BE49-F238E27FC236}">
                <a16:creationId xmlns:a16="http://schemas.microsoft.com/office/drawing/2014/main" id="{9567E591-6489-4F12-B313-A520AA41447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that help has been asked for.</a:t>
            </a:r>
          </a:p>
        </p:txBody>
      </p:sp>
      <p:sp>
        <p:nvSpPr>
          <p:cNvPr id="18" name="shape">
            <a:extLst xmlns:a="http://schemas.openxmlformats.org/drawingml/2006/main">
              <a:ext uri="{FF2B5EF4-FFF2-40B4-BE49-F238E27FC236}">
                <a16:creationId xmlns:a16="http://schemas.microsoft.com/office/drawing/2014/main" id="{791AF9E9-438E-4BE8-9048-011C5B9E5147}"/>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63E0B2C-8049-4227-9F3D-0CF3A714C80D}"/>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Tree>
    <p:extLst>
      <p:ext uri="{BB962C8B-B14F-4D97-AF65-F5344CB8AC3E}">
        <p14:creationId xmlns:p14="http://schemas.microsoft.com/office/powerpoint/2010/main" val="18813902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39663E49-0D74-4D23-8ABC-B4852724D47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269A0697-626A-4AA8-9CC6-C76A0197A09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7CCFF22-E46A-439D-B005-813A972BCC5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97200037-44E7-4AC0-818B-FC73C56F749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C2E3DEF-4B6B-4569-B489-6E0395D2850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31DF291-B9F9-4080-945A-809715308045}"/>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FE8D9EF-E33D-4742-9F95-4360CF371C0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67F24D7-67DC-4DA0-8008-152E18CDE2F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AC529F8-DBA0-4D54-8F46-AF1F31E9B06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8477DCA-51AF-4916-AB73-402EA8662E8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7F826DCB-01D9-4306-B1F0-F514658F2A3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8727DF6-73E6-4B4B-B898-24897A553B4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FEBF9361-8C2E-4DC6-90AA-C84E9D1461F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36</a:t>
            </a:r>
          </a:p>
        </p:txBody>
      </p:sp>
      <p:sp>
        <p:nvSpPr>
          <p:cNvPr id="14" name="licence-footer">
            <a:extLst xmlns:a="http://schemas.openxmlformats.org/drawingml/2006/main">
              <a:ext uri="{FF2B5EF4-FFF2-40B4-BE49-F238E27FC236}">
                <a16:creationId xmlns:a16="http://schemas.microsoft.com/office/drawing/2014/main" id="{B477E004-0924-499B-94C8-778110AF6F1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2C480BE-8BE2-4AC9-8252-8A82308E1432}"/>
              </a:ext>
            </a:extLst>
          </p:cNvPr>
          <p:cNvPicPr>
            <a:picLocks xmlns:a="http://schemas.openxmlformats.org/drawingml/2006/main" noChangeAspect="1"/>
          </p:cNvPicPr>
          <p:nvPr/>
        </p:nvPicPr>
        <p:blipFill>
          <a:blip xmlns:r="http://schemas.openxmlformats.org/officeDocument/2006/relationships" xmlns:a="http://schemas.openxmlformats.org/drawingml/2006/main" r:embed="Ra960b48d785a4ec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A090E9F-C8B6-4B76-A30C-63BA557738DB}"/>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708CEFA3-2D1D-4100-A606-E7CA9E455CAF}"/>
              </a:ext>
            </a:extLst>
          </p:cNvPr>
          <p:cNvSpPr>
            <a:spLocks xmlns:a="http://schemas.openxmlformats.org/drawingml/2006/main" noGrp="1"/>
          </p:cNvSpPr>
          <p:nvPr/>
        </p:nvSpPr>
        <p:spPr>
          <a:xfrm xmlns:a="http://schemas.openxmlformats.org/drawingml/2006/main">
            <a:off x="1344613" y="2664619"/>
            <a:ext cx="555625" cy="33734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gon">
            <a:extLst xmlns:a="http://schemas.openxmlformats.org/drawingml/2006/main">
              <a:ext uri="{FF2B5EF4-FFF2-40B4-BE49-F238E27FC236}">
                <a16:creationId xmlns:a16="http://schemas.microsoft.com/office/drawing/2014/main" id="{9E6147F9-BDCE-4685-A787-5CE95908E8BC}"/>
              </a:ext>
            </a:extLst>
          </p:cNvPr>
          <p:cNvSpPr>
            <a:spLocks xmlns:a="http://schemas.openxmlformats.org/drawingml/2006/main" noGrp="1"/>
          </p:cNvSpPr>
          <p:nvPr/>
        </p:nvSpPr>
        <p:spPr>
          <a:xfrm xmlns:a="http://schemas.openxmlformats.org/drawingml/2006/main">
            <a:off x="1463675" y="2982119"/>
            <a:ext cx="285750" cy="357188"/>
          </a:xfrm>
          <a:custGeom xmlns:a="http://schemas.openxmlformats.org/drawingml/2006/main">
            <a:pathLst>
              <a:path w="285750" h="357188">
                <a:moveTo>
                  <a:pt x="0" y="178594"/>
                </a:moveTo>
                <a:lnTo>
                  <a:pt x="0" y="63500"/>
                </a:lnTo>
                <a:lnTo>
                  <a:pt x="47625" y="63500"/>
                </a:lnTo>
                <a:lnTo>
                  <a:pt x="47625" y="158750"/>
                </a:lnTo>
                <a:lnTo>
                  <a:pt x="79375" y="0"/>
                </a:lnTo>
                <a:lnTo>
                  <a:pt x="127000" y="0"/>
                </a:lnTo>
                <a:lnTo>
                  <a:pt x="127000" y="158750"/>
                </a:lnTo>
                <a:lnTo>
                  <a:pt x="158750" y="19844"/>
                </a:lnTo>
                <a:lnTo>
                  <a:pt x="206375" y="19844"/>
                </a:lnTo>
                <a:lnTo>
                  <a:pt x="206375" y="174625"/>
                </a:lnTo>
                <a:lnTo>
                  <a:pt x="238125" y="79375"/>
                </a:lnTo>
                <a:lnTo>
                  <a:pt x="285750" y="79375"/>
                </a:lnTo>
                <a:lnTo>
                  <a:pt x="285750" y="238125"/>
                </a:lnTo>
                <a:lnTo>
                  <a:pt x="198438" y="357188"/>
                </a:lnTo>
                <a:lnTo>
                  <a:pt x="71438" y="357188"/>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9" name="pupil-text">
            <a:extLst xmlns:a="http://schemas.openxmlformats.org/drawingml/2006/main">
              <a:ext uri="{FF2B5EF4-FFF2-40B4-BE49-F238E27FC236}">
                <a16:creationId xmlns:a16="http://schemas.microsoft.com/office/drawing/2014/main" id="{8F027957-FDCC-41B1-9CFB-D2BB42055EC9}"/>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kind</a:t>
            </a:r>
          </a:p>
        </p:txBody>
      </p:sp>
      <p:sp>
        <p:nvSpPr>
          <p:cNvPr id="20" name="pupil-text">
            <a:extLst xmlns:a="http://schemas.openxmlformats.org/drawingml/2006/main">
              <a:ext uri="{FF2B5EF4-FFF2-40B4-BE49-F238E27FC236}">
                <a16:creationId xmlns:a16="http://schemas.microsoft.com/office/drawing/2014/main" id="{C15D762E-A3A2-4EE8-9D5D-5B7AC5BE11D2}"/>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show care for a person.</a:t>
            </a:r>
          </a:p>
        </p:txBody>
      </p:sp>
      <p:sp>
        <p:nvSpPr>
          <p:cNvPr id="21" name="picture-description">
            <a:extLst xmlns:a="http://schemas.openxmlformats.org/drawingml/2006/main">
              <a:ext uri="{FF2B5EF4-FFF2-40B4-BE49-F238E27FC236}">
                <a16:creationId xmlns:a16="http://schemas.microsoft.com/office/drawing/2014/main" id="{76F4E94E-019D-4361-8F98-8AD018A27F48}"/>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hand offers a plain card with space to say no.</a:t>
            </a:r>
          </a:p>
        </p:txBody>
      </p:sp>
      <p:sp>
        <p:nvSpPr>
          <p:cNvPr id="22" name="book-direction">
            <a:extLst xmlns:a="http://schemas.openxmlformats.org/drawingml/2006/main">
              <a:ext uri="{FF2B5EF4-FFF2-40B4-BE49-F238E27FC236}">
                <a16:creationId xmlns:a16="http://schemas.microsoft.com/office/drawing/2014/main" id="{2F103A2E-1AD0-4EFE-8EFB-1744DA94777C}"/>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it Model. Do not copy the whole slide.</a:t>
            </a:r>
          </a:p>
        </p:txBody>
      </p:sp>
    </p:spTree>
    <p:extLst>
      <p:ext uri="{BB962C8B-B14F-4D97-AF65-F5344CB8AC3E}">
        <p14:creationId xmlns:p14="http://schemas.microsoft.com/office/powerpoint/2010/main" val="3169782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53084EB3-E4DF-4220-B918-6596B1F0B35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EE3B380F-F366-4BA4-B92B-BD41AEA3679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1C98938C-3289-432A-9826-C3A85412D17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516A616A-9517-48C6-ABA4-2F7B23B3BF5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1AD86CB-2C61-499A-A378-EE9CE8248D4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857835D-C11A-40B7-B1ED-4BD41C16F174}"/>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58114DB-EAD1-40F7-8309-976E4A6B94B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ED67572-4C7F-4366-846B-E45313BF658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53C3A3F-8484-4D45-8AFE-11C96AECE0A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6235E58-9BBB-435A-B6B5-BD63317D3DB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A9328A0E-D4A8-4F09-9AC5-F553E89EFA4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1F04541-3272-40AA-A312-ED32A094A61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BDF320A5-8775-4B57-895C-0BD3FDEA1C7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36</a:t>
            </a:r>
          </a:p>
        </p:txBody>
      </p:sp>
      <p:sp>
        <p:nvSpPr>
          <p:cNvPr id="14" name="licence-footer">
            <a:extLst xmlns:a="http://schemas.openxmlformats.org/drawingml/2006/main">
              <a:ext uri="{FF2B5EF4-FFF2-40B4-BE49-F238E27FC236}">
                <a16:creationId xmlns:a16="http://schemas.microsoft.com/office/drawing/2014/main" id="{9777E495-6DB9-4050-84C9-B13E392000C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3F1C7CD-1EBE-4DD8-96B8-96AD44E0A5B4}"/>
              </a:ext>
            </a:extLst>
          </p:cNvPr>
          <p:cNvPicPr>
            <a:picLocks xmlns:a="http://schemas.openxmlformats.org/drawingml/2006/main" noChangeAspect="1"/>
          </p:cNvPicPr>
          <p:nvPr/>
        </p:nvPicPr>
        <p:blipFill>
          <a:blip xmlns:r="http://schemas.openxmlformats.org/officeDocument/2006/relationships" xmlns:a="http://schemas.openxmlformats.org/drawingml/2006/main" r:embed="R3a5204191fd2446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95E0443-1065-4C70-94E3-A89E195C7134}"/>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66596E49-100A-423E-A12D-E1F074C02AFF}"/>
              </a:ext>
            </a:extLst>
          </p:cNvPr>
          <p:cNvSpPr>
            <a:spLocks xmlns:a="http://schemas.openxmlformats.org/drawingml/2006/main" noGrp="1"/>
          </p:cNvSpPr>
          <p:nvPr/>
        </p:nvSpPr>
        <p:spPr>
          <a:xfrm xmlns:a="http://schemas.openxmlformats.org/drawingml/2006/main">
            <a:off x="1027113" y="2803525"/>
            <a:ext cx="555625"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9A662238-85DD-454A-A1ED-F912F2D0508E}"/>
              </a:ext>
            </a:extLst>
          </p:cNvPr>
          <p:cNvSpPr>
            <a:spLocks xmlns:a="http://schemas.openxmlformats.org/drawingml/2006/main" noGrp="1"/>
          </p:cNvSpPr>
          <p:nvPr/>
        </p:nvSpPr>
        <p:spPr>
          <a:xfrm xmlns:a="http://schemas.openxmlformats.org/drawingml/2006/main">
            <a:off x="1582738" y="3001963"/>
            <a:ext cx="396875" cy="4"/>
          </a:xfrm>
          <a:custGeom xmlns:a="http://schemas.openxmlformats.org/drawingml/2006/main">
            <a:pathLst>
              <a:path w="396875" h="4">
                <a:moveTo>
                  <a:pt x="0" y="0"/>
                </a:moveTo>
                <a:lnTo>
                  <a:pt x="396875" y="0"/>
                </a:lnTo>
              </a:path>
            </a:pathLst>
          </a:custGeom>
          <a:noFill xmlns:a="http://schemas.openxmlformats.org/drawingml/2006/main"/>
          <a:ln xmlns:a="http://schemas.openxmlformats.org/drawingml/2006/main" w="15875">
            <a:solidFill>
              <a:srgbClr val="17324D"/>
            </a:solidFill>
            <a:prstDash val="solid"/>
          </a:ln>
        </p:spPr>
      </p:sp>
      <p:sp>
        <p:nvSpPr>
          <p:cNvPr id="19" name="native-vector-3-rect">
            <a:extLst xmlns:a="http://schemas.openxmlformats.org/drawingml/2006/main">
              <a:ext uri="{FF2B5EF4-FFF2-40B4-BE49-F238E27FC236}">
                <a16:creationId xmlns:a16="http://schemas.microsoft.com/office/drawing/2014/main" id="{988A46A4-61BB-44AC-99BE-ED4A5972C31F}"/>
              </a:ext>
            </a:extLst>
          </p:cNvPr>
          <p:cNvSpPr>
            <a:spLocks xmlns:a="http://schemas.openxmlformats.org/drawingml/2006/main" noGrp="1"/>
          </p:cNvSpPr>
          <p:nvPr/>
        </p:nvSpPr>
        <p:spPr>
          <a:xfrm xmlns:a="http://schemas.openxmlformats.org/drawingml/2006/main">
            <a:off x="1979613" y="2803525"/>
            <a:ext cx="555625"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0" name="pupil-text">
            <a:extLst xmlns:a="http://schemas.openxmlformats.org/drawingml/2006/main">
              <a:ext uri="{FF2B5EF4-FFF2-40B4-BE49-F238E27FC236}">
                <a16:creationId xmlns:a16="http://schemas.microsoft.com/office/drawing/2014/main" id="{72F6E421-6E06-493D-BB73-BEDFAB0D61BB}"/>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plan</a:t>
            </a:r>
          </a:p>
        </p:txBody>
      </p:sp>
      <p:sp>
        <p:nvSpPr>
          <p:cNvPr id="21" name="pupil-text">
            <a:extLst xmlns:a="http://schemas.openxmlformats.org/drawingml/2006/main">
              <a:ext uri="{FF2B5EF4-FFF2-40B4-BE49-F238E27FC236}">
                <a16:creationId xmlns:a16="http://schemas.microsoft.com/office/drawing/2014/main" id="{2079F8F4-119A-4955-97B1-24B6F860AF26}"/>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what we intend to do.</a:t>
            </a:r>
          </a:p>
        </p:txBody>
      </p:sp>
      <p:sp>
        <p:nvSpPr>
          <p:cNvPr id="22" name="picture-description">
            <a:extLst xmlns:a="http://schemas.openxmlformats.org/drawingml/2006/main">
              <a:ext uri="{FF2B5EF4-FFF2-40B4-BE49-F238E27FC236}">
                <a16:creationId xmlns:a16="http://schemas.microsoft.com/office/drawing/2014/main" id="{3BA58D2D-7DC5-4AE6-85A8-41750180FEF8}"/>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blank step boxes joined by a line.</a:t>
            </a:r>
          </a:p>
        </p:txBody>
      </p:sp>
      <p:sp>
        <p:nvSpPr>
          <p:cNvPr id="23" name="book-direction">
            <a:extLst xmlns:a="http://schemas.openxmlformats.org/drawingml/2006/main">
              <a:ext uri="{FF2B5EF4-FFF2-40B4-BE49-F238E27FC236}">
                <a16:creationId xmlns:a16="http://schemas.microsoft.com/office/drawing/2014/main" id="{BE5C42D7-07B2-42E3-83F5-87A0B2669DC6}"/>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it Model. Do not copy the whole slide.</a:t>
            </a:r>
          </a:p>
        </p:txBody>
      </p:sp>
    </p:spTree>
    <p:extLst>
      <p:ext uri="{BB962C8B-B14F-4D97-AF65-F5344CB8AC3E}">
        <p14:creationId xmlns:p14="http://schemas.microsoft.com/office/powerpoint/2010/main" val="9301444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7368A795-6DC9-4B5D-8410-45CC03ADBA8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4788104A-2E8F-4C68-BC8D-1D7A90E72C7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C7997CC7-6F47-4F71-A7CD-D607C4547B2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E92C46DD-58B1-4853-94B5-A0459769B02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D664014-9574-4E19-94B1-E87F627ABDF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D565814-1B4E-4DC7-9D8F-69C74E87830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F8DF943-DDD9-490C-A02E-006AB947DE1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7F32B6E-B7B7-400A-ABC8-051FC39B485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554EDCD-6BC9-427D-A87A-67A8B44B3EB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BB34972-D9BE-4334-8B19-E627E6B2ADB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AE58D41E-985C-403A-AEB8-57069AF6AE6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C23C69F-D497-444A-BD7D-D730836DABA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EEF089A1-6015-4D1D-AC26-7B62F87A9A7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36</a:t>
            </a:r>
          </a:p>
        </p:txBody>
      </p:sp>
      <p:sp>
        <p:nvSpPr>
          <p:cNvPr id="14" name="licence-footer">
            <a:extLst xmlns:a="http://schemas.openxmlformats.org/drawingml/2006/main">
              <a:ext uri="{FF2B5EF4-FFF2-40B4-BE49-F238E27FC236}">
                <a16:creationId xmlns:a16="http://schemas.microsoft.com/office/drawing/2014/main" id="{C4FA08DD-18FB-4B71-91B0-26BF16C9D46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5090E32-E4EF-4D11-8B55-121C414A6027}"/>
              </a:ext>
            </a:extLst>
          </p:cNvPr>
          <p:cNvPicPr>
            <a:picLocks xmlns:a="http://schemas.openxmlformats.org/drawingml/2006/main" noChangeAspect="1"/>
          </p:cNvPicPr>
          <p:nvPr/>
        </p:nvPicPr>
        <p:blipFill>
          <a:blip xmlns:r="http://schemas.openxmlformats.org/officeDocument/2006/relationships" xmlns:a="http://schemas.openxmlformats.org/drawingml/2006/main" r:embed="R03a0c71cbfc54e4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F93E246-CCA1-46BE-BB54-E8DEB49E74BB}"/>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50F21C95-0D2E-4D4E-83A3-AF0571A812DD}"/>
              </a:ext>
            </a:extLst>
          </p:cNvPr>
          <p:cNvSpPr>
            <a:spLocks xmlns:a="http://schemas.openxmlformats.org/drawingml/2006/main" noGrp="1"/>
          </p:cNvSpPr>
          <p:nvPr/>
        </p:nvSpPr>
        <p:spPr>
          <a:xfrm xmlns:a="http://schemas.openxmlformats.org/drawingml/2006/main">
            <a:off x="987425" y="2763838"/>
            <a:ext cx="515938" cy="49609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rect">
            <a:extLst xmlns:a="http://schemas.openxmlformats.org/drawingml/2006/main">
              <a:ext uri="{FF2B5EF4-FFF2-40B4-BE49-F238E27FC236}">
                <a16:creationId xmlns:a16="http://schemas.microsoft.com/office/drawing/2014/main" id="{0B718EA0-61C7-4110-B2C6-717036A3B57E}"/>
              </a:ext>
            </a:extLst>
          </p:cNvPr>
          <p:cNvSpPr>
            <a:spLocks xmlns:a="http://schemas.openxmlformats.org/drawingml/2006/main" noGrp="1"/>
          </p:cNvSpPr>
          <p:nvPr/>
        </p:nvSpPr>
        <p:spPr>
          <a:xfrm xmlns:a="http://schemas.openxmlformats.org/drawingml/2006/main">
            <a:off x="2058988" y="2763838"/>
            <a:ext cx="515938" cy="49609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9" name="native-vector-3-polygon">
            <a:extLst xmlns:a="http://schemas.openxmlformats.org/drawingml/2006/main">
              <a:ext uri="{FF2B5EF4-FFF2-40B4-BE49-F238E27FC236}">
                <a16:creationId xmlns:a16="http://schemas.microsoft.com/office/drawing/2014/main" id="{310FAE94-DFB6-448B-BD1B-C4A23F24052E}"/>
              </a:ext>
            </a:extLst>
          </p:cNvPr>
          <p:cNvSpPr>
            <a:spLocks xmlns:a="http://schemas.openxmlformats.org/drawingml/2006/main" noGrp="1"/>
          </p:cNvSpPr>
          <p:nvPr/>
        </p:nvSpPr>
        <p:spPr>
          <a:xfrm xmlns:a="http://schemas.openxmlformats.org/drawingml/2006/main">
            <a:off x="1662113" y="2763838"/>
            <a:ext cx="246063" cy="361156"/>
          </a:xfrm>
          <a:custGeom xmlns:a="http://schemas.openxmlformats.org/drawingml/2006/main">
            <a:pathLst>
              <a:path w="246063" h="361156">
                <a:moveTo>
                  <a:pt x="0" y="0"/>
                </a:moveTo>
                <a:lnTo>
                  <a:pt x="0" y="317500"/>
                </a:lnTo>
                <a:lnTo>
                  <a:pt x="79375" y="246063"/>
                </a:lnTo>
                <a:lnTo>
                  <a:pt x="146844" y="361156"/>
                </a:lnTo>
                <a:lnTo>
                  <a:pt x="206375" y="325438"/>
                </a:lnTo>
                <a:lnTo>
                  <a:pt x="138906" y="210344"/>
                </a:lnTo>
                <a:lnTo>
                  <a:pt x="246063" y="202406"/>
                </a:lnTo>
                <a:close/>
              </a:path>
            </a:pathLst>
          </a:custGeom>
          <a:solidFill xmlns:a="http://schemas.openxmlformats.org/drawingml/2006/main">
            <a:srgbClr val="17324D"/>
          </a:solidFill>
          <a:ln xmlns:a="http://schemas.openxmlformats.org/drawingml/2006/main" w="11906">
            <a:solidFill>
              <a:srgbClr val="17324D"/>
            </a:solidFill>
            <a:prstDash val="solid"/>
          </a:ln>
        </p:spPr>
      </p:sp>
      <p:sp>
        <p:nvSpPr>
          <p:cNvPr id="20" name="pupil-text">
            <a:extLst xmlns:a="http://schemas.openxmlformats.org/drawingml/2006/main">
              <a:ext uri="{FF2B5EF4-FFF2-40B4-BE49-F238E27FC236}">
                <a16:creationId xmlns:a16="http://schemas.microsoft.com/office/drawing/2014/main" id="{173C4B49-B992-4F79-B831-0D55F6D0FCAB}"/>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choice</a:t>
            </a:r>
          </a:p>
        </p:txBody>
      </p:sp>
      <p:sp>
        <p:nvSpPr>
          <p:cNvPr id="21" name="pupil-text">
            <a:extLst xmlns:a="http://schemas.openxmlformats.org/drawingml/2006/main">
              <a:ext uri="{FF2B5EF4-FFF2-40B4-BE49-F238E27FC236}">
                <a16:creationId xmlns:a16="http://schemas.microsoft.com/office/drawing/2014/main" id="{C9B424FC-5C90-4C59-96D7-AA4282B45DA2}"/>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what a person picks.</a:t>
            </a:r>
          </a:p>
        </p:txBody>
      </p:sp>
      <p:sp>
        <p:nvSpPr>
          <p:cNvPr id="22" name="picture-description">
            <a:extLst xmlns:a="http://schemas.openxmlformats.org/drawingml/2006/main">
              <a:ext uri="{FF2B5EF4-FFF2-40B4-BE49-F238E27FC236}">
                <a16:creationId xmlns:a16="http://schemas.microsoft.com/office/drawing/2014/main" id="{6484FDE6-5C1F-49AE-830B-DA469BB58942}"/>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cards with a pointer between them.</a:t>
            </a:r>
          </a:p>
        </p:txBody>
      </p:sp>
      <p:sp>
        <p:nvSpPr>
          <p:cNvPr id="23" name="book-direction">
            <a:extLst xmlns:a="http://schemas.openxmlformats.org/drawingml/2006/main">
              <a:ext uri="{FF2B5EF4-FFF2-40B4-BE49-F238E27FC236}">
                <a16:creationId xmlns:a16="http://schemas.microsoft.com/office/drawing/2014/main" id="{5DA7D9C5-DA30-4F14-8737-098F539B1CE7}"/>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it Model. Do not copy the whole slide.</a:t>
            </a:r>
          </a:p>
        </p:txBody>
      </p:sp>
    </p:spTree>
    <p:extLst>
      <p:ext uri="{BB962C8B-B14F-4D97-AF65-F5344CB8AC3E}">
        <p14:creationId xmlns:p14="http://schemas.microsoft.com/office/powerpoint/2010/main" val="65166439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835B19A7-8F00-4E53-AE88-4AFF5BA388E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2A6447E6-17C0-45F6-A975-AD7A4420719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F14031D8-E6EE-4E50-88CC-60CE0A31385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Main source — story/case cards</a:t>
            </a:r>
          </a:p>
        </p:txBody>
      </p:sp>
      <p:sp>
        <p:nvSpPr>
          <p:cNvPr id="4" name="shape">
            <a:extLst xmlns:a="http://schemas.openxmlformats.org/drawingml/2006/main">
              <a:ext uri="{FF2B5EF4-FFF2-40B4-BE49-F238E27FC236}">
                <a16:creationId xmlns:a16="http://schemas.microsoft.com/office/drawing/2014/main" id="{764312F0-D459-4FE7-AC59-EE9238EF11D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84DAA7F-A9B9-45B2-A14B-DEE42A5EB33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C9783AC-77E1-474A-A457-098B720EB7C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02F16BA-8B1C-4D8C-9C5F-846A898D1BE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D7501F8-D762-44CC-8704-31D467F7726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BB354EB-E89B-4105-9737-F1A1C49ED12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2ACB2D4-4FE9-44E6-AA6B-79770EF00D6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093A1E57-FB41-43CA-B4E3-17F275AF590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01DE247-E631-43F6-8224-A44DEDBEF22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D75C4E31-90F7-4583-921B-081C04923D1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36</a:t>
            </a:r>
          </a:p>
        </p:txBody>
      </p:sp>
      <p:sp>
        <p:nvSpPr>
          <p:cNvPr id="14" name="licence-footer">
            <a:extLst xmlns:a="http://schemas.openxmlformats.org/drawingml/2006/main">
              <a:ext uri="{FF2B5EF4-FFF2-40B4-BE49-F238E27FC236}">
                <a16:creationId xmlns:a16="http://schemas.microsoft.com/office/drawing/2014/main" id="{A6BF9228-40A3-4E29-A2DA-735403D9D36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890516D-3201-4D1D-A2D6-D76C6C2B7692}"/>
              </a:ext>
            </a:extLst>
          </p:cNvPr>
          <p:cNvPicPr>
            <a:picLocks xmlns:a="http://schemas.openxmlformats.org/drawingml/2006/main" noChangeAspect="1"/>
          </p:cNvPicPr>
          <p:nvPr/>
        </p:nvPicPr>
        <p:blipFill>
          <a:blip xmlns:r="http://schemas.openxmlformats.org/officeDocument/2006/relationships" xmlns:a="http://schemas.openxmlformats.org/drawingml/2006/main" r:embed="R1084b28418334c4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98C4CCD-53EF-493C-96D5-3F746107DC0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A7445543-107B-460D-AD27-AD407249F88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D0CE6354-AA75-4AEB-BC62-5D7287CDAC2C}"/>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pupil-text">
            <a:extLst xmlns:a="http://schemas.openxmlformats.org/drawingml/2006/main">
              <a:ext uri="{FF2B5EF4-FFF2-40B4-BE49-F238E27FC236}">
                <a16:creationId xmlns:a16="http://schemas.microsoft.com/office/drawing/2014/main" id="{4F0880DB-D7CC-4F89-9E1F-1828A51C3A57}"/>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club case: A person is sorting a set of picture cards. The cards are mixed up. They say</a:t>
            </a:r>
          </a:p>
        </p:txBody>
      </p:sp>
      <p:sp>
        <p:nvSpPr>
          <p:cNvPr id="20" name="pupil-text">
            <a:extLst xmlns:a="http://schemas.openxmlformats.org/drawingml/2006/main">
              <a:ext uri="{FF2B5EF4-FFF2-40B4-BE49-F238E27FC236}">
                <a16:creationId xmlns:a16="http://schemas.microsoft.com/office/drawing/2014/main" id="{CDDBEC30-E229-4790-91DE-2110C448A0F1}"/>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they would like some help.</a:t>
            </a:r>
          </a:p>
        </p:txBody>
      </p:sp>
      <p:sp>
        <p:nvSpPr>
          <p:cNvPr id="21" name="pupil-text">
            <a:extLst xmlns:a="http://schemas.openxmlformats.org/drawingml/2006/main">
              <a:ext uri="{FF2B5EF4-FFF2-40B4-BE49-F238E27FC236}">
                <a16:creationId xmlns:a16="http://schemas.microsoft.com/office/drawing/2014/main" id="{35F51EF9-2BAF-4FDF-B50E-0EDFD519A535}"/>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helper could ask what sort of help is wanted, then help in that way. The person can change their</a:t>
            </a:r>
          </a:p>
        </p:txBody>
      </p:sp>
      <p:sp>
        <p:nvSpPr>
          <p:cNvPr id="22" name="pupil-text">
            <a:extLst xmlns:a="http://schemas.openxmlformats.org/drawingml/2006/main">
              <a:ext uri="{FF2B5EF4-FFF2-40B4-BE49-F238E27FC236}">
                <a16:creationId xmlns:a16="http://schemas.microsoft.com/office/drawing/2014/main" id="{5CB9F66B-6CAE-482E-993B-0B77706EF484}"/>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mind.</a:t>
            </a:r>
          </a:p>
        </p:txBody>
      </p:sp>
      <p:sp>
        <p:nvSpPr>
          <p:cNvPr id="23" name="pupil-text">
            <a:extLst xmlns:a="http://schemas.openxmlformats.org/drawingml/2006/main">
              <a:ext uri="{FF2B5EF4-FFF2-40B4-BE49-F238E27FC236}">
                <a16:creationId xmlns:a16="http://schemas.microsoft.com/office/drawing/2014/main" id="{87462091-27B8-4461-A512-39FDEDA28B54}"/>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plan for the made-up helper. You need not tell us about your life or promise to do the act.</a:t>
            </a:r>
          </a:p>
        </p:txBody>
      </p:sp>
      <p:sp>
        <p:nvSpPr>
          <p:cNvPr id="24" name="pupil-text">
            <a:extLst xmlns:a="http://schemas.openxmlformats.org/drawingml/2006/main">
              <a:ext uri="{FF2B5EF4-FFF2-40B4-BE49-F238E27FC236}">
                <a16:creationId xmlns:a16="http://schemas.microsoft.com/office/drawing/2014/main" id="{07E28495-9F3B-4B94-81B6-978CA2BC4012}"/>
              </a:ext>
            </a:extLst>
          </p:cNvPr>
          <p:cNvSpPr>
            <a:spLocks xmlns:a="http://schemas.openxmlformats.org/drawingml/2006/main" noGrp="1"/>
          </p:cNvSpPr>
          <p:nvPr/>
        </p:nvSpPr>
        <p:spPr>
          <a:xfrm xmlns:a="http://schemas.openxmlformats.org/drawingml/2006/main">
            <a:off x="457200" y="4400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Quiet reflection is a choice, not worship.</a:t>
            </a:r>
          </a:p>
        </p:txBody>
      </p:sp>
    </p:spTree>
    <p:extLst>
      <p:ext uri="{BB962C8B-B14F-4D97-AF65-F5344CB8AC3E}">
        <p14:creationId xmlns:p14="http://schemas.microsoft.com/office/powerpoint/2010/main" val="9703064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1FB5309-CD45-4E36-91E2-05177CF9094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663FA7D5-009A-4182-9BB7-5698496073D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01FDB80-D3E6-434D-AA5C-2DE929226E8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Model source — I Do only</a:t>
            </a:r>
          </a:p>
        </p:txBody>
      </p:sp>
      <p:sp>
        <p:nvSpPr>
          <p:cNvPr id="4" name="shape">
            <a:extLst xmlns:a="http://schemas.openxmlformats.org/drawingml/2006/main">
              <a:ext uri="{FF2B5EF4-FFF2-40B4-BE49-F238E27FC236}">
                <a16:creationId xmlns:a16="http://schemas.microsoft.com/office/drawing/2014/main" id="{26DA6BE7-D1D1-4534-B8BD-7339BD5EC37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9F83277-8A57-434D-9B7D-38A6F788E38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3FEBF93-8CBA-45C8-8FE6-B9EBE416002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86A002A-5932-4B36-8339-ED59D3C69AC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657AAC5-1D0C-453D-880F-67F4AE4BC06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9D84DF-CB44-4B42-8AA8-ECF800943B0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7E0DBEA-E4FA-41D6-A508-116B9DB018E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491F4D2C-FC59-4AD7-A2B9-F4AA7EBFFA6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D6F5974-8D1B-46B8-89F7-7821581C200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A634651-EE44-4FFD-82D7-AB077DEB814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36</a:t>
            </a:r>
          </a:p>
        </p:txBody>
      </p:sp>
      <p:sp>
        <p:nvSpPr>
          <p:cNvPr id="14" name="licence-footer">
            <a:extLst xmlns:a="http://schemas.openxmlformats.org/drawingml/2006/main">
              <a:ext uri="{FF2B5EF4-FFF2-40B4-BE49-F238E27FC236}">
                <a16:creationId xmlns:a16="http://schemas.microsoft.com/office/drawing/2014/main" id="{F4A6A230-A193-4495-A729-6FB7A66C1A7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5C3B9CB-35F9-40FB-B6B8-49B7964EF66F}"/>
              </a:ext>
            </a:extLst>
          </p:cNvPr>
          <p:cNvPicPr>
            <a:picLocks xmlns:a="http://schemas.openxmlformats.org/drawingml/2006/main" noChangeAspect="1"/>
          </p:cNvPicPr>
          <p:nvPr/>
        </p:nvPicPr>
        <p:blipFill>
          <a:blip xmlns:r="http://schemas.openxmlformats.org/officeDocument/2006/relationships" xmlns:a="http://schemas.openxmlformats.org/drawingml/2006/main" r:embed="Rab95ed411b9d45e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6989DF9-CED4-4387-AE0B-1E0F5DB4216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AD4E57E5-EC51-45DB-833E-5A02A93DC02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3EDEBD4F-208C-49C5-8DB2-CA4965B7479E}"/>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pupil-text">
            <a:extLst xmlns:a="http://schemas.openxmlformats.org/drawingml/2006/main">
              <a:ext uri="{FF2B5EF4-FFF2-40B4-BE49-F238E27FC236}">
                <a16:creationId xmlns:a16="http://schemas.microsoft.com/office/drawing/2014/main" id="{494AE2B4-0236-44F2-8507-2C20F88AD1C9}"/>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model case: A person has asked for help finding their own coat on a low peg. A helper plans</a:t>
            </a:r>
          </a:p>
        </p:txBody>
      </p:sp>
      <p:sp>
        <p:nvSpPr>
          <p:cNvPr id="20" name="pupil-text">
            <a:extLst xmlns:a="http://schemas.openxmlformats.org/drawingml/2006/main">
              <a:ext uri="{FF2B5EF4-FFF2-40B4-BE49-F238E27FC236}">
                <a16:creationId xmlns:a16="http://schemas.microsoft.com/office/drawing/2014/main" id="{DC2FE600-5A77-4141-BFC1-A86B692D571A}"/>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ask which coat and then point it out.</a:t>
            </a:r>
          </a:p>
        </p:txBody>
      </p:sp>
    </p:spTree>
    <p:extLst>
      <p:ext uri="{BB962C8B-B14F-4D97-AF65-F5344CB8AC3E}">
        <p14:creationId xmlns:p14="http://schemas.microsoft.com/office/powerpoint/2010/main" val="142563620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C578119-A4F7-431D-A9CE-985080D9060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CBA522F0-C0AF-46B8-A329-924C9E69D27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F53300CB-AFCA-4236-AC39-7BDFF503004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028B16C4-4E59-4682-B03B-B76A0A3D387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D4014D0-5772-4712-9D02-5EBE8ADC5BC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5A4DF5B-B5EE-473F-8D55-E51A763925D1}"/>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15626ED-FD1F-4650-BA18-3A4ED1D73D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9258F5A-EEE3-4998-B925-9A4A8870D66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849A8EF-1E79-4BEE-9876-5281222C51C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4127D44-5283-451B-BAA4-644D90B3378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41EA58AC-8140-4F70-A267-0D7AD8870B4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4731A97-A3E7-4276-90CA-9EEE9CEB3C5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71F0A42-2207-46D6-A1A3-62346C05161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36</a:t>
            </a:r>
          </a:p>
        </p:txBody>
      </p:sp>
      <p:sp>
        <p:nvSpPr>
          <p:cNvPr id="14" name="licence-footer">
            <a:extLst xmlns:a="http://schemas.openxmlformats.org/drawingml/2006/main">
              <a:ext uri="{FF2B5EF4-FFF2-40B4-BE49-F238E27FC236}">
                <a16:creationId xmlns:a16="http://schemas.microsoft.com/office/drawing/2014/main" id="{7A5741D8-C778-463B-A296-8948497E92B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95E993D-C874-4152-859D-9128F43476F1}"/>
              </a:ext>
            </a:extLst>
          </p:cNvPr>
          <p:cNvPicPr>
            <a:picLocks xmlns:a="http://schemas.openxmlformats.org/drawingml/2006/main" noChangeAspect="1"/>
          </p:cNvPicPr>
          <p:nvPr/>
        </p:nvPicPr>
        <p:blipFill>
          <a:blip xmlns:r="http://schemas.openxmlformats.org/officeDocument/2006/relationships" xmlns:a="http://schemas.openxmlformats.org/drawingml/2006/main" r:embed="R3692cb704d3e4a1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7B372A8-37E9-4733-8AA8-778513433F3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02216963-621C-4AC0-BCF0-BD8CB6FB389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82CBCBFC-E68B-402D-BD97-AC24A4DCB698}"/>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pupil-text">
            <a:extLst xmlns:a="http://schemas.openxmlformats.org/drawingml/2006/main">
              <a:ext uri="{FF2B5EF4-FFF2-40B4-BE49-F238E27FC236}">
                <a16:creationId xmlns:a16="http://schemas.microsoft.com/office/drawing/2014/main" id="{AA29C996-D5FD-4E67-A667-C04044394EB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Watch one step at a time.</a:t>
            </a:r>
          </a:p>
        </p:txBody>
      </p:sp>
    </p:spTree>
    <p:extLst>
      <p:ext uri="{BB962C8B-B14F-4D97-AF65-F5344CB8AC3E}">
        <p14:creationId xmlns:p14="http://schemas.microsoft.com/office/powerpoint/2010/main" val="6252519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EF3616D-FB6E-4CAC-A827-4C693AAE994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DA33B484-0FF3-4F91-9BCD-9CF68455CE3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8F2122B9-9700-4C2A-8C14-D85E84C7E48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D199D8B3-836D-4967-9801-D9612225174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7748304-7117-4ADD-9DA8-721DD30C371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E6CF7F2-480A-4081-BCA0-7B385D74354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3E2D52C-5F73-463D-8F60-6A86E169C25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DBB9D29-8C1E-4A43-86DC-80A0207883C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9AA7E9F-1173-435C-AA0E-6E77D0AC5B9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E2FCCD6-3B65-4EFB-B177-BFDFDAEB5FC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CD005176-3E1E-4A93-AE1F-EA1B7734060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2E8C0FDA-991B-46B4-B3BC-03A79C5A8A1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B4C79E3F-8F92-4730-ADC5-70E390E2B6B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36</a:t>
            </a:r>
          </a:p>
        </p:txBody>
      </p:sp>
      <p:sp>
        <p:nvSpPr>
          <p:cNvPr id="14" name="licence-footer">
            <a:extLst xmlns:a="http://schemas.openxmlformats.org/drawingml/2006/main">
              <a:ext uri="{FF2B5EF4-FFF2-40B4-BE49-F238E27FC236}">
                <a16:creationId xmlns:a16="http://schemas.microsoft.com/office/drawing/2014/main" id="{9675133E-AFD0-4491-8149-5FEB31244A2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4665BD1-F310-4709-8C5A-317527755B74}"/>
              </a:ext>
            </a:extLst>
          </p:cNvPr>
          <p:cNvPicPr>
            <a:picLocks xmlns:a="http://schemas.openxmlformats.org/drawingml/2006/main" noChangeAspect="1"/>
          </p:cNvPicPr>
          <p:nvPr/>
        </p:nvPicPr>
        <p:blipFill>
          <a:blip xmlns:r="http://schemas.openxmlformats.org/officeDocument/2006/relationships" xmlns:a="http://schemas.openxmlformats.org/drawingml/2006/main" r:embed="R35f6958f5dd54e8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CDFC6DA-F4D3-4E93-BBE6-793C3252258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0C279DF4-9375-4F66-A8A0-3544241A7F3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AE19E2C1-3253-4261-AB21-E710B80997A0}"/>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answer-text">
            <a:extLst xmlns:a="http://schemas.openxmlformats.org/drawingml/2006/main">
              <a:ext uri="{FF2B5EF4-FFF2-40B4-BE49-F238E27FC236}">
                <a16:creationId xmlns:a16="http://schemas.microsoft.com/office/drawing/2014/main" id="{FBD81F3F-BEA1-495D-973C-8DBDFDBC336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plan starts with a question about the wanted help. Then I point to the chosen coat. I do not</a:t>
            </a:r>
          </a:p>
        </p:txBody>
      </p:sp>
      <p:sp>
        <p:nvSpPr>
          <p:cNvPr id="20" name="answer-text">
            <a:extLst xmlns:a="http://schemas.openxmlformats.org/drawingml/2006/main">
              <a:ext uri="{FF2B5EF4-FFF2-40B4-BE49-F238E27FC236}">
                <a16:creationId xmlns:a16="http://schemas.microsoft.com/office/drawing/2014/main" id="{B35E6ABA-4C06-4DFF-875E-03D64F2B1B77}"/>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touch the person or their things without asking.</a:t>
            </a:r>
          </a:p>
        </p:txBody>
      </p:sp>
    </p:spTree>
    <p:extLst>
      <p:ext uri="{BB962C8B-B14F-4D97-AF65-F5344CB8AC3E}">
        <p14:creationId xmlns:p14="http://schemas.microsoft.com/office/powerpoint/2010/main" val="2022694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849F7338-FA03-44CA-9DD2-81298AF5F08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F7DE1025-2465-4A6D-B0D9-7197318F573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3B9B082B-1684-434D-9947-150E0CE4BF8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Class source — We Do only</a:t>
            </a:r>
          </a:p>
        </p:txBody>
      </p:sp>
      <p:sp>
        <p:nvSpPr>
          <p:cNvPr id="4" name="shape">
            <a:extLst xmlns:a="http://schemas.openxmlformats.org/drawingml/2006/main">
              <a:ext uri="{FF2B5EF4-FFF2-40B4-BE49-F238E27FC236}">
                <a16:creationId xmlns:a16="http://schemas.microsoft.com/office/drawing/2014/main" id="{2E32D31E-B045-4694-AA80-FE04AFD22BA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092E3C8-7ECB-4CF1-B36C-1FF991D4556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312C9DA-08F7-4E1C-A341-8D031FBB746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71C1A94-60B6-444F-91B0-910894D2943C}"/>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422F9D1-338E-45CB-A911-6310804EFD4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1703A1A-A558-4172-939A-5BBD54B17BC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6CF3967-9CCD-402F-8F11-36AB59F2812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8661AC48-3DFB-4C6B-88B6-396CADF10B5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5E3A2BA-96EF-46A0-A395-CB157C6AB06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A8A74051-CE66-4AE7-9025-B5E4B56996C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36</a:t>
            </a:r>
          </a:p>
        </p:txBody>
      </p:sp>
      <p:sp>
        <p:nvSpPr>
          <p:cNvPr id="14" name="licence-footer">
            <a:extLst xmlns:a="http://schemas.openxmlformats.org/drawingml/2006/main">
              <a:ext uri="{FF2B5EF4-FFF2-40B4-BE49-F238E27FC236}">
                <a16:creationId xmlns:a16="http://schemas.microsoft.com/office/drawing/2014/main" id="{3F375859-E980-4113-97F1-8DCA25055F8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7BC10A9-2F37-4796-9E9B-771CBA0796CA}"/>
              </a:ext>
            </a:extLst>
          </p:cNvPr>
          <p:cNvPicPr>
            <a:picLocks xmlns:a="http://schemas.openxmlformats.org/drawingml/2006/main" noChangeAspect="1"/>
          </p:cNvPicPr>
          <p:nvPr/>
        </p:nvPicPr>
        <p:blipFill>
          <a:blip xmlns:r="http://schemas.openxmlformats.org/officeDocument/2006/relationships" xmlns:a="http://schemas.openxmlformats.org/drawingml/2006/main" r:embed="R9240305fd6ba4bc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15B2469-D551-4DC2-8140-2871AE924B9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class case: A person asks for help to find a page. A helper can ask which page, then point</a:t>
            </a:r>
          </a:p>
        </p:txBody>
      </p:sp>
      <p:sp>
        <p:nvSpPr>
          <p:cNvPr id="17" name="pupil-text">
            <a:extLst xmlns:a="http://schemas.openxmlformats.org/drawingml/2006/main">
              <a:ext uri="{FF2B5EF4-FFF2-40B4-BE49-F238E27FC236}">
                <a16:creationId xmlns:a16="http://schemas.microsoft.com/office/drawing/2014/main" id="{B2173949-F611-4241-9B1F-6F84B8773DC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it. The person can say that no more help is needed.</a:t>
            </a:r>
          </a:p>
        </p:txBody>
      </p:sp>
      <p:sp>
        <p:nvSpPr>
          <p:cNvPr id="18" name="shape">
            <a:extLst xmlns:a="http://schemas.openxmlformats.org/drawingml/2006/main">
              <a:ext uri="{FF2B5EF4-FFF2-40B4-BE49-F238E27FC236}">
                <a16:creationId xmlns:a16="http://schemas.microsoft.com/office/drawing/2014/main" id="{B065FC2C-6A63-4432-B780-64B87928E672}"/>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A751962-F22F-40E0-8441-6D5C63643F1E}"/>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Tree>
    <p:extLst>
      <p:ext uri="{BB962C8B-B14F-4D97-AF65-F5344CB8AC3E}">
        <p14:creationId xmlns:p14="http://schemas.microsoft.com/office/powerpoint/2010/main" val="90462623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5814BA01-410E-4FF9-92D9-EFDC359301A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19476DB3-7D9E-468A-9229-577A74C5C3B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BBDC3F30-D083-4FA0-B7BA-800F38DDF73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8A0BD4F8-0170-42BF-85FF-6116F4744CD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F738CD9-4BF8-4CE3-893A-F81045226A4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E5A4512-B430-461A-B473-9291B2EB816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4DB00B9-F363-4AF5-9CFE-FE1DDA847BCF}"/>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BF4DBB8-9BAF-4AE3-9AD9-1D1A7212B2C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604165A-9A11-4A54-9BF3-12792C88218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AC1E9A0-0F5E-4973-9A34-83ACB095E01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BDC1D058-C245-4E27-B3B6-31FDC5B65F3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5CDDA9E-90B2-4BA0-953A-EC251D9D251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373C44CF-4081-4322-95CF-34D05B9D589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36</a:t>
            </a:r>
          </a:p>
        </p:txBody>
      </p:sp>
      <p:sp>
        <p:nvSpPr>
          <p:cNvPr id="14" name="licence-footer">
            <a:extLst xmlns:a="http://schemas.openxmlformats.org/drawingml/2006/main">
              <a:ext uri="{FF2B5EF4-FFF2-40B4-BE49-F238E27FC236}">
                <a16:creationId xmlns:a16="http://schemas.microsoft.com/office/drawing/2014/main" id="{A0C6C5EE-07AA-4549-9456-76CE7A84EE1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FF53129-0D18-42A3-98F6-AA8B37291830}"/>
              </a:ext>
            </a:extLst>
          </p:cNvPr>
          <p:cNvPicPr>
            <a:picLocks xmlns:a="http://schemas.openxmlformats.org/drawingml/2006/main" noChangeAspect="1"/>
          </p:cNvPicPr>
          <p:nvPr/>
        </p:nvPicPr>
        <p:blipFill>
          <a:blip xmlns:r="http://schemas.openxmlformats.org/officeDocument/2006/relationships" xmlns:a="http://schemas.openxmlformats.org/drawingml/2006/main" r:embed="R497edde00adf46d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A20455D-E91E-43EC-8084-A3C66D8212E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
        <p:nvSpPr>
          <p:cNvPr id="17" name="pupil-text">
            <a:extLst xmlns:a="http://schemas.openxmlformats.org/drawingml/2006/main">
              <a:ext uri="{FF2B5EF4-FFF2-40B4-BE49-F238E27FC236}">
                <a16:creationId xmlns:a16="http://schemas.microsoft.com/office/drawing/2014/main" id="{A86ED123-C39D-4074-BA68-19DC3D37054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a short kind plan for the helper. Keep the other person’s choice. Give one reason why the</a:t>
            </a:r>
          </a:p>
        </p:txBody>
      </p:sp>
      <p:sp>
        <p:nvSpPr>
          <p:cNvPr id="18" name="pupil-text">
            <a:extLst xmlns:a="http://schemas.openxmlformats.org/drawingml/2006/main">
              <a:ext uri="{FF2B5EF4-FFF2-40B4-BE49-F238E27FC236}">
                <a16:creationId xmlns:a16="http://schemas.microsoft.com/office/drawing/2014/main" id="{47206A98-1C7F-4478-A832-55BE9B65C42D}"/>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 fits.</a:t>
            </a:r>
          </a:p>
        </p:txBody>
      </p:sp>
      <p:sp>
        <p:nvSpPr>
          <p:cNvPr id="19" name="pupil-text">
            <a:extLst xmlns:a="http://schemas.openxmlformats.org/drawingml/2006/main">
              <a:ext uri="{FF2B5EF4-FFF2-40B4-BE49-F238E27FC236}">
                <a16:creationId xmlns:a16="http://schemas.microsoft.com/office/drawing/2014/main" id="{7015ACA3-7562-41C2-978F-12B553156564}"/>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Have a quiet try before the class check. You may pass.</a:t>
            </a:r>
          </a:p>
        </p:txBody>
      </p:sp>
      <p:sp>
        <p:nvSpPr>
          <p:cNvPr id="20" name="pupil-text">
            <a:extLst xmlns:a="http://schemas.openxmlformats.org/drawingml/2006/main">
              <a:ext uri="{FF2B5EF4-FFF2-40B4-BE49-F238E27FC236}">
                <a16:creationId xmlns:a16="http://schemas.microsoft.com/office/drawing/2014/main" id="{A6FD4209-A15E-4065-AEC9-76F5C5F5A814}"/>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Guided record: My first try [ ] / My own word or mark [ ] / My check [ ].</a:t>
            </a:r>
          </a:p>
        </p:txBody>
      </p:sp>
    </p:spTree>
    <p:extLst>
      <p:ext uri="{BB962C8B-B14F-4D97-AF65-F5344CB8AC3E}">
        <p14:creationId xmlns:p14="http://schemas.microsoft.com/office/powerpoint/2010/main" val="3465791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DEC3A511-DF5D-4695-8A6A-568017E987B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6A7EF20F-88C2-4611-A206-3D34EC2D365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750B3EE0-18FD-43D0-BF39-D7C4C3270B0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5390198B-1B54-43D6-8314-01A76928253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6EAAA2E-5D96-4AC7-98CA-C33EC7B8E7F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3C914A5-A0AC-40C5-AF96-FF8A0E22FE9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D37A629-4A52-407F-96C2-DF8FAA9ACBA9}"/>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332E30B-EDF3-426C-85B3-456F6D03100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77DE5F6-718C-4365-BD6F-86CF5E0153C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2D6FE1F-1C46-483A-BBB2-9E245351B44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48C479B9-9904-4B17-AD07-AD60C9601F6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5E03CFD-94D2-401A-87AA-E5479256323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3F9303D6-8301-4E2C-9F99-57A669626A0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36</a:t>
            </a:r>
          </a:p>
        </p:txBody>
      </p:sp>
      <p:sp>
        <p:nvSpPr>
          <p:cNvPr id="14" name="licence-footer">
            <a:extLst xmlns:a="http://schemas.openxmlformats.org/drawingml/2006/main">
              <a:ext uri="{FF2B5EF4-FFF2-40B4-BE49-F238E27FC236}">
                <a16:creationId xmlns:a16="http://schemas.microsoft.com/office/drawing/2014/main" id="{A1B7B2CC-25D1-478E-8713-0E3A6D6F1D5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E178A53-1C96-4D17-BDB7-F5EE4875D22E}"/>
              </a:ext>
            </a:extLst>
          </p:cNvPr>
          <p:cNvPicPr>
            <a:picLocks xmlns:a="http://schemas.openxmlformats.org/drawingml/2006/main" noChangeAspect="1"/>
          </p:cNvPicPr>
          <p:nvPr/>
        </p:nvPicPr>
        <p:blipFill>
          <a:blip xmlns:r="http://schemas.openxmlformats.org/officeDocument/2006/relationships" xmlns:a="http://schemas.openxmlformats.org/drawingml/2006/main" r:embed="R554214a130ee4db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4AF80E11-625C-44AB-B057-20B1A1DA694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Ask which page and point it out, stopping if no more help wanted. Linked reason: meets stated</a:t>
            </a:r>
          </a:p>
        </p:txBody>
      </p:sp>
      <p:sp>
        <p:nvSpPr>
          <p:cNvPr id="17" name="answer-text">
            <a:extLst xmlns:a="http://schemas.openxmlformats.org/drawingml/2006/main">
              <a:ext uri="{FF2B5EF4-FFF2-40B4-BE49-F238E27FC236}">
                <a16:creationId xmlns:a16="http://schemas.microsoft.com/office/drawing/2014/main" id="{DFE888E3-86BC-49F4-8AF1-DDE42143FE3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request without taking over.</a:t>
            </a:r>
          </a:p>
        </p:txBody>
      </p:sp>
    </p:spTree>
    <p:extLst>
      <p:ext uri="{BB962C8B-B14F-4D97-AF65-F5344CB8AC3E}">
        <p14:creationId xmlns:p14="http://schemas.microsoft.com/office/powerpoint/2010/main" val="6612057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DFD1633E-AECD-4AC4-845B-10CBF4BE9BE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A531796F-5462-4C2C-9B45-229E23CE5E4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8A571E2-8EA8-473C-B9A6-1441B73AAB8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50F4BA6D-977C-4ADC-ACB6-5AC060EEC52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4A2F5CF-0E6A-4B77-B5FC-453034DE0B0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11E68A4-55CA-47E8-A9CC-150FBE2AD98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90A4763-8D3D-4011-BD17-0155C0ED3F4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0E3834D-0244-4C2C-B174-EBED592BB64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B7867A9-B6C0-4EA0-BABF-73F5DF53A93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5E6271A-23DC-48DF-A804-C66FBE9DEFD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57B238B1-E2C3-4E12-88AB-5238E50F14E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AF8F091-E644-4FB2-A6F2-66490E75512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B50EFAB8-827D-4D03-AB9B-5D0B2271480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36</a:t>
            </a:r>
          </a:p>
        </p:txBody>
      </p:sp>
      <p:sp>
        <p:nvSpPr>
          <p:cNvPr id="14" name="licence-footer">
            <a:extLst xmlns:a="http://schemas.openxmlformats.org/drawingml/2006/main">
              <a:ext uri="{FF2B5EF4-FFF2-40B4-BE49-F238E27FC236}">
                <a16:creationId xmlns:a16="http://schemas.microsoft.com/office/drawing/2014/main" id="{B9A536E6-5719-4DB3-87FC-7FBDFDDA4B6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84DD1B7-8BDA-4296-A736-32AAD44146D3}"/>
              </a:ext>
            </a:extLst>
          </p:cNvPr>
          <p:cNvPicPr>
            <a:picLocks xmlns:a="http://schemas.openxmlformats.org/drawingml/2006/main" noChangeAspect="1"/>
          </p:cNvPicPr>
          <p:nvPr/>
        </p:nvPicPr>
        <p:blipFill>
          <a:blip xmlns:r="http://schemas.openxmlformats.org/officeDocument/2006/relationships" xmlns:a="http://schemas.openxmlformats.org/drawingml/2006/main" r:embed="R554ea41915644ca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7A60F1B-D57E-4A4C-AE90-9C65D856EE0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task and one check or change.</a:t>
            </a:r>
          </a:p>
        </p:txBody>
      </p:sp>
      <p:sp>
        <p:nvSpPr>
          <p:cNvPr id="17" name="pupil-text">
            <a:extLst xmlns:a="http://schemas.openxmlformats.org/drawingml/2006/main">
              <a:ext uri="{FF2B5EF4-FFF2-40B4-BE49-F238E27FC236}">
                <a16:creationId xmlns:a16="http://schemas.microsoft.com/office/drawing/2014/main" id="{FA3CFEC9-1F15-45CB-B34E-02F843F621D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7BE57FCD-18D7-4EDB-8530-C6831DE5B521}"/>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route with the adult. Try on your own first.</a:t>
            </a:r>
          </a:p>
        </p:txBody>
      </p:sp>
    </p:spTree>
    <p:extLst>
      <p:ext uri="{BB962C8B-B14F-4D97-AF65-F5344CB8AC3E}">
        <p14:creationId xmlns:p14="http://schemas.microsoft.com/office/powerpoint/2010/main" val="199730781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14026ED7-2615-4F36-90BF-3917189DF47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F670C0A4-E4C8-4700-98FF-5D9903246F4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54FAEC6-20ED-416E-9055-E392F016747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2EC417C-97D8-46F2-822F-37AABC87F61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2C0CA97-8C4C-4DF5-8A61-375C0120BE1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4217D92-271D-4682-ABD2-DA1AB31A882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766180B-A1A1-4242-9038-04319204528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1342226-3EA8-4038-8E97-4C8B9B1A047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2FABB37-51FB-4226-9938-0A4E4D86A82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D742D09-2902-4F58-9BEB-B1A3039A544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6C88787A-769C-4CB5-A593-7C2EC176A6E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4435AFE-6521-4950-8928-F1D3231C2E5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FF6DC0C2-FCEB-4D19-B708-9D461A4FEF7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36</a:t>
            </a:r>
          </a:p>
        </p:txBody>
      </p:sp>
      <p:sp>
        <p:nvSpPr>
          <p:cNvPr id="14" name="licence-footer">
            <a:extLst xmlns:a="http://schemas.openxmlformats.org/drawingml/2006/main">
              <a:ext uri="{FF2B5EF4-FFF2-40B4-BE49-F238E27FC236}">
                <a16:creationId xmlns:a16="http://schemas.microsoft.com/office/drawing/2014/main" id="{3186EEFE-260C-41BD-88F2-45B19D84D9B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FF82484-FA78-4442-9302-55BC22947127}"/>
              </a:ext>
            </a:extLst>
          </p:cNvPr>
          <p:cNvPicPr>
            <a:picLocks xmlns:a="http://schemas.openxmlformats.org/drawingml/2006/main" noChangeAspect="1"/>
          </p:cNvPicPr>
          <p:nvPr/>
        </p:nvPicPr>
        <p:blipFill>
          <a:blip xmlns:r="http://schemas.openxmlformats.org/officeDocument/2006/relationships" xmlns:a="http://schemas.openxmlformats.org/drawingml/2006/main" r:embed="R0ed15c32828840a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36496D0-971D-4BDF-9B3E-3B3D77A77ECC}"/>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CF03D60-B980-4307-85C2-B58E7E7011A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9CE23DDF-7F5C-4AB5-8BBA-ECB6FCD2A24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B4E82C3-F25D-409E-8F01-6BEC5E8A899E}"/>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DE1E9823-3C4A-4D9F-9A7E-15E8B6106BA7}"/>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FD20FBA-D3F5-4076-A48B-E44DA7721E6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case. Make your own choices.</a:t>
            </a:r>
          </a:p>
        </p:txBody>
      </p:sp>
      <p:sp>
        <p:nvSpPr>
          <p:cNvPr id="22" name="shape">
            <a:extLst xmlns:a="http://schemas.openxmlformats.org/drawingml/2006/main">
              <a:ext uri="{FF2B5EF4-FFF2-40B4-BE49-F238E27FC236}">
                <a16:creationId xmlns:a16="http://schemas.microsoft.com/office/drawing/2014/main" id="{18418E7C-AB2E-4740-A5A0-F23089239EF1}"/>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7E28601D-50A4-4133-93B2-898DE9DBD804}"/>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a kind plan for the club case, or choose your own safe made-up case. Name one small act and</a:t>
            </a:r>
          </a:p>
        </p:txBody>
      </p:sp>
      <p:sp>
        <p:nvSpPr>
          <p:cNvPr id="24" name="shape">
            <a:extLst xmlns:a="http://schemas.openxmlformats.org/drawingml/2006/main">
              <a:ext uri="{FF2B5EF4-FFF2-40B4-BE49-F238E27FC236}">
                <a16:creationId xmlns:a16="http://schemas.microsoft.com/office/drawing/2014/main" id="{7840C6CB-585B-4D46-8F78-6FE7EC4AFA8D}"/>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50470BA5-E3F5-4EAE-B830-E4A3CB549D35}"/>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you would check it is wanted. Say why it fits. Use kind, plan and choice in your words or marks.</a:t>
            </a:r>
          </a:p>
        </p:txBody>
      </p:sp>
      <p:sp>
        <p:nvSpPr>
          <p:cNvPr id="26" name="shape">
            <a:extLst xmlns:a="http://schemas.openxmlformats.org/drawingml/2006/main">
              <a:ext uri="{FF2B5EF4-FFF2-40B4-BE49-F238E27FC236}">
                <a16:creationId xmlns:a16="http://schemas.microsoft.com/office/drawing/2014/main" id="{0A0289B3-D8F3-43D9-BE4C-E895D84D9C40}"/>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095A2F7-3DBD-4F28-BBE7-6A50B8550CB1}"/>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is a plan, not a promise.</a:t>
            </a:r>
          </a:p>
        </p:txBody>
      </p:sp>
      <p:sp>
        <p:nvSpPr>
          <p:cNvPr id="28" name="shape">
            <a:extLst xmlns:a="http://schemas.openxmlformats.org/drawingml/2006/main">
              <a:ext uri="{FF2B5EF4-FFF2-40B4-BE49-F238E27FC236}">
                <a16:creationId xmlns:a16="http://schemas.microsoft.com/office/drawing/2014/main" id="{E85A7A7B-B629-4064-B14F-E2B8E4869DCE}"/>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F83F824B-F8D4-4D07-AA67-737D9D34DD9A}"/>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0" name="shape">
            <a:extLst xmlns:a="http://schemas.openxmlformats.org/drawingml/2006/main">
              <a:ext uri="{FF2B5EF4-FFF2-40B4-BE49-F238E27FC236}">
                <a16:creationId xmlns:a16="http://schemas.microsoft.com/office/drawing/2014/main" id="{F83612E2-68F2-4300-A4D6-99034A0029EB}"/>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2B23CB19-BB9B-4E31-823E-E78932E1F879}"/>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Kind act [ ] / How I check [ ] / Why it fits [ ] / Choice I keep [ ] / My check [ ].</a:t>
            </a:r>
          </a:p>
        </p:txBody>
      </p:sp>
      <p:sp>
        <p:nvSpPr>
          <p:cNvPr id="32" name="shape">
            <a:extLst xmlns:a="http://schemas.openxmlformats.org/drawingml/2006/main">
              <a:ext uri="{FF2B5EF4-FFF2-40B4-BE49-F238E27FC236}">
                <a16:creationId xmlns:a16="http://schemas.microsoft.com/office/drawing/2014/main" id="{1A6BB3F7-00AA-4B52-BD6A-A383ED687DF0}"/>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8CDF8448-13DD-4649-8DE9-045FCC0BEAAE}"/>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111497808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EDE1A0F-064E-4E41-8FD0-579CA4FFA3C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13923270-82E0-462D-8AE8-ABCB558F897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B966695-BCB2-4974-8A04-580CCD0E1DC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33A97B3-DE77-45E0-B5FA-12A3B58BBC5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BA73AB6-BC3E-4DAE-95EC-A7CC3B16D7D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BC4902E-5023-4710-AB6B-72C1954B776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7645E74-D4C4-4CE2-A7DA-CD1A07D532D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4F7DC46-32F9-47F5-BCF0-1A2C7F03900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CC31C53-B9C9-4D5A-BBDD-1637138FD38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E4EA2FC-4363-49B1-986B-420228A62C7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0E84E696-006E-487E-93E8-D0236DA2B4A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EAD7FD6-3D00-4ABE-B10F-C002193CCCC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4378675-1AAC-41B5-B5E8-58D7178EC05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36</a:t>
            </a:r>
          </a:p>
        </p:txBody>
      </p:sp>
      <p:sp>
        <p:nvSpPr>
          <p:cNvPr id="14" name="licence-footer">
            <a:extLst xmlns:a="http://schemas.openxmlformats.org/drawingml/2006/main">
              <a:ext uri="{FF2B5EF4-FFF2-40B4-BE49-F238E27FC236}">
                <a16:creationId xmlns:a16="http://schemas.microsoft.com/office/drawing/2014/main" id="{1B659D99-A010-4565-96DE-7612127E91E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8B90B56-7E1D-45BD-9A46-76C45BABD7CF}"/>
              </a:ext>
            </a:extLst>
          </p:cNvPr>
          <p:cNvPicPr>
            <a:picLocks xmlns:a="http://schemas.openxmlformats.org/drawingml/2006/main" noChangeAspect="1"/>
          </p:cNvPicPr>
          <p:nvPr/>
        </p:nvPicPr>
        <p:blipFill>
          <a:blip xmlns:r="http://schemas.openxmlformats.org/officeDocument/2006/relationships" xmlns:a="http://schemas.openxmlformats.org/drawingml/2006/main" r:embed="R81283c8cf2e544d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23A8544-C16C-4D17-BDB9-6541FA64E94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5B830F2-A76F-4A4E-8B06-8D6A6AF1F09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BDB6A561-DBDF-4B79-9809-888776A9484A}"/>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E702A98F-900A-4A6E-9EBE-A0487AE78B1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71225452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C5B5FF5F-A129-48BB-B6E1-13049AE6BB9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FEA9DAFB-F779-4C1C-91C1-3CE516853E4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A656DF9-ABA9-48F0-9894-8A8375C4B03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DAD08CE4-7630-4011-9832-996E37E38D8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EAE57D8-85E8-4850-8B60-13C63D0C35D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BD25A39-3EDE-4701-A2F4-38E502D4F12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2B292A7-BD24-4720-8386-778D390E881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E6DF9F5-1A37-49EF-B7FA-D0DB75B5B83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E3D9C26-5B33-4474-9FB0-769EC60D305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60B5F01-A210-4F70-9356-C077032B566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56A94819-0DB6-441C-A2F5-5F0D6DB7E17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4DFF9C1-2109-454E-921E-FAD5DA04A02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F493360A-00FF-4F69-8A1D-99AAEE3B8D0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36</a:t>
            </a:r>
          </a:p>
        </p:txBody>
      </p:sp>
      <p:sp>
        <p:nvSpPr>
          <p:cNvPr id="14" name="licence-footer">
            <a:extLst xmlns:a="http://schemas.openxmlformats.org/drawingml/2006/main">
              <a:ext uri="{FF2B5EF4-FFF2-40B4-BE49-F238E27FC236}">
                <a16:creationId xmlns:a16="http://schemas.microsoft.com/office/drawing/2014/main" id="{2B97674D-CED3-4FBF-B568-DD959402013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D90343A-6F7D-4FC5-B7B6-1BD634B47C75}"/>
              </a:ext>
            </a:extLst>
          </p:cNvPr>
          <p:cNvPicPr>
            <a:picLocks xmlns:a="http://schemas.openxmlformats.org/drawingml/2006/main" noChangeAspect="1"/>
          </p:cNvPicPr>
          <p:nvPr/>
        </p:nvPicPr>
        <p:blipFill>
          <a:blip xmlns:r="http://schemas.openxmlformats.org/officeDocument/2006/relationships" xmlns:a="http://schemas.openxmlformats.org/drawingml/2006/main" r:embed="R16560d0b4573455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02C2EFF-9D68-4619-8292-F11234953B4E}"/>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6B07A41-C847-42A4-BDBE-3F48F352B087}"/>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0654A2F0-4AF4-45EF-BFF2-E69B62CE2033}"/>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F98F567-1C19-48E6-A4E8-136095028F1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6989B183-7EFD-421D-B60F-E28B00295428}"/>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12ADF1F-42FB-4467-B3BF-770E4DBA7BD3}"/>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Take one step at a time. You choose.</a:t>
            </a:r>
          </a:p>
        </p:txBody>
      </p:sp>
      <p:sp>
        <p:nvSpPr>
          <p:cNvPr id="22" name="shape">
            <a:extLst xmlns:a="http://schemas.openxmlformats.org/drawingml/2006/main">
              <a:ext uri="{FF2B5EF4-FFF2-40B4-BE49-F238E27FC236}">
                <a16:creationId xmlns:a16="http://schemas.microsoft.com/office/drawing/2014/main" id="{B60AE3BB-FE98-4E3D-83A5-2F8481FD34FF}"/>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A2FDE229-8FCD-4BC4-823A-CB2491452C8A}"/>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a kind plan for the club case, or choose your own safe made-up case. Name one small act and</a:t>
            </a:r>
          </a:p>
        </p:txBody>
      </p:sp>
      <p:sp>
        <p:nvSpPr>
          <p:cNvPr id="24" name="shape">
            <a:extLst xmlns:a="http://schemas.openxmlformats.org/drawingml/2006/main">
              <a:ext uri="{FF2B5EF4-FFF2-40B4-BE49-F238E27FC236}">
                <a16:creationId xmlns:a16="http://schemas.microsoft.com/office/drawing/2014/main" id="{CC8CBA84-7033-4451-9A5F-19FADBBE0DAD}"/>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CED33C3-9D25-4DA1-B953-74610B6D59B6}"/>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you would check it is wanted. Say why it fits. Use kind, plan and choice in your words or marks.</a:t>
            </a:r>
          </a:p>
        </p:txBody>
      </p:sp>
      <p:sp>
        <p:nvSpPr>
          <p:cNvPr id="26" name="shape">
            <a:extLst xmlns:a="http://schemas.openxmlformats.org/drawingml/2006/main">
              <a:ext uri="{FF2B5EF4-FFF2-40B4-BE49-F238E27FC236}">
                <a16:creationId xmlns:a16="http://schemas.microsoft.com/office/drawing/2014/main" id="{A18E2FE4-6048-4F74-94EB-45EDDB9B53C7}"/>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8164BBFB-B021-45F7-90FD-F9A32963E25D}"/>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is a plan, not a promise.</a:t>
            </a:r>
          </a:p>
        </p:txBody>
      </p:sp>
      <p:sp>
        <p:nvSpPr>
          <p:cNvPr id="28" name="shape">
            <a:extLst xmlns:a="http://schemas.openxmlformats.org/drawingml/2006/main">
              <a:ext uri="{FF2B5EF4-FFF2-40B4-BE49-F238E27FC236}">
                <a16:creationId xmlns:a16="http://schemas.microsoft.com/office/drawing/2014/main" id="{C27D2C57-E625-4FD4-9BC3-06CFE07A6402}"/>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0EF51B40-E167-42C9-B1B7-1443F4C19712}"/>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Use two steps: check what is wanted, then one small act. You can point and an adult can record</a:t>
            </a:r>
          </a:p>
        </p:txBody>
      </p:sp>
      <p:sp>
        <p:nvSpPr>
          <p:cNvPr id="30" name="shape">
            <a:extLst xmlns:a="http://schemas.openxmlformats.org/drawingml/2006/main">
              <a:ext uri="{FF2B5EF4-FFF2-40B4-BE49-F238E27FC236}">
                <a16:creationId xmlns:a16="http://schemas.microsoft.com/office/drawing/2014/main" id="{370622AA-85CB-4BE6-8807-4407FF25199D}"/>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DD4F4CC7-A2AB-43A3-BFE0-ED9BCDE69BC7}"/>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your plan.</a:t>
            </a:r>
          </a:p>
        </p:txBody>
      </p:sp>
      <p:sp>
        <p:nvSpPr>
          <p:cNvPr id="32" name="shape">
            <a:extLst xmlns:a="http://schemas.openxmlformats.org/drawingml/2006/main">
              <a:ext uri="{FF2B5EF4-FFF2-40B4-BE49-F238E27FC236}">
                <a16:creationId xmlns:a16="http://schemas.microsoft.com/office/drawing/2014/main" id="{6A1E2917-A692-4E0D-A244-9E0032D368D3}"/>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F9436D74-DA02-4AE8-9469-99F02E0FAEFC}"/>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Kind act [ ] / How I check [ ] / Why it fits [ ] / Choice I keep [ ] / My check [ ].</a:t>
            </a:r>
          </a:p>
        </p:txBody>
      </p:sp>
      <p:sp>
        <p:nvSpPr>
          <p:cNvPr id="34" name="shape">
            <a:extLst xmlns:a="http://schemas.openxmlformats.org/drawingml/2006/main">
              <a:ext uri="{FF2B5EF4-FFF2-40B4-BE49-F238E27FC236}">
                <a16:creationId xmlns:a16="http://schemas.microsoft.com/office/drawing/2014/main" id="{23A6A265-8751-48C9-A190-63F070F250CA}"/>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4C4B5829-8C1A-4B70-B51E-F30DC1706287}"/>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180133120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7046398-DAE4-4FA3-B2D2-93BD5EAAF42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073F88BC-0891-4E2D-A9BF-61B27CB8C97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0512789-5E73-4C6D-9C86-855280DC8CA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EBBB919-737B-41A5-88B6-DAA4D2A497C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F03F0A5-5974-4F77-854F-FA8DEDF23B7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CF751EB-632C-4DB2-930B-184C47146D3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2DDE009-F3F3-4564-9B1B-C88ED175519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D6E0932-2342-4188-B0DC-2F27F62D8B1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7928D6A-426C-4610-9361-6AA59657B8E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2BF1726-4872-4CB1-ADE8-2E5E0D24E78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E8F3B5C4-1A8A-4529-8E2A-5C4088FDA1A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67B87C4F-71F8-4217-89F2-391961F27F9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0D7EEF5-F4B3-42EF-8E3D-DE5FC5D6B5D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36</a:t>
            </a:r>
          </a:p>
        </p:txBody>
      </p:sp>
      <p:sp>
        <p:nvSpPr>
          <p:cNvPr id="14" name="licence-footer">
            <a:extLst xmlns:a="http://schemas.openxmlformats.org/drawingml/2006/main">
              <a:ext uri="{FF2B5EF4-FFF2-40B4-BE49-F238E27FC236}">
                <a16:creationId xmlns:a16="http://schemas.microsoft.com/office/drawing/2014/main" id="{FF4B2A73-A3FB-4FDA-A17B-44F23610E52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B74F75F-86DA-4D3C-8462-9FF9E43B19BB}"/>
              </a:ext>
            </a:extLst>
          </p:cNvPr>
          <p:cNvPicPr>
            <a:picLocks xmlns:a="http://schemas.openxmlformats.org/drawingml/2006/main" noChangeAspect="1"/>
          </p:cNvPicPr>
          <p:nvPr/>
        </p:nvPicPr>
        <p:blipFill>
          <a:blip xmlns:r="http://schemas.openxmlformats.org/officeDocument/2006/relationships" xmlns:a="http://schemas.openxmlformats.org/drawingml/2006/main" r:embed="Rd5a254766a11478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79651150-C238-4ACA-997F-E934382BEDA9}"/>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738341D-6A12-4960-86DA-F0F21904945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609910A7-3461-40B0-9FD3-4C293B350A6D}"/>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0B29043-FA01-44EB-89FF-CB74C3091BA7}"/>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42190903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B211A419-9390-4C50-BCBB-DB46895FEF0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B5436C30-E8EA-4F7A-979B-B8E51426E35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B2EA54D-1C47-4C33-BDB6-7245632054F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DAD96E81-B053-4E68-96B0-6130271ACB8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B54D6D6-1DCF-4FEF-A5DA-5A4F9448A7F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10D5B23-11A6-4A64-A85C-20D91E339F0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99CCB4F-E8F5-47D4-AA45-072A0C34864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579DCD6-A38A-4654-BD9F-D9306E825FCB}"/>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B59824D-1525-4A6E-B0EF-7C9476F35AE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DCE1ACC-5331-4CB4-A378-765704CD3F6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E03B3F2F-B2A8-4B04-80A8-616966A8FCA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C3D048E-F71A-46AF-8D8F-264FBFE4F3A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AD9C8E5-F372-4D9E-948C-7CB697C40AD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36</a:t>
            </a:r>
          </a:p>
        </p:txBody>
      </p:sp>
      <p:sp>
        <p:nvSpPr>
          <p:cNvPr id="14" name="licence-footer">
            <a:extLst xmlns:a="http://schemas.openxmlformats.org/drawingml/2006/main">
              <a:ext uri="{FF2B5EF4-FFF2-40B4-BE49-F238E27FC236}">
                <a16:creationId xmlns:a16="http://schemas.microsoft.com/office/drawing/2014/main" id="{6343FF2C-BBD6-4DFD-A7CC-F4B6C7FD59D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4CD842A-3F5D-4BE9-8AAC-452DB9859BC7}"/>
              </a:ext>
            </a:extLst>
          </p:cNvPr>
          <p:cNvPicPr>
            <a:picLocks xmlns:a="http://schemas.openxmlformats.org/drawingml/2006/main" noChangeAspect="1"/>
          </p:cNvPicPr>
          <p:nvPr/>
        </p:nvPicPr>
        <p:blipFill>
          <a:blip xmlns:r="http://schemas.openxmlformats.org/officeDocument/2006/relationships" xmlns:a="http://schemas.openxmlformats.org/drawingml/2006/main" r:embed="Ra95b201686e24ef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5034804-03EF-483A-AB41-5314A65F1DCF}"/>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837B0FB-8D2C-4BC7-842C-A30678399C0E}"/>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0B0B0DB6-076C-4AD5-805E-D00564500A21}"/>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48B50D3-E646-49A2-A8FF-023A7D5CF1BF}"/>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10867046-D71C-43CA-8E90-A46FB557D58F}"/>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6D33025-CA8F-46B5-B8BB-C46311BF1ED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then add your own words.</a:t>
            </a:r>
          </a:p>
        </p:txBody>
      </p:sp>
      <p:sp>
        <p:nvSpPr>
          <p:cNvPr id="22" name="shape">
            <a:extLst xmlns:a="http://schemas.openxmlformats.org/drawingml/2006/main">
              <a:ext uri="{FF2B5EF4-FFF2-40B4-BE49-F238E27FC236}">
                <a16:creationId xmlns:a16="http://schemas.microsoft.com/office/drawing/2014/main" id="{F0033B04-EA01-45DC-8331-C823B21A41AE}"/>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0CFB168E-AF10-47A7-B17B-0987C18994F4}"/>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a kind plan for the club case, or choose your own safe made-up case. Name one small act and</a:t>
            </a:r>
          </a:p>
        </p:txBody>
      </p:sp>
      <p:sp>
        <p:nvSpPr>
          <p:cNvPr id="24" name="shape">
            <a:extLst xmlns:a="http://schemas.openxmlformats.org/drawingml/2006/main">
              <a:ext uri="{FF2B5EF4-FFF2-40B4-BE49-F238E27FC236}">
                <a16:creationId xmlns:a16="http://schemas.microsoft.com/office/drawing/2014/main" id="{33D76858-5EED-4604-9350-68290E0B8914}"/>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3248EE0-E61B-451E-8B06-8F910729B385}"/>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you would check it is wanted. Say why it fits. Use kind, plan and choice in your words or marks.</a:t>
            </a:r>
          </a:p>
        </p:txBody>
      </p:sp>
      <p:sp>
        <p:nvSpPr>
          <p:cNvPr id="26" name="shape">
            <a:extLst xmlns:a="http://schemas.openxmlformats.org/drawingml/2006/main">
              <a:ext uri="{FF2B5EF4-FFF2-40B4-BE49-F238E27FC236}">
                <a16:creationId xmlns:a16="http://schemas.microsoft.com/office/drawing/2014/main" id="{C34AC3F9-4885-4CB5-9237-983977EF268E}"/>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6F97E1B-38C6-4C3B-A549-3E8F2AE872F8}"/>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is a plan, not a promise.</a:t>
            </a:r>
          </a:p>
        </p:txBody>
      </p:sp>
      <p:sp>
        <p:nvSpPr>
          <p:cNvPr id="28" name="shape">
            <a:extLst xmlns:a="http://schemas.openxmlformats.org/drawingml/2006/main">
              <a:ext uri="{FF2B5EF4-FFF2-40B4-BE49-F238E27FC236}">
                <a16:creationId xmlns:a16="http://schemas.microsoft.com/office/drawing/2014/main" id="{47A72DA4-80F4-4222-B034-27CC3102F480}"/>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3B7BCBB5-D61A-4849-A8F3-37F37161603C}"/>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start: ask what help is wanted / take over the whole task. Add your own word or phrase</a:t>
            </a:r>
          </a:p>
        </p:txBody>
      </p:sp>
      <p:sp>
        <p:nvSpPr>
          <p:cNvPr id="30" name="shape">
            <a:extLst xmlns:a="http://schemas.openxmlformats.org/drawingml/2006/main">
              <a:ext uri="{FF2B5EF4-FFF2-40B4-BE49-F238E27FC236}">
                <a16:creationId xmlns:a16="http://schemas.microsoft.com/office/drawing/2014/main" id="{385F545B-366F-483A-A990-01A0A4808749}"/>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EF3394D-139F-458A-A3FF-7C0C2DBCEB36}"/>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the next kind act. Say how the person keeps a choice.</a:t>
            </a:r>
          </a:p>
        </p:txBody>
      </p:sp>
      <p:sp>
        <p:nvSpPr>
          <p:cNvPr id="32" name="shape">
            <a:extLst xmlns:a="http://schemas.openxmlformats.org/drawingml/2006/main">
              <a:ext uri="{FF2B5EF4-FFF2-40B4-BE49-F238E27FC236}">
                <a16:creationId xmlns:a16="http://schemas.microsoft.com/office/drawing/2014/main" id="{20355204-E77C-4B99-A49E-09F916F0B1A4}"/>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14315FAF-D6C2-4B6C-9301-F0774217C4B0}"/>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4" name="shape">
            <a:extLst xmlns:a="http://schemas.openxmlformats.org/drawingml/2006/main">
              <a:ext uri="{FF2B5EF4-FFF2-40B4-BE49-F238E27FC236}">
                <a16:creationId xmlns:a16="http://schemas.microsoft.com/office/drawing/2014/main" id="{CBD243DF-71AB-4440-AA12-0857B20743CF}"/>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A477C4E2-8674-405B-8D31-483B66986BF1}"/>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Kind act [ ] / How I check [ ] / Why it fits [ ] / Choice I keep [ ] / My check [ ].</a:t>
            </a:r>
          </a:p>
        </p:txBody>
      </p:sp>
    </p:spTree>
    <p:extLst>
      <p:ext uri="{BB962C8B-B14F-4D97-AF65-F5344CB8AC3E}">
        <p14:creationId xmlns:p14="http://schemas.microsoft.com/office/powerpoint/2010/main" val="58389714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493C21FD-FEF1-45AD-8FD6-5ABB3FA94C7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80921D55-28C0-4A41-8206-D4808F2549D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4332563-516C-4F1B-97A5-2CDBDE43D23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272046D2-A2D7-48ED-9C14-C1A6DE35B23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9B27BEF-64FE-432A-9C3B-B68C08D9CC7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3A254C3-3150-4BB0-B5AF-D7E125C5002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FFB4528-1D62-44CF-B670-DA704029A10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310EC41-76C5-4639-8E13-710CF0D7769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3FD1C81-1AC6-4CE0-8AD5-662F75C2E87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16F3346-BBE9-468E-A011-6F8F256768E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DA2A86FF-083E-4E8B-8846-68DD827F6BB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6AC1C34-B51D-41A2-A5AA-743F9BF6E99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3B75CF6-807C-4275-812B-EB4FFFF401F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36</a:t>
            </a:r>
          </a:p>
        </p:txBody>
      </p:sp>
      <p:sp>
        <p:nvSpPr>
          <p:cNvPr id="14" name="licence-footer">
            <a:extLst xmlns:a="http://schemas.openxmlformats.org/drawingml/2006/main">
              <a:ext uri="{FF2B5EF4-FFF2-40B4-BE49-F238E27FC236}">
                <a16:creationId xmlns:a16="http://schemas.microsoft.com/office/drawing/2014/main" id="{D43FEED2-E912-4691-B7F7-BD2FD2C5C44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4B8DDD2-A328-4CDF-BB39-99E0BE14B8C6}"/>
              </a:ext>
            </a:extLst>
          </p:cNvPr>
          <p:cNvPicPr>
            <a:picLocks xmlns:a="http://schemas.openxmlformats.org/drawingml/2006/main" noChangeAspect="1"/>
          </p:cNvPicPr>
          <p:nvPr/>
        </p:nvPicPr>
        <p:blipFill>
          <a:blip xmlns:r="http://schemas.openxmlformats.org/officeDocument/2006/relationships" xmlns:a="http://schemas.openxmlformats.org/drawingml/2006/main" r:embed="R37c7a502188f497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6C92939E-AE0A-4214-AA57-41F9D5BD75B3}"/>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DDF7EE3D-580A-4FB8-96D9-BE2DA826B01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6BD3B71B-7525-4497-94BF-38E4A64D3633}"/>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5CBD7A8-FC35-437F-B167-26D8DD5A97B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956E88E3-55CC-406D-8AF7-56B0650CBBB4}"/>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EC1C49E-E34E-43A3-9767-8D303E3CFE14}"/>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97263862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3EAA2DB4-3B58-4DD9-86AB-CA61C6DB19A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8C4B5F27-27D0-4724-9F6B-27A4E30FB02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6B3A0B4-B440-47D2-9D71-DFBAC6C3A73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6D8CEC6-DAE6-466F-847D-99194E28A4E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20A26D9-A829-45BF-8B17-7BD88733AC0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1CB0B95-9DDF-4C09-939D-CA5DF1F7D0D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3F8269A-60A9-45C9-9C15-EBEB230438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9DFDB8C-42D8-4F6E-8024-5F5A0DE9101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C2273B9-D8EA-43E6-8DC3-B2DF48E4B2E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B65EB43-F487-49DB-AF84-0CB0533AC36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9CE6D197-EFD4-499F-A8E6-DC2D5118678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4369B9F-F79B-4C3F-8C8A-EE65185471B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773AC804-1D77-4922-A4C1-BFA24713FB9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36</a:t>
            </a:r>
          </a:p>
        </p:txBody>
      </p:sp>
      <p:sp>
        <p:nvSpPr>
          <p:cNvPr id="14" name="licence-footer">
            <a:extLst xmlns:a="http://schemas.openxmlformats.org/drawingml/2006/main">
              <a:ext uri="{FF2B5EF4-FFF2-40B4-BE49-F238E27FC236}">
                <a16:creationId xmlns:a16="http://schemas.microsoft.com/office/drawing/2014/main" id="{9A538008-96C6-44EE-9583-ED89C286BAE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0487407-9449-43C4-88E5-B81B8C0B0A96}"/>
              </a:ext>
            </a:extLst>
          </p:cNvPr>
          <p:cNvPicPr>
            <a:picLocks xmlns:a="http://schemas.openxmlformats.org/drawingml/2006/main" noChangeAspect="1"/>
          </p:cNvPicPr>
          <p:nvPr/>
        </p:nvPicPr>
        <p:blipFill>
          <a:blip xmlns:r="http://schemas.openxmlformats.org/officeDocument/2006/relationships" xmlns:a="http://schemas.openxmlformats.org/drawingml/2006/main" r:embed="R10e9f33971ae49f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CCBA60E-1A9B-460B-88BC-CC7F7CB023E5}"/>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0ADD84D-188E-4D45-9EC5-469D293403F0}"/>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97636940-6F40-444A-8BA7-94D6BCC7E765}"/>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2CEEE90-C7C5-40B0-AAC7-0D30E99DEDBB}"/>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791DF411-F5F6-4FB8-A5C8-32F6293F4B75}"/>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56FE026-CDFF-4FC9-A04C-9181228AE5D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 the task, then the extra part.</a:t>
            </a:r>
          </a:p>
        </p:txBody>
      </p:sp>
      <p:sp>
        <p:nvSpPr>
          <p:cNvPr id="22" name="shape">
            <a:extLst xmlns:a="http://schemas.openxmlformats.org/drawingml/2006/main">
              <a:ext uri="{FF2B5EF4-FFF2-40B4-BE49-F238E27FC236}">
                <a16:creationId xmlns:a16="http://schemas.microsoft.com/office/drawing/2014/main" id="{049E7556-22E4-4E9A-8B76-159441B19F24}"/>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7640C712-200E-4DE8-8E89-FE137346E764}"/>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a kind plan for the club case, or choose your own safe made-up case. Name one small act and</a:t>
            </a:r>
          </a:p>
        </p:txBody>
      </p:sp>
      <p:sp>
        <p:nvSpPr>
          <p:cNvPr id="24" name="shape">
            <a:extLst xmlns:a="http://schemas.openxmlformats.org/drawingml/2006/main">
              <a:ext uri="{FF2B5EF4-FFF2-40B4-BE49-F238E27FC236}">
                <a16:creationId xmlns:a16="http://schemas.microsoft.com/office/drawing/2014/main" id="{A8293657-549B-4857-B262-7C945504DF67}"/>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24FA73F-6764-4F54-AEC7-008B201A920A}"/>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you would check it is wanted. Say why it fits. Use kind, plan and choice in your words or marks.</a:t>
            </a:r>
          </a:p>
        </p:txBody>
      </p:sp>
      <p:sp>
        <p:nvSpPr>
          <p:cNvPr id="26" name="shape">
            <a:extLst xmlns:a="http://schemas.openxmlformats.org/drawingml/2006/main">
              <a:ext uri="{FF2B5EF4-FFF2-40B4-BE49-F238E27FC236}">
                <a16:creationId xmlns:a16="http://schemas.microsoft.com/office/drawing/2014/main" id="{D311286E-E3DE-41FB-B0A9-542E2ED67524}"/>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B392236-3BC9-4B9F-86E0-CD621B86793F}"/>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is a plan, not a promise.</a:t>
            </a:r>
          </a:p>
        </p:txBody>
      </p:sp>
      <p:sp>
        <p:nvSpPr>
          <p:cNvPr id="28" name="shape">
            <a:extLst xmlns:a="http://schemas.openxmlformats.org/drawingml/2006/main">
              <a:ext uri="{FF2B5EF4-FFF2-40B4-BE49-F238E27FC236}">
                <a16:creationId xmlns:a16="http://schemas.microsoft.com/office/drawing/2014/main" id="{BAF5200F-762F-44E9-8BA5-3C83459C6C8D}"/>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23E8FD3F-9324-40AD-A314-F836010229BB}"/>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 how your plan would change if the person said no more help was needed.</a:t>
            </a:r>
          </a:p>
        </p:txBody>
      </p:sp>
      <p:sp>
        <p:nvSpPr>
          <p:cNvPr id="30" name="shape">
            <a:extLst xmlns:a="http://schemas.openxmlformats.org/drawingml/2006/main">
              <a:ext uri="{FF2B5EF4-FFF2-40B4-BE49-F238E27FC236}">
                <a16:creationId xmlns:a16="http://schemas.microsoft.com/office/drawing/2014/main" id="{6DCE09D8-E4D2-4C17-95CA-0B758AE2B4EF}"/>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40284EC-9C55-4981-9602-75A52B38179A}"/>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2" name="shape">
            <a:extLst xmlns:a="http://schemas.openxmlformats.org/drawingml/2006/main">
              <a:ext uri="{FF2B5EF4-FFF2-40B4-BE49-F238E27FC236}">
                <a16:creationId xmlns:a16="http://schemas.microsoft.com/office/drawing/2014/main" id="{8AE0FB07-1CB5-4620-A247-9C1D42C3C6C9}"/>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242E33C3-CAEE-4152-93DF-8A54BDC923AF}"/>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Kind act [ ] / How I check [ ] / Why it fits [ ] / Choice I keep [ ] / My check [ ].</a:t>
            </a:r>
          </a:p>
        </p:txBody>
      </p:sp>
    </p:spTree>
    <p:extLst>
      <p:ext uri="{BB962C8B-B14F-4D97-AF65-F5344CB8AC3E}">
        <p14:creationId xmlns:p14="http://schemas.microsoft.com/office/powerpoint/2010/main" val="39759823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EDC4DAF-6A8C-4C8F-8A63-AF6E2766D57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2453C289-65D8-41A3-9EBB-C0608E9CA12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0C60F9B-8EF8-4BDD-863E-D9C7011182C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39A376A-62D8-4EE2-89FC-AD6D4D88DE5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CBC737A-8FE2-4B7E-A0C0-18D3A1B0158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7A2DE65-0D5B-4824-8C52-605E8BE1362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BE34458-534E-4BD1-AB23-89A90217A2D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D04ACD3-6987-4424-B62C-FDC2FC59C01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4DF8CDB-0638-4314-9477-4F84E9EE6A5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A75BADF-4CCD-4ACC-861C-FF90D9A9EA4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58727F0B-C2E9-4D95-842B-7EC79D0B3D3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08CC5EE-9726-4C1C-A2AE-4084A80DF92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E01A877-886B-4F08-B09D-06D43A332F6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36</a:t>
            </a:r>
          </a:p>
        </p:txBody>
      </p:sp>
      <p:sp>
        <p:nvSpPr>
          <p:cNvPr id="14" name="licence-footer">
            <a:extLst xmlns:a="http://schemas.openxmlformats.org/drawingml/2006/main">
              <a:ext uri="{FF2B5EF4-FFF2-40B4-BE49-F238E27FC236}">
                <a16:creationId xmlns:a16="http://schemas.microsoft.com/office/drawing/2014/main" id="{DF7C4B8C-5D4C-4A61-BB9F-BE29EE28139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D27BBED-24D8-48D3-AAD0-8BAAED80E988}"/>
              </a:ext>
            </a:extLst>
          </p:cNvPr>
          <p:cNvPicPr>
            <a:picLocks xmlns:a="http://schemas.openxmlformats.org/drawingml/2006/main" noChangeAspect="1"/>
          </p:cNvPicPr>
          <p:nvPr/>
        </p:nvPicPr>
        <p:blipFill>
          <a:blip xmlns:r="http://schemas.openxmlformats.org/officeDocument/2006/relationships" xmlns:a="http://schemas.openxmlformats.org/drawingml/2006/main" r:embed="Rc7b1430777004e7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EF01925-AE66-40B4-B191-B40F8EAA25C5}"/>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75FF5A7B-5CAB-4057-8417-04C072BDB35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03C2B2A6-78EF-42B8-AE37-A38F789663E5}"/>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B1FCFE5-1CD6-446F-9437-CB8E49C7D62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38BFADB1-1EE4-4EB5-BFCD-52D6566DCABB}"/>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38AE5C6-9DF2-466A-859E-436C82CF6FB2}"/>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9858367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81B51C0-415F-4B00-B6DA-1200FB31CB4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0150F962-6A04-4AFD-B9F7-8D248905EFB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49833B18-37B1-4C21-98EB-7DABC739A63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DB8C3254-B832-460F-8DC5-9A2FD39E2CD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B495E79-7CD2-4F8D-8F2C-B6EEF2ED7AE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A75DD75-3C41-4F52-A26C-D80623BA10B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4B2917C-DBEA-460F-B2BF-02ED6568677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5E42EB8-7DED-4FFD-AF02-DC585854321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D12BA89-5985-46B5-875C-6447A742538F}"/>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417C7F2-CC16-4078-ADA3-275C3CF93F1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6BFE9673-9F5D-404D-8610-E07BB0F4BA3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8F2EE64-9FC6-4F11-A6C9-0B3E6F09EE6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C78DD40-8015-4FBA-9CF7-207C39A9FDE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36</a:t>
            </a:r>
          </a:p>
        </p:txBody>
      </p:sp>
      <p:sp>
        <p:nvSpPr>
          <p:cNvPr id="14" name="licence-footer">
            <a:extLst xmlns:a="http://schemas.openxmlformats.org/drawingml/2006/main">
              <a:ext uri="{FF2B5EF4-FFF2-40B4-BE49-F238E27FC236}">
                <a16:creationId xmlns:a16="http://schemas.microsoft.com/office/drawing/2014/main" id="{A5FACDDB-F4F5-466E-B272-ECFAD3B62A1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7FF5859-AF4B-4B35-9AA6-D196D166514F}"/>
              </a:ext>
            </a:extLst>
          </p:cNvPr>
          <p:cNvPicPr>
            <a:picLocks xmlns:a="http://schemas.openxmlformats.org/drawingml/2006/main" noChangeAspect="1"/>
          </p:cNvPicPr>
          <p:nvPr/>
        </p:nvPicPr>
        <p:blipFill>
          <a:blip xmlns:r="http://schemas.openxmlformats.org/officeDocument/2006/relationships" xmlns:a="http://schemas.openxmlformats.org/drawingml/2006/main" r:embed="R378aa68d8dfd497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082EB3A-50FC-4C3F-A86F-A114C8CA3B6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5839C46B-8F54-4433-A147-3AAF4E657B47}"/>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only the fresh source. You may pass.</a:t>
            </a:r>
          </a:p>
        </p:txBody>
      </p:sp>
      <p:sp>
        <p:nvSpPr>
          <p:cNvPr id="18" name="pupil-text">
            <a:extLst xmlns:a="http://schemas.openxmlformats.org/drawingml/2006/main">
              <a:ext uri="{FF2B5EF4-FFF2-40B4-BE49-F238E27FC236}">
                <a16:creationId xmlns:a16="http://schemas.microsoft.com/office/drawing/2014/main" id="{E79980C7-3141-4768-8ED2-7673F670FDAF}"/>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case: A person asks for help to find a sign on a notice board. A helper is nearby. The</a:t>
            </a:r>
          </a:p>
        </p:txBody>
      </p:sp>
      <p:sp>
        <p:nvSpPr>
          <p:cNvPr id="19" name="pupil-text">
            <a:extLst xmlns:a="http://schemas.openxmlformats.org/drawingml/2006/main">
              <a:ext uri="{FF2B5EF4-FFF2-40B4-BE49-F238E27FC236}">
                <a16:creationId xmlns:a16="http://schemas.microsoft.com/office/drawing/2014/main" id="{AF00FCCF-B3B0-42F7-90E2-9F8172D6AADD}"/>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 can decide when they have enough help.</a:t>
            </a:r>
          </a:p>
        </p:txBody>
      </p:sp>
      <p:sp>
        <p:nvSpPr>
          <p:cNvPr id="20" name="pupil-text">
            <a:extLst xmlns:a="http://schemas.openxmlformats.org/drawingml/2006/main">
              <a:ext uri="{FF2B5EF4-FFF2-40B4-BE49-F238E27FC236}">
                <a16:creationId xmlns:a16="http://schemas.microsoft.com/office/drawing/2014/main" id="{B5239127-9139-443B-AF6E-F50D2A278F13}"/>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confidence: 1 = not sure yet; 2 = some is clear; 3 = I can show it.</a:t>
            </a:r>
          </a:p>
        </p:txBody>
      </p:sp>
    </p:spTree>
    <p:extLst>
      <p:ext uri="{BB962C8B-B14F-4D97-AF65-F5344CB8AC3E}">
        <p14:creationId xmlns:p14="http://schemas.microsoft.com/office/powerpoint/2010/main" val="34385104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8623CBC-FD5D-488E-B54E-A108E16E294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0BC30B08-1884-4741-8B0D-6602D2C33CE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CCA8EA5D-22DB-4B95-9F48-2D3357F1D0A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6DF8387C-CCA0-4A9B-AD36-CAF34F8AAA4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AE94585-E0C4-448B-8A10-4C693B6921E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246A055-8EFA-4EB9-8A07-38590611DCA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F2E85AE-0552-46C5-BEC2-6564AA57FD3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5ED6C72-21EC-4256-9D9A-073E4F83212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6852C9E-1A0F-4B54-B2FF-5F041DA5F24A}"/>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D086699-F63D-4A51-9D59-36F26674996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036573E6-E760-4533-9ACC-66668CE4271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677C972-C55E-474F-ABD7-8167B3DEEDC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71BECC03-5EF8-49C4-9146-5F31BA35221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36</a:t>
            </a:r>
          </a:p>
        </p:txBody>
      </p:sp>
      <p:sp>
        <p:nvSpPr>
          <p:cNvPr id="14" name="licence-footer">
            <a:extLst xmlns:a="http://schemas.openxmlformats.org/drawingml/2006/main">
              <a:ext uri="{FF2B5EF4-FFF2-40B4-BE49-F238E27FC236}">
                <a16:creationId xmlns:a16="http://schemas.microsoft.com/office/drawing/2014/main" id="{2F77BBB2-A2A5-4A94-91C7-CF855A8EC7A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65B4226-8853-4EF1-BB98-8E52F0ADF88B}"/>
              </a:ext>
            </a:extLst>
          </p:cNvPr>
          <p:cNvPicPr>
            <a:picLocks xmlns:a="http://schemas.openxmlformats.org/drawingml/2006/main" noChangeAspect="1"/>
          </p:cNvPicPr>
          <p:nvPr/>
        </p:nvPicPr>
        <p:blipFill>
          <a:blip xmlns:r="http://schemas.openxmlformats.org/officeDocument/2006/relationships" xmlns:a="http://schemas.openxmlformats.org/drawingml/2006/main" r:embed="R3f5925e83b28479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D3CF637-7E05-4292-88B4-6DA03D97142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case: A person asks for help to find a sign on a notice board. A helper is nearby. The</a:t>
            </a:r>
          </a:p>
        </p:txBody>
      </p:sp>
      <p:sp>
        <p:nvSpPr>
          <p:cNvPr id="17" name="pupil-text">
            <a:extLst xmlns:a="http://schemas.openxmlformats.org/drawingml/2006/main">
              <a:ext uri="{FF2B5EF4-FFF2-40B4-BE49-F238E27FC236}">
                <a16:creationId xmlns:a16="http://schemas.microsoft.com/office/drawing/2014/main" id="{BBBC9160-8415-4144-B104-0FE04DBC54D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 can decide when they have enough help.</a:t>
            </a:r>
          </a:p>
        </p:txBody>
      </p:sp>
      <p:sp>
        <p:nvSpPr>
          <p:cNvPr id="18" name="shape">
            <a:extLst xmlns:a="http://schemas.openxmlformats.org/drawingml/2006/main">
              <a:ext uri="{FF2B5EF4-FFF2-40B4-BE49-F238E27FC236}">
                <a16:creationId xmlns:a16="http://schemas.microsoft.com/office/drawing/2014/main" id="{F6AF1CA9-3B70-407D-A785-180342107E1A}"/>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CB691C9-5592-4DA1-86E4-979D1BF8B259}"/>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Tree>
    <p:extLst>
      <p:ext uri="{BB962C8B-B14F-4D97-AF65-F5344CB8AC3E}">
        <p14:creationId xmlns:p14="http://schemas.microsoft.com/office/powerpoint/2010/main" val="205520102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38ABBB54-154B-4470-AB6F-5E6AC641D05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5503CE6C-8534-4B0E-AF96-AED53FE3E02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03C7E77D-33B3-43A7-B065-FA7D90679CA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32D13C4E-24ED-42C7-8D06-481F75AB0F3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FC14B2C-25F0-4B0C-BE53-D732F6AA33B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33115ED-70D5-446A-B2BE-A908F723C41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BA5C26B-6483-4B51-A45B-6B3FAD2A778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94A0256-614D-4E89-A321-4C0B03A0125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9C19C3D-3792-4388-A667-FACC7401F40C}"/>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588C68D-8A6E-476F-B509-FAF4E231FBE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C55DABBA-4AF7-4C27-A641-AEDAA9FB48F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653A352A-5B98-4509-8A46-1E8C8E35865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44E0F6EE-F607-48EF-A098-C7C9B9B99CB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36</a:t>
            </a:r>
          </a:p>
        </p:txBody>
      </p:sp>
      <p:sp>
        <p:nvSpPr>
          <p:cNvPr id="14" name="licence-footer">
            <a:extLst xmlns:a="http://schemas.openxmlformats.org/drawingml/2006/main">
              <a:ext uri="{FF2B5EF4-FFF2-40B4-BE49-F238E27FC236}">
                <a16:creationId xmlns:a16="http://schemas.microsoft.com/office/drawing/2014/main" id="{71E5663F-F56C-421B-B99E-DE8E4091F8A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70BEA7C-E2DE-4E80-A4FF-E4BBEE39A775}"/>
              </a:ext>
            </a:extLst>
          </p:cNvPr>
          <p:cNvPicPr>
            <a:picLocks xmlns:a="http://schemas.openxmlformats.org/drawingml/2006/main" noChangeAspect="1"/>
          </p:cNvPicPr>
          <p:nvPr/>
        </p:nvPicPr>
        <p:blipFill>
          <a:blip xmlns:r="http://schemas.openxmlformats.org/officeDocument/2006/relationships" xmlns:a="http://schemas.openxmlformats.org/drawingml/2006/main" r:embed="R4dde777996e4431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360FC0D-7B26-45B0-8169-6508199C8C7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3DD8F475-DD83-4180-AFE2-D23D38DB895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D2716BEB-EA55-4CEC-85F6-FDF1BB479AD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 one kind act for the helper.</a:t>
            </a:r>
          </a:p>
        </p:txBody>
      </p:sp>
      <p:sp>
        <p:nvSpPr>
          <p:cNvPr id="19" name="pupil-text">
            <a:extLst xmlns:a="http://schemas.openxmlformats.org/drawingml/2006/main">
              <a:ext uri="{FF2B5EF4-FFF2-40B4-BE49-F238E27FC236}">
                <a16:creationId xmlns:a16="http://schemas.microsoft.com/office/drawing/2014/main" id="{FAC3CA43-5CB5-455A-B504-4711C2C60B67}"/>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A298BE14-45C1-4C5E-B585-F7B80DA9EF37}"/>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the person keep a choice?</a:t>
            </a:r>
          </a:p>
        </p:txBody>
      </p:sp>
    </p:spTree>
    <p:extLst>
      <p:ext uri="{BB962C8B-B14F-4D97-AF65-F5344CB8AC3E}">
        <p14:creationId xmlns:p14="http://schemas.microsoft.com/office/powerpoint/2010/main" val="83948485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6505AC7-D6CA-4597-A7DE-A2AF24DE44B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18883E87-FE09-4406-BCF0-C7EF52686F8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FFFADCB-244C-4F9B-9A1E-427EE34A7B7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1A411382-F54C-4E72-A08B-21A24418491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C0DA966-D5A0-49C7-A13A-FFFE030AEA7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8F88A02-F887-4EA3-A32E-5422854D857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4DCA7C1-0EED-4479-9C35-54F77E91110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5135B33-431E-4B26-9478-1EBA9FD791D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7451E8-EB9C-4041-9850-0B644C547181}"/>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2175235-2828-4ADD-9299-DAE279984D3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157D8D11-CA4B-4EA3-8FCE-2B8C3A7D1FD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084D3C4-9996-4D1D-9FD4-3BDF356407D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DCF9964-1E16-4CA1-A109-053753701D2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36</a:t>
            </a:r>
          </a:p>
        </p:txBody>
      </p:sp>
      <p:sp>
        <p:nvSpPr>
          <p:cNvPr id="14" name="licence-footer">
            <a:extLst xmlns:a="http://schemas.openxmlformats.org/drawingml/2006/main">
              <a:ext uri="{FF2B5EF4-FFF2-40B4-BE49-F238E27FC236}">
                <a16:creationId xmlns:a16="http://schemas.microsoft.com/office/drawing/2014/main" id="{4CEC9042-C9F3-4DC3-AA45-43007AD6175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EDBF5FE-19AC-4C79-8FE8-3052E6093D26}"/>
              </a:ext>
            </a:extLst>
          </p:cNvPr>
          <p:cNvPicPr>
            <a:picLocks xmlns:a="http://schemas.openxmlformats.org/drawingml/2006/main" noChangeAspect="1"/>
          </p:cNvPicPr>
          <p:nvPr/>
        </p:nvPicPr>
        <p:blipFill>
          <a:blip xmlns:r="http://schemas.openxmlformats.org/officeDocument/2006/relationships" xmlns:a="http://schemas.openxmlformats.org/drawingml/2006/main" r:embed="R5a02530cd41d458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3514881-1FE8-40A3-AAC1-1E6D4BB6F33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1154682F-5388-4AE1-885A-7C657D560925}"/>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7966724B-3A4E-480F-A750-729C5B83C13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a short kind plan for this case.</a:t>
            </a:r>
          </a:p>
        </p:txBody>
      </p:sp>
      <p:sp>
        <p:nvSpPr>
          <p:cNvPr id="19" name="pupil-text">
            <a:extLst xmlns:a="http://schemas.openxmlformats.org/drawingml/2006/main">
              <a:ext uri="{FF2B5EF4-FFF2-40B4-BE49-F238E27FC236}">
                <a16:creationId xmlns:a16="http://schemas.microsoft.com/office/drawing/2014/main" id="{68C6076D-2F1C-4DE3-8899-63EB3B074FD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7426A5F5-F486-4F95-9626-148E64EAA080}"/>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does your plan fit the person’s need?</a:t>
            </a:r>
          </a:p>
        </p:txBody>
      </p:sp>
    </p:spTree>
    <p:extLst>
      <p:ext uri="{BB962C8B-B14F-4D97-AF65-F5344CB8AC3E}">
        <p14:creationId xmlns:p14="http://schemas.microsoft.com/office/powerpoint/2010/main" val="74546272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30B1EAF1-9067-4496-A14C-7F6D7D5F418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5</a:t>
            </a:r>
          </a:p>
        </p:txBody>
      </p:sp>
      <p:sp>
        <p:nvSpPr>
          <p:cNvPr id="2" name="stage-clock">
            <a:extLst xmlns:a="http://schemas.openxmlformats.org/drawingml/2006/main">
              <a:ext uri="{FF2B5EF4-FFF2-40B4-BE49-F238E27FC236}">
                <a16:creationId xmlns:a16="http://schemas.microsoft.com/office/drawing/2014/main" id="{28F83B96-824E-435C-BF67-23364E33319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3E17242-9DAE-4A07-8A67-B00E0180D12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DD9E80E5-2A7D-4F79-B29F-2DE9FB66CBF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3A1F904-C392-4E8A-810F-679D6088FE6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25C0F4E-C274-4597-BF31-86FBF514AFF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C9DDFFE-2B34-4FA2-9473-A8FE818AFF2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F292FDE-A8DA-4ABA-8568-081CFBB588B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4CE98D4-068F-41BB-ADB0-C57536BFEF04}"/>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DC1FE0F-A5AA-4B67-94AE-6BACF8E55EF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think of one kind act I could take.</a:t>
            </a:r>
          </a:p>
        </p:txBody>
      </p:sp>
      <p:sp>
        <p:nvSpPr>
          <p:cNvPr id="11" name="re-framing">
            <a:extLst xmlns:a="http://schemas.openxmlformats.org/drawingml/2006/main">
              <a:ext uri="{FF2B5EF4-FFF2-40B4-BE49-F238E27FC236}">
                <a16:creationId xmlns:a16="http://schemas.microsoft.com/office/drawing/2014/main" id="{D68E1287-7794-4414-A2C2-358E86A8575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5E03189-B981-4701-BF6C-C42993B288B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230EA6AD-A43A-49A3-A267-0ADD66A2606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36</a:t>
            </a:r>
          </a:p>
        </p:txBody>
      </p:sp>
      <p:sp>
        <p:nvSpPr>
          <p:cNvPr id="14" name="licence-footer">
            <a:extLst xmlns:a="http://schemas.openxmlformats.org/drawingml/2006/main">
              <a:ext uri="{FF2B5EF4-FFF2-40B4-BE49-F238E27FC236}">
                <a16:creationId xmlns:a16="http://schemas.microsoft.com/office/drawing/2014/main" id="{B54F4619-1A07-4E41-9715-EDEDF1F969E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EFB6A4E-7C73-49A7-99F0-B5ABECC6AAAC}"/>
              </a:ext>
            </a:extLst>
          </p:cNvPr>
          <p:cNvPicPr>
            <a:picLocks xmlns:a="http://schemas.openxmlformats.org/drawingml/2006/main" noChangeAspect="1"/>
          </p:cNvPicPr>
          <p:nvPr/>
        </p:nvPicPr>
        <p:blipFill>
          <a:blip xmlns:r="http://schemas.openxmlformats.org/officeDocument/2006/relationships" xmlns:a="http://schemas.openxmlformats.org/drawingml/2006/main" r:embed="Rdc5f7aea5d104f6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56A5998-9804-41FB-A65B-B6739325616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1E1D108C-F5D0-426A-8509-3D337A5F8C68}"/>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F08CBFE3-C546-453C-8F40-1D4ADE64F2F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 a safe kind act and say how you would check it is wanted.</a:t>
            </a:r>
          </a:p>
        </p:txBody>
      </p:sp>
      <p:sp>
        <p:nvSpPr>
          <p:cNvPr id="19" name="pupil-text">
            <a:extLst xmlns:a="http://schemas.openxmlformats.org/drawingml/2006/main">
              <a:ext uri="{FF2B5EF4-FFF2-40B4-BE49-F238E27FC236}">
                <a16:creationId xmlns:a16="http://schemas.microsoft.com/office/drawing/2014/main" id="{D80E9D1E-8CBD-4011-8D22-312004B20EAA}"/>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541910D9-85F7-463E-B932-AF2F32BCC30D}"/>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would you change if the person said no more help?</a:t>
            </a:r>
          </a:p>
        </p:txBody>
      </p:sp>
    </p:spTree>
    <p:extLst>
      <p:ext uri="{BB962C8B-B14F-4D97-AF65-F5344CB8AC3E}">
        <p14:creationId xmlns:p14="http://schemas.microsoft.com/office/powerpoint/2010/main" val="1980649679"/>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What kind act could I plan?</dc:title>
  <dcterms:created xsi:type="dcterms:W3CDTF">2026-10-14T12:19:11.3730000Z</dcterms:created>
  <dcterms:modified xsi:type="dcterms:W3CDTF">2026-10-14T12:19:11.3730000Z</dcterms:modified>
  <dc:subject>BUILD-RE-S1-W05</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