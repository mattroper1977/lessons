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4133b2d0edf342c1"/><Relationship Type="http://schemas.openxmlformats.org/officeDocument/2006/relationships/extended-properties" Target="/docProps/app.xml" Id="R07ac408ef24541b9"/><Relationship Type="http://schemas.openxmlformats.org/officeDocument/2006/relationships/officeDocument" Target="/ppt/presentation.xml" Id="Ra723d0f36f8a4deb"/><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6da400885d424bb8"/>
  </p:sldMasterIdLst>
  <p:notesMasterIdLst>
    <p:notesMasterId xmlns:r="http://schemas.openxmlformats.org/officeDocument/2006/relationships" r:id="Rdc660eadf3184b36"/>
  </p:notesMasterIdLst>
  <p:sldIdLst>
    <p:sldId xmlns:r="http://schemas.openxmlformats.org/officeDocument/2006/relationships" id="256" r:id="R19cd862c09534aa7"/>
    <p:sldId xmlns:r="http://schemas.openxmlformats.org/officeDocument/2006/relationships" id="257" r:id="R6b240b17357e46ce"/>
    <p:sldId xmlns:r="http://schemas.openxmlformats.org/officeDocument/2006/relationships" id="258" r:id="R9b7297ffa5a34e92"/>
    <p:sldId xmlns:r="http://schemas.openxmlformats.org/officeDocument/2006/relationships" id="259" r:id="R945a2bdc0f604ef7"/>
    <p:sldId xmlns:r="http://schemas.openxmlformats.org/officeDocument/2006/relationships" id="260" r:id="Rd23cd8a015544fc1"/>
    <p:sldId xmlns:r="http://schemas.openxmlformats.org/officeDocument/2006/relationships" id="261" r:id="R1d80c8466ee048a7"/>
    <p:sldId xmlns:r="http://schemas.openxmlformats.org/officeDocument/2006/relationships" id="262" r:id="R21898bcdcef648c8"/>
    <p:sldId xmlns:r="http://schemas.openxmlformats.org/officeDocument/2006/relationships" id="263" r:id="Rb3e04dc146db4635"/>
    <p:sldId xmlns:r="http://schemas.openxmlformats.org/officeDocument/2006/relationships" id="264" r:id="R2a8b8cfd5a6b4f04"/>
    <p:sldId xmlns:r="http://schemas.openxmlformats.org/officeDocument/2006/relationships" id="265" r:id="R23897541bac44e19"/>
    <p:sldId xmlns:r="http://schemas.openxmlformats.org/officeDocument/2006/relationships" id="266" r:id="R3e56147c3b4e445b"/>
    <p:sldId xmlns:r="http://schemas.openxmlformats.org/officeDocument/2006/relationships" id="267" r:id="R17c153196aa24e68"/>
    <p:sldId xmlns:r="http://schemas.openxmlformats.org/officeDocument/2006/relationships" id="268" r:id="Rc1db74a2790a4676"/>
    <p:sldId xmlns:r="http://schemas.openxmlformats.org/officeDocument/2006/relationships" id="269" r:id="R43abdaa3e3ba4ba1"/>
    <p:sldId xmlns:r="http://schemas.openxmlformats.org/officeDocument/2006/relationships" id="270" r:id="Ra79c4dcb83d64a70"/>
    <p:sldId xmlns:r="http://schemas.openxmlformats.org/officeDocument/2006/relationships" id="271" r:id="Rfef511168d49404e"/>
    <p:sldId xmlns:r="http://schemas.openxmlformats.org/officeDocument/2006/relationships" id="272" r:id="R0821647f675e4eb8"/>
    <p:sldId xmlns:r="http://schemas.openxmlformats.org/officeDocument/2006/relationships" id="273" r:id="R110c56a84f87461c"/>
    <p:sldId xmlns:r="http://schemas.openxmlformats.org/officeDocument/2006/relationships" id="274" r:id="Ra81f25a56e71402f"/>
    <p:sldId xmlns:r="http://schemas.openxmlformats.org/officeDocument/2006/relationships" id="275" r:id="R88290b1e86a9467a"/>
    <p:sldId xmlns:r="http://schemas.openxmlformats.org/officeDocument/2006/relationships" id="276" r:id="R9f99f45e66824889"/>
    <p:sldId xmlns:r="http://schemas.openxmlformats.org/officeDocument/2006/relationships" id="277" r:id="Ra5ecb803361f4e35"/>
    <p:sldId xmlns:r="http://schemas.openxmlformats.org/officeDocument/2006/relationships" id="278" r:id="R1c397114792449ad"/>
    <p:sldId xmlns:r="http://schemas.openxmlformats.org/officeDocument/2006/relationships" id="279" r:id="R0a593e5154664397"/>
    <p:sldId xmlns:r="http://schemas.openxmlformats.org/officeDocument/2006/relationships" id="280" r:id="R9ddb7a95ba184515"/>
    <p:sldId xmlns:r="http://schemas.openxmlformats.org/officeDocument/2006/relationships" id="281" r:id="Rce8a8c6f87964d5f"/>
    <p:sldId xmlns:r="http://schemas.openxmlformats.org/officeDocument/2006/relationships" id="282" r:id="R7aab2114a989482c"/>
    <p:sldId xmlns:r="http://schemas.openxmlformats.org/officeDocument/2006/relationships" id="283" r:id="Rfd7479fe3b794368"/>
    <p:sldId xmlns:r="http://schemas.openxmlformats.org/officeDocument/2006/relationships" id="284" r:id="R2353ec777db642dd"/>
    <p:sldId xmlns:r="http://schemas.openxmlformats.org/officeDocument/2006/relationships" id="285" r:id="R3172469b71384d01"/>
    <p:sldId xmlns:r="http://schemas.openxmlformats.org/officeDocument/2006/relationships" id="286" r:id="R5e165029f89745cf"/>
    <p:sldId xmlns:r="http://schemas.openxmlformats.org/officeDocument/2006/relationships" id="287" r:id="R4947b7ed671f429c"/>
    <p:sldId xmlns:r="http://schemas.openxmlformats.org/officeDocument/2006/relationships" id="288" r:id="R6ae48f1368b7461d"/>
    <p:sldId xmlns:r="http://schemas.openxmlformats.org/officeDocument/2006/relationships" id="289" r:id="Rf506b5f5140d49f8"/>
    <p:sldId xmlns:r="http://schemas.openxmlformats.org/officeDocument/2006/relationships" id="290" r:id="R013dca160c6d478c"/>
    <p:sldId xmlns:r="http://schemas.openxmlformats.org/officeDocument/2006/relationships" id="291" r:id="R624e375804a44e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486f267ad34e1d" /><Relationship Type="http://schemas.openxmlformats.org/officeDocument/2006/relationships/slideMaster" Target="/ppt/slideMasters/slideMaster1.xml" Id="R6da400885d424bb8" /><Relationship Type="http://schemas.openxmlformats.org/officeDocument/2006/relationships/notesMaster" Target="/ppt/notesMasters/notesMaster1.xml" Id="Rdc660eadf3184b36" /><Relationship Type="http://schemas.openxmlformats.org/officeDocument/2006/relationships/presProps" Target="/ppt/presProps.xml" Id="Rbcceb347be824c51" /><Relationship Type="http://schemas.openxmlformats.org/officeDocument/2006/relationships/tableStyles" Target="/ppt/tableStyles.xml" Id="R53d4fa0354ba4676" /><Relationship Type="http://schemas.openxmlformats.org/officeDocument/2006/relationships/slide" Target="/ppt/slides/slide1.xml" Id="R19cd862c09534aa7" /><Relationship Type="http://schemas.openxmlformats.org/officeDocument/2006/relationships/slide" Target="/ppt/slides/slide2.xml" Id="R6b240b17357e46ce" /><Relationship Type="http://schemas.openxmlformats.org/officeDocument/2006/relationships/slide" Target="/ppt/slides/slide3.xml" Id="R9b7297ffa5a34e92" /><Relationship Type="http://schemas.openxmlformats.org/officeDocument/2006/relationships/slide" Target="/ppt/slides/slide4.xml" Id="R945a2bdc0f604ef7" /><Relationship Type="http://schemas.openxmlformats.org/officeDocument/2006/relationships/slide" Target="/ppt/slides/slide5.xml" Id="Rd23cd8a015544fc1" /><Relationship Type="http://schemas.openxmlformats.org/officeDocument/2006/relationships/slide" Target="/ppt/slides/slide6.xml" Id="R1d80c8466ee048a7" /><Relationship Type="http://schemas.openxmlformats.org/officeDocument/2006/relationships/slide" Target="/ppt/slides/slide7.xml" Id="R21898bcdcef648c8" /><Relationship Type="http://schemas.openxmlformats.org/officeDocument/2006/relationships/slide" Target="/ppt/slides/slide8.xml" Id="Rb3e04dc146db4635" /><Relationship Type="http://schemas.openxmlformats.org/officeDocument/2006/relationships/slide" Target="/ppt/slides/slide9.xml" Id="R2a8b8cfd5a6b4f04" /><Relationship Type="http://schemas.openxmlformats.org/officeDocument/2006/relationships/slide" Target="/ppt/slides/slide10.xml" Id="R23897541bac44e19" /><Relationship Type="http://schemas.openxmlformats.org/officeDocument/2006/relationships/slide" Target="/ppt/slides/slide11.xml" Id="R3e56147c3b4e445b" /><Relationship Type="http://schemas.openxmlformats.org/officeDocument/2006/relationships/slide" Target="/ppt/slides/slide12.xml" Id="R17c153196aa24e68" /><Relationship Type="http://schemas.openxmlformats.org/officeDocument/2006/relationships/slide" Target="/ppt/slides/slide13.xml" Id="Rc1db74a2790a4676" /><Relationship Type="http://schemas.openxmlformats.org/officeDocument/2006/relationships/slide" Target="/ppt/slides/slide14.xml" Id="R43abdaa3e3ba4ba1" /><Relationship Type="http://schemas.openxmlformats.org/officeDocument/2006/relationships/slide" Target="/ppt/slides/slide15.xml" Id="Ra79c4dcb83d64a70" /><Relationship Type="http://schemas.openxmlformats.org/officeDocument/2006/relationships/slide" Target="/ppt/slides/slide16.xml" Id="Rfef511168d49404e" /><Relationship Type="http://schemas.openxmlformats.org/officeDocument/2006/relationships/slide" Target="/ppt/slides/slide17.xml" Id="R0821647f675e4eb8" /><Relationship Type="http://schemas.openxmlformats.org/officeDocument/2006/relationships/slide" Target="/ppt/slides/slide18.xml" Id="R110c56a84f87461c" /><Relationship Type="http://schemas.openxmlformats.org/officeDocument/2006/relationships/slide" Target="/ppt/slides/slide19.xml" Id="Ra81f25a56e71402f" /><Relationship Type="http://schemas.openxmlformats.org/officeDocument/2006/relationships/slide" Target="/ppt/slides/slide20.xml" Id="R88290b1e86a9467a" /><Relationship Type="http://schemas.openxmlformats.org/officeDocument/2006/relationships/slide" Target="/ppt/slides/slide21.xml" Id="R9f99f45e66824889" /><Relationship Type="http://schemas.openxmlformats.org/officeDocument/2006/relationships/slide" Target="/ppt/slides/slide22.xml" Id="Ra5ecb803361f4e35" /><Relationship Type="http://schemas.openxmlformats.org/officeDocument/2006/relationships/slide" Target="/ppt/slides/slide23.xml" Id="R1c397114792449ad" /><Relationship Type="http://schemas.openxmlformats.org/officeDocument/2006/relationships/slide" Target="/ppt/slides/slide24.xml" Id="R0a593e5154664397" /><Relationship Type="http://schemas.openxmlformats.org/officeDocument/2006/relationships/slide" Target="/ppt/slides/slide25.xml" Id="R9ddb7a95ba184515" /><Relationship Type="http://schemas.openxmlformats.org/officeDocument/2006/relationships/slide" Target="/ppt/slides/slide26.xml" Id="Rce8a8c6f87964d5f" /><Relationship Type="http://schemas.openxmlformats.org/officeDocument/2006/relationships/slide" Target="/ppt/slides/slide27.xml" Id="R7aab2114a989482c" /><Relationship Type="http://schemas.openxmlformats.org/officeDocument/2006/relationships/slide" Target="/ppt/slides/slide28.xml" Id="Rfd7479fe3b794368" /><Relationship Type="http://schemas.openxmlformats.org/officeDocument/2006/relationships/slide" Target="/ppt/slides/slide29.xml" Id="R2353ec777db642dd" /><Relationship Type="http://schemas.openxmlformats.org/officeDocument/2006/relationships/slide" Target="/ppt/slides/slide30.xml" Id="R3172469b71384d01" /><Relationship Type="http://schemas.openxmlformats.org/officeDocument/2006/relationships/slide" Target="/ppt/slides/slide31.xml" Id="R5e165029f89745cf" /><Relationship Type="http://schemas.openxmlformats.org/officeDocument/2006/relationships/slide" Target="/ppt/slides/slide32.xml" Id="R4947b7ed671f429c" /><Relationship Type="http://schemas.openxmlformats.org/officeDocument/2006/relationships/slide" Target="/ppt/slides/slide33.xml" Id="R6ae48f1368b7461d" /><Relationship Type="http://schemas.openxmlformats.org/officeDocument/2006/relationships/slide" Target="/ppt/slides/slide34.xml" Id="Rf506b5f5140d49f8" /><Relationship Type="http://schemas.openxmlformats.org/officeDocument/2006/relationships/slide" Target="/ppt/slides/slide35.xml" Id="R013dca160c6d478c" /><Relationship Type="http://schemas.openxmlformats.org/officeDocument/2006/relationships/slide" Target="/ppt/slides/slide36.xml" Id="R624e375804a44e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1b23ef75194a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844ca86d984ac5" /><Relationship Type="http://schemas.openxmlformats.org/officeDocument/2006/relationships/notesMaster" Target="/ppt/notesMasters/notesMaster1.xml" Id="Re1835a0d1cc348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8cb74e359d448e" /><Relationship Type="http://schemas.openxmlformats.org/officeDocument/2006/relationships/notesMaster" Target="/ppt/notesMasters/notesMaster1.xml" Id="R92014214591347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5653210e5845d6" /><Relationship Type="http://schemas.openxmlformats.org/officeDocument/2006/relationships/notesMaster" Target="/ppt/notesMasters/notesMaster1.xml" Id="Rc59b0454c23548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0ed213fd634688" /><Relationship Type="http://schemas.openxmlformats.org/officeDocument/2006/relationships/notesMaster" Target="/ppt/notesMasters/notesMaster1.xml" Id="R390ef6ec0bc743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a8039f33eb45cd" /><Relationship Type="http://schemas.openxmlformats.org/officeDocument/2006/relationships/notesMaster" Target="/ppt/notesMasters/notesMaster1.xml" Id="Rb93034d4f23640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f11479d3614956" /><Relationship Type="http://schemas.openxmlformats.org/officeDocument/2006/relationships/notesMaster" Target="/ppt/notesMasters/notesMaster1.xml" Id="R905caf21ee4c42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d387e252ef4396" /><Relationship Type="http://schemas.openxmlformats.org/officeDocument/2006/relationships/notesMaster" Target="/ppt/notesMasters/notesMaster1.xml" Id="Rb5590323831c40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f1f671d611432e" /><Relationship Type="http://schemas.openxmlformats.org/officeDocument/2006/relationships/notesMaster" Target="/ppt/notesMasters/notesMaster1.xml" Id="R51efd0fa5a9242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0d58f2405542ec" /><Relationship Type="http://schemas.openxmlformats.org/officeDocument/2006/relationships/notesMaster" Target="/ppt/notesMasters/notesMaster1.xml" Id="R4c6bb60a9ee140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9c0fb5e79742d2" /><Relationship Type="http://schemas.openxmlformats.org/officeDocument/2006/relationships/notesMaster" Target="/ppt/notesMasters/notesMaster1.xml" Id="R32c1f96d68304a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643fb288fe483e" /><Relationship Type="http://schemas.openxmlformats.org/officeDocument/2006/relationships/notesMaster" Target="/ppt/notesMasters/notesMaster1.xml" Id="R5ab3108d078841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f29b08b54e46b3" /><Relationship Type="http://schemas.openxmlformats.org/officeDocument/2006/relationships/notesMaster" Target="/ppt/notesMasters/notesMaster1.xml" Id="R4846790041a848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093410dfde4bae" /><Relationship Type="http://schemas.openxmlformats.org/officeDocument/2006/relationships/notesMaster" Target="/ppt/notesMasters/notesMaster1.xml" Id="R98438f112f3d455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ff210843794bbd" /><Relationship Type="http://schemas.openxmlformats.org/officeDocument/2006/relationships/notesMaster" Target="/ppt/notesMasters/notesMaster1.xml" Id="Rc9fa65c8cf0148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eae47769a540dd" /><Relationship Type="http://schemas.openxmlformats.org/officeDocument/2006/relationships/notesMaster" Target="/ppt/notesMasters/notesMaster1.xml" Id="Re01aa7d5eea2429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8714d1e568f45f9" /><Relationship Type="http://schemas.openxmlformats.org/officeDocument/2006/relationships/notesMaster" Target="/ppt/notesMasters/notesMaster1.xml" Id="Rb622c9313fb144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b29513a4bce4716" /><Relationship Type="http://schemas.openxmlformats.org/officeDocument/2006/relationships/notesMaster" Target="/ppt/notesMasters/notesMaster1.xml" Id="R87dc0d2a1e0344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4c3131cd98c4a6c" /><Relationship Type="http://schemas.openxmlformats.org/officeDocument/2006/relationships/notesMaster" Target="/ppt/notesMasters/notesMaster1.xml" Id="R5a39dc25702b4ad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ca5daa54bde481b" /><Relationship Type="http://schemas.openxmlformats.org/officeDocument/2006/relationships/notesMaster" Target="/ppt/notesMasters/notesMaster1.xml" Id="Rd9e9ddc1e33b4e1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145069dd524b54" /><Relationship Type="http://schemas.openxmlformats.org/officeDocument/2006/relationships/notesMaster" Target="/ppt/notesMasters/notesMaster1.xml" Id="Rb2d2ee49260a428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02d7dd4fb354a57" /><Relationship Type="http://schemas.openxmlformats.org/officeDocument/2006/relationships/notesMaster" Target="/ppt/notesMasters/notesMaster1.xml" Id="R3cdc46ed7680429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152a0f4e7084963" /><Relationship Type="http://schemas.openxmlformats.org/officeDocument/2006/relationships/notesMaster" Target="/ppt/notesMasters/notesMaster1.xml" Id="R61a6969043434d9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fb2e0d8a76b4f6c" /><Relationship Type="http://schemas.openxmlformats.org/officeDocument/2006/relationships/notesMaster" Target="/ppt/notesMasters/notesMaster1.xml" Id="R326967af1c1646a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2e5e7fca5a84cda" /><Relationship Type="http://schemas.openxmlformats.org/officeDocument/2006/relationships/notesMaster" Target="/ppt/notesMasters/notesMaster1.xml" Id="Rc2dc1311cea6466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23f695a307f4a5f" /><Relationship Type="http://schemas.openxmlformats.org/officeDocument/2006/relationships/notesMaster" Target="/ppt/notesMasters/notesMaster1.xml" Id="Rd4dff52497214fb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264fbc80bf343a6" /><Relationship Type="http://schemas.openxmlformats.org/officeDocument/2006/relationships/notesMaster" Target="/ppt/notesMasters/notesMaster1.xml" Id="Ra4b52e6827c14c4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6cfb85ad6a5499b" /><Relationship Type="http://schemas.openxmlformats.org/officeDocument/2006/relationships/notesMaster" Target="/ppt/notesMasters/notesMaster1.xml" Id="Rbf006a0c563749e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b735be81e514fa5" /><Relationship Type="http://schemas.openxmlformats.org/officeDocument/2006/relationships/notesMaster" Target="/ppt/notesMasters/notesMaster1.xml" Id="Ra10d1b89ce45416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82842a6e6974cc0" /><Relationship Type="http://schemas.openxmlformats.org/officeDocument/2006/relationships/notesMaster" Target="/ppt/notesMasters/notesMaster1.xml" Id="R5cd6c42610ff4de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0fae47f33664ec3" /><Relationship Type="http://schemas.openxmlformats.org/officeDocument/2006/relationships/notesMaster" Target="/ppt/notesMasters/notesMaster1.xml" Id="Re0417b0fff39470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8ebf10b3c2a413a" /><Relationship Type="http://schemas.openxmlformats.org/officeDocument/2006/relationships/notesMaster" Target="/ppt/notesMasters/notesMaster1.xml" Id="Ra66ba34b0e44444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a9635c6783343c3" /><Relationship Type="http://schemas.openxmlformats.org/officeDocument/2006/relationships/notesMaster" Target="/ppt/notesMasters/notesMaster1.xml" Id="Rcf0214be9f1c409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f49520ca00b4e6a" /><Relationship Type="http://schemas.openxmlformats.org/officeDocument/2006/relationships/notesMaster" Target="/ppt/notesMasters/notesMaster1.xml" Id="R84d6ad092a30472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5513e9bc9e94062" /><Relationship Type="http://schemas.openxmlformats.org/officeDocument/2006/relationships/notesMaster" Target="/ppt/notesMasters/notesMaster1.xml" Id="Rf3fc469b728c435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c83ec67cba547c9" /><Relationship Type="http://schemas.openxmlformats.org/officeDocument/2006/relationships/notesMaster" Target="/ppt/notesMasters/notesMaster1.xml" Id="R2ab8f9db1899411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df934f45b04491a" /><Relationship Type="http://schemas.openxmlformats.org/officeDocument/2006/relationships/notesMaster" Target="/ppt/notesMasters/notesMaster1.xml" Id="Rdc1c2adce34b46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BUILD-RE-S1-W02: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BUILD-RE-S1-W02.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talk about right and wrong acts.”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BUILD-RE-S1-W02: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BUILD-RE-S1-W02.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talk about right and wrong acts.”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2 (slide-2).</a:t>
            </a:r>
          </a:p>
          <a:p xmlns:a="http://schemas.openxmlformats.org/drawingml/2006/main">
            <a:r>
              <a:t>Adult note: Items 1–3 retrieve the actual supplied Week 1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2 (slide-2).</a:t>
            </a:r>
          </a:p>
          <a:p xmlns:a="http://schemas.openxmlformats.org/drawingml/2006/main">
            <a:r>
              <a:t>Adult note: Items 1–3 retrieve the actual supplied Week 1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Hurt.</a:t>
            </a:r>
          </a:p>
          <a:p xmlns:a="http://schemas.openxmlformats.org/drawingml/2006/main">
            <a:r>
              <a:t>2. Adult answer: Stopped to help.</a:t>
            </a:r>
          </a:p>
          <a:p xmlns:a="http://schemas.openxmlformats.org/drawingml/2006/main">
            <a:r>
              <a:t>3. Adult answer: Paid for more care.</a:t>
            </a:r>
          </a:p>
          <a:p xmlns:a="http://schemas.openxmlformats.org/drawingml/2006/main">
            <a:r>
              <a:t>4. Adult answer: Yes; a sensible prior response.</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2 (slide-2).</a:t>
            </a:r>
          </a:p>
          <a:p xmlns:a="http://schemas.openxmlformats.org/drawingml/2006/main">
            <a:r>
              <a:t>Adult note: Items 1–3 retrieve the actual supplied Week 1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2 (slide-2).</a:t>
            </a:r>
          </a:p>
          <a:p xmlns:a="http://schemas.openxmlformats.org/drawingml/2006/main">
            <a:r>
              <a:t>Adult note: Items 1–3 retrieve the actual supplied Week 1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They were hurt on the road.</a:t>
            </a:r>
          </a:p>
          <a:p xmlns:a="http://schemas.openxmlformats.org/drawingml/2006/main">
            <a:r>
              <a:t>2. Adult answer: Stopped to help/cared for the traveller.</a:t>
            </a:r>
          </a:p>
          <a:p xmlns:a="http://schemas.openxmlformats.org/drawingml/2006/main">
            <a:r>
              <a:t>3. Adult answer: The helper paid a host to give more care.</a:t>
            </a:r>
          </a:p>
          <a:p xmlns:a="http://schemas.openxmlformats.org/drawingml/2006/main">
            <a:r>
              <a:t>4. Adult answer: Think about care, fairness or its effect; a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2 (slide-2).</a:t>
            </a:r>
          </a:p>
          <a:p xmlns:a="http://schemas.openxmlformats.org/drawingml/2006/main">
            <a:r>
              <a:t>Adult note: Items 1–3 retrieve the actual supplied Week 1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2 (slide-2).</a:t>
            </a:r>
          </a:p>
          <a:p xmlns:a="http://schemas.openxmlformats.org/drawingml/2006/main">
            <a:r>
              <a:t>Adult note: Items 1–3 retrieve the actual supplied Week 1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The hurt traveller needed care/help and a place to rest.</a:t>
            </a:r>
          </a:p>
          <a:p xmlns:a="http://schemas.openxmlformats.org/drawingml/2006/main">
            <a:r>
              <a:t>2. Adult answer: The helper stopped and cared; the others passed.</a:t>
            </a:r>
          </a:p>
          <a:p xmlns:a="http://schemas.openxmlformats.org/drawingml/2006/main">
            <a:r>
              <a:t>3. Adult answer: It enabled continued care after the immediate help.</a:t>
            </a:r>
          </a:p>
          <a:p xmlns:a="http://schemas.openxmlformats.org/drawingml/2006/main">
            <a:r>
              <a:t>4. Adult answer: The case facts, choices and effects; sensible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2 (slide-2).</a:t>
            </a:r>
          </a:p>
          <a:p xmlns:a="http://schemas.openxmlformats.org/drawingml/2006/main">
            <a:r>
              <a:t>Adult note: Items 1–3 retrieve the actual supplied Week 1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2 (slide-2).</a:t>
            </a:r>
          </a:p>
          <a:p xmlns:a="http://schemas.openxmlformats.org/drawingml/2006/main">
            <a:r>
              <a:t>Adult note: Items 1–3 retrieve the actual supplied Week 1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3 (slide-3).</a:t>
            </a:r>
          </a:p>
          <a:p xmlns:a="http://schemas.openxmlformats.org/drawingml/2006/main">
            <a:r>
              <a:t>Adult note: One question only, using the picture/source observation indicated. Do not add a second prompt or show a full task answer. Answer guidance: A source observation, such as it is on the floor or belongs to the person; accept one response.</a:t>
            </a:r>
          </a:p>
          <a:p xmlns:a="http://schemas.openxmlformats.org/drawingml/2006/main">
            <a:r>
              <a:t>Adult note: TA action — Read the one question and allow quiet/private think time. Avoid — Do not add a second question or require public speech.</a:t>
            </a:r>
          </a:p>
          <a:p xmlns:a="http://schemas.openxmlformats.org/drawingml/2006/main">
            <a:r>
              <a:t>Adult note: LOOP — Space: offer readiness check, pause or pass. Feedback / VF script: “You chose one detail. I heard your choice.” Voice: receive the pupil’s own sign, mark, word or directed choice. Audience: the teaching adult listens/looks start to finish and names the response back. Influence: Adjust the pace and source access for the model. R only after this received response has shaped the next step; planned evidence is not claimed completed.</a:t>
            </a:r>
          </a:p>
          <a:p xmlns:a="http://schemas.openxmlformats.org/drawingml/2006/main">
            <a:r>
              <a:t>Answer (adult): A source observation, such as it is on the floor or belongs to the person; accept one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3 (slide-3).</a:t>
            </a:r>
          </a:p>
          <a:p xmlns:a="http://schemas.openxmlformats.org/drawingml/2006/main">
            <a:r>
              <a:t>Adult note: One question only, using the picture/source observation indicated. Do not add a second prompt or show a full task answer. Answer guidance: A source observation, such as it is on the floor or belongs to the person; accept one response.</a:t>
            </a:r>
          </a:p>
          <a:p xmlns:a="http://schemas.openxmlformats.org/drawingml/2006/main">
            <a:r>
              <a:t>Adult note: TA action — Read the one question and allow quiet/private think time. Avoid — Do not add a second question or require public speech.</a:t>
            </a:r>
          </a:p>
          <a:p xmlns:a="http://schemas.openxmlformats.org/drawingml/2006/main">
            <a:r>
              <a:t>Adult note: LOOP — Space: offer readiness check, pause or pass. Feedback / VF script: “You chose one detail. I heard your choice.” Voice: receive the pupil’s own sign, mark, word or directed choice. Audience: the teaching adult listens/looks start to finish and names the response back. Influence: Adjust the pace and source access for the model. R only after this received response has shaped the next step; planned evidence is not claimed completed.</a:t>
            </a:r>
          </a:p>
          <a:p xmlns:a="http://schemas.openxmlformats.org/drawingml/2006/main">
            <a:r>
              <a:t>Answer (adult): A source observation, such as it is on the floor or belongs to the person; accept one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Wait for the agreed turn; the other person’s turn matters. Accept a reasoned alternative if a clearly named safety/access condition changes the case; do not accept pushing as automatically fair.</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Wait for the agreed turn; the other person’s turn matters.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Wait for the agreed turn; the other person’s turn matters. Accept a reasoned alternative if a clearly named safety/access condition changes the case; do not accept pushing as automatically fair.</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Wait for the agreed turn; the other person’s turn matters.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Wait for the agreed turn; the other person’s turn matters. Accept a reasoned alternative if a clearly named safety/access condition changes the case; do not accept pushing as automatically fair.</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Wait for the agreed turn; the other person’s turn matters.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Pass the cup.</a:t>
            </a:r>
          </a:p>
          <a:p xmlns:a="http://schemas.openxmlformats.org/drawingml/2006/main">
            <a:r>
              <a:t>2. Adult answer: It lets the person use the cup instead of making it unusable; own linked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Pass the clean cup to the person who asked.</a:t>
            </a:r>
          </a:p>
          <a:p xmlns:a="http://schemas.openxmlformats.org/drawingml/2006/main">
            <a:r>
              <a:t>2. Adult answer: Crushing the cup prevents its use and wastes/damages shared property.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BUILD_RE_S1_W02.html; SHA-256 d4446d900673ff9e0c51b8345eeac11abf1a8ac4898df8cde4b8b31b3c11197a.</a:t>
            </a:r>
          </a:p>
          <a:p xmlns:a="http://schemas.openxmlformats.org/drawingml/2006/main">
            <a:r>
              <a:t>Lesson BUILD-RE-S1-W02;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Passing the clean cup meets the stated request; or crushing damages the shared resource; linked detail.</a:t>
            </a:r>
          </a:p>
          <a:p xmlns:a="http://schemas.openxmlformats.org/drawingml/2006/main">
            <a:r>
              <a:t>2. Adult answer: It blocks a harmless use and damages a shared cup, with no stated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56098289ca4a7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fc3b4d9b9046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2c7dc7f2c647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f6b44502ca4b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ecd3aef0a64a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cc6d382bd243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B29C8B-5CCA-46BE-ADB6-B6889BDACF8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9BD5EB-34B3-4FB9-BAC2-AEC5485B2DA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78C61B-517E-47F1-A4E8-C2E618E2204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61500E-5305-41CE-B1AC-3BF73CE607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5E89792-9148-4ACA-BF99-1B5A97E51F4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1B5AD8-210C-4A69-86B9-A90D8E2AAA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2717E9-9E6F-4679-9A61-515E2786E9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56CF389-5C74-441F-98D4-E772D29939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86962D-DEBC-46F8-A711-62CEDC13B2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F099AF-4574-4FD4-AA82-471A70C75F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3a4bc127394ca6" /><Relationship Type="http://schemas.openxmlformats.org/officeDocument/2006/relationships/slideLayout" Target="/ppt/slideLayouts/slideLayout1.xml" Id="R95ef340e89cb40ab" /><Relationship Type="http://schemas.openxmlformats.org/officeDocument/2006/relationships/slideLayout" Target="/ppt/slideLayouts/slideLayout2.xml" Id="R05639de6166e402a" /><Relationship Type="http://schemas.openxmlformats.org/officeDocument/2006/relationships/slideLayout" Target="/ppt/slideLayouts/slideLayout3.xml" Id="R4d373a6b688449bc" /><Relationship Type="http://schemas.openxmlformats.org/officeDocument/2006/relationships/slideLayout" Target="/ppt/slideLayouts/slideLayout4.xml" Id="R5dc7ddc46f2b4806" /><Relationship Type="http://schemas.openxmlformats.org/officeDocument/2006/relationships/slideLayout" Target="/ppt/slideLayouts/slideLayout5.xml" Id="R7bb8519a2cb943e0" /><Relationship Type="http://schemas.openxmlformats.org/officeDocument/2006/relationships/slideLayout" Target="/ppt/slideLayouts/slideLayout6.xml" Id="R18e8d4a30f3a4a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ef340e89cb40ab"/>
    <p:sldLayoutId xmlns:r="http://schemas.openxmlformats.org/officeDocument/2006/relationships" id="2147483650" r:id="R05639de6166e402a"/>
    <p:sldLayoutId xmlns:r="http://schemas.openxmlformats.org/officeDocument/2006/relationships" id="2147483651" r:id="R4d373a6b688449bc"/>
    <p:sldLayoutId xmlns:r="http://schemas.openxmlformats.org/officeDocument/2006/relationships" id="2147483652" r:id="R5dc7ddc46f2b4806"/>
    <p:sldLayoutId xmlns:r="http://schemas.openxmlformats.org/officeDocument/2006/relationships" id="2147483653" r:id="R7bb8519a2cb943e0"/>
    <p:sldLayoutId xmlns:r="http://schemas.openxmlformats.org/officeDocument/2006/relationships" id="2147483654" r:id="R18e8d4a30f3a4a38"/>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d0c36b76b14847" /><Relationship Type="http://schemas.openxmlformats.org/officeDocument/2006/relationships/image" Target="/ppt/media/image.jpeg" Id="Rd6a25577f4d5428d" /><Relationship Type="http://schemas.openxmlformats.org/officeDocument/2006/relationships/notesSlide" Target="/ppt/notesSlides/notesSlide1.xml" Id="Rafdad5927e60466c"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7c36fb51f85e4eb7"/><Relationship Type="http://schemas.openxmlformats.org/officeDocument/2006/relationships/image" Target="../media/image.jpeg" Id="R97757fff24b746e1"/><Relationship Type="http://schemas.openxmlformats.org/officeDocument/2006/relationships/notesSlide" Target="/ppt/notesSlides/notesSlide2.xml" Id="Rec2a396ec9d34fc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733233e211cf48fd"/><Relationship Type="http://schemas.openxmlformats.org/officeDocument/2006/relationships/image" Target="../media/image.jpeg" Id="Rcc742214efc24a83"/><Relationship Type="http://schemas.openxmlformats.org/officeDocument/2006/relationships/notesSlide" Target="/ppt/notesSlides/notesSlide3.xml" Id="Rf8608342b17c40b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b98d52377d38477d"/><Relationship Type="http://schemas.openxmlformats.org/officeDocument/2006/relationships/image" Target="../media/image.jpeg" Id="R8aaf081567eb4513"/><Relationship Type="http://schemas.openxmlformats.org/officeDocument/2006/relationships/notesSlide" Target="/ppt/notesSlides/notesSlide4.xml" Id="R88e16b78aa6248b0"/></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feb343e5c0974878"/><Relationship Type="http://schemas.openxmlformats.org/officeDocument/2006/relationships/image" Target="../media/image.jpeg" Id="Red5aedc8ebd54d43"/><Relationship Type="http://schemas.openxmlformats.org/officeDocument/2006/relationships/notesSlide" Target="/ppt/notesSlides/notesSlide5.xml" Id="R964cda671f6b4c3d"/></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7455ae4a3f94093"/><Relationship Type="http://schemas.openxmlformats.org/officeDocument/2006/relationships/image" Target="../media/image.jpeg" Id="R8ea2e05ad88d406c"/><Relationship Type="http://schemas.openxmlformats.org/officeDocument/2006/relationships/notesSlide" Target="/ppt/notesSlides/notesSlide6.xml" Id="R991a39623661443a"/></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a855103d6b83495e"/><Relationship Type="http://schemas.openxmlformats.org/officeDocument/2006/relationships/image" Target="../media/image.jpeg" Id="R3f80ea466a2b40cd"/><Relationship Type="http://schemas.openxmlformats.org/officeDocument/2006/relationships/notesSlide" Target="/ppt/notesSlides/notesSlide7.xml" Id="R8b1e567458d641ab"/></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66183bfc50504d7b"/><Relationship Type="http://schemas.openxmlformats.org/officeDocument/2006/relationships/image" Target="../media/image.jpeg" Id="Rba8a19e1dff44723"/><Relationship Type="http://schemas.openxmlformats.org/officeDocument/2006/relationships/notesSlide" Target="/ppt/notesSlides/notesSlide8.xml" Id="R5b6a460b2af94d19"/></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c6ed498dbfb44264"/><Relationship Type="http://schemas.openxmlformats.org/officeDocument/2006/relationships/image" Target="../media/image.jpeg" Id="R777b4ce8f77d4913"/><Relationship Type="http://schemas.openxmlformats.org/officeDocument/2006/relationships/notesSlide" Target="/ppt/notesSlides/notesSlide9.xml" Id="Rd05ab271da31460e"/></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fe350e3ceb774f0d"/><Relationship Type="http://schemas.openxmlformats.org/officeDocument/2006/relationships/image" Target="../media/image.jpeg" Id="R020eb1e073064e72"/><Relationship Type="http://schemas.openxmlformats.org/officeDocument/2006/relationships/notesSlide" Target="/ppt/notesSlides/notesSlide10.xml" Id="R05b34eb344dd43bb"/></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cf1c4a37692548e4"/><Relationship Type="http://schemas.openxmlformats.org/officeDocument/2006/relationships/image" Target="../media/image.jpeg" Id="Rffdc918020e04763"/><Relationship Type="http://schemas.openxmlformats.org/officeDocument/2006/relationships/notesSlide" Target="/ppt/notesSlides/notesSlide11.xml" Id="Rc6e06000451649ba"/></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585c3b5865e94c93"/><Relationship Type="http://schemas.openxmlformats.org/officeDocument/2006/relationships/image" Target="../media/image.jpeg" Id="R06adb7998f69443e"/><Relationship Type="http://schemas.openxmlformats.org/officeDocument/2006/relationships/notesSlide" Target="/ppt/notesSlides/notesSlide12.xml" Id="R93ec20c169544577"/></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77da606b9e234581"/><Relationship Type="http://schemas.openxmlformats.org/officeDocument/2006/relationships/image" Target="../media/image.jpeg" Id="R7885ce965ed5453b"/><Relationship Type="http://schemas.openxmlformats.org/officeDocument/2006/relationships/notesSlide" Target="/ppt/notesSlides/notesSlide13.xml" Id="R87d5e50fb80849d1"/></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8f08f48d81bb4ec2"/><Relationship Type="http://schemas.openxmlformats.org/officeDocument/2006/relationships/image" Target="../media/image.jpeg" Id="R6fd0410c248c49b6"/><Relationship Type="http://schemas.openxmlformats.org/officeDocument/2006/relationships/notesSlide" Target="/ppt/notesSlides/notesSlide14.xml" Id="R0c07e1845f5543b3"/></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1459ea88920c4403"/><Relationship Type="http://schemas.openxmlformats.org/officeDocument/2006/relationships/image" Target="../media/image.jpeg" Id="R6223ae86121e4075"/><Relationship Type="http://schemas.openxmlformats.org/officeDocument/2006/relationships/notesSlide" Target="/ppt/notesSlides/notesSlide15.xml" Id="Re2f4b4633804467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d93e55755bf3406a"/><Relationship Type="http://schemas.openxmlformats.org/officeDocument/2006/relationships/image" Target="../media/image.jpeg" Id="R771f0bd528024a52"/><Relationship Type="http://schemas.openxmlformats.org/officeDocument/2006/relationships/notesSlide" Target="/ppt/notesSlides/notesSlide16.xml" Id="R795e727edcd24b42"/></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0d188c59a8314563"/><Relationship Type="http://schemas.openxmlformats.org/officeDocument/2006/relationships/image" Target="../media/image.jpeg" Id="R9169c7ac5f504815"/><Relationship Type="http://schemas.openxmlformats.org/officeDocument/2006/relationships/notesSlide" Target="/ppt/notesSlides/notesSlide17.xml" Id="Rdea2f86304d441df"/></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ea0f69beb87b4eee"/><Relationship Type="http://schemas.openxmlformats.org/officeDocument/2006/relationships/image" Target="../media/image.jpeg" Id="Re690bc05cdbe4337"/><Relationship Type="http://schemas.openxmlformats.org/officeDocument/2006/relationships/notesSlide" Target="/ppt/notesSlides/notesSlide18.xml" Id="R2d86579e1c9e4b29"/></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59b937b929f94896"/><Relationship Type="http://schemas.openxmlformats.org/officeDocument/2006/relationships/image" Target="../media/image.jpeg" Id="R8f8f9bdb5b4c46ef"/><Relationship Type="http://schemas.openxmlformats.org/officeDocument/2006/relationships/notesSlide" Target="/ppt/notesSlides/notesSlide19.xml" Id="R2a2f6e1eace04a2e"/></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4c2b02b0d54f47f4"/><Relationship Type="http://schemas.openxmlformats.org/officeDocument/2006/relationships/image" Target="../media/image.jpeg" Id="Rfe0f804e6bfa4cf9"/><Relationship Type="http://schemas.openxmlformats.org/officeDocument/2006/relationships/notesSlide" Target="/ppt/notesSlides/notesSlide20.xml" Id="R6ac4262c1a054a45"/></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b1e898f5b90545b0"/><Relationship Type="http://schemas.openxmlformats.org/officeDocument/2006/relationships/image" Target="../media/image.jpeg" Id="Rcb7104f25c72472d"/><Relationship Type="http://schemas.openxmlformats.org/officeDocument/2006/relationships/notesSlide" Target="/ppt/notesSlides/notesSlide21.xml" Id="Rb2da00ad256e499e"/></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0bd5c4dfa50d4683"/><Relationship Type="http://schemas.openxmlformats.org/officeDocument/2006/relationships/image" Target="../media/image.jpeg" Id="R04c3e2c8c8b14f01"/><Relationship Type="http://schemas.openxmlformats.org/officeDocument/2006/relationships/notesSlide" Target="/ppt/notesSlides/notesSlide22.xml" Id="R9d3748fd85604acc"/></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aec9be2800f14c18"/><Relationship Type="http://schemas.openxmlformats.org/officeDocument/2006/relationships/image" Target="../media/image.jpeg" Id="Rdbd78e88ba8649bb"/><Relationship Type="http://schemas.openxmlformats.org/officeDocument/2006/relationships/notesSlide" Target="/ppt/notesSlides/notesSlide23.xml" Id="R84d14bfbe5764723"/></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76e1ad85f1484f06"/><Relationship Type="http://schemas.openxmlformats.org/officeDocument/2006/relationships/image" Target="../media/image.jpeg" Id="R5aa287490b484733"/><Relationship Type="http://schemas.openxmlformats.org/officeDocument/2006/relationships/notesSlide" Target="/ppt/notesSlides/notesSlide24.xml" Id="Rf4eca3badc2540fb"/></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2960bd2a83a14998"/><Relationship Type="http://schemas.openxmlformats.org/officeDocument/2006/relationships/image" Target="../media/image.jpeg" Id="R36fad0927d3649bc"/><Relationship Type="http://schemas.openxmlformats.org/officeDocument/2006/relationships/notesSlide" Target="/ppt/notesSlides/notesSlide25.xml" Id="Rfd66a3e2c2604f85"/></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20fbd8eb1b234b37"/><Relationship Type="http://schemas.openxmlformats.org/officeDocument/2006/relationships/image" Target="../media/image.jpeg" Id="Rfb11898018be46f8"/><Relationship Type="http://schemas.openxmlformats.org/officeDocument/2006/relationships/notesSlide" Target="/ppt/notesSlides/notesSlide26.xml" Id="Rf3e08b30fb484b47"/></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e4bbaeb5e3fd4edd"/><Relationship Type="http://schemas.openxmlformats.org/officeDocument/2006/relationships/image" Target="../media/image.jpeg" Id="R4b39aacab5694184"/><Relationship Type="http://schemas.openxmlformats.org/officeDocument/2006/relationships/notesSlide" Target="/ppt/notesSlides/notesSlide27.xml" Id="R20b11f7d4e864a43"/></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e255ec342c7c40ac"/><Relationship Type="http://schemas.openxmlformats.org/officeDocument/2006/relationships/image" Target="../media/image.jpeg" Id="R77b4e5639cd64622"/><Relationship Type="http://schemas.openxmlformats.org/officeDocument/2006/relationships/notesSlide" Target="/ppt/notesSlides/notesSlide28.xml" Id="R12c567c4a5dc4c35"/></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35ed13ce79494638"/><Relationship Type="http://schemas.openxmlformats.org/officeDocument/2006/relationships/image" Target="../media/image.jpeg" Id="Rb919cb607148452b"/><Relationship Type="http://schemas.openxmlformats.org/officeDocument/2006/relationships/notesSlide" Target="/ppt/notesSlides/notesSlide29.xml" Id="Rff887080dafb4ab1"/></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ac763f439d5d44d9"/><Relationship Type="http://schemas.openxmlformats.org/officeDocument/2006/relationships/image" Target="../media/image.jpeg" Id="R1b609c157cd7487e"/><Relationship Type="http://schemas.openxmlformats.org/officeDocument/2006/relationships/notesSlide" Target="/ppt/notesSlides/notesSlide30.xml" Id="Rfd1bcf7b43ad4e5e"/></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67055954d1034590"/><Relationship Type="http://schemas.openxmlformats.org/officeDocument/2006/relationships/image" Target="../media/image.jpeg" Id="R328ebedfe7ff43bc"/><Relationship Type="http://schemas.openxmlformats.org/officeDocument/2006/relationships/notesSlide" Target="/ppt/notesSlides/notesSlide31.xml" Id="R23ac2efe12e94edc"/></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5b46bbcb384147a4"/><Relationship Type="http://schemas.openxmlformats.org/officeDocument/2006/relationships/image" Target="../media/image.jpeg" Id="R74bf688a08534042"/><Relationship Type="http://schemas.openxmlformats.org/officeDocument/2006/relationships/notesSlide" Target="/ppt/notesSlides/notesSlide32.xml" Id="Rc02aaebf785d40db"/></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d463d7b8cd1a4d6b"/><Relationship Type="http://schemas.openxmlformats.org/officeDocument/2006/relationships/image" Target="../media/image.jpeg" Id="R036fcad55ec94320"/><Relationship Type="http://schemas.openxmlformats.org/officeDocument/2006/relationships/notesSlide" Target="/ppt/notesSlides/notesSlide33.xml" Id="Ra990e266c8ea4e92"/></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187b49937e9046fe"/><Relationship Type="http://schemas.openxmlformats.org/officeDocument/2006/relationships/image" Target="../media/image.jpeg" Id="R3807c1caa1ae4d38"/><Relationship Type="http://schemas.openxmlformats.org/officeDocument/2006/relationships/notesSlide" Target="/ppt/notesSlides/notesSlide34.xml" Id="R1237e3c2231544aa"/></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e4597d91902d444e"/><Relationship Type="http://schemas.openxmlformats.org/officeDocument/2006/relationships/image" Target="../media/image.jpeg" Id="Rc4ec52c1f5cc4fbd"/><Relationship Type="http://schemas.openxmlformats.org/officeDocument/2006/relationships/notesSlide" Target="/ppt/notesSlides/notesSlide35.xml" Id="Rac05baac419d45f0"/></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778a71960d794c63"/><Relationship Type="http://schemas.openxmlformats.org/officeDocument/2006/relationships/image" Target="../media/image.jpeg" Id="Rbc23f1a564eb4113"/><Relationship Type="http://schemas.openxmlformats.org/officeDocument/2006/relationships/notesSlide" Target="/ppt/notesSlides/notesSlide36.xml" Id="R709ed05c4d8c4a53"/></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lesson-header">
            <a:extLst xmlns:a="http://schemas.openxmlformats.org/drawingml/2006/main">
              <a:ext uri="{FF2B5EF4-FFF2-40B4-BE49-F238E27FC236}">
                <a16:creationId xmlns:a16="http://schemas.microsoft.com/office/drawing/2014/main" id="{0735B686-315F-45D9-85DF-8F26E1A0CDF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A8CA6073-FBF0-4440-8C7C-85EBE04E863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B3C11069-2861-4FD7-A40A-9B7B672F092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2</a:t>
            </a:r>
          </a:p>
        </p:txBody>
      </p:sp>
      <p:sp>
        <p:nvSpPr>
          <p:cNvPr id="4" name="shape">
            <a:extLst xmlns:a="http://schemas.openxmlformats.org/drawingml/2006/main">
              <a:ext uri="{FF2B5EF4-FFF2-40B4-BE49-F238E27FC236}">
                <a16:creationId xmlns:a16="http://schemas.microsoft.com/office/drawing/2014/main" id="{14685F84-D797-4378-A3DA-02B28AC765A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D806332-C8D1-4977-8441-578757AB11E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BBC7D86-6158-460F-97C1-5A5E347B528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A0923FA-C469-4DF1-A5E8-3EF7161356D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EBF7504-9359-4682-AF01-BB6F38CC368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EE3A2D6-6EBE-4DB1-9E5C-2EC87B23CD9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F1F8E1C-B653-4DB5-A4E3-2EC911E5373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A29C6871-5FD3-44A2-9A79-77AF80F1E50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EA63666-08AC-4E5F-9D4B-D405529B327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799030AD-D309-4330-A44D-5F69A80CF4A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36</a:t>
            </a:r>
          </a:p>
        </p:txBody>
      </p:sp>
      <p:sp>
        <p:nvSpPr>
          <p:cNvPr id="14" name="licence-footer">
            <a:extLst xmlns:a="http://schemas.openxmlformats.org/drawingml/2006/main">
              <a:ext uri="{FF2B5EF4-FFF2-40B4-BE49-F238E27FC236}">
                <a16:creationId xmlns:a16="http://schemas.microsoft.com/office/drawing/2014/main" id="{55438EA6-4315-4F85-8572-B17BB89A693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2A1D978-9B48-4D85-8A9E-82AFBA4DA5CE}"/>
              </a:ext>
            </a:extLst>
          </p:cNvPr>
          <p:cNvPicPr>
            <a:picLocks xmlns:a="http://schemas.openxmlformats.org/drawingml/2006/main" noChangeAspect="1"/>
          </p:cNvPicPr>
          <p:nvPr/>
        </p:nvPicPr>
        <p:blipFill>
          <a:blip xmlns:r="http://schemas.openxmlformats.org/officeDocument/2006/relationships" xmlns:a="http://schemas.openxmlformats.org/drawingml/2006/main" r:embed="Rd6a25577f4d5428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47B72A9-E6A2-4D85-9339-BAF081134FAB}"/>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Caring for others</a:t>
            </a:r>
          </a:p>
        </p:txBody>
      </p:sp>
      <p:sp>
        <p:nvSpPr>
          <p:cNvPr id="17" name="pupil-text">
            <a:extLst xmlns:a="http://schemas.openxmlformats.org/drawingml/2006/main">
              <a:ext uri="{FF2B5EF4-FFF2-40B4-BE49-F238E27FC236}">
                <a16:creationId xmlns:a16="http://schemas.microsoft.com/office/drawing/2014/main" id="{DCBCAA02-BA50-4135-B241-AED3070E5D73}"/>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BUILD</a:t>
            </a:r>
          </a:p>
        </p:txBody>
      </p:sp>
      <p:sp>
        <p:nvSpPr>
          <p:cNvPr id="18" name="pupil-text">
            <a:extLst xmlns:a="http://schemas.openxmlformats.org/drawingml/2006/main">
              <a:ext uri="{FF2B5EF4-FFF2-40B4-BE49-F238E27FC236}">
                <a16:creationId xmlns:a16="http://schemas.microsoft.com/office/drawing/2014/main" id="{0EDD5413-FE09-4DBD-B154-2790B2B932AB}"/>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2 · Lesson: BUILD-RE-S1-W02</a:t>
            </a:r>
          </a:p>
        </p:txBody>
      </p:sp>
      <p:sp>
        <p:nvSpPr>
          <p:cNvPr id="19" name="pupil-text">
            <a:extLst xmlns:a="http://schemas.openxmlformats.org/drawingml/2006/main">
              <a:ext uri="{FF2B5EF4-FFF2-40B4-BE49-F238E27FC236}">
                <a16:creationId xmlns:a16="http://schemas.microsoft.com/office/drawing/2014/main" id="{F5A04548-1CA1-4D23-9F14-DE2F278A9251}"/>
              </a:ext>
            </a:extLst>
          </p:cNvPr>
          <p:cNvSpPr>
            <a:spLocks xmlns:a="http://schemas.openxmlformats.org/drawingml/2006/main" noGrp="1"/>
          </p:cNvSpPr>
          <p:nvPr/>
        </p:nvSpPr>
        <p:spPr>
          <a:xfrm xmlns:a="http://schemas.openxmlformats.org/drawingml/2006/main">
            <a:off x="457200" y="2543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can we choose a fair act?</a:t>
            </a:r>
          </a:p>
        </p:txBody>
      </p:sp>
      <p:sp>
        <p:nvSpPr>
          <p:cNvPr id="20" name="pupil-text">
            <a:extLst xmlns:a="http://schemas.openxmlformats.org/drawingml/2006/main">
              <a:ext uri="{FF2B5EF4-FFF2-40B4-BE49-F238E27FC236}">
                <a16:creationId xmlns:a16="http://schemas.microsoft.com/office/drawing/2014/main" id="{B514FB4B-4D05-4F30-8A88-93647559D922}"/>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talk about right and wrong acts.</a:t>
            </a:r>
          </a:p>
        </p:txBody>
      </p:sp>
      <p:sp>
        <p:nvSpPr>
          <p:cNvPr id="21" name="shape">
            <a:extLst xmlns:a="http://schemas.openxmlformats.org/drawingml/2006/main">
              <a:ext uri="{FF2B5EF4-FFF2-40B4-BE49-F238E27FC236}">
                <a16:creationId xmlns:a16="http://schemas.microsoft.com/office/drawing/2014/main" id="{A3DBB241-5D14-4B93-BB34-16A82A181950}"/>
              </a:ext>
            </a:extLst>
          </p:cNvPr>
          <p:cNvSpPr>
            <a:spLocks xmlns:a="http://schemas.openxmlformats.org/drawingml/2006/main" noGrp="1"/>
          </p:cNvSpPr>
          <p:nvPr/>
        </p:nvSpPr>
        <p:spPr>
          <a:xfrm xmlns:a="http://schemas.openxmlformats.org/drawingml/2006/main">
            <a:off x="409575" y="31527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E7F72404-B6E9-450C-A997-3125BFEC6EFA}"/>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 choose a fair act and give a reason.</a:t>
            </a:r>
          </a:p>
        </p:txBody>
      </p:sp>
      <p:sp>
        <p:nvSpPr>
          <p:cNvPr id="23" name="pupil-text">
            <a:extLst xmlns:a="http://schemas.openxmlformats.org/drawingml/2006/main">
              <a:ext uri="{FF2B5EF4-FFF2-40B4-BE49-F238E27FC236}">
                <a16:creationId xmlns:a16="http://schemas.microsoft.com/office/drawing/2014/main" id="{A2E56A7C-0D6A-4BA7-B9FD-61B730EEAC5B}"/>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Make a fair choice in a group.</a:t>
            </a:r>
          </a:p>
        </p:txBody>
      </p:sp>
      <p:sp>
        <p:nvSpPr>
          <p:cNvPr id="24" name="pupil-text">
            <a:extLst xmlns:a="http://schemas.openxmlformats.org/drawingml/2006/main">
              <a:ext uri="{FF2B5EF4-FFF2-40B4-BE49-F238E27FC236}">
                <a16:creationId xmlns:a16="http://schemas.microsoft.com/office/drawing/2014/main" id="{3EF6DD59-874E-467B-9B60-9360A2B85589}"/>
              </a:ext>
            </a:extLst>
          </p:cNvPr>
          <p:cNvSpPr>
            <a:spLocks xmlns:a="http://schemas.openxmlformats.org/drawingml/2006/main" noGrp="1"/>
          </p:cNvSpPr>
          <p:nvPr/>
        </p:nvSpPr>
        <p:spPr>
          <a:xfrm xmlns:a="http://schemas.openxmlformats.org/drawingml/2006/main">
            <a:off x="457200" y="3752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25" name="pupil-text">
            <a:extLst xmlns:a="http://schemas.openxmlformats.org/drawingml/2006/main">
              <a:ext uri="{FF2B5EF4-FFF2-40B4-BE49-F238E27FC236}">
                <a16:creationId xmlns:a16="http://schemas.microsoft.com/office/drawing/2014/main" id="{E529E45B-ABE0-43F0-829E-D7C1419B3733}"/>
              </a:ext>
            </a:extLst>
          </p:cNvPr>
          <p:cNvSpPr>
            <a:spLocks xmlns:a="http://schemas.openxmlformats.org/drawingml/2006/main" noGrp="1"/>
          </p:cNvSpPr>
          <p:nvPr/>
        </p:nvSpPr>
        <p:spPr>
          <a:xfrm xmlns:a="http://schemas.openxmlformats.org/drawingml/2006/main">
            <a:off x="457200" y="4048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6" name="pupil-text">
            <a:extLst xmlns:a="http://schemas.openxmlformats.org/drawingml/2006/main">
              <a:ext uri="{FF2B5EF4-FFF2-40B4-BE49-F238E27FC236}">
                <a16:creationId xmlns:a16="http://schemas.microsoft.com/office/drawing/2014/main" id="{A530C22C-C0D9-49B9-81EA-64EBEF3E9BDD}"/>
              </a:ext>
            </a:extLst>
          </p:cNvPr>
          <p:cNvSpPr>
            <a:spLocks xmlns:a="http://schemas.openxmlformats.org/drawingml/2006/main" noGrp="1"/>
          </p:cNvSpPr>
          <p:nvPr/>
        </p:nvSpPr>
        <p:spPr>
          <a:xfrm xmlns:a="http://schemas.openxmlformats.org/drawingml/2006/main">
            <a:off x="457200" y="4343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Reflection is optional and never worship.</a:t>
            </a:r>
          </a:p>
        </p:txBody>
      </p:sp>
      <p:sp>
        <p:nvSpPr>
          <p:cNvPr id="27" name="pupil-text">
            <a:extLst xmlns:a="http://schemas.openxmlformats.org/drawingml/2006/main">
              <a:ext uri="{FF2B5EF4-FFF2-40B4-BE49-F238E27FC236}">
                <a16:creationId xmlns:a16="http://schemas.microsoft.com/office/drawing/2014/main" id="{BD6A66DC-2AD6-452B-9863-292D97B9998A}"/>
              </a:ext>
            </a:extLst>
          </p:cNvPr>
          <p:cNvSpPr>
            <a:spLocks xmlns:a="http://schemas.openxmlformats.org/drawingml/2006/main" noGrp="1"/>
          </p:cNvSpPr>
          <p:nvPr/>
        </p:nvSpPr>
        <p:spPr>
          <a:xfrm xmlns:a="http://schemas.openxmlformats.org/drawingml/2006/main">
            <a:off x="457200" y="4638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use the neutral made-up case. Keep private stories private.</a:t>
            </a:r>
          </a:p>
        </p:txBody>
      </p:sp>
      <p:sp>
        <p:nvSpPr>
          <p:cNvPr id="28" name="pupil-text">
            <a:extLst xmlns:a="http://schemas.openxmlformats.org/drawingml/2006/main">
              <a:ext uri="{FF2B5EF4-FFF2-40B4-BE49-F238E27FC236}">
                <a16:creationId xmlns:a16="http://schemas.microsoft.com/office/drawing/2014/main" id="{7A1F4CA8-85E7-4ACF-A6C4-D9CB8C936020}"/>
              </a:ext>
            </a:extLst>
          </p:cNvPr>
          <p:cNvSpPr>
            <a:spLocks xmlns:a="http://schemas.openxmlformats.org/drawingml/2006/main" noGrp="1"/>
          </p:cNvSpPr>
          <p:nvPr/>
        </p:nvSpPr>
        <p:spPr>
          <a:xfrm xmlns:a="http://schemas.openxmlformats.org/drawingml/2006/main">
            <a:off x="457200" y="4933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Tree>
    <p:extLst>
      <p:ext uri="{BB962C8B-B14F-4D97-AF65-F5344CB8AC3E}">
        <p14:creationId xmlns:p14="http://schemas.microsoft.com/office/powerpoint/2010/main" val="1375751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BD852673-E50F-449B-8F71-105720F853B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666BD983-6FFF-45A0-BE04-31A9CE43727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9E6A75DE-CE52-4098-A21F-B5FA2717B72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2 · continued</a:t>
            </a:r>
          </a:p>
        </p:txBody>
      </p:sp>
      <p:sp>
        <p:nvSpPr>
          <p:cNvPr id="4" name="shape">
            <a:extLst xmlns:a="http://schemas.openxmlformats.org/drawingml/2006/main">
              <a:ext uri="{FF2B5EF4-FFF2-40B4-BE49-F238E27FC236}">
                <a16:creationId xmlns:a16="http://schemas.microsoft.com/office/drawing/2014/main" id="{EDE206DC-A391-4F0D-9B84-C6205C912E3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FA78936-4022-4667-903F-D16E065B7A2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B15EC27-0C89-4569-A2D0-1CEBA26F201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CABD263-17CC-4CD8-A89D-F5E8C5D746B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4A50503-ADE8-431C-8F14-20ACB70824E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B8713F7-A1B7-4B52-95A8-56981B5DD95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6FF176E-A437-4465-8532-C42205C002F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62BBF314-8CED-4C78-95AB-5DF0BBFC59C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DA69B90F-5BFE-4E45-B05A-BD87E3A9327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326C5A22-0082-4BF2-AEDA-3CF384DDA0B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36</a:t>
            </a:r>
          </a:p>
        </p:txBody>
      </p:sp>
      <p:sp>
        <p:nvSpPr>
          <p:cNvPr id="14" name="licence-footer">
            <a:extLst xmlns:a="http://schemas.openxmlformats.org/drawingml/2006/main">
              <a:ext uri="{FF2B5EF4-FFF2-40B4-BE49-F238E27FC236}">
                <a16:creationId xmlns:a16="http://schemas.microsoft.com/office/drawing/2014/main" id="{FAAF7B8A-DA1D-4C1C-BB0A-0A7B230B1A4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CE8531F-F4C7-477C-BEBC-48CC755A7739}"/>
              </a:ext>
            </a:extLst>
          </p:cNvPr>
          <p:cNvPicPr>
            <a:picLocks xmlns:a="http://schemas.openxmlformats.org/drawingml/2006/main" noChangeAspect="1"/>
          </p:cNvPicPr>
          <p:nvPr/>
        </p:nvPicPr>
        <p:blipFill>
          <a:blip xmlns:r="http://schemas.openxmlformats.org/officeDocument/2006/relationships" xmlns:a="http://schemas.openxmlformats.org/drawingml/2006/main" r:embed="R97757fff24b746e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46309D8-298C-4E36-9F38-AEE166A40E2D}"/>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Pause / Pass / Back to one source card, then one step.</a:t>
            </a:r>
          </a:p>
        </p:txBody>
      </p:sp>
      <p:sp>
        <p:nvSpPr>
          <p:cNvPr id="17" name="pupil-text">
            <a:extLst xmlns:a="http://schemas.openxmlformats.org/drawingml/2006/main">
              <a:ext uri="{FF2B5EF4-FFF2-40B4-BE49-F238E27FC236}">
                <a16:creationId xmlns:a16="http://schemas.microsoft.com/office/drawing/2014/main" id="{1746E2A8-18FF-4B5A-B02F-30CC0DE3AF9B}"/>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
        <p:nvSpPr>
          <p:cNvPr id="18" name="pupil-text">
            <a:extLst xmlns:a="http://schemas.openxmlformats.org/drawingml/2006/main">
              <a:ext uri="{FF2B5EF4-FFF2-40B4-BE49-F238E27FC236}">
                <a16:creationId xmlns:a16="http://schemas.microsoft.com/office/drawing/2014/main" id="{381F85C0-DF42-4E27-BCBC-48B9BC656B36}"/>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 We talk about your work.</a:t>
            </a:r>
          </a:p>
        </p:txBody>
      </p:sp>
      <p:sp>
        <p:nvSpPr>
          <p:cNvPr id="19" name="pupil-text">
            <a:extLst xmlns:a="http://schemas.openxmlformats.org/drawingml/2006/main">
              <a:ext uri="{FF2B5EF4-FFF2-40B4-BE49-F238E27FC236}">
                <a16:creationId xmlns:a16="http://schemas.microsoft.com/office/drawing/2014/main" id="{3089665C-9AA7-45BD-8181-FD1928D82BB6}"/>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WS — You worked with help.</a:t>
            </a:r>
          </a:p>
        </p:txBody>
      </p:sp>
      <p:sp>
        <p:nvSpPr>
          <p:cNvPr id="20" name="pupil-text">
            <a:extLst xmlns:a="http://schemas.openxmlformats.org/drawingml/2006/main">
              <a:ext uri="{FF2B5EF4-FFF2-40B4-BE49-F238E27FC236}">
                <a16:creationId xmlns:a16="http://schemas.microsoft.com/office/drawing/2014/main" id="{3ADB4000-723B-42BC-B57F-F7BEC1538D1F}"/>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You did the thinking on your own.</a:t>
            </a:r>
          </a:p>
        </p:txBody>
      </p:sp>
      <p:sp>
        <p:nvSpPr>
          <p:cNvPr id="21" name="pupil-text">
            <a:extLst xmlns:a="http://schemas.openxmlformats.org/drawingml/2006/main">
              <a:ext uri="{FF2B5EF4-FFF2-40B4-BE49-F238E27FC236}">
                <a16:creationId xmlns:a16="http://schemas.microsoft.com/office/drawing/2014/main" id="{B22D7DA7-1709-49DA-A039-1F5EC0C320A4}"/>
              </a:ext>
            </a:extLst>
          </p:cNvPr>
          <p:cNvSpPr>
            <a:spLocks xmlns:a="http://schemas.openxmlformats.org/drawingml/2006/main" noGrp="1"/>
          </p:cNvSpPr>
          <p:nvPr/>
        </p:nvSpPr>
        <p:spPr>
          <a:xfrm xmlns:a="http://schemas.openxmlformats.org/drawingml/2006/main">
            <a:off x="457200" y="3133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NS — Try one next step.</a:t>
            </a:r>
          </a:p>
        </p:txBody>
      </p:sp>
      <p:sp>
        <p:nvSpPr>
          <p:cNvPr id="22" name="pupil-text">
            <a:extLst xmlns:a="http://schemas.openxmlformats.org/drawingml/2006/main">
              <a:ext uri="{FF2B5EF4-FFF2-40B4-BE49-F238E27FC236}">
                <a16:creationId xmlns:a16="http://schemas.microsoft.com/office/drawing/2014/main" id="{49D42B65-361A-41EE-816B-0DBFD5E10B23}"/>
              </a:ext>
            </a:extLst>
          </p:cNvPr>
          <p:cNvSpPr>
            <a:spLocks xmlns:a="http://schemas.openxmlformats.org/drawingml/2006/main" noGrp="1"/>
          </p:cNvSpPr>
          <p:nvPr/>
        </p:nvSpPr>
        <p:spPr>
          <a:xfrm xmlns:a="http://schemas.openxmlformats.org/drawingml/2006/main">
            <a:off x="457200" y="3429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 — Your work is saved.</a:t>
            </a:r>
          </a:p>
        </p:txBody>
      </p:sp>
      <p:sp>
        <p:nvSpPr>
          <p:cNvPr id="23" name="pupil-text">
            <a:extLst xmlns:a="http://schemas.openxmlformats.org/drawingml/2006/main">
              <a:ext uri="{FF2B5EF4-FFF2-40B4-BE49-F238E27FC236}">
                <a16:creationId xmlns:a16="http://schemas.microsoft.com/office/drawing/2014/main" id="{8122601D-6DC0-44F5-8D1F-7631237B4A6B}"/>
              </a:ext>
            </a:extLst>
          </p:cNvPr>
          <p:cNvSpPr>
            <a:spLocks xmlns:a="http://schemas.openxmlformats.org/drawingml/2006/main" noGrp="1"/>
          </p:cNvSpPr>
          <p:nvPr/>
        </p:nvSpPr>
        <p:spPr>
          <a:xfrm xmlns:a="http://schemas.openxmlformats.org/drawingml/2006/main">
            <a:off x="457200" y="3724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 — You respond. We hear you. It helps us plan.</a:t>
            </a:r>
          </a:p>
        </p:txBody>
      </p:sp>
      <p:sp>
        <p:nvSpPr>
          <p:cNvPr id="24" name="pupil-text">
            <a:extLst xmlns:a="http://schemas.openxmlformats.org/drawingml/2006/main">
              <a:ext uri="{FF2B5EF4-FFF2-40B4-BE49-F238E27FC236}">
                <a16:creationId xmlns:a16="http://schemas.microsoft.com/office/drawing/2014/main" id="{F863BD58-3612-48B0-BBF8-278F5FF1FB9D}"/>
              </a:ext>
            </a:extLst>
          </p:cNvPr>
          <p:cNvSpPr>
            <a:spLocks xmlns:a="http://schemas.openxmlformats.org/drawingml/2006/main" noGrp="1"/>
          </p:cNvSpPr>
          <p:nvPr/>
        </p:nvSpPr>
        <p:spPr>
          <a:xfrm xmlns:a="http://schemas.openxmlformats.org/drawingml/2006/main">
            <a:off x="457200" y="4019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Check this bit.</a:t>
            </a:r>
          </a:p>
        </p:txBody>
      </p:sp>
      <p:sp>
        <p:nvSpPr>
          <p:cNvPr id="25" name="pupil-text">
            <a:extLst xmlns:a="http://schemas.openxmlformats.org/drawingml/2006/main">
              <a:ext uri="{FF2B5EF4-FFF2-40B4-BE49-F238E27FC236}">
                <a16:creationId xmlns:a16="http://schemas.microsoft.com/office/drawing/2014/main" id="{DD7CBA4C-0A0C-4095-8186-FF9E2D69C96D}"/>
              </a:ext>
            </a:extLst>
          </p:cNvPr>
          <p:cNvSpPr>
            <a:spLocks xmlns:a="http://schemas.openxmlformats.org/drawingml/2006/main" noGrp="1"/>
          </p:cNvSpPr>
          <p:nvPr/>
        </p:nvSpPr>
        <p:spPr>
          <a:xfrm xmlns:a="http://schemas.openxmlformats.org/drawingml/2006/main">
            <a:off x="457200" y="4314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Show me or read it back.</a:t>
            </a:r>
          </a:p>
        </p:txBody>
      </p:sp>
    </p:spTree>
    <p:extLst>
      <p:ext uri="{BB962C8B-B14F-4D97-AF65-F5344CB8AC3E}">
        <p14:creationId xmlns:p14="http://schemas.microsoft.com/office/powerpoint/2010/main" val="16997177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7C40982A-A4B6-42BE-918C-4B6E573851A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B8F76C11-A663-481A-8A7B-C057D892A8A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5153EFBA-404B-4A2F-A6FE-5AFC6398653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F21EFD37-6318-47F9-8317-1C0DD0F4F89C}"/>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74E0746-E497-4078-A48A-4C027A42DF1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40D555F-6F27-474B-9513-3261AB7D1B1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467943B-6EBA-4DD6-AC54-D7661EED545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7A442A3-9D6A-4BB9-9983-4FAF992A85D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8F453A8-5BCC-411B-9A85-761518E3B24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D866407-6719-49C7-8384-558D6A7C8C3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3B80E1BE-CCAF-48A1-A81D-98430A8BC6A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4A9B625-71CE-45F8-989B-5B327792703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A1D60FA8-CD2B-4CB8-BBD4-DEE6F5C50C5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36</a:t>
            </a:r>
          </a:p>
        </p:txBody>
      </p:sp>
      <p:sp>
        <p:nvSpPr>
          <p:cNvPr id="14" name="licence-footer">
            <a:extLst xmlns:a="http://schemas.openxmlformats.org/drawingml/2006/main">
              <a:ext uri="{FF2B5EF4-FFF2-40B4-BE49-F238E27FC236}">
                <a16:creationId xmlns:a16="http://schemas.microsoft.com/office/drawing/2014/main" id="{72C78A81-A49D-49DE-998D-ABF12382BCB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28E7795-9D8E-4061-89C3-2B798C190D39}"/>
              </a:ext>
            </a:extLst>
          </p:cNvPr>
          <p:cNvPicPr>
            <a:picLocks xmlns:a="http://schemas.openxmlformats.org/drawingml/2006/main" noChangeAspect="1"/>
          </p:cNvPicPr>
          <p:nvPr/>
        </p:nvPicPr>
        <p:blipFill>
          <a:blip xmlns:r="http://schemas.openxmlformats.org/officeDocument/2006/relationships" xmlns:a="http://schemas.openxmlformats.org/drawingml/2006/main" r:embed="Rcc742214efc24a8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69B7E9C-7D3E-4693-B6E6-76B3C11AC77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597FBA52-53B5-4E28-9A59-54430D39ADF4}"/>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we choose a fair act?</a:t>
            </a:r>
          </a:p>
        </p:txBody>
      </p:sp>
    </p:spTree>
    <p:extLst>
      <p:ext uri="{BB962C8B-B14F-4D97-AF65-F5344CB8AC3E}">
        <p14:creationId xmlns:p14="http://schemas.microsoft.com/office/powerpoint/2010/main" val="13306389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FE63F653-7C82-40F1-B19D-47FA30400C6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297CC6BA-6132-4B58-A948-7E015A5868D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E82C8368-5E4E-4F5D-8F81-926A66E3352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BB7E7C80-57D1-400D-8F8A-F383BDE30EB0}"/>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82D6F80-CC32-46BD-BB44-7A149361841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57D9484-4684-4483-865C-60EEC7DC947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BDB7EB0-1BCF-40FF-88E5-39A91DB2921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15F0837-6FF8-4671-A200-84DD0F495F5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67303AC-9E57-4BB3-8ED3-6F5D6E952EC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A186CC7-A84D-40FD-8153-A680FC6A658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7D3B8367-7D9A-4C6C-831C-E2BE3B6DF24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F2F2EB6-BCCD-4E3E-81F3-DC6925D3FB2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3FC3ADEB-D4E8-4E6C-A3A6-F4EFDCC2F66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36</a:t>
            </a:r>
          </a:p>
        </p:txBody>
      </p:sp>
      <p:sp>
        <p:nvSpPr>
          <p:cNvPr id="14" name="licence-footer">
            <a:extLst xmlns:a="http://schemas.openxmlformats.org/drawingml/2006/main">
              <a:ext uri="{FF2B5EF4-FFF2-40B4-BE49-F238E27FC236}">
                <a16:creationId xmlns:a16="http://schemas.microsoft.com/office/drawing/2014/main" id="{DF667F4E-3095-4C55-8315-C01386C82FC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BD73C80-E4F3-465B-9CF6-B21C2302592B}"/>
              </a:ext>
            </a:extLst>
          </p:cNvPr>
          <p:cNvPicPr>
            <a:picLocks xmlns:a="http://schemas.openxmlformats.org/drawingml/2006/main" noChangeAspect="1"/>
          </p:cNvPicPr>
          <p:nvPr/>
        </p:nvPicPr>
        <p:blipFill>
          <a:blip xmlns:r="http://schemas.openxmlformats.org/officeDocument/2006/relationships" xmlns:a="http://schemas.openxmlformats.org/drawingml/2006/main" r:embed="R8aaf081567eb451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1E84355-B61E-423A-ADC2-427EF025ED6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DF7E1487-0259-4754-8EB3-DC81495A6457}"/>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6AC595DA-CFCD-4FD5-8A9B-688FF1FDA297}"/>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Was the traveller hurt or carrying paper?</a:t>
            </a:r>
          </a:p>
        </p:txBody>
      </p:sp>
      <p:sp>
        <p:nvSpPr>
          <p:cNvPr id="19" name="pupil-text">
            <a:extLst xmlns:a="http://schemas.openxmlformats.org/drawingml/2006/main">
              <a:ext uri="{FF2B5EF4-FFF2-40B4-BE49-F238E27FC236}">
                <a16:creationId xmlns:a16="http://schemas.microsoft.com/office/drawing/2014/main" id="{6C456481-E7D8-4B14-9508-E547C130C166}"/>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7CD8C5C0-83B8-4350-9926-7866C623787C}"/>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the helper stop or pass by?</a:t>
            </a:r>
          </a:p>
        </p:txBody>
      </p:sp>
      <p:sp>
        <p:nvSpPr>
          <p:cNvPr id="21" name="pupil-text">
            <a:extLst xmlns:a="http://schemas.openxmlformats.org/drawingml/2006/main">
              <a:ext uri="{FF2B5EF4-FFF2-40B4-BE49-F238E27FC236}">
                <a16:creationId xmlns:a16="http://schemas.microsoft.com/office/drawing/2014/main" id="{AB8AA6BE-B270-4CFA-AC51-711AA9E662C4}"/>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450C167E-ADC4-4DFD-8B02-70A6E1D8DEAE}"/>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the helper pay for more care or take the traveller’s food?</a:t>
            </a:r>
          </a:p>
        </p:txBody>
      </p:sp>
      <p:sp>
        <p:nvSpPr>
          <p:cNvPr id="23" name="pupil-text">
            <a:extLst xmlns:a="http://schemas.openxmlformats.org/drawingml/2006/main">
              <a:ext uri="{FF2B5EF4-FFF2-40B4-BE49-F238E27FC236}">
                <a16:creationId xmlns:a16="http://schemas.microsoft.com/office/drawing/2014/main" id="{7D035BC1-A013-471F-B51A-6E57C21196EE}"/>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FA3C165C-61E7-443D-98AE-2637209B0C99}"/>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Could an act help or harm: yes or no?</a:t>
            </a:r>
          </a:p>
        </p:txBody>
      </p:sp>
    </p:spTree>
    <p:extLst>
      <p:ext uri="{BB962C8B-B14F-4D97-AF65-F5344CB8AC3E}">
        <p14:creationId xmlns:p14="http://schemas.microsoft.com/office/powerpoint/2010/main" val="9993779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82FA7F78-55DD-4FF9-995B-5D144A81B1C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F5DAF44F-13AE-4208-B166-BBDCA91B1C6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D5881F1-7E6F-4242-87D5-3DCCFADAE00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E8D407DB-76D3-465A-89E7-CC3CC2C4E68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95B4437-2A9B-4E4C-AFB8-8FF2F7143E4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A316C7B-DD61-400A-80E2-109F95A68D0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301D961-623C-448A-9541-B53FDD3BDFB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063CE4D-5217-4F42-8D12-B61173FE112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6D1E67C-B977-441A-8203-B94BFAAFA25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81B276B-907E-4139-BE7F-7996E86176E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58CF4185-BF31-444D-82F4-3D7E221DE93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4F08F4A-4929-4AE7-AEA3-02CF4D707B4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7CA4FCF5-A77B-4389-9408-2D4E46D2052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36</a:t>
            </a:r>
          </a:p>
        </p:txBody>
      </p:sp>
      <p:sp>
        <p:nvSpPr>
          <p:cNvPr id="14" name="licence-footer">
            <a:extLst xmlns:a="http://schemas.openxmlformats.org/drawingml/2006/main">
              <a:ext uri="{FF2B5EF4-FFF2-40B4-BE49-F238E27FC236}">
                <a16:creationId xmlns:a16="http://schemas.microsoft.com/office/drawing/2014/main" id="{6B40531E-32D6-454A-BC98-A933A87AAFE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60724A3-8D3F-4A18-8039-252B10E2F860}"/>
              </a:ext>
            </a:extLst>
          </p:cNvPr>
          <p:cNvPicPr>
            <a:picLocks xmlns:a="http://schemas.openxmlformats.org/drawingml/2006/main" noChangeAspect="1"/>
          </p:cNvPicPr>
          <p:nvPr/>
        </p:nvPicPr>
        <p:blipFill>
          <a:blip xmlns:r="http://schemas.openxmlformats.org/officeDocument/2006/relationships" xmlns:a="http://schemas.openxmlformats.org/drawingml/2006/main" r:embed="Red5aedc8ebd54d4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685A116-3CA5-4440-BE70-6093371FC9CA}"/>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B761BAAD-1F38-466C-A8FE-F6F1D387C6E2}"/>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6A313210-9C56-4202-98C9-C4CCEFE2BE51}"/>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road story.</a:t>
            </a:r>
          </a:p>
        </p:txBody>
      </p:sp>
      <p:sp>
        <p:nvSpPr>
          <p:cNvPr id="19" name="pupil-text">
            <a:extLst xmlns:a="http://schemas.openxmlformats.org/drawingml/2006/main">
              <a:ext uri="{FF2B5EF4-FFF2-40B4-BE49-F238E27FC236}">
                <a16:creationId xmlns:a16="http://schemas.microsoft.com/office/drawing/2014/main" id="{FF21495C-B8E1-417A-B44C-AAC34E5D7595}"/>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DAC386AF-FB2F-41B2-96F5-B33293D3BDBB}"/>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7EEC910-4F21-4238-A38A-5E6BE5F98CCE}"/>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helper’s first act.</a:t>
            </a:r>
          </a:p>
        </p:txBody>
      </p:sp>
      <p:sp>
        <p:nvSpPr>
          <p:cNvPr id="22" name="pupil-text">
            <a:extLst xmlns:a="http://schemas.openxmlformats.org/drawingml/2006/main">
              <a:ext uri="{FF2B5EF4-FFF2-40B4-BE49-F238E27FC236}">
                <a16:creationId xmlns:a16="http://schemas.microsoft.com/office/drawing/2014/main" id="{5C1375C1-BC38-4965-95B4-0FE7CC535493}"/>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3EE5102C-9452-4DCB-9063-F3C411F210D5}"/>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4D6591A6-AD73-47E2-8F2D-A5CA4BE06798}"/>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host.</a:t>
            </a:r>
          </a:p>
        </p:txBody>
      </p:sp>
      <p:sp>
        <p:nvSpPr>
          <p:cNvPr id="25" name="pupil-text">
            <a:extLst xmlns:a="http://schemas.openxmlformats.org/drawingml/2006/main">
              <a:ext uri="{FF2B5EF4-FFF2-40B4-BE49-F238E27FC236}">
                <a16:creationId xmlns:a16="http://schemas.microsoft.com/office/drawing/2014/main" id="{8E31D6A8-C133-44DD-B75C-5435E40D07E6}"/>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8CB0E3F0-B586-4846-A3C7-7E9687F52A43}"/>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79AC60B-0404-4EA0-938D-CB2652B47111}"/>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the act does.</a:t>
            </a:r>
          </a:p>
        </p:txBody>
      </p:sp>
    </p:spTree>
    <p:extLst>
      <p:ext uri="{BB962C8B-B14F-4D97-AF65-F5344CB8AC3E}">
        <p14:creationId xmlns:p14="http://schemas.microsoft.com/office/powerpoint/2010/main" val="15604928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602C30C6-B218-423C-9729-9BED0B5C5AD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E69253AF-C6F7-4DFE-90CC-13B5B92C8CB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945FB9D6-85A9-4F91-9466-4990D52D8BC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F1BBE888-B60F-4B45-8FE6-79050D048A9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ECD9DAB-27EF-4602-8DF7-C595084B4C4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C46E8F7-4885-4C82-8ABB-59DA0158A9E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B7905D6-D5B8-4009-B6FD-A7BFC35575B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89B14A0-1D84-4CAF-88FD-DF0F2588C01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0A961A3-7DA4-40CC-A2DC-EF8B3A75215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2A37673-1C93-429F-8611-E9428945FA1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2BBDF76A-0AF0-407A-8015-55F6A516E11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D5474C9-2226-4BB9-A91C-074744E93DE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84DFC400-7925-456F-BFB2-7550D9827D6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36</a:t>
            </a:r>
          </a:p>
        </p:txBody>
      </p:sp>
      <p:sp>
        <p:nvSpPr>
          <p:cNvPr id="14" name="licence-footer">
            <a:extLst xmlns:a="http://schemas.openxmlformats.org/drawingml/2006/main">
              <a:ext uri="{FF2B5EF4-FFF2-40B4-BE49-F238E27FC236}">
                <a16:creationId xmlns:a16="http://schemas.microsoft.com/office/drawing/2014/main" id="{24A8384A-5640-49F7-830A-CBFB5229F1C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F1CBB81-E00C-48C6-AF53-E3E2E2783AC2}"/>
              </a:ext>
            </a:extLst>
          </p:cNvPr>
          <p:cNvPicPr>
            <a:picLocks xmlns:a="http://schemas.openxmlformats.org/drawingml/2006/main" noChangeAspect="1"/>
          </p:cNvPicPr>
          <p:nvPr/>
        </p:nvPicPr>
        <p:blipFill>
          <a:blip xmlns:r="http://schemas.openxmlformats.org/officeDocument/2006/relationships" xmlns:a="http://schemas.openxmlformats.org/drawingml/2006/main" r:embed="R8ea2e05ad88d406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42B5BBB-5227-4089-ACD0-1F6FF81232E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B340DD32-445F-4464-84CA-088C1A4F0A15}"/>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A541C437-1C18-4C09-B9D1-013312063818}"/>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the traveller need care?</a:t>
            </a:r>
          </a:p>
        </p:txBody>
      </p:sp>
      <p:sp>
        <p:nvSpPr>
          <p:cNvPr id="19" name="pupil-text">
            <a:extLst xmlns:a="http://schemas.openxmlformats.org/drawingml/2006/main">
              <a:ext uri="{FF2B5EF4-FFF2-40B4-BE49-F238E27FC236}">
                <a16:creationId xmlns:a16="http://schemas.microsoft.com/office/drawing/2014/main" id="{2FD940F0-A4B2-4BD6-A3FA-0D2C3CC05CE9}"/>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4230B308-1EBE-4274-B6F2-745C355A3531}"/>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did the helper do first?</a:t>
            </a:r>
          </a:p>
        </p:txBody>
      </p:sp>
      <p:sp>
        <p:nvSpPr>
          <p:cNvPr id="21" name="pupil-text">
            <a:extLst xmlns:a="http://schemas.openxmlformats.org/drawingml/2006/main">
              <a:ext uri="{FF2B5EF4-FFF2-40B4-BE49-F238E27FC236}">
                <a16:creationId xmlns:a16="http://schemas.microsoft.com/office/drawing/2014/main" id="{086C2D20-C31F-4A9D-85E6-C280A1CF9885}"/>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5A833C5A-1B0D-4734-9D03-90599DA9D956}"/>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care carry on at the place to rest?</a:t>
            </a:r>
          </a:p>
        </p:txBody>
      </p:sp>
      <p:sp>
        <p:nvSpPr>
          <p:cNvPr id="23" name="pupil-text">
            <a:extLst xmlns:a="http://schemas.openxmlformats.org/drawingml/2006/main">
              <a:ext uri="{FF2B5EF4-FFF2-40B4-BE49-F238E27FC236}">
                <a16:creationId xmlns:a16="http://schemas.microsoft.com/office/drawing/2014/main" id="{B94535FE-6886-4C4E-899A-6028565EF921}"/>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0D0A3805-2364-4FA3-A469-99C60E30C2FA}"/>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might we judge an act in a case?</a:t>
            </a:r>
          </a:p>
        </p:txBody>
      </p:sp>
    </p:spTree>
    <p:extLst>
      <p:ext uri="{BB962C8B-B14F-4D97-AF65-F5344CB8AC3E}">
        <p14:creationId xmlns:p14="http://schemas.microsoft.com/office/powerpoint/2010/main" val="11727089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9DBDFD7E-FD54-44DC-A966-3D22C6A27C3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B51604CA-299F-41BD-9B1C-1F1CC1FEC7F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271BAC41-11A3-4880-B2BF-820E240AE5B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83878305-76A6-4C0E-91BE-F9B6648F02A1}"/>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94D768B-567E-46E4-810C-8C573CFACFB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39C6BD9-B8EA-4A32-964A-C2762CBB253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8533FDB-92F2-443A-9168-02185ECA6A3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ED73439-7250-42C0-A91C-9A4B1A31708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E8B0EBF-5FAB-40A5-B871-9F2FEC3A0B4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06F9777-1541-4CD7-98F8-4368C443B6E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539BD6D5-E2F9-4299-B824-16A541E56B3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6D4BEA4-15A3-4D02-AA54-3409A678CC7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4393C2BF-7F5F-45FA-96AB-6911660E010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36</a:t>
            </a:r>
          </a:p>
        </p:txBody>
      </p:sp>
      <p:sp>
        <p:nvSpPr>
          <p:cNvPr id="14" name="licence-footer">
            <a:extLst xmlns:a="http://schemas.openxmlformats.org/drawingml/2006/main">
              <a:ext uri="{FF2B5EF4-FFF2-40B4-BE49-F238E27FC236}">
                <a16:creationId xmlns:a16="http://schemas.microsoft.com/office/drawing/2014/main" id="{C9B91F19-E350-48CC-9DC4-2E21CE15937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142174F-6CCB-431C-AFE3-DFC49FCD80A3}"/>
              </a:ext>
            </a:extLst>
          </p:cNvPr>
          <p:cNvPicPr>
            <a:picLocks xmlns:a="http://schemas.openxmlformats.org/drawingml/2006/main" noChangeAspect="1"/>
          </p:cNvPicPr>
          <p:nvPr/>
        </p:nvPicPr>
        <p:blipFill>
          <a:blip xmlns:r="http://schemas.openxmlformats.org/officeDocument/2006/relationships" xmlns:a="http://schemas.openxmlformats.org/drawingml/2006/main" r:embed="R3f80ea466a2b40c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456EA6E-3B09-45D8-BAB2-9463CCA19ED4}"/>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A2BD8BF5-AC0A-47BA-B501-C98B3B5CDC90}"/>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561086F4-3AD7-40CE-B998-EE4C1660CAB2}"/>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road story.</a:t>
            </a:r>
          </a:p>
        </p:txBody>
      </p:sp>
      <p:sp>
        <p:nvSpPr>
          <p:cNvPr id="19" name="pupil-text">
            <a:extLst xmlns:a="http://schemas.openxmlformats.org/drawingml/2006/main">
              <a:ext uri="{FF2B5EF4-FFF2-40B4-BE49-F238E27FC236}">
                <a16:creationId xmlns:a16="http://schemas.microsoft.com/office/drawing/2014/main" id="{E73914CB-A737-4D5D-B5CA-595F5DF57681}"/>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9E3DCA5D-CC32-4868-8E66-1F436030F2E1}"/>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B2C515E-5C49-4790-AF6D-DB92E85C42A9}"/>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helper’s first act.</a:t>
            </a:r>
          </a:p>
        </p:txBody>
      </p:sp>
      <p:sp>
        <p:nvSpPr>
          <p:cNvPr id="22" name="pupil-text">
            <a:extLst xmlns:a="http://schemas.openxmlformats.org/drawingml/2006/main">
              <a:ext uri="{FF2B5EF4-FFF2-40B4-BE49-F238E27FC236}">
                <a16:creationId xmlns:a16="http://schemas.microsoft.com/office/drawing/2014/main" id="{839DE607-8DC3-4BA8-B90F-30728EF9EA2D}"/>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9139EF3C-4D50-4639-AA66-1C72F9B0A47A}"/>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BC2A0D6A-FB44-4D3A-99E8-7212B2DAB466}"/>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host.</a:t>
            </a:r>
          </a:p>
        </p:txBody>
      </p:sp>
      <p:sp>
        <p:nvSpPr>
          <p:cNvPr id="25" name="pupil-text">
            <a:extLst xmlns:a="http://schemas.openxmlformats.org/drawingml/2006/main">
              <a:ext uri="{FF2B5EF4-FFF2-40B4-BE49-F238E27FC236}">
                <a16:creationId xmlns:a16="http://schemas.microsoft.com/office/drawing/2014/main" id="{0700E465-EDB1-4188-8208-566C65597CC1}"/>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7AD9C059-3557-4D51-8159-2D0FD85EF900}"/>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F4BCF0A-08EF-4DA2-A669-2BDBD0B05712}"/>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the act does.</a:t>
            </a:r>
          </a:p>
        </p:txBody>
      </p:sp>
    </p:spTree>
    <p:extLst>
      <p:ext uri="{BB962C8B-B14F-4D97-AF65-F5344CB8AC3E}">
        <p14:creationId xmlns:p14="http://schemas.microsoft.com/office/powerpoint/2010/main" val="2463703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F1278AAD-D983-4BA8-A280-134E557A9EB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EF70DE3B-E48C-456D-95CE-272F04A1C97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6EC0216-5AF8-475E-8DE8-4A7ABF11F5C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3F262AB0-F64B-4C07-976B-63DBD2EEC3B0}"/>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744E3C3-CEA0-4E4C-9A97-BB23BF1AF0F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D43C5D1-3A3F-4383-A14E-63670F7BA3C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9DC4285-743B-45C0-8BF9-260ACBD4AE3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C392B01-2A12-4BCD-BAFA-5E210F7E868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C329A9A-FF8B-431E-9DF9-5C3D1B9ED2B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1673A92-E220-4450-A4A5-60A96AC56C7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B88E8974-C43C-49AF-9406-6AA0CDEC8D5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439FF45-25EB-4BD7-A6FA-4A05F69136E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46D9144B-BB62-4009-B6E8-10F256E6090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36</a:t>
            </a:r>
          </a:p>
        </p:txBody>
      </p:sp>
      <p:sp>
        <p:nvSpPr>
          <p:cNvPr id="14" name="licence-footer">
            <a:extLst xmlns:a="http://schemas.openxmlformats.org/drawingml/2006/main">
              <a:ext uri="{FF2B5EF4-FFF2-40B4-BE49-F238E27FC236}">
                <a16:creationId xmlns:a16="http://schemas.microsoft.com/office/drawing/2014/main" id="{3BCC95A4-42E5-4259-9FA0-B1D32A0C5B1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978750E-5526-4BE3-8A4E-4B152EC86C9F}"/>
              </a:ext>
            </a:extLst>
          </p:cNvPr>
          <p:cNvPicPr>
            <a:picLocks xmlns:a="http://schemas.openxmlformats.org/drawingml/2006/main" noChangeAspect="1"/>
          </p:cNvPicPr>
          <p:nvPr/>
        </p:nvPicPr>
        <p:blipFill>
          <a:blip xmlns:r="http://schemas.openxmlformats.org/officeDocument/2006/relationships" xmlns:a="http://schemas.openxmlformats.org/drawingml/2006/main" r:embed="Rba8a19e1dff4472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262A731-A58B-438E-BB1A-C69C4E55A2A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00EB0DF0-F1FF-4287-AF7D-A9F1DA70448C}"/>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2A002A93-354C-4156-8CE2-B9DD02853CF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Name the need shown at the start of the story.</a:t>
            </a:r>
          </a:p>
        </p:txBody>
      </p:sp>
      <p:sp>
        <p:nvSpPr>
          <p:cNvPr id="19" name="pupil-text">
            <a:extLst xmlns:a="http://schemas.openxmlformats.org/drawingml/2006/main">
              <a:ext uri="{FF2B5EF4-FFF2-40B4-BE49-F238E27FC236}">
                <a16:creationId xmlns:a16="http://schemas.microsoft.com/office/drawing/2014/main" id="{B1FD0FF2-04E2-48FF-AFE2-C4BA389394C1}"/>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62D5699C-17B5-4A67-90AF-036967C052FF}"/>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was the helper’s act different from the two who passed?</a:t>
            </a:r>
          </a:p>
        </p:txBody>
      </p:sp>
      <p:sp>
        <p:nvSpPr>
          <p:cNvPr id="21" name="pupil-text">
            <a:extLst xmlns:a="http://schemas.openxmlformats.org/drawingml/2006/main">
              <a:ext uri="{FF2B5EF4-FFF2-40B4-BE49-F238E27FC236}">
                <a16:creationId xmlns:a16="http://schemas.microsoft.com/office/drawing/2014/main" id="{E59E6476-E465-4CD9-A1C7-A47B506B5CB2}"/>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F7190C42-1760-478D-A1E2-2D1367B4C9F8}"/>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paying the host matter in the story?</a:t>
            </a:r>
          </a:p>
        </p:txBody>
      </p:sp>
      <p:sp>
        <p:nvSpPr>
          <p:cNvPr id="23" name="pupil-text">
            <a:extLst xmlns:a="http://schemas.openxmlformats.org/drawingml/2006/main">
              <a:ext uri="{FF2B5EF4-FFF2-40B4-BE49-F238E27FC236}">
                <a16:creationId xmlns:a16="http://schemas.microsoft.com/office/drawing/2014/main" id="{DACADE4B-7FDE-4F3D-B34D-0768A1D14C38}"/>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FA2317EF-8A37-4299-AB64-796478C0CED9}"/>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would you check before judging an act?</a:t>
            </a:r>
          </a:p>
        </p:txBody>
      </p:sp>
    </p:spTree>
    <p:extLst>
      <p:ext uri="{BB962C8B-B14F-4D97-AF65-F5344CB8AC3E}">
        <p14:creationId xmlns:p14="http://schemas.microsoft.com/office/powerpoint/2010/main" val="4427001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DB3A3E64-EF7A-4D8A-880D-9698223ACE1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2C0A8EA1-C378-4636-84CA-086727A28B1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2A39CE5-C7FC-4C00-B654-0185C259496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63429270-6645-45AE-8A7E-839A9A479E0E}"/>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96D4289-7340-436B-8E51-467E4A38A10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4173889-631A-4D4C-9221-281BCD5377E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5A7B8FD-C3E7-404F-8F79-E2094B2DC87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12BA159-7EBF-4F50-8C66-A65374B3FED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F97A276-C922-48F3-9721-27904D1A365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29F02AD-276A-4986-B52D-A6B543A1C15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EDD26EC9-3F02-4B0F-AB1A-9B17038FFB2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67EC871-4B09-4593-B8C8-CAED22C9935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D4F4A7B4-7E37-4DC2-83A2-B53FBAB7658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36</a:t>
            </a:r>
          </a:p>
        </p:txBody>
      </p:sp>
      <p:sp>
        <p:nvSpPr>
          <p:cNvPr id="14" name="licence-footer">
            <a:extLst xmlns:a="http://schemas.openxmlformats.org/drawingml/2006/main">
              <a:ext uri="{FF2B5EF4-FFF2-40B4-BE49-F238E27FC236}">
                <a16:creationId xmlns:a16="http://schemas.microsoft.com/office/drawing/2014/main" id="{D5AF5E05-3EE3-4C4B-A51F-3F8AFCAFE2E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9B176BF-8FB2-4E30-BF43-31B8D21559A1}"/>
              </a:ext>
            </a:extLst>
          </p:cNvPr>
          <p:cNvPicPr>
            <a:picLocks xmlns:a="http://schemas.openxmlformats.org/drawingml/2006/main" noChangeAspect="1"/>
          </p:cNvPicPr>
          <p:nvPr/>
        </p:nvPicPr>
        <p:blipFill>
          <a:blip xmlns:r="http://schemas.openxmlformats.org/officeDocument/2006/relationships" xmlns:a="http://schemas.openxmlformats.org/drawingml/2006/main" r:embed="R777b4ce8f77d491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987DD8A-3180-43DA-BD72-CCFCE7DD679A}"/>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4008FDBE-E79E-4741-A7AB-57D1CABD44B2}"/>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9C18F482-66B8-47C5-8243-CFB8199BF682}"/>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road story.</a:t>
            </a:r>
          </a:p>
        </p:txBody>
      </p:sp>
      <p:sp>
        <p:nvSpPr>
          <p:cNvPr id="19" name="pupil-text">
            <a:extLst xmlns:a="http://schemas.openxmlformats.org/drawingml/2006/main">
              <a:ext uri="{FF2B5EF4-FFF2-40B4-BE49-F238E27FC236}">
                <a16:creationId xmlns:a16="http://schemas.microsoft.com/office/drawing/2014/main" id="{363D4FF0-6ED4-47C0-87E3-763F4854471C}"/>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A413A8B6-0B80-4118-ACCC-7B0CA4E094A9}"/>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113DE47-F1D6-4FD7-801C-E08AFB142C7D}"/>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helper’s first act.</a:t>
            </a:r>
          </a:p>
        </p:txBody>
      </p:sp>
      <p:sp>
        <p:nvSpPr>
          <p:cNvPr id="22" name="pupil-text">
            <a:extLst xmlns:a="http://schemas.openxmlformats.org/drawingml/2006/main">
              <a:ext uri="{FF2B5EF4-FFF2-40B4-BE49-F238E27FC236}">
                <a16:creationId xmlns:a16="http://schemas.microsoft.com/office/drawing/2014/main" id="{5A8D02BE-332C-4222-9532-62CFA8564F10}"/>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60564ABC-780D-4C3A-AA5E-50DF102708DC}"/>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9E03FD6F-8912-40F2-BB89-91F7841FEE0C}"/>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host.</a:t>
            </a:r>
          </a:p>
        </p:txBody>
      </p:sp>
      <p:sp>
        <p:nvSpPr>
          <p:cNvPr id="25" name="pupil-text">
            <a:extLst xmlns:a="http://schemas.openxmlformats.org/drawingml/2006/main">
              <a:ext uri="{FF2B5EF4-FFF2-40B4-BE49-F238E27FC236}">
                <a16:creationId xmlns:a16="http://schemas.microsoft.com/office/drawing/2014/main" id="{1BCDF741-7E25-4BDF-B7ED-36299F8951F7}"/>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38CF5782-0800-4695-A788-AA3E740217A8}"/>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F2C7A83-3FFA-42AD-A196-B21678C68A99}"/>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the act does.</a:t>
            </a:r>
          </a:p>
        </p:txBody>
      </p:sp>
    </p:spTree>
    <p:extLst>
      <p:ext uri="{BB962C8B-B14F-4D97-AF65-F5344CB8AC3E}">
        <p14:creationId xmlns:p14="http://schemas.microsoft.com/office/powerpoint/2010/main" val="7549382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1FD8B1ED-CD4D-4A07-8A9F-9F1A003AE8D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6FBC2C26-F50E-461B-A9EF-157C0415054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268EBD8F-5200-4DF2-ADF2-DB0929A3C86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strip — after the first Arrival try only</a:t>
            </a:r>
          </a:p>
        </p:txBody>
      </p:sp>
      <p:sp>
        <p:nvSpPr>
          <p:cNvPr id="4" name="shape">
            <a:extLst xmlns:a="http://schemas.openxmlformats.org/drawingml/2006/main">
              <a:ext uri="{FF2B5EF4-FFF2-40B4-BE49-F238E27FC236}">
                <a16:creationId xmlns:a16="http://schemas.microsoft.com/office/drawing/2014/main" id="{FF6C115B-009D-4502-839B-95296AD7A54C}"/>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3EFB0E8-D749-4BDA-93F4-B4126652CD6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D475538-C7AE-401E-80C6-A3756A8F900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97C5AE1-DA26-4BD2-8103-F48C0FE02F6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CF4919E-2FC6-461D-9F22-65F15413EE3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0CF057D-D510-4538-B1D2-B0573AB3FF9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211DA1C-4C3E-4658-B330-FC63DC05D88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9B91BB1D-BDAD-429D-89E5-51BD55A875C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DC17B78F-8E77-4293-BA71-006C401EF08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6575BA3E-641E-462A-8DF7-ECDF5C5BD8C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36</a:t>
            </a:r>
          </a:p>
        </p:txBody>
      </p:sp>
      <p:sp>
        <p:nvSpPr>
          <p:cNvPr id="14" name="licence-footer">
            <a:extLst xmlns:a="http://schemas.openxmlformats.org/drawingml/2006/main">
              <a:ext uri="{FF2B5EF4-FFF2-40B4-BE49-F238E27FC236}">
                <a16:creationId xmlns:a16="http://schemas.microsoft.com/office/drawing/2014/main" id="{49A5CA05-6244-42D1-9B0B-EF3CD8A5EEE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6A59720-F49E-4EDB-BFC1-FD58C7A5AD0F}"/>
              </a:ext>
            </a:extLst>
          </p:cNvPr>
          <p:cNvPicPr>
            <a:picLocks xmlns:a="http://schemas.openxmlformats.org/drawingml/2006/main" noChangeAspect="1"/>
          </p:cNvPicPr>
          <p:nvPr/>
        </p:nvPicPr>
        <p:blipFill>
          <a:blip xmlns:r="http://schemas.openxmlformats.org/officeDocument/2006/relationships" xmlns:a="http://schemas.openxmlformats.org/drawingml/2006/main" r:embed="R020eb1e073064e7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6ACA7AD-EBAD-4441-BB37-590FBC3F5D7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the adapted Christian story, a hurt traveller received help. The helper stopped, cared for the</a:t>
            </a:r>
          </a:p>
        </p:txBody>
      </p:sp>
      <p:sp>
        <p:nvSpPr>
          <p:cNvPr id="17" name="pupil-text">
            <a:extLst xmlns:a="http://schemas.openxmlformats.org/drawingml/2006/main">
              <a:ext uri="{FF2B5EF4-FFF2-40B4-BE49-F238E27FC236}">
                <a16:creationId xmlns:a16="http://schemas.microsoft.com/office/drawing/2014/main" id="{54506BAA-2585-45E6-AF9F-F3AEE9273CD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traveller and paid for more care. We used story details.</a:t>
            </a:r>
          </a:p>
        </p:txBody>
      </p:sp>
      <p:sp>
        <p:nvSpPr>
          <p:cNvPr id="18" name="shape">
            <a:extLst xmlns:a="http://schemas.openxmlformats.org/drawingml/2006/main">
              <a:ext uri="{FF2B5EF4-FFF2-40B4-BE49-F238E27FC236}">
                <a16:creationId xmlns:a16="http://schemas.microsoft.com/office/drawing/2014/main" id="{0F22D017-7BF3-4666-81EF-0D0A5F3CADE9}"/>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6DC463DB-F239-41F5-A98F-B55F0AE554DE}"/>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Tree>
    <p:extLst>
      <p:ext uri="{BB962C8B-B14F-4D97-AF65-F5344CB8AC3E}">
        <p14:creationId xmlns:p14="http://schemas.microsoft.com/office/powerpoint/2010/main" val="19549676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9F03D775-41AC-42A0-9458-3A21B073E2B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0C014C40-1B3F-4F2E-A250-459142A54D1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DAA89A37-AA5A-43FA-BBC5-B83BF4935A6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427A6C00-0B8F-41EC-BF58-8F05AE9DE39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823456E-CA69-44F6-8E37-2CE490EDB449}"/>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35FC75F-C0C5-414D-ABF9-AF99DCE489D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D58A4D1-94D8-4B82-B64B-40A79C5F6B2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ADA31A5-9FF2-498C-B060-7DEA2C9D1E9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6DEC105-F2D2-483C-A2A4-C88700495DD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5A465B4-4EF3-4363-80BD-7713697378F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4623AE53-B1C6-4A8A-81B0-B16DA19A3C5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33002D8-2D4B-48C2-ACD1-D84498AFC1B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B0B9A06-008E-419D-B5E6-D0D6F35CE33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36</a:t>
            </a:r>
          </a:p>
        </p:txBody>
      </p:sp>
      <p:sp>
        <p:nvSpPr>
          <p:cNvPr id="14" name="licence-footer">
            <a:extLst xmlns:a="http://schemas.openxmlformats.org/drawingml/2006/main">
              <a:ext uri="{FF2B5EF4-FFF2-40B4-BE49-F238E27FC236}">
                <a16:creationId xmlns:a16="http://schemas.microsoft.com/office/drawing/2014/main" id="{0B808D09-2DAB-477E-8ADB-A0ADC07A36B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B628AE6-E4A3-4220-BFF6-FE6D9E236250}"/>
              </a:ext>
            </a:extLst>
          </p:cNvPr>
          <p:cNvPicPr>
            <a:picLocks xmlns:a="http://schemas.openxmlformats.org/drawingml/2006/main" noChangeAspect="1"/>
          </p:cNvPicPr>
          <p:nvPr/>
        </p:nvPicPr>
        <p:blipFill>
          <a:blip xmlns:r="http://schemas.openxmlformats.org/officeDocument/2006/relationships" xmlns:a="http://schemas.openxmlformats.org/drawingml/2006/main" r:embed="Rffdc918020e0476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A8A9535-78B5-49DB-BA20-FB2C67EEC55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one short reply or mark. You may pass.</a:t>
            </a:r>
          </a:p>
        </p:txBody>
      </p:sp>
      <p:sp>
        <p:nvSpPr>
          <p:cNvPr id="17" name="pupil-text">
            <a:extLst xmlns:a="http://schemas.openxmlformats.org/drawingml/2006/main">
              <a:ext uri="{FF2B5EF4-FFF2-40B4-BE49-F238E27FC236}">
                <a16:creationId xmlns:a16="http://schemas.microsoft.com/office/drawing/2014/main" id="{36E75657-7C3D-4503-82CF-71A4F888D9B0}"/>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do you notice about the dropped card?</a:t>
            </a:r>
          </a:p>
        </p:txBody>
      </p:sp>
    </p:spTree>
    <p:extLst>
      <p:ext uri="{BB962C8B-B14F-4D97-AF65-F5344CB8AC3E}">
        <p14:creationId xmlns:p14="http://schemas.microsoft.com/office/powerpoint/2010/main" val="108879236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790037CB-0352-498E-8805-B4622D86F60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88F9A16D-3A00-489D-8164-08AC53502F7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0F773804-4532-4881-9DF1-828DF671397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Picture access — Starter observation</a:t>
            </a:r>
          </a:p>
        </p:txBody>
      </p:sp>
      <p:sp>
        <p:nvSpPr>
          <p:cNvPr id="4" name="shape">
            <a:extLst xmlns:a="http://schemas.openxmlformats.org/drawingml/2006/main">
              <a:ext uri="{FF2B5EF4-FFF2-40B4-BE49-F238E27FC236}">
                <a16:creationId xmlns:a16="http://schemas.microsoft.com/office/drawing/2014/main" id="{0E992067-9CDB-4A33-BEA5-EF9C61B2FCD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F0B93FD-3DAE-4031-BCC8-D5B93A537664}"/>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F1B2E89-2368-43A3-8BA3-BEA0A71E47B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3E1D147-2E81-4D71-B0DA-C5EAE1612E8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FBE21B8-1A89-40FD-BD60-9DFDDB45251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DD3E8D3-0FF9-4BBC-B578-9AF7A66A941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33D6782-B408-4F17-A81F-81B42EDF74B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C28C2F5A-1195-410C-B357-D104C1D5CD5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2F723BE8-809C-40EC-928A-E82438FA7EC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4EAAC7F7-092B-4AC4-AA6B-10B38F536D8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36</a:t>
            </a:r>
          </a:p>
        </p:txBody>
      </p:sp>
      <p:sp>
        <p:nvSpPr>
          <p:cNvPr id="14" name="licence-footer">
            <a:extLst xmlns:a="http://schemas.openxmlformats.org/drawingml/2006/main">
              <a:ext uri="{FF2B5EF4-FFF2-40B4-BE49-F238E27FC236}">
                <a16:creationId xmlns:a16="http://schemas.microsoft.com/office/drawing/2014/main" id="{9AE5DBAF-CF0A-41DD-9ED2-BB370BFDF19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43ED13F-6CA6-41C8-AE01-A12977E95824}"/>
              </a:ext>
            </a:extLst>
          </p:cNvPr>
          <p:cNvPicPr>
            <a:picLocks xmlns:a="http://schemas.openxmlformats.org/drawingml/2006/main" noChangeAspect="1"/>
          </p:cNvPicPr>
          <p:nvPr/>
        </p:nvPicPr>
        <p:blipFill>
          <a:blip xmlns:r="http://schemas.openxmlformats.org/officeDocument/2006/relationships" xmlns:a="http://schemas.openxmlformats.org/drawingml/2006/main" r:embed="R06adb7998f69443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984F0E6-60AE-4487-9388-BC97765D5B7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shape card lies on the floor by a table. One person points to it. Two small act cards show giving it</a:t>
            </a:r>
          </a:p>
        </p:txBody>
      </p:sp>
      <p:sp>
        <p:nvSpPr>
          <p:cNvPr id="17" name="pupil-text">
            <a:extLst xmlns:a="http://schemas.openxmlformats.org/drawingml/2006/main">
              <a:ext uri="{FF2B5EF4-FFF2-40B4-BE49-F238E27FC236}">
                <a16:creationId xmlns:a16="http://schemas.microsoft.com/office/drawing/2014/main" id="{D125E172-AC24-4BF5-90D3-0E259D4C117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back and hiding it behind a box.</a:t>
            </a:r>
          </a:p>
        </p:txBody>
      </p:sp>
      <p:sp>
        <p:nvSpPr>
          <p:cNvPr id="18" name="shape">
            <a:extLst xmlns:a="http://schemas.openxmlformats.org/drawingml/2006/main">
              <a:ext uri="{FF2B5EF4-FFF2-40B4-BE49-F238E27FC236}">
                <a16:creationId xmlns:a16="http://schemas.microsoft.com/office/drawing/2014/main" id="{357F5C01-BF75-4FC8-8348-ED5BFAA9D897}"/>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8858631-63A7-457E-ACA6-B01114525AF6}"/>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one short reply or mark. You may pass.</a:t>
            </a:r>
          </a:p>
        </p:txBody>
      </p:sp>
    </p:spTree>
    <p:extLst>
      <p:ext uri="{BB962C8B-B14F-4D97-AF65-F5344CB8AC3E}">
        <p14:creationId xmlns:p14="http://schemas.microsoft.com/office/powerpoint/2010/main" val="182251460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741011A3-9628-4F51-ABB3-4554BDC23B9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87146505-7993-472A-9467-C548C5C5166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B5F26006-0D76-469B-B940-D24840256DB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1B086282-EAB1-4DF8-A5CC-D2748FB0FA5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02DE2AE-E490-42E4-A829-73871D49AB3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3B7B9EB-2456-4140-AC77-7D1553045844}"/>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1A61FD6-B2E8-4DBA-B363-D41ED9EC496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B73FF56-F221-4CE2-B427-CC8206647EE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AB0C542-A68A-473A-940A-0FA8528ABCD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7D30637-586A-4DD0-86F3-F4ADBE78D85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312A9F4E-61CC-4E99-B943-1FB54736C02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D003493C-325D-4848-B9F0-3108548534E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CB1CE082-0F60-4643-9CBA-65DA0B9783E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36</a:t>
            </a:r>
          </a:p>
        </p:txBody>
      </p:sp>
      <p:sp>
        <p:nvSpPr>
          <p:cNvPr id="14" name="licence-footer">
            <a:extLst xmlns:a="http://schemas.openxmlformats.org/drawingml/2006/main">
              <a:ext uri="{FF2B5EF4-FFF2-40B4-BE49-F238E27FC236}">
                <a16:creationId xmlns:a16="http://schemas.microsoft.com/office/drawing/2014/main" id="{D18B10CF-54BD-4BD7-97DB-31495AEAF2D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37B00C1-6BA7-4129-9DE5-853C77C38C9A}"/>
              </a:ext>
            </a:extLst>
          </p:cNvPr>
          <p:cNvPicPr>
            <a:picLocks xmlns:a="http://schemas.openxmlformats.org/drawingml/2006/main" noChangeAspect="1"/>
          </p:cNvPicPr>
          <p:nvPr/>
        </p:nvPicPr>
        <p:blipFill>
          <a:blip xmlns:r="http://schemas.openxmlformats.org/officeDocument/2006/relationships" xmlns:a="http://schemas.openxmlformats.org/drawingml/2006/main" r:embed="R7885ce965ed5453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0A97616-C92A-4DAE-A75C-80194CDA4D3C}"/>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B7A6AF43-2624-47EC-BD23-EF0109A40EF2}"/>
              </a:ext>
            </a:extLst>
          </p:cNvPr>
          <p:cNvSpPr>
            <a:spLocks xmlns:a="http://schemas.openxmlformats.org/drawingml/2006/main" noGrp="1"/>
          </p:cNvSpPr>
          <p:nvPr/>
        </p:nvSpPr>
        <p:spPr>
          <a:xfrm xmlns:a="http://schemas.openxmlformats.org/drawingml/2006/main">
            <a:off x="1027113" y="3101181"/>
            <a:ext cx="1508125" cy="63500"/>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032FB648-1528-4412-AC55-E6E63EA7102B}"/>
              </a:ext>
            </a:extLst>
          </p:cNvPr>
          <p:cNvSpPr>
            <a:spLocks xmlns:a="http://schemas.openxmlformats.org/drawingml/2006/main" noGrp="1"/>
          </p:cNvSpPr>
          <p:nvPr/>
        </p:nvSpPr>
        <p:spPr>
          <a:xfrm xmlns:a="http://schemas.openxmlformats.org/drawingml/2006/main">
            <a:off x="1166019" y="3168650"/>
            <a:ext cx="4" cy="170656"/>
          </a:xfrm>
          <a:custGeom xmlns:a="http://schemas.openxmlformats.org/drawingml/2006/main">
            <a:pathLst>
              <a:path w="4" h="170656">
                <a:moveTo>
                  <a:pt x="0" y="0"/>
                </a:moveTo>
                <a:lnTo>
                  <a:pt x="0" y="170656"/>
                </a:lnTo>
              </a:path>
            </a:pathLst>
          </a:custGeom>
          <a:noFill xmlns:a="http://schemas.openxmlformats.org/drawingml/2006/main"/>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782CADD3-975E-46E7-9337-CB649F9507D6}"/>
              </a:ext>
            </a:extLst>
          </p:cNvPr>
          <p:cNvSpPr>
            <a:spLocks xmlns:a="http://schemas.openxmlformats.org/drawingml/2006/main" noGrp="1"/>
          </p:cNvSpPr>
          <p:nvPr/>
        </p:nvSpPr>
        <p:spPr>
          <a:xfrm xmlns:a="http://schemas.openxmlformats.org/drawingml/2006/main">
            <a:off x="2396331" y="3168650"/>
            <a:ext cx="4" cy="170656"/>
          </a:xfrm>
          <a:custGeom xmlns:a="http://schemas.openxmlformats.org/drawingml/2006/main">
            <a:pathLst>
              <a:path w="4" h="170656">
                <a:moveTo>
                  <a:pt x="0" y="0"/>
                </a:moveTo>
                <a:lnTo>
                  <a:pt x="0" y="170656"/>
                </a:lnTo>
              </a:path>
            </a:pathLst>
          </a:custGeom>
          <a:noFill xmlns:a="http://schemas.openxmlformats.org/drawingml/2006/main"/>
          <a:ln xmlns:a="http://schemas.openxmlformats.org/drawingml/2006/main" w="15875">
            <a:solidFill>
              <a:srgbClr val="17324D"/>
            </a:solidFill>
            <a:prstDash val="solid"/>
          </a:ln>
        </p:spPr>
      </p:sp>
      <p:sp>
        <p:nvSpPr>
          <p:cNvPr id="20" name="native-vector-4-rect">
            <a:extLst xmlns:a="http://schemas.openxmlformats.org/drawingml/2006/main">
              <a:ext uri="{FF2B5EF4-FFF2-40B4-BE49-F238E27FC236}">
                <a16:creationId xmlns:a16="http://schemas.microsoft.com/office/drawing/2014/main" id="{0759F7D8-FF3E-4C53-8BF3-CD3890AE7C33}"/>
              </a:ext>
            </a:extLst>
          </p:cNvPr>
          <p:cNvSpPr>
            <a:spLocks xmlns:a="http://schemas.openxmlformats.org/drawingml/2006/main" noGrp="1"/>
          </p:cNvSpPr>
          <p:nvPr/>
        </p:nvSpPr>
        <p:spPr>
          <a:xfrm xmlns:a="http://schemas.openxmlformats.org/drawingml/2006/main">
            <a:off x="1662113" y="2922588"/>
            <a:ext cx="357188" cy="178594"/>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1" name="native-vector-5-polygon">
            <a:extLst xmlns:a="http://schemas.openxmlformats.org/drawingml/2006/main">
              <a:ext uri="{FF2B5EF4-FFF2-40B4-BE49-F238E27FC236}">
                <a16:creationId xmlns:a16="http://schemas.microsoft.com/office/drawing/2014/main" id="{58CC5395-3CBC-40B0-8462-DC10BA262504}"/>
              </a:ext>
            </a:extLst>
          </p:cNvPr>
          <p:cNvSpPr>
            <a:spLocks xmlns:a="http://schemas.openxmlformats.org/drawingml/2006/main" noGrp="1"/>
          </p:cNvSpPr>
          <p:nvPr/>
        </p:nvSpPr>
        <p:spPr>
          <a:xfrm xmlns:a="http://schemas.openxmlformats.org/drawingml/2006/main">
            <a:off x="1503363" y="2585244"/>
            <a:ext cx="285750" cy="357188"/>
          </a:xfrm>
          <a:custGeom xmlns:a="http://schemas.openxmlformats.org/drawingml/2006/main">
            <a:pathLst>
              <a:path w="285750" h="357188">
                <a:moveTo>
                  <a:pt x="0" y="178594"/>
                </a:moveTo>
                <a:lnTo>
                  <a:pt x="0" y="63500"/>
                </a:lnTo>
                <a:lnTo>
                  <a:pt x="47625" y="63500"/>
                </a:lnTo>
                <a:lnTo>
                  <a:pt x="47625" y="158750"/>
                </a:lnTo>
                <a:lnTo>
                  <a:pt x="79375" y="0"/>
                </a:lnTo>
                <a:lnTo>
                  <a:pt x="127000" y="0"/>
                </a:lnTo>
                <a:lnTo>
                  <a:pt x="127000" y="158750"/>
                </a:lnTo>
                <a:lnTo>
                  <a:pt x="158750" y="19844"/>
                </a:lnTo>
                <a:lnTo>
                  <a:pt x="206375" y="19844"/>
                </a:lnTo>
                <a:lnTo>
                  <a:pt x="206375" y="174625"/>
                </a:lnTo>
                <a:lnTo>
                  <a:pt x="238125" y="79375"/>
                </a:lnTo>
                <a:lnTo>
                  <a:pt x="285750" y="79375"/>
                </a:lnTo>
                <a:lnTo>
                  <a:pt x="285750" y="238125"/>
                </a:lnTo>
                <a:lnTo>
                  <a:pt x="198438" y="357188"/>
                </a:lnTo>
                <a:lnTo>
                  <a:pt x="71438" y="357188"/>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A5EF1557-B2DF-40F9-A673-388719441A30}"/>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right</a:t>
            </a:r>
          </a:p>
        </p:txBody>
      </p:sp>
      <p:sp>
        <p:nvSpPr>
          <p:cNvPr id="23" name="pupil-text">
            <a:extLst xmlns:a="http://schemas.openxmlformats.org/drawingml/2006/main">
              <a:ext uri="{FF2B5EF4-FFF2-40B4-BE49-F238E27FC236}">
                <a16:creationId xmlns:a16="http://schemas.microsoft.com/office/drawing/2014/main" id="{10C14FAA-8A53-4187-8A18-4F264105EFF9}"/>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fair or helpful in this case.</a:t>
            </a:r>
          </a:p>
        </p:txBody>
      </p:sp>
      <p:sp>
        <p:nvSpPr>
          <p:cNvPr id="24" name="picture-description">
            <a:extLst xmlns:a="http://schemas.openxmlformats.org/drawingml/2006/main">
              <a:ext uri="{FF2B5EF4-FFF2-40B4-BE49-F238E27FC236}">
                <a16:creationId xmlns:a16="http://schemas.microsoft.com/office/drawing/2014/main" id="{8B0040A0-BD27-4250-892A-7888FBE15FE8}"/>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hand places a card on a shared table.</a:t>
            </a:r>
          </a:p>
        </p:txBody>
      </p:sp>
      <p:sp>
        <p:nvSpPr>
          <p:cNvPr id="25" name="book-direction">
            <a:extLst xmlns:a="http://schemas.openxmlformats.org/drawingml/2006/main">
              <a:ext uri="{FF2B5EF4-FFF2-40B4-BE49-F238E27FC236}">
                <a16:creationId xmlns:a16="http://schemas.microsoft.com/office/drawing/2014/main" id="{686A4025-8F0B-4E25-BE71-D08D97B403D7}"/>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 it Model. Do not copy the whole slide.</a:t>
            </a:r>
          </a:p>
        </p:txBody>
      </p:sp>
    </p:spTree>
    <p:extLst>
      <p:ext uri="{BB962C8B-B14F-4D97-AF65-F5344CB8AC3E}">
        <p14:creationId xmlns:p14="http://schemas.microsoft.com/office/powerpoint/2010/main" val="199961490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lesson-header">
            <a:extLst xmlns:a="http://schemas.openxmlformats.org/drawingml/2006/main">
              <a:ext uri="{FF2B5EF4-FFF2-40B4-BE49-F238E27FC236}">
                <a16:creationId xmlns:a16="http://schemas.microsoft.com/office/drawing/2014/main" id="{40D364B5-63F9-41DE-B12E-F4497DA08B5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93CA129D-3817-4FDC-ABE3-54880DE41EC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AD41E06C-B795-4529-AD68-896B53D1125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9258DFCB-5BBE-4214-91A4-7E64E90A159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63213F0-5F0C-4576-B561-CF6FB96AA44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E72F14A-F692-4BD6-9753-02366F8D47E8}"/>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043F16F-438F-426F-9325-03162DC6BA7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1C58F87-047E-48FF-846D-ABFAEEBCB8E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C998125-1C8D-408D-A591-AA697F2624B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55596FF-62AB-4815-87F5-FF02C78E85F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BDF66664-6420-450E-A376-DC248C3988A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6FCA2E5-923B-4609-A8EF-29C51B1057A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3DDF4DE1-AD45-4599-9641-A8B9B82ACD6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36</a:t>
            </a:r>
          </a:p>
        </p:txBody>
      </p:sp>
      <p:sp>
        <p:nvSpPr>
          <p:cNvPr id="14" name="licence-footer">
            <a:extLst xmlns:a="http://schemas.openxmlformats.org/drawingml/2006/main">
              <a:ext uri="{FF2B5EF4-FFF2-40B4-BE49-F238E27FC236}">
                <a16:creationId xmlns:a16="http://schemas.microsoft.com/office/drawing/2014/main" id="{A0334E72-71E5-4C4B-A0AE-9058D4FA8CF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E94553D-6F8A-4572-A2FB-D8215AA06088}"/>
              </a:ext>
            </a:extLst>
          </p:cNvPr>
          <p:cNvPicPr>
            <a:picLocks xmlns:a="http://schemas.openxmlformats.org/drawingml/2006/main" noChangeAspect="1"/>
          </p:cNvPicPr>
          <p:nvPr/>
        </p:nvPicPr>
        <p:blipFill>
          <a:blip xmlns:r="http://schemas.openxmlformats.org/officeDocument/2006/relationships" xmlns:a="http://schemas.openxmlformats.org/drawingml/2006/main" r:embed="R6fd0410c248c49b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DF90D38B-7C92-4E84-9FFE-1F4DB8ACBACD}"/>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0E0C1FC6-80CD-460E-B678-9308F44ACC61}"/>
              </a:ext>
            </a:extLst>
          </p:cNvPr>
          <p:cNvSpPr>
            <a:spLocks xmlns:a="http://schemas.openxmlformats.org/drawingml/2006/main" noGrp="1"/>
          </p:cNvSpPr>
          <p:nvPr/>
        </p:nvSpPr>
        <p:spPr>
          <a:xfrm xmlns:a="http://schemas.openxmlformats.org/drawingml/2006/main">
            <a:off x="1741488" y="2843213"/>
            <a:ext cx="377031" cy="317500"/>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polygon">
            <a:extLst xmlns:a="http://schemas.openxmlformats.org/drawingml/2006/main">
              <a:ext uri="{FF2B5EF4-FFF2-40B4-BE49-F238E27FC236}">
                <a16:creationId xmlns:a16="http://schemas.microsoft.com/office/drawing/2014/main" id="{6E664C49-DEDB-47AB-AE5B-8AB9970004F6}"/>
              </a:ext>
            </a:extLst>
          </p:cNvPr>
          <p:cNvSpPr>
            <a:spLocks xmlns:a="http://schemas.openxmlformats.org/drawingml/2006/main" noGrp="1"/>
          </p:cNvSpPr>
          <p:nvPr/>
        </p:nvSpPr>
        <p:spPr>
          <a:xfrm xmlns:a="http://schemas.openxmlformats.org/drawingml/2006/main">
            <a:off x="1483519" y="2565400"/>
            <a:ext cx="285750" cy="357188"/>
          </a:xfrm>
          <a:custGeom xmlns:a="http://schemas.openxmlformats.org/drawingml/2006/main">
            <a:pathLst>
              <a:path w="285750" h="357188">
                <a:moveTo>
                  <a:pt x="0" y="178594"/>
                </a:moveTo>
                <a:lnTo>
                  <a:pt x="0" y="63500"/>
                </a:lnTo>
                <a:lnTo>
                  <a:pt x="47625" y="63500"/>
                </a:lnTo>
                <a:lnTo>
                  <a:pt x="47625" y="158750"/>
                </a:lnTo>
                <a:lnTo>
                  <a:pt x="79375" y="0"/>
                </a:lnTo>
                <a:lnTo>
                  <a:pt x="127000" y="0"/>
                </a:lnTo>
                <a:lnTo>
                  <a:pt x="127000" y="158750"/>
                </a:lnTo>
                <a:lnTo>
                  <a:pt x="158750" y="19844"/>
                </a:lnTo>
                <a:lnTo>
                  <a:pt x="206375" y="19844"/>
                </a:lnTo>
                <a:lnTo>
                  <a:pt x="206375" y="174625"/>
                </a:lnTo>
                <a:lnTo>
                  <a:pt x="238125" y="79375"/>
                </a:lnTo>
                <a:lnTo>
                  <a:pt x="285750" y="79375"/>
                </a:lnTo>
                <a:lnTo>
                  <a:pt x="285750" y="238125"/>
                </a:lnTo>
                <a:lnTo>
                  <a:pt x="198438" y="357188"/>
                </a:lnTo>
                <a:lnTo>
                  <a:pt x="71438" y="357188"/>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19" name="native-vector-3-rect">
            <a:extLst xmlns:a="http://schemas.openxmlformats.org/drawingml/2006/main">
              <a:ext uri="{FF2B5EF4-FFF2-40B4-BE49-F238E27FC236}">
                <a16:creationId xmlns:a16="http://schemas.microsoft.com/office/drawing/2014/main" id="{B510EF1B-2A87-4BDB-9C87-56560FE6FD76}"/>
              </a:ext>
            </a:extLst>
          </p:cNvPr>
          <p:cNvSpPr>
            <a:spLocks xmlns:a="http://schemas.openxmlformats.org/drawingml/2006/main" noGrp="1"/>
          </p:cNvSpPr>
          <p:nvPr/>
        </p:nvSpPr>
        <p:spPr>
          <a:xfrm xmlns:a="http://schemas.openxmlformats.org/drawingml/2006/main">
            <a:off x="1781175" y="3021806"/>
            <a:ext cx="615156" cy="297656"/>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542304B1-60E6-42A8-8A7B-B011D9EEFFA2}"/>
              </a:ext>
            </a:extLst>
          </p:cNvPr>
          <p:cNvSpPr>
            <a:spLocks xmlns:a="http://schemas.openxmlformats.org/drawingml/2006/main" noGrp="1"/>
          </p:cNvSpPr>
          <p:nvPr/>
        </p:nvSpPr>
        <p:spPr>
          <a:xfrm xmlns:a="http://schemas.openxmlformats.org/drawingml/2006/main">
            <a:off x="1781175" y="2922588"/>
            <a:ext cx="119063" cy="99219"/>
          </a:xfrm>
          <a:custGeom xmlns:a="http://schemas.openxmlformats.org/drawingml/2006/main">
            <a:pathLst>
              <a:path w="119063" h="99219">
                <a:moveTo>
                  <a:pt x="0" y="99219"/>
                </a:moveTo>
                <a:lnTo>
                  <a:pt x="119063" y="0"/>
                </a:lnTo>
              </a:path>
            </a:pathLst>
          </a:custGeom>
          <a:noFill xmlns:a="http://schemas.openxmlformats.org/drawingml/2006/main"/>
          <a:ln xmlns:a="http://schemas.openxmlformats.org/drawingml/2006/main" w="15875">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ED5605B9-5BE3-488F-B93A-E56C132B03C9}"/>
              </a:ext>
            </a:extLst>
          </p:cNvPr>
          <p:cNvSpPr>
            <a:spLocks xmlns:a="http://schemas.openxmlformats.org/drawingml/2006/main" noGrp="1"/>
          </p:cNvSpPr>
          <p:nvPr/>
        </p:nvSpPr>
        <p:spPr>
          <a:xfrm xmlns:a="http://schemas.openxmlformats.org/drawingml/2006/main">
            <a:off x="1900238" y="2922588"/>
            <a:ext cx="615156" cy="4"/>
          </a:xfrm>
          <a:custGeom xmlns:a="http://schemas.openxmlformats.org/drawingml/2006/main">
            <a:pathLst>
              <a:path w="615156" h="4">
                <a:moveTo>
                  <a:pt x="0" y="0"/>
                </a:moveTo>
                <a:lnTo>
                  <a:pt x="615156" y="0"/>
                </a:lnTo>
              </a:path>
            </a:pathLst>
          </a:custGeom>
          <a:noFill xmlns:a="http://schemas.openxmlformats.org/drawingml/2006/main"/>
          <a:ln xmlns:a="http://schemas.openxmlformats.org/drawingml/2006/main" w="15875">
            <a:solidFill>
              <a:srgbClr val="17324D"/>
            </a:solidFill>
            <a:prstDash val="solid"/>
          </a:ln>
        </p:spPr>
      </p:sp>
      <p:sp>
        <p:nvSpPr>
          <p:cNvPr id="22" name="native-vector-6-line">
            <a:extLst xmlns:a="http://schemas.openxmlformats.org/drawingml/2006/main">
              <a:ext uri="{FF2B5EF4-FFF2-40B4-BE49-F238E27FC236}">
                <a16:creationId xmlns:a16="http://schemas.microsoft.com/office/drawing/2014/main" id="{0483F7B2-4FAE-4644-9F4E-1415185FDB1B}"/>
              </a:ext>
            </a:extLst>
          </p:cNvPr>
          <p:cNvSpPr>
            <a:spLocks xmlns:a="http://schemas.openxmlformats.org/drawingml/2006/main" noGrp="1"/>
          </p:cNvSpPr>
          <p:nvPr/>
        </p:nvSpPr>
        <p:spPr>
          <a:xfrm xmlns:a="http://schemas.openxmlformats.org/drawingml/2006/main">
            <a:off x="2396331" y="2922588"/>
            <a:ext cx="119063" cy="99219"/>
          </a:xfrm>
          <a:custGeom xmlns:a="http://schemas.openxmlformats.org/drawingml/2006/main">
            <a:pathLst>
              <a:path w="119063" h="99219">
                <a:moveTo>
                  <a:pt x="119063" y="0"/>
                </a:moveTo>
                <a:lnTo>
                  <a:pt x="0" y="99219"/>
                </a:lnTo>
              </a:path>
            </a:pathLst>
          </a:custGeom>
          <a:noFill xmlns:a="http://schemas.openxmlformats.org/drawingml/2006/main"/>
          <a:ln xmlns:a="http://schemas.openxmlformats.org/drawingml/2006/main" w="15875">
            <a:solidFill>
              <a:srgbClr val="17324D"/>
            </a:solidFill>
            <a:prstDash val="solid"/>
          </a:ln>
        </p:spPr>
      </p:sp>
      <p:sp>
        <p:nvSpPr>
          <p:cNvPr id="23" name="native-vector-7-line">
            <a:extLst xmlns:a="http://schemas.openxmlformats.org/drawingml/2006/main">
              <a:ext uri="{FF2B5EF4-FFF2-40B4-BE49-F238E27FC236}">
                <a16:creationId xmlns:a16="http://schemas.microsoft.com/office/drawing/2014/main" id="{7D80B9CE-17DC-4639-9ABF-79098CD7A0C9}"/>
              </a:ext>
            </a:extLst>
          </p:cNvPr>
          <p:cNvSpPr>
            <a:spLocks xmlns:a="http://schemas.openxmlformats.org/drawingml/2006/main" noGrp="1"/>
          </p:cNvSpPr>
          <p:nvPr/>
        </p:nvSpPr>
        <p:spPr>
          <a:xfrm xmlns:a="http://schemas.openxmlformats.org/drawingml/2006/main">
            <a:off x="2515394" y="2922588"/>
            <a:ext cx="4" cy="297656"/>
          </a:xfrm>
          <a:custGeom xmlns:a="http://schemas.openxmlformats.org/drawingml/2006/main">
            <a:pathLst>
              <a:path w="4" h="297656">
                <a:moveTo>
                  <a:pt x="0" y="0"/>
                </a:moveTo>
                <a:lnTo>
                  <a:pt x="0" y="297656"/>
                </a:lnTo>
              </a:path>
            </a:pathLst>
          </a:custGeom>
          <a:noFill xmlns:a="http://schemas.openxmlformats.org/drawingml/2006/main"/>
          <a:ln xmlns:a="http://schemas.openxmlformats.org/drawingml/2006/main" w="15875">
            <a:solidFill>
              <a:srgbClr val="17324D"/>
            </a:solidFill>
            <a:prstDash val="solid"/>
          </a:ln>
        </p:spPr>
      </p:sp>
      <p:sp>
        <p:nvSpPr>
          <p:cNvPr id="24" name="native-vector-8-line">
            <a:extLst xmlns:a="http://schemas.openxmlformats.org/drawingml/2006/main">
              <a:ext uri="{FF2B5EF4-FFF2-40B4-BE49-F238E27FC236}">
                <a16:creationId xmlns:a16="http://schemas.microsoft.com/office/drawing/2014/main" id="{85BC9746-F3FA-4C7E-A97E-8125ADA7E374}"/>
              </a:ext>
            </a:extLst>
          </p:cNvPr>
          <p:cNvSpPr>
            <a:spLocks xmlns:a="http://schemas.openxmlformats.org/drawingml/2006/main" noGrp="1"/>
          </p:cNvSpPr>
          <p:nvPr/>
        </p:nvSpPr>
        <p:spPr>
          <a:xfrm xmlns:a="http://schemas.openxmlformats.org/drawingml/2006/main">
            <a:off x="2396331" y="3220244"/>
            <a:ext cx="119063" cy="99219"/>
          </a:xfrm>
          <a:custGeom xmlns:a="http://schemas.openxmlformats.org/drawingml/2006/main">
            <a:pathLst>
              <a:path w="119063" h="99219">
                <a:moveTo>
                  <a:pt x="119063" y="0"/>
                </a:moveTo>
                <a:lnTo>
                  <a:pt x="0" y="99219"/>
                </a:lnTo>
              </a:path>
            </a:pathLst>
          </a:custGeom>
          <a:noFill xmlns:a="http://schemas.openxmlformats.org/drawingml/2006/main"/>
          <a:ln xmlns:a="http://schemas.openxmlformats.org/drawingml/2006/main" w="15875">
            <a:solidFill>
              <a:srgbClr val="17324D"/>
            </a:solidFill>
            <a:prstDash val="solid"/>
          </a:ln>
        </p:spPr>
      </p:sp>
      <p:sp>
        <p:nvSpPr>
          <p:cNvPr id="25" name="pupil-text">
            <a:extLst xmlns:a="http://schemas.openxmlformats.org/drawingml/2006/main">
              <a:ext uri="{FF2B5EF4-FFF2-40B4-BE49-F238E27FC236}">
                <a16:creationId xmlns:a16="http://schemas.microsoft.com/office/drawing/2014/main" id="{78BB20B4-22BF-4C17-BDC7-38891F3FA94C}"/>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wrong</a:t>
            </a:r>
          </a:p>
        </p:txBody>
      </p:sp>
      <p:sp>
        <p:nvSpPr>
          <p:cNvPr id="26" name="pupil-text">
            <a:extLst xmlns:a="http://schemas.openxmlformats.org/drawingml/2006/main">
              <a:ext uri="{FF2B5EF4-FFF2-40B4-BE49-F238E27FC236}">
                <a16:creationId xmlns:a16="http://schemas.microsoft.com/office/drawing/2014/main" id="{0F938872-AC2D-4126-9EA8-C982B40C36A0}"/>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unfair or hurtful in this case.</a:t>
            </a:r>
          </a:p>
        </p:txBody>
      </p:sp>
      <p:sp>
        <p:nvSpPr>
          <p:cNvPr id="27" name="picture-description">
            <a:extLst xmlns:a="http://schemas.openxmlformats.org/drawingml/2006/main">
              <a:ext uri="{FF2B5EF4-FFF2-40B4-BE49-F238E27FC236}">
                <a16:creationId xmlns:a16="http://schemas.microsoft.com/office/drawing/2014/main" id="{95EB415F-FFB7-4F17-BF3C-2EAB1CABF299}"/>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hand hides a card behind a box.</a:t>
            </a:r>
          </a:p>
        </p:txBody>
      </p:sp>
      <p:sp>
        <p:nvSpPr>
          <p:cNvPr id="28" name="book-direction">
            <a:extLst xmlns:a="http://schemas.openxmlformats.org/drawingml/2006/main">
              <a:ext uri="{FF2B5EF4-FFF2-40B4-BE49-F238E27FC236}">
                <a16:creationId xmlns:a16="http://schemas.microsoft.com/office/drawing/2014/main" id="{A318EB7C-F07B-492D-A111-03635AC8BB13}"/>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 it Model. Do not copy the whole slide.</a:t>
            </a:r>
          </a:p>
        </p:txBody>
      </p:sp>
    </p:spTree>
    <p:extLst>
      <p:ext uri="{BB962C8B-B14F-4D97-AF65-F5344CB8AC3E}">
        <p14:creationId xmlns:p14="http://schemas.microsoft.com/office/powerpoint/2010/main" val="171267225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E1549218-BF52-46F7-A723-9A187205493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78784232-8EA4-4FF6-AA12-0FB40992E00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2741BE7B-902B-4DCE-9500-1B526395119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F2F182D8-C1CD-401A-9377-CA792C2FCA9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530AA47-9247-4DD5-921E-35F0DB75903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3373202-BEF6-4841-91A1-22980D413A8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527FA70-DFF3-439B-9335-46D0F6B6963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63E30FE-DEF9-4D36-8C2A-C677F442A65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5C34D48-5726-45F8-ACE4-F036A79BD64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88583EE-24CC-4707-AFFA-80AF67BCD71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A8EBAEC2-E66A-4B6F-999B-F2B45C60C8F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55B237A-6A84-4A63-884F-C838776653A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470E72F-00B3-4C5B-80ED-CC70C7840FF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36</a:t>
            </a:r>
          </a:p>
        </p:txBody>
      </p:sp>
      <p:sp>
        <p:nvSpPr>
          <p:cNvPr id="14" name="licence-footer">
            <a:extLst xmlns:a="http://schemas.openxmlformats.org/drawingml/2006/main">
              <a:ext uri="{FF2B5EF4-FFF2-40B4-BE49-F238E27FC236}">
                <a16:creationId xmlns:a16="http://schemas.microsoft.com/office/drawing/2014/main" id="{70385019-A237-470D-9E6C-41B8600913F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0A3A623-7D70-4454-87BF-95C6A83B9BEB}"/>
              </a:ext>
            </a:extLst>
          </p:cNvPr>
          <p:cNvPicPr>
            <a:picLocks xmlns:a="http://schemas.openxmlformats.org/drawingml/2006/main" noChangeAspect="1"/>
          </p:cNvPicPr>
          <p:nvPr/>
        </p:nvPicPr>
        <p:blipFill>
          <a:blip xmlns:r="http://schemas.openxmlformats.org/officeDocument/2006/relationships" xmlns:a="http://schemas.openxmlformats.org/drawingml/2006/main" r:embed="R6223ae86121e407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671B24F-27E4-4F2D-A30E-12F6FB8F66AC}"/>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C9E353E7-F998-459A-BB57-33D8440C0CE6}"/>
              </a:ext>
            </a:extLst>
          </p:cNvPr>
          <p:cNvSpPr>
            <a:spLocks xmlns:a="http://schemas.openxmlformats.org/drawingml/2006/main" noGrp="1"/>
          </p:cNvSpPr>
          <p:nvPr/>
        </p:nvSpPr>
        <p:spPr>
          <a:xfrm xmlns:a="http://schemas.openxmlformats.org/drawingml/2006/main">
            <a:off x="987425" y="2763838"/>
            <a:ext cx="515938" cy="496094"/>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rect">
            <a:extLst xmlns:a="http://schemas.openxmlformats.org/drawingml/2006/main">
              <a:ext uri="{FF2B5EF4-FFF2-40B4-BE49-F238E27FC236}">
                <a16:creationId xmlns:a16="http://schemas.microsoft.com/office/drawing/2014/main" id="{1A2B9AB2-2D9D-4EBA-AE75-22A017741F81}"/>
              </a:ext>
            </a:extLst>
          </p:cNvPr>
          <p:cNvSpPr>
            <a:spLocks xmlns:a="http://schemas.openxmlformats.org/drawingml/2006/main" noGrp="1"/>
          </p:cNvSpPr>
          <p:nvPr/>
        </p:nvSpPr>
        <p:spPr>
          <a:xfrm xmlns:a="http://schemas.openxmlformats.org/drawingml/2006/main">
            <a:off x="2058988" y="2763838"/>
            <a:ext cx="515938" cy="496094"/>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9" name="native-vector-3-polygon">
            <a:extLst xmlns:a="http://schemas.openxmlformats.org/drawingml/2006/main">
              <a:ext uri="{FF2B5EF4-FFF2-40B4-BE49-F238E27FC236}">
                <a16:creationId xmlns:a16="http://schemas.microsoft.com/office/drawing/2014/main" id="{67CD154C-30B7-4BE0-9650-A56FF1F566F7}"/>
              </a:ext>
            </a:extLst>
          </p:cNvPr>
          <p:cNvSpPr>
            <a:spLocks xmlns:a="http://schemas.openxmlformats.org/drawingml/2006/main" noGrp="1"/>
          </p:cNvSpPr>
          <p:nvPr/>
        </p:nvSpPr>
        <p:spPr>
          <a:xfrm xmlns:a="http://schemas.openxmlformats.org/drawingml/2006/main">
            <a:off x="1384300" y="2624931"/>
            <a:ext cx="337344" cy="353219"/>
          </a:xfrm>
          <a:custGeom xmlns:a="http://schemas.openxmlformats.org/drawingml/2006/main">
            <a:pathLst>
              <a:path w="337344" h="353219">
                <a:moveTo>
                  <a:pt x="277813" y="0"/>
                </a:moveTo>
                <a:lnTo>
                  <a:pt x="0" y="238125"/>
                </a:lnTo>
                <a:lnTo>
                  <a:pt x="91281" y="257969"/>
                </a:lnTo>
                <a:lnTo>
                  <a:pt x="119063" y="353219"/>
                </a:lnTo>
                <a:lnTo>
                  <a:pt x="337344" y="75406"/>
                </a:lnTo>
                <a:close/>
              </a:path>
            </a:pathLst>
          </a:custGeom>
          <a:solidFill xmlns:a="http://schemas.openxmlformats.org/drawingml/2006/main">
            <a:srgbClr val="17324D"/>
          </a:solidFill>
          <a:ln xmlns:a="http://schemas.openxmlformats.org/drawingml/2006/main" w="11906">
            <a:solidFill>
              <a:srgbClr val="17324D"/>
            </a:solidFill>
            <a:prstDash val="solid"/>
          </a:ln>
        </p:spPr>
      </p:sp>
      <p:sp>
        <p:nvSpPr>
          <p:cNvPr id="20" name="pupil-text">
            <a:extLst xmlns:a="http://schemas.openxmlformats.org/drawingml/2006/main">
              <a:ext uri="{FF2B5EF4-FFF2-40B4-BE49-F238E27FC236}">
                <a16:creationId xmlns:a16="http://schemas.microsoft.com/office/drawing/2014/main" id="{681EE387-F914-46C7-BF00-05ECB7EF7E1B}"/>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choice</a:t>
            </a:r>
          </a:p>
        </p:txBody>
      </p:sp>
      <p:sp>
        <p:nvSpPr>
          <p:cNvPr id="21" name="pupil-text">
            <a:extLst xmlns:a="http://schemas.openxmlformats.org/drawingml/2006/main">
              <a:ext uri="{FF2B5EF4-FFF2-40B4-BE49-F238E27FC236}">
                <a16:creationId xmlns:a16="http://schemas.microsoft.com/office/drawing/2014/main" id="{9AD13C15-1099-4500-BBDC-5CF46205FEA1}"/>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what we pick.</a:t>
            </a:r>
          </a:p>
        </p:txBody>
      </p:sp>
      <p:sp>
        <p:nvSpPr>
          <p:cNvPr id="22" name="picture-description">
            <a:extLst xmlns:a="http://schemas.openxmlformats.org/drawingml/2006/main">
              <a:ext uri="{FF2B5EF4-FFF2-40B4-BE49-F238E27FC236}">
                <a16:creationId xmlns:a16="http://schemas.microsoft.com/office/drawing/2014/main" id="{DC812391-8D7A-4A4A-8E7A-C34898312E17}"/>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blank cards with a pointer at one.</a:t>
            </a:r>
          </a:p>
        </p:txBody>
      </p:sp>
      <p:sp>
        <p:nvSpPr>
          <p:cNvPr id="23" name="book-direction">
            <a:extLst xmlns:a="http://schemas.openxmlformats.org/drawingml/2006/main">
              <a:ext uri="{FF2B5EF4-FFF2-40B4-BE49-F238E27FC236}">
                <a16:creationId xmlns:a16="http://schemas.microsoft.com/office/drawing/2014/main" id="{7B142EE2-44D5-4346-8E21-E08FE54ADF62}"/>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 it Model. Do not copy the whole slide.</a:t>
            </a:r>
          </a:p>
        </p:txBody>
      </p:sp>
    </p:spTree>
    <p:extLst>
      <p:ext uri="{BB962C8B-B14F-4D97-AF65-F5344CB8AC3E}">
        <p14:creationId xmlns:p14="http://schemas.microsoft.com/office/powerpoint/2010/main" val="4871936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5D2FFBFA-936B-407A-9669-B26A555DD76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CD895F64-CA78-4D75-8263-1D211D492F0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CA1C7F38-4E64-47B7-9196-74EBC23DCBF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Main source — story/case cards</a:t>
            </a:r>
          </a:p>
        </p:txBody>
      </p:sp>
      <p:sp>
        <p:nvSpPr>
          <p:cNvPr id="4" name="shape">
            <a:extLst xmlns:a="http://schemas.openxmlformats.org/drawingml/2006/main">
              <a:ext uri="{FF2B5EF4-FFF2-40B4-BE49-F238E27FC236}">
                <a16:creationId xmlns:a16="http://schemas.microsoft.com/office/drawing/2014/main" id="{207AB3C4-773D-4C30-914C-4CA3749F43B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EC82F25-A371-476C-B139-1E95039F514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8469B78-0940-49CE-A579-63F233AD93DD}"/>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8BB6B6E-EAA3-4D49-801A-084F8E19B11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DFA64EF-8800-454F-8890-FEC3120B011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824C031-48B5-4A1D-A068-F078A337D23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155F370-AFBF-4A3D-AA3F-B136AA430BB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911E27BA-35F8-4A12-A75E-E2F4A255D52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2ECB48B-8A6E-43F8-880E-3EFC0ED6D02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4246990D-9CA2-472F-8014-32DCE5342EE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36</a:t>
            </a:r>
          </a:p>
        </p:txBody>
      </p:sp>
      <p:sp>
        <p:nvSpPr>
          <p:cNvPr id="14" name="licence-footer">
            <a:extLst xmlns:a="http://schemas.openxmlformats.org/drawingml/2006/main">
              <a:ext uri="{FF2B5EF4-FFF2-40B4-BE49-F238E27FC236}">
                <a16:creationId xmlns:a16="http://schemas.microsoft.com/office/drawing/2014/main" id="{399D0DD8-5F36-4EA6-AFD0-F8ABF49F2BC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853BB5E-391F-4599-90C4-5882151877E8}"/>
              </a:ext>
            </a:extLst>
          </p:cNvPr>
          <p:cNvPicPr>
            <a:picLocks xmlns:a="http://schemas.openxmlformats.org/drawingml/2006/main" noChangeAspect="1"/>
          </p:cNvPicPr>
          <p:nvPr/>
        </p:nvPicPr>
        <p:blipFill>
          <a:blip xmlns:r="http://schemas.openxmlformats.org/officeDocument/2006/relationships" xmlns:a="http://schemas.openxmlformats.org/drawingml/2006/main" r:embed="R771f0bd528024a5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63DE0A4-119E-4BAF-AA17-5B33995E633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pupil-text">
            <a:extLst xmlns:a="http://schemas.openxmlformats.org/drawingml/2006/main">
              <a:ext uri="{FF2B5EF4-FFF2-40B4-BE49-F238E27FC236}">
                <a16:creationId xmlns:a16="http://schemas.microsoft.com/office/drawing/2014/main" id="{537F0A29-9F9F-4B27-A48F-D8980C2D47A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group case: A group is making paper shapes. One person drops their shape card. A second</a:t>
            </a:r>
          </a:p>
        </p:txBody>
      </p:sp>
      <p:sp>
        <p:nvSpPr>
          <p:cNvPr id="18" name="pupil-text">
            <a:extLst xmlns:a="http://schemas.openxmlformats.org/drawingml/2006/main">
              <a:ext uri="{FF2B5EF4-FFF2-40B4-BE49-F238E27FC236}">
                <a16:creationId xmlns:a16="http://schemas.microsoft.com/office/drawing/2014/main" id="{6A42A1AB-6D6E-4B9B-9F5F-509877EEA739}"/>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 sees it.</a:t>
            </a:r>
          </a:p>
        </p:txBody>
      </p:sp>
      <p:sp>
        <p:nvSpPr>
          <p:cNvPr id="19" name="pupil-text">
            <a:extLst xmlns:a="http://schemas.openxmlformats.org/drawingml/2006/main">
              <a:ext uri="{FF2B5EF4-FFF2-40B4-BE49-F238E27FC236}">
                <a16:creationId xmlns:a16="http://schemas.microsoft.com/office/drawing/2014/main" id="{38D6AB1A-F952-4746-BAB1-EA74F5D54DEA}"/>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Act A: return the card to its owner. Act B: hide the card so the owner cannot use it.</a:t>
            </a:r>
          </a:p>
        </p:txBody>
      </p:sp>
      <p:sp>
        <p:nvSpPr>
          <p:cNvPr id="20" name="pupil-text">
            <a:extLst xmlns:a="http://schemas.openxmlformats.org/drawingml/2006/main">
              <a:ext uri="{FF2B5EF4-FFF2-40B4-BE49-F238E27FC236}">
                <a16:creationId xmlns:a16="http://schemas.microsoft.com/office/drawing/2014/main" id="{7B277A6F-8F04-401E-BD96-59E65AC3801A}"/>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group rule is to care for each person and their work. We judge the act, not call a whole person</a:t>
            </a:r>
          </a:p>
        </p:txBody>
      </p:sp>
      <p:sp>
        <p:nvSpPr>
          <p:cNvPr id="21" name="pupil-text">
            <a:extLst xmlns:a="http://schemas.openxmlformats.org/drawingml/2006/main">
              <a:ext uri="{FF2B5EF4-FFF2-40B4-BE49-F238E27FC236}">
                <a16:creationId xmlns:a16="http://schemas.microsoft.com/office/drawing/2014/main" id="{A456F704-D43A-4F57-9023-957EE6E6094E}"/>
              </a:ext>
            </a:extLst>
          </p:cNvPr>
          <p:cNvSpPr>
            <a:spLocks xmlns:a="http://schemas.openxmlformats.org/drawingml/2006/main" noGrp="1"/>
          </p:cNvSpPr>
          <p:nvPr/>
        </p:nvSpPr>
        <p:spPr>
          <a:xfrm xmlns:a="http://schemas.openxmlformats.org/drawingml/2006/main">
            <a:off x="457200" y="3514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bad.</a:t>
            </a:r>
          </a:p>
        </p:txBody>
      </p:sp>
    </p:spTree>
    <p:extLst>
      <p:ext uri="{BB962C8B-B14F-4D97-AF65-F5344CB8AC3E}">
        <p14:creationId xmlns:p14="http://schemas.microsoft.com/office/powerpoint/2010/main" val="206999453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63DC4B8E-C6CE-481C-8FF3-648F3009C72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9204E154-1BFF-4E6C-8FD9-F68A12C8560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DBA58B0-D901-4B0B-97FA-E00044AD2E0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Model source — I Do only</a:t>
            </a:r>
          </a:p>
        </p:txBody>
      </p:sp>
      <p:sp>
        <p:nvSpPr>
          <p:cNvPr id="4" name="shape">
            <a:extLst xmlns:a="http://schemas.openxmlformats.org/drawingml/2006/main">
              <a:ext uri="{FF2B5EF4-FFF2-40B4-BE49-F238E27FC236}">
                <a16:creationId xmlns:a16="http://schemas.microsoft.com/office/drawing/2014/main" id="{C1533D94-BFB4-4FF8-ACC2-D0CEA15AF5C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A1261AF-D6C7-488D-928A-3ECB7854AB8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356AD88-2DFF-48DC-816D-B777E24C4A47}"/>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39EDA20-9E96-486B-A42A-9B2A396C822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AF51DFA-F081-4777-AFA9-CB6B9A86CDD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6B33882-BDE0-48B8-862B-4794169A618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DA7E63E-47C2-4BFF-BEE1-B6951F35190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7224DCFE-35BD-4C30-B68D-CF423D32963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FF754B6-5768-4637-A186-27CC884C5C7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0507211-35ED-4508-8713-9837F5F8B0F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36</a:t>
            </a:r>
          </a:p>
        </p:txBody>
      </p:sp>
      <p:sp>
        <p:nvSpPr>
          <p:cNvPr id="14" name="licence-footer">
            <a:extLst xmlns:a="http://schemas.openxmlformats.org/drawingml/2006/main">
              <a:ext uri="{FF2B5EF4-FFF2-40B4-BE49-F238E27FC236}">
                <a16:creationId xmlns:a16="http://schemas.microsoft.com/office/drawing/2014/main" id="{904728AF-2442-47E5-A986-DAF3C9A638B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B5F6AC6-D216-413D-AE5F-F087E149F9A3}"/>
              </a:ext>
            </a:extLst>
          </p:cNvPr>
          <p:cNvPicPr>
            <a:picLocks xmlns:a="http://schemas.openxmlformats.org/drawingml/2006/main" noChangeAspect="1"/>
          </p:cNvPicPr>
          <p:nvPr/>
        </p:nvPicPr>
        <p:blipFill>
          <a:blip xmlns:r="http://schemas.openxmlformats.org/officeDocument/2006/relationships" xmlns:a="http://schemas.openxmlformats.org/drawingml/2006/main" r:embed="R9169c7ac5f50481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501DDDF-16FD-40DC-B130-8A29A87C6C4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pupil-text">
            <a:extLst xmlns:a="http://schemas.openxmlformats.org/drawingml/2006/main">
              <a:ext uri="{FF2B5EF4-FFF2-40B4-BE49-F238E27FC236}">
                <a16:creationId xmlns:a16="http://schemas.microsoft.com/office/drawing/2014/main" id="{4B11F728-7398-41D2-BCCD-E2963A6D8DF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model case: A person wants to use a pencil that belongs to someone else. They can ask first</a:t>
            </a:r>
          </a:p>
        </p:txBody>
      </p:sp>
      <p:sp>
        <p:nvSpPr>
          <p:cNvPr id="18" name="pupil-text">
            <a:extLst xmlns:a="http://schemas.openxmlformats.org/drawingml/2006/main">
              <a:ext uri="{FF2B5EF4-FFF2-40B4-BE49-F238E27FC236}">
                <a16:creationId xmlns:a16="http://schemas.microsoft.com/office/drawing/2014/main" id="{AD84A7F8-5CC8-4E9C-B81F-A1E35AC383A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or take it without asking.</a:t>
            </a:r>
          </a:p>
        </p:txBody>
      </p:sp>
    </p:spTree>
    <p:extLst>
      <p:ext uri="{BB962C8B-B14F-4D97-AF65-F5344CB8AC3E}">
        <p14:creationId xmlns:p14="http://schemas.microsoft.com/office/powerpoint/2010/main" val="12525841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F8A24F55-9D8C-4D2B-8C0E-E74F2DC242E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B4604EF5-2898-4E55-B32E-6D08977398B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EDAA2092-D967-4071-AAD4-EC5191527C9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71B6F07D-5A15-4C29-9D13-D56D2C22E41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5E0BA02-D07E-4B27-97E3-6A4C6BC2803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2700CC5-67DE-4B1E-9CEF-A82B230114AA}"/>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A192C7B-04F9-483B-8EEF-EF55CF0BC5E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4D99E50-6B38-4A84-B1FD-2B523C435F7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435BF70-8644-4F8D-8D46-A39B5791D69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846C19E-4610-4514-97C2-3572BBD45FE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B53E468A-8A4C-4618-A639-9F22C9ED170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D93972A-663E-4B14-8074-24CB36D5D1A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DE14D976-8E64-4DFA-9859-FCE648658D9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36</a:t>
            </a:r>
          </a:p>
        </p:txBody>
      </p:sp>
      <p:sp>
        <p:nvSpPr>
          <p:cNvPr id="14" name="licence-footer">
            <a:extLst xmlns:a="http://schemas.openxmlformats.org/drawingml/2006/main">
              <a:ext uri="{FF2B5EF4-FFF2-40B4-BE49-F238E27FC236}">
                <a16:creationId xmlns:a16="http://schemas.microsoft.com/office/drawing/2014/main" id="{50F63D4C-F466-4E2F-AAAD-C707BED9B6D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8DD87A9-E759-4E1C-9E88-CAA8C7B28943}"/>
              </a:ext>
            </a:extLst>
          </p:cNvPr>
          <p:cNvPicPr>
            <a:picLocks xmlns:a="http://schemas.openxmlformats.org/drawingml/2006/main" noChangeAspect="1"/>
          </p:cNvPicPr>
          <p:nvPr/>
        </p:nvPicPr>
        <p:blipFill>
          <a:blip xmlns:r="http://schemas.openxmlformats.org/officeDocument/2006/relationships" xmlns:a="http://schemas.openxmlformats.org/drawingml/2006/main" r:embed="Re690bc05cdbe433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69BC356-9221-485F-9780-2EB8C9554E7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pupil-text">
            <a:extLst xmlns:a="http://schemas.openxmlformats.org/drawingml/2006/main">
              <a:ext uri="{FF2B5EF4-FFF2-40B4-BE49-F238E27FC236}">
                <a16:creationId xmlns:a16="http://schemas.microsoft.com/office/drawing/2014/main" id="{189597AF-D74F-49E2-8664-447F35767B6D}"/>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Watch one step at a time.</a:t>
            </a:r>
          </a:p>
        </p:txBody>
      </p:sp>
    </p:spTree>
    <p:extLst>
      <p:ext uri="{BB962C8B-B14F-4D97-AF65-F5344CB8AC3E}">
        <p14:creationId xmlns:p14="http://schemas.microsoft.com/office/powerpoint/2010/main" val="196485952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DD95DC59-CEA8-4DA6-AE36-9685379B6D6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ABE92761-BB03-495D-8A8D-663379A5FDB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E6676573-4578-4513-9A45-8DFC4306566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99C96067-1F70-4F89-99BE-8CC19F58989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5E37D8D-70A8-4757-8136-0A3BA512E83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ADE7792-7A92-48CF-BF96-32845B6B034E}"/>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8357E72-8E5B-40BE-A4BD-8FBF3BA5B9F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E8A9A07-CA9A-449D-B96F-405C43D009F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2B5F804-D7C7-4DE2-87B6-6A2F0500021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6D20631-2524-447E-BCAB-82F535D29E6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1226F368-E81C-4EF9-BF96-2156B3B9A18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06C153C-8E94-459F-BF5C-1E4ACEE9CA1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1F20B2BC-A063-4A46-A430-93B0DD1AB99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36</a:t>
            </a:r>
          </a:p>
        </p:txBody>
      </p:sp>
      <p:sp>
        <p:nvSpPr>
          <p:cNvPr id="14" name="licence-footer">
            <a:extLst xmlns:a="http://schemas.openxmlformats.org/drawingml/2006/main">
              <a:ext uri="{FF2B5EF4-FFF2-40B4-BE49-F238E27FC236}">
                <a16:creationId xmlns:a16="http://schemas.microsoft.com/office/drawing/2014/main" id="{33DF75EE-DE35-45E0-BA02-416AADA6E33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3B810E4-EA25-40D6-963A-D7010531AA08}"/>
              </a:ext>
            </a:extLst>
          </p:cNvPr>
          <p:cNvPicPr>
            <a:picLocks xmlns:a="http://schemas.openxmlformats.org/drawingml/2006/main" noChangeAspect="1"/>
          </p:cNvPicPr>
          <p:nvPr/>
        </p:nvPicPr>
        <p:blipFill>
          <a:blip xmlns:r="http://schemas.openxmlformats.org/officeDocument/2006/relationships" xmlns:a="http://schemas.openxmlformats.org/drawingml/2006/main" r:embed="R8f8f9bdb5b4c46e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C92FA24-761D-4C3F-BB15-3CFE8517F05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answer-text">
            <a:extLst xmlns:a="http://schemas.openxmlformats.org/drawingml/2006/main">
              <a:ext uri="{FF2B5EF4-FFF2-40B4-BE49-F238E27FC236}">
                <a16:creationId xmlns:a16="http://schemas.microsoft.com/office/drawing/2014/main" id="{7F9AFE46-C373-4A18-9796-7B0FD3BBFD2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choose to ask first. The pencil belongs to someone else. Asking respects their choice. Taking it</a:t>
            </a:r>
          </a:p>
        </p:txBody>
      </p:sp>
      <p:sp>
        <p:nvSpPr>
          <p:cNvPr id="18" name="answer-text">
            <a:extLst xmlns:a="http://schemas.openxmlformats.org/drawingml/2006/main">
              <a:ext uri="{FF2B5EF4-FFF2-40B4-BE49-F238E27FC236}">
                <a16:creationId xmlns:a16="http://schemas.microsoft.com/office/drawing/2014/main" id="{B149E803-D240-4CB1-ACAD-B8F6E7D38486}"/>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without asking would break the fair rule in this case.</a:t>
            </a:r>
          </a:p>
        </p:txBody>
      </p:sp>
    </p:spTree>
    <p:extLst>
      <p:ext uri="{BB962C8B-B14F-4D97-AF65-F5344CB8AC3E}">
        <p14:creationId xmlns:p14="http://schemas.microsoft.com/office/powerpoint/2010/main" val="161380243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5FD214B5-65ED-4E27-8A2A-B04244CD2F0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C4FC9533-C502-4B3F-948D-9DB53B0EE32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6A668191-0827-419D-8E80-1D3937DE695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Class source — We Do only</a:t>
            </a:r>
          </a:p>
        </p:txBody>
      </p:sp>
      <p:sp>
        <p:nvSpPr>
          <p:cNvPr id="4" name="shape">
            <a:extLst xmlns:a="http://schemas.openxmlformats.org/drawingml/2006/main">
              <a:ext uri="{FF2B5EF4-FFF2-40B4-BE49-F238E27FC236}">
                <a16:creationId xmlns:a16="http://schemas.microsoft.com/office/drawing/2014/main" id="{A8BA41F0-082B-48B9-BF6F-6FD2161EE7C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5F8EA1D-8AB7-41DD-812B-F8DCD9B3426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0EB3CCA-930F-4B81-9BC0-0F94BE4F8DF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6E3C1F9-A78A-4C67-A822-946F9FFDACAE}"/>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B7B21C5-697D-469B-8D58-A632C7B1EFB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CF87A56-0FD8-4195-864F-D776D9E03D2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E6A7CFC-A3E7-4B7A-8EE9-9F356635BCE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94277634-676B-4B81-B00A-953EE13C26D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9D9FA64-5739-4791-8F9E-1573A33D3E5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0508A639-152B-4E8A-827F-748CB9079CA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36</a:t>
            </a:r>
          </a:p>
        </p:txBody>
      </p:sp>
      <p:sp>
        <p:nvSpPr>
          <p:cNvPr id="14" name="licence-footer">
            <a:extLst xmlns:a="http://schemas.openxmlformats.org/drawingml/2006/main">
              <a:ext uri="{FF2B5EF4-FFF2-40B4-BE49-F238E27FC236}">
                <a16:creationId xmlns:a16="http://schemas.microsoft.com/office/drawing/2014/main" id="{722D4AEB-94B3-4806-BCF7-4606C985A90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B5A1BD5-6E55-4426-A330-0FC8843D06DD}"/>
              </a:ext>
            </a:extLst>
          </p:cNvPr>
          <p:cNvPicPr>
            <a:picLocks xmlns:a="http://schemas.openxmlformats.org/drawingml/2006/main" noChangeAspect="1"/>
          </p:cNvPicPr>
          <p:nvPr/>
        </p:nvPicPr>
        <p:blipFill>
          <a:blip xmlns:r="http://schemas.openxmlformats.org/officeDocument/2006/relationships" xmlns:a="http://schemas.openxmlformats.org/drawingml/2006/main" r:embed="Rfe0f804e6bfa4cf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5D55066-DDAA-42D2-908E-6645FFE0BCD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class case: Two people wait for a shared game. One person has the next turn. Another</a:t>
            </a:r>
          </a:p>
        </p:txBody>
      </p:sp>
      <p:sp>
        <p:nvSpPr>
          <p:cNvPr id="17" name="pupil-text">
            <a:extLst xmlns:a="http://schemas.openxmlformats.org/drawingml/2006/main">
              <a:ext uri="{FF2B5EF4-FFF2-40B4-BE49-F238E27FC236}">
                <a16:creationId xmlns:a16="http://schemas.microsoft.com/office/drawing/2014/main" id="{377BFC71-63B3-4AC1-99B0-2AB6E6794578}"/>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 could wait for that turn or push ahead.</a:t>
            </a:r>
          </a:p>
        </p:txBody>
      </p:sp>
      <p:sp>
        <p:nvSpPr>
          <p:cNvPr id="18" name="shape">
            <a:extLst xmlns:a="http://schemas.openxmlformats.org/drawingml/2006/main">
              <a:ext uri="{FF2B5EF4-FFF2-40B4-BE49-F238E27FC236}">
                <a16:creationId xmlns:a16="http://schemas.microsoft.com/office/drawing/2014/main" id="{D36D127F-FB78-424A-AB20-8B26EC18ADA6}"/>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086C4CF-2F0A-49E0-A955-ACD3570AEBD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guided try and one word or mark of your own.</a:t>
            </a:r>
          </a:p>
        </p:txBody>
      </p:sp>
    </p:spTree>
    <p:extLst>
      <p:ext uri="{BB962C8B-B14F-4D97-AF65-F5344CB8AC3E}">
        <p14:creationId xmlns:p14="http://schemas.microsoft.com/office/powerpoint/2010/main" val="71079795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89E40ECF-B3F1-4243-A7C4-6A80C49F5F5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3DC098EC-A68B-48C2-BBFB-87887C578DC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A4202A02-A1B2-4933-AE89-59DE8EBD9C7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0E637950-28F0-4F07-AC5B-EF5771B04B7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D380F0F-A1C8-49A8-B8AE-EDD72DE52E8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720E6BA-7AA8-437B-B484-C5B86241921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B497CDA-9F0D-4754-B0D3-0EC08BCE4D88}"/>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43F9B43-272F-4B8F-AD22-DAC4E7DFD3F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C5523CE-77A2-46BB-80F5-2F98D6171B5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A18FD9F-1BC1-45DF-B30A-C292C25B8A0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5CBB5E65-801D-4F42-BFF2-3066361BEF3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F04CF50-AE2F-46B0-ADE2-25A54CD324D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46519E7C-6296-4D9E-92BA-C6D04321D6E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36</a:t>
            </a:r>
          </a:p>
        </p:txBody>
      </p:sp>
      <p:sp>
        <p:nvSpPr>
          <p:cNvPr id="14" name="licence-footer">
            <a:extLst xmlns:a="http://schemas.openxmlformats.org/drawingml/2006/main">
              <a:ext uri="{FF2B5EF4-FFF2-40B4-BE49-F238E27FC236}">
                <a16:creationId xmlns:a16="http://schemas.microsoft.com/office/drawing/2014/main" id="{68684CF3-EEA5-4426-9A37-64938115252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291C6B3-2E0C-49FA-8BDF-9D78F847EE86}"/>
              </a:ext>
            </a:extLst>
          </p:cNvPr>
          <p:cNvPicPr>
            <a:picLocks xmlns:a="http://schemas.openxmlformats.org/drawingml/2006/main" noChangeAspect="1"/>
          </p:cNvPicPr>
          <p:nvPr/>
        </p:nvPicPr>
        <p:blipFill>
          <a:blip xmlns:r="http://schemas.openxmlformats.org/officeDocument/2006/relationships" xmlns:a="http://schemas.openxmlformats.org/drawingml/2006/main" r:embed="Rcb7104f25c72472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04A4FF3-DBB9-4560-BE49-2E61C37E9AB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guided try and one word or mark of your own.</a:t>
            </a:r>
          </a:p>
        </p:txBody>
      </p:sp>
      <p:sp>
        <p:nvSpPr>
          <p:cNvPr id="17" name="pupil-text">
            <a:extLst xmlns:a="http://schemas.openxmlformats.org/drawingml/2006/main">
              <a:ext uri="{FF2B5EF4-FFF2-40B4-BE49-F238E27FC236}">
                <a16:creationId xmlns:a16="http://schemas.microsoft.com/office/drawing/2014/main" id="{26E53949-EC76-456E-82AD-460ADA5DB5F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fair act in the class case. Give one reason from the case. You can say “depends” if you</a:t>
            </a:r>
          </a:p>
        </p:txBody>
      </p:sp>
      <p:sp>
        <p:nvSpPr>
          <p:cNvPr id="18" name="pupil-text">
            <a:extLst xmlns:a="http://schemas.openxmlformats.org/drawingml/2006/main">
              <a:ext uri="{FF2B5EF4-FFF2-40B4-BE49-F238E27FC236}">
                <a16:creationId xmlns:a16="http://schemas.microsoft.com/office/drawing/2014/main" id="{5C32465A-CBE3-408F-87DF-5EBD59D19AC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say what would matter.</a:t>
            </a:r>
          </a:p>
        </p:txBody>
      </p:sp>
      <p:sp>
        <p:nvSpPr>
          <p:cNvPr id="19" name="pupil-text">
            <a:extLst xmlns:a="http://schemas.openxmlformats.org/drawingml/2006/main">
              <a:ext uri="{FF2B5EF4-FFF2-40B4-BE49-F238E27FC236}">
                <a16:creationId xmlns:a16="http://schemas.microsoft.com/office/drawing/2014/main" id="{6718D5D6-73F5-4191-AD43-5DDCDB98C2EE}"/>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Have a quiet try before the class check. You may pass.</a:t>
            </a:r>
          </a:p>
        </p:txBody>
      </p:sp>
      <p:sp>
        <p:nvSpPr>
          <p:cNvPr id="20" name="pupil-text">
            <a:extLst xmlns:a="http://schemas.openxmlformats.org/drawingml/2006/main">
              <a:ext uri="{FF2B5EF4-FFF2-40B4-BE49-F238E27FC236}">
                <a16:creationId xmlns:a16="http://schemas.microsoft.com/office/drawing/2014/main" id="{BE26E3D4-C838-4EFD-B5B5-07C32255E08A}"/>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Guided record: My first try [ ] / My own word or mark [ ] / My check [ ].</a:t>
            </a:r>
          </a:p>
        </p:txBody>
      </p:sp>
    </p:spTree>
    <p:extLst>
      <p:ext uri="{BB962C8B-B14F-4D97-AF65-F5344CB8AC3E}">
        <p14:creationId xmlns:p14="http://schemas.microsoft.com/office/powerpoint/2010/main" val="17073570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0D3236E9-FEB6-4209-ACFC-DEB9A024DA5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07871A7A-E784-4B1C-A5B4-A5D8A1BFA7A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41D4F581-107A-4DF8-A59C-E2D20B53A1D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441FF5B4-9F6A-44D6-A0AA-07CC0842772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E7EE8F4-B212-4B01-8DE9-A344FB3EB72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73EC690-053A-431A-B9D9-0D6BB675602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5FB7704-20CA-4A63-9B4A-93F8DA31DEFF}"/>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BF8E241-D900-481C-9ACC-FC551C1FC55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78755D0-DDA3-4143-85F5-8A7154A440E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56E6229-9A6E-4BC4-905E-3F302A0D86F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4B3C8004-275C-4765-8AC7-0359E46F1C6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39B6296-4A13-49C6-B918-23B76386AB6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30C7E65D-F021-4B86-B865-C0D291083BF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36</a:t>
            </a:r>
          </a:p>
        </p:txBody>
      </p:sp>
      <p:sp>
        <p:nvSpPr>
          <p:cNvPr id="14" name="licence-footer">
            <a:extLst xmlns:a="http://schemas.openxmlformats.org/drawingml/2006/main">
              <a:ext uri="{FF2B5EF4-FFF2-40B4-BE49-F238E27FC236}">
                <a16:creationId xmlns:a16="http://schemas.microsoft.com/office/drawing/2014/main" id="{C40F1643-4BC6-4413-8D24-56899B20F52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619C51B-A11E-4E60-8F88-5A731B8A168F}"/>
              </a:ext>
            </a:extLst>
          </p:cNvPr>
          <p:cNvPicPr>
            <a:picLocks xmlns:a="http://schemas.openxmlformats.org/drawingml/2006/main" noChangeAspect="1"/>
          </p:cNvPicPr>
          <p:nvPr/>
        </p:nvPicPr>
        <p:blipFill>
          <a:blip xmlns:r="http://schemas.openxmlformats.org/officeDocument/2006/relationships" xmlns:a="http://schemas.openxmlformats.org/drawingml/2006/main" r:embed="R04c3e2c8c8b14f0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F00603BB-647F-4091-BB19-95C579FBB57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Wait for the agreed turn; the other person’s turn matters.</a:t>
            </a:r>
          </a:p>
        </p:txBody>
      </p:sp>
    </p:spTree>
    <p:extLst>
      <p:ext uri="{BB962C8B-B14F-4D97-AF65-F5344CB8AC3E}">
        <p14:creationId xmlns:p14="http://schemas.microsoft.com/office/powerpoint/2010/main" val="90564043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7342939B-CF16-4E5D-8DFD-6840605566E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C6714A97-D25C-4CBE-8390-A59C8631BC1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2F7DDF7-6AB6-4B13-BA1B-00DCA2F92E9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D00B9C3A-A495-40CC-85C1-61CE953FBC8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E76A24F-8BD6-419A-A59C-64CF9E0A90A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701604F-4ABC-4096-B6CE-D06A225449A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F5EEE04-26A6-467D-8176-50EBEDB96C6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8F60DB0-2A59-4167-B397-F2BCEB97AFA6}"/>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10CD9A2-2296-4E5A-AA9D-50C4068B76B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4A4DC44-96B8-44D4-9E94-1C365FA72D4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DD3DB79C-59E6-48BE-A9E5-F0D4F96A6E4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9F6B17A-D454-410B-89E1-5118C9312CB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788033CD-053E-4BE7-8E59-08BE44E550A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36</a:t>
            </a:r>
          </a:p>
        </p:txBody>
      </p:sp>
      <p:sp>
        <p:nvSpPr>
          <p:cNvPr id="14" name="licence-footer">
            <a:extLst xmlns:a="http://schemas.openxmlformats.org/drawingml/2006/main">
              <a:ext uri="{FF2B5EF4-FFF2-40B4-BE49-F238E27FC236}">
                <a16:creationId xmlns:a16="http://schemas.microsoft.com/office/drawing/2014/main" id="{BE5D5E83-E142-4D2E-953E-BCAAE3116C5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F5AEB84-32C8-454E-A7AF-35B0B8C23FE6}"/>
              </a:ext>
            </a:extLst>
          </p:cNvPr>
          <p:cNvPicPr>
            <a:picLocks xmlns:a="http://schemas.openxmlformats.org/drawingml/2006/main" noChangeAspect="1"/>
          </p:cNvPicPr>
          <p:nvPr/>
        </p:nvPicPr>
        <p:blipFill>
          <a:blip xmlns:r="http://schemas.openxmlformats.org/officeDocument/2006/relationships" xmlns:a="http://schemas.openxmlformats.org/drawingml/2006/main" r:embed="Rdbd78e88ba8649b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07E9932-4939-48BC-A501-2F4BC3B3FD7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task and one check or change.</a:t>
            </a:r>
          </a:p>
        </p:txBody>
      </p:sp>
      <p:sp>
        <p:nvSpPr>
          <p:cNvPr id="17" name="pupil-text">
            <a:extLst xmlns:a="http://schemas.openxmlformats.org/drawingml/2006/main">
              <a:ext uri="{FF2B5EF4-FFF2-40B4-BE49-F238E27FC236}">
                <a16:creationId xmlns:a16="http://schemas.microsoft.com/office/drawing/2014/main" id="{E91C8666-9320-45AD-8C54-B2A94EA1726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8" name="pupil-text">
            <a:extLst xmlns:a="http://schemas.openxmlformats.org/drawingml/2006/main">
              <a:ext uri="{FF2B5EF4-FFF2-40B4-BE49-F238E27FC236}">
                <a16:creationId xmlns:a16="http://schemas.microsoft.com/office/drawing/2014/main" id="{B7EDCBFF-4DF6-480B-A678-FEDCBE184B2C}"/>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route with the adult. Try on your own first.</a:t>
            </a:r>
          </a:p>
        </p:txBody>
      </p:sp>
    </p:spTree>
    <p:extLst>
      <p:ext uri="{BB962C8B-B14F-4D97-AF65-F5344CB8AC3E}">
        <p14:creationId xmlns:p14="http://schemas.microsoft.com/office/powerpoint/2010/main" val="191081760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EC0C8818-7E93-432E-8C44-70E1FFD79A7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371B4E2A-F910-488F-A1F9-719D9E820B4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9C6003F7-B8BC-4B5C-9663-FDBFAD29DB6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810252F8-C204-48AF-A33D-A18498D4E37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74EB178-8178-46C3-B3AA-5B9776B825D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0D3F3AB-7D47-476A-BCB4-C14AB33522F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5338CB8-4DCA-4DE8-8C7A-1B366B75A2C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D75354D-2056-43F2-9DE5-3AB58DBD722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1D83F02-61D0-43FE-9389-833BC7C1839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4A0CB07-752C-4C4A-9E32-A357B173742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6AF1BAF1-E938-4CC4-A859-34C5E9CF4AB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6E9E8DF3-A71A-47E1-93DF-3D6657AF4A3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A9E7ABED-C4AB-41BC-961F-B3F7CC3D7AA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36</a:t>
            </a:r>
          </a:p>
        </p:txBody>
      </p:sp>
      <p:sp>
        <p:nvSpPr>
          <p:cNvPr id="14" name="licence-footer">
            <a:extLst xmlns:a="http://schemas.openxmlformats.org/drawingml/2006/main">
              <a:ext uri="{FF2B5EF4-FFF2-40B4-BE49-F238E27FC236}">
                <a16:creationId xmlns:a16="http://schemas.microsoft.com/office/drawing/2014/main" id="{FA061B27-FCC2-4A00-97A9-80F827B5233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CB62024-5695-446C-99BF-FE16BFF6F38B}"/>
              </a:ext>
            </a:extLst>
          </p:cNvPr>
          <p:cNvPicPr>
            <a:picLocks xmlns:a="http://schemas.openxmlformats.org/drawingml/2006/main" noChangeAspect="1"/>
          </p:cNvPicPr>
          <p:nvPr/>
        </p:nvPicPr>
        <p:blipFill>
          <a:blip xmlns:r="http://schemas.openxmlformats.org/officeDocument/2006/relationships" xmlns:a="http://schemas.openxmlformats.org/drawingml/2006/main" r:embed="R5aa287490b48473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4A5C658-96B9-4C92-BEE3-E3F7C7CFF4CE}"/>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AF040B1D-082D-4892-82AD-C148CCA6329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9FBB1AC6-2FEF-44C8-B306-63337B0CCF05}"/>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A4FD1DDB-99E8-4884-B47A-979E7B2EA555}"/>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02CA78F5-2BDE-4426-9DFB-5F200A252B5F}"/>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0048B7B-1965-4D6F-84A2-0442D0297B9F}"/>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case. Make your own choices.</a:t>
            </a:r>
          </a:p>
        </p:txBody>
      </p:sp>
      <p:sp>
        <p:nvSpPr>
          <p:cNvPr id="22" name="shape">
            <a:extLst xmlns:a="http://schemas.openxmlformats.org/drawingml/2006/main">
              <a:ext uri="{FF2B5EF4-FFF2-40B4-BE49-F238E27FC236}">
                <a16:creationId xmlns:a16="http://schemas.microsoft.com/office/drawing/2014/main" id="{B1532E0F-1C8C-41E4-AB4E-B4E2294924D9}"/>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2D24CCC6-55E4-4606-9422-4029A404CF48}"/>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right act in the group case. Show why it is fair. Say what is wrong with the other act. Use</a:t>
            </a:r>
          </a:p>
        </p:txBody>
      </p:sp>
      <p:sp>
        <p:nvSpPr>
          <p:cNvPr id="24" name="shape">
            <a:extLst xmlns:a="http://schemas.openxmlformats.org/drawingml/2006/main">
              <a:ext uri="{FF2B5EF4-FFF2-40B4-BE49-F238E27FC236}">
                <a16:creationId xmlns:a16="http://schemas.microsoft.com/office/drawing/2014/main" id="{D9573A78-5688-45A3-86DE-94293D3EB202}"/>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C995E4B-A827-43F2-B786-DB4E7E04AEE0}"/>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right, wrong and choice in your words or marks.</a:t>
            </a:r>
          </a:p>
        </p:txBody>
      </p:sp>
      <p:sp>
        <p:nvSpPr>
          <p:cNvPr id="26" name="shape">
            <a:extLst xmlns:a="http://schemas.openxmlformats.org/drawingml/2006/main">
              <a:ext uri="{FF2B5EF4-FFF2-40B4-BE49-F238E27FC236}">
                <a16:creationId xmlns:a16="http://schemas.microsoft.com/office/drawing/2014/main" id="{55C5599A-758B-46D8-BD97-93F5F72B1129}"/>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DDD34D9-9DA2-442D-A316-5B4936B1B867}"/>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28" name="shape">
            <a:extLst xmlns:a="http://schemas.openxmlformats.org/drawingml/2006/main">
              <a:ext uri="{FF2B5EF4-FFF2-40B4-BE49-F238E27FC236}">
                <a16:creationId xmlns:a16="http://schemas.microsoft.com/office/drawing/2014/main" id="{63A6A540-4150-4BA2-A5AA-256EF07B5AE5}"/>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7C55C954-E4E4-4868-9B06-9A9C25F309DB}"/>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My choice [ ] / Why it is right here [ ] / What is wrong with the other act [ ] / My</a:t>
            </a:r>
          </a:p>
        </p:txBody>
      </p:sp>
      <p:sp>
        <p:nvSpPr>
          <p:cNvPr id="30" name="shape">
            <a:extLst xmlns:a="http://schemas.openxmlformats.org/drawingml/2006/main">
              <a:ext uri="{FF2B5EF4-FFF2-40B4-BE49-F238E27FC236}">
                <a16:creationId xmlns:a16="http://schemas.microsoft.com/office/drawing/2014/main" id="{C093F0BB-C6C1-4890-8228-D3DA0BD4219F}"/>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8E0D294E-AD4C-4890-AEEA-60491429F6EF}"/>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check [ ].</a:t>
            </a:r>
          </a:p>
        </p:txBody>
      </p:sp>
      <p:sp>
        <p:nvSpPr>
          <p:cNvPr id="32" name="shape">
            <a:extLst xmlns:a="http://schemas.openxmlformats.org/drawingml/2006/main">
              <a:ext uri="{FF2B5EF4-FFF2-40B4-BE49-F238E27FC236}">
                <a16:creationId xmlns:a16="http://schemas.microsoft.com/office/drawing/2014/main" id="{3F38C0FA-6CE8-4502-A08E-1EE0C89296BC}"/>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F3C28EA3-D08F-4F98-989D-6F7614656CE8}"/>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Tree>
    <p:extLst>
      <p:ext uri="{BB962C8B-B14F-4D97-AF65-F5344CB8AC3E}">
        <p14:creationId xmlns:p14="http://schemas.microsoft.com/office/powerpoint/2010/main" val="160497234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39A4B9C6-41F1-47C9-862B-837B387129D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A26227FA-F47F-4E2A-969B-14BA3329756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88412A39-511B-4405-95B1-D32A536A78D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7E91C0C-00EA-4D19-8B35-89B3C5E4093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BD17AF4-027B-4FB4-8356-D5EDEF2B625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F90E304-ED1E-455E-A3DF-7C631CE9718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2866675-5B4C-479D-913C-6A7F841BF28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B3F05F2-5C88-4913-AD19-487764F88950}"/>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F1F9F7D-E555-4B60-B084-05D7DAB771B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7D377AB-FE5C-4D30-8FB9-2A2A1011A7E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6662D909-671F-44DA-A388-0CCA7DB4545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8CCDA58-72A5-4AE7-9A21-8BE1C93CBBC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48300563-57AA-41BC-AB3D-1D30E038FE6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36</a:t>
            </a:r>
          </a:p>
        </p:txBody>
      </p:sp>
      <p:sp>
        <p:nvSpPr>
          <p:cNvPr id="14" name="licence-footer">
            <a:extLst xmlns:a="http://schemas.openxmlformats.org/drawingml/2006/main">
              <a:ext uri="{FF2B5EF4-FFF2-40B4-BE49-F238E27FC236}">
                <a16:creationId xmlns:a16="http://schemas.microsoft.com/office/drawing/2014/main" id="{9D2499A5-D15B-4120-A95B-EED5C93A799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1862B4B-3A36-4A29-8472-6B50763C8A4E}"/>
              </a:ext>
            </a:extLst>
          </p:cNvPr>
          <p:cNvPicPr>
            <a:picLocks xmlns:a="http://schemas.openxmlformats.org/drawingml/2006/main" noChangeAspect="1"/>
          </p:cNvPicPr>
          <p:nvPr/>
        </p:nvPicPr>
        <p:blipFill>
          <a:blip xmlns:r="http://schemas.openxmlformats.org/officeDocument/2006/relationships" xmlns:a="http://schemas.openxmlformats.org/drawingml/2006/main" r:embed="R36fad0927d3649b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3D7F5C7-1431-4EC6-9774-7E2CCEC4DB55}"/>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053F292F-7EB7-4966-ADC2-C9A0BF98BC5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8" name="shape">
            <a:extLst xmlns:a="http://schemas.openxmlformats.org/drawingml/2006/main">
              <a:ext uri="{FF2B5EF4-FFF2-40B4-BE49-F238E27FC236}">
                <a16:creationId xmlns:a16="http://schemas.microsoft.com/office/drawing/2014/main" id="{04C0BA83-6FE3-4CFA-9551-B6438BAACEE7}"/>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4F5936DE-0C2A-419A-820C-AB96BBC5192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12655350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31989EE4-7266-4529-8D42-2DEC9127059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2EBC37CC-53EC-4034-8A6A-A792B448224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D8D8EB78-39FB-4E44-B8A7-AB03E17E65C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BB58993B-DEE9-4BE2-93F6-FFD5A0AFA39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9064612-8304-436C-9417-404A63FC5AC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6E30CB8-AEDA-4271-87E3-F0EA9BF1B53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2C3FF4E-4367-4877-908F-2B4F1AEE78C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28D97BC-AD74-45C7-9F91-735961B40207}"/>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3758C4F-7B23-4CE9-8BA7-B5299E6CBE0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B840CA6-3F2D-45A6-9FDC-ADBDCDA86AB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E923A19E-8D84-4967-BA82-F3D216FA829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DF03EF5-0018-4B79-B763-57522D14ACA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D301B11D-321D-4C23-9058-4946866E174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36</a:t>
            </a:r>
          </a:p>
        </p:txBody>
      </p:sp>
      <p:sp>
        <p:nvSpPr>
          <p:cNvPr id="14" name="licence-footer">
            <a:extLst xmlns:a="http://schemas.openxmlformats.org/drawingml/2006/main">
              <a:ext uri="{FF2B5EF4-FFF2-40B4-BE49-F238E27FC236}">
                <a16:creationId xmlns:a16="http://schemas.microsoft.com/office/drawing/2014/main" id="{76A16007-C774-48A1-853B-37D5440A260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3D337F3-87C7-43BA-B9E3-7011EAE91308}"/>
              </a:ext>
            </a:extLst>
          </p:cNvPr>
          <p:cNvPicPr>
            <a:picLocks xmlns:a="http://schemas.openxmlformats.org/drawingml/2006/main" noChangeAspect="1"/>
          </p:cNvPicPr>
          <p:nvPr/>
        </p:nvPicPr>
        <p:blipFill>
          <a:blip xmlns:r="http://schemas.openxmlformats.org/officeDocument/2006/relationships" xmlns:a="http://schemas.openxmlformats.org/drawingml/2006/main" r:embed="Rfb11898018be46f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2CE77C8-28D1-46AA-9F73-BD989A12DB96}"/>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523250A9-F7E1-432B-B630-C4BB5F477549}"/>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5346BA87-B512-4F88-A0D9-698905141E74}"/>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5602C9D-5260-4525-9295-DD639D188FAC}"/>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BC86949F-0E59-4FDB-976E-B21C1CBA80E4}"/>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0721683-40D9-4D05-BA51-24A9B21B962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Take one step at a time. You choose.</a:t>
            </a:r>
          </a:p>
        </p:txBody>
      </p:sp>
      <p:sp>
        <p:nvSpPr>
          <p:cNvPr id="22" name="shape">
            <a:extLst xmlns:a="http://schemas.openxmlformats.org/drawingml/2006/main">
              <a:ext uri="{FF2B5EF4-FFF2-40B4-BE49-F238E27FC236}">
                <a16:creationId xmlns:a16="http://schemas.microsoft.com/office/drawing/2014/main" id="{78F1A9D5-2A32-4393-B80C-7D465A3912E6}"/>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2E635DB9-0C10-404D-84ED-6B8D6309FF59}"/>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right act in the group case. Show why it is fair. Say what is wrong with the other act. Use</a:t>
            </a:r>
          </a:p>
        </p:txBody>
      </p:sp>
      <p:sp>
        <p:nvSpPr>
          <p:cNvPr id="24" name="shape">
            <a:extLst xmlns:a="http://schemas.openxmlformats.org/drawingml/2006/main">
              <a:ext uri="{FF2B5EF4-FFF2-40B4-BE49-F238E27FC236}">
                <a16:creationId xmlns:a16="http://schemas.microsoft.com/office/drawing/2014/main" id="{FBA4562C-AF90-4B90-B999-5FC145E66F76}"/>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476A3B5-69C5-47AE-8FA0-AC2A26B875B8}"/>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right, wrong and choice in your words or marks.</a:t>
            </a:r>
          </a:p>
        </p:txBody>
      </p:sp>
      <p:sp>
        <p:nvSpPr>
          <p:cNvPr id="26" name="shape">
            <a:extLst xmlns:a="http://schemas.openxmlformats.org/drawingml/2006/main">
              <a:ext uri="{FF2B5EF4-FFF2-40B4-BE49-F238E27FC236}">
                <a16:creationId xmlns:a16="http://schemas.microsoft.com/office/drawing/2014/main" id="{4086E6A4-6002-4CE6-A5CE-048682199BC4}"/>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C624276-73ED-42F1-8FEC-C7C4968F432B}"/>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Look at the two act cards. Think about the owner of the card. Choose one act, then say why.</a:t>
            </a:r>
          </a:p>
        </p:txBody>
      </p:sp>
      <p:sp>
        <p:nvSpPr>
          <p:cNvPr id="28" name="shape">
            <a:extLst xmlns:a="http://schemas.openxmlformats.org/drawingml/2006/main">
              <a:ext uri="{FF2B5EF4-FFF2-40B4-BE49-F238E27FC236}">
                <a16:creationId xmlns:a16="http://schemas.microsoft.com/office/drawing/2014/main" id="{F778A963-B8A7-4DBF-9B52-AF4231C4B001}"/>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D12A37A0-B0B4-48D7-AFB4-C1832866F1EB}"/>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My choice [ ] / Why it is right here [ ] / What is wrong with the other act [ ] / My</a:t>
            </a:r>
          </a:p>
        </p:txBody>
      </p:sp>
      <p:sp>
        <p:nvSpPr>
          <p:cNvPr id="30" name="shape">
            <a:extLst xmlns:a="http://schemas.openxmlformats.org/drawingml/2006/main">
              <a:ext uri="{FF2B5EF4-FFF2-40B4-BE49-F238E27FC236}">
                <a16:creationId xmlns:a16="http://schemas.microsoft.com/office/drawing/2014/main" id="{99A57E93-C976-4CD4-A59B-82A4AC9776C7}"/>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7DF52D84-C729-4913-B1B5-09AC25A3992F}"/>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check [ ].</a:t>
            </a:r>
          </a:p>
        </p:txBody>
      </p:sp>
      <p:sp>
        <p:nvSpPr>
          <p:cNvPr id="32" name="shape">
            <a:extLst xmlns:a="http://schemas.openxmlformats.org/drawingml/2006/main">
              <a:ext uri="{FF2B5EF4-FFF2-40B4-BE49-F238E27FC236}">
                <a16:creationId xmlns:a16="http://schemas.microsoft.com/office/drawing/2014/main" id="{D3DFA6DF-B13D-4071-8437-36DFA5E3C3D5}"/>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C243E6C4-6AFC-4E59-8982-7E334CAB2F4C}"/>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Tree>
    <p:extLst>
      <p:ext uri="{BB962C8B-B14F-4D97-AF65-F5344CB8AC3E}">
        <p14:creationId xmlns:p14="http://schemas.microsoft.com/office/powerpoint/2010/main" val="86188240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B739ACD3-1C97-4CA2-B8AA-151ED341E47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3EAECE82-AE1E-42E3-BCBA-452F4D67D9E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EA2C001-7257-431F-A3B0-D22888A2333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37AEB0A-8734-4CC3-99C0-6D436AA0B11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52BDF36-DA8B-4D8A-A70E-64DA79B09C7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E051347-2C9F-4D5B-89D7-FB2545536B1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EA68D44-915C-4EC0-8AE1-D1AFF814C87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45C4BCF-59EF-4EEC-9DE0-B0927E78C00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7D94C37-7887-4D49-812F-6942CF4A8D3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F76DB29-ACF1-4D34-821F-FF64E27A03F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C523815A-0036-471E-8ECE-4BCE30CD926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276F691-CA1B-48C2-9E22-E4BD4D5F6D0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00FB633F-8FEF-498F-A455-54A0B2FE709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36</a:t>
            </a:r>
          </a:p>
        </p:txBody>
      </p:sp>
      <p:sp>
        <p:nvSpPr>
          <p:cNvPr id="14" name="licence-footer">
            <a:extLst xmlns:a="http://schemas.openxmlformats.org/drawingml/2006/main">
              <a:ext uri="{FF2B5EF4-FFF2-40B4-BE49-F238E27FC236}">
                <a16:creationId xmlns:a16="http://schemas.microsoft.com/office/drawing/2014/main" id="{71229000-FC6F-4D28-BBCC-C22AA3E4DE9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8F47888-8287-4846-9E28-FDBF1577E22C}"/>
              </a:ext>
            </a:extLst>
          </p:cNvPr>
          <p:cNvPicPr>
            <a:picLocks xmlns:a="http://schemas.openxmlformats.org/drawingml/2006/main" noChangeAspect="1"/>
          </p:cNvPicPr>
          <p:nvPr/>
        </p:nvPicPr>
        <p:blipFill>
          <a:blip xmlns:r="http://schemas.openxmlformats.org/officeDocument/2006/relationships" xmlns:a="http://schemas.openxmlformats.org/drawingml/2006/main" r:embed="R4b39aacab569418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DEA1A2B-1B8E-4483-A2D6-42C1B89EEB3E}"/>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816F2F2B-2029-4962-8AA8-9A5F0A3E74C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8" name="shape">
            <a:extLst xmlns:a="http://schemas.openxmlformats.org/drawingml/2006/main">
              <a:ext uri="{FF2B5EF4-FFF2-40B4-BE49-F238E27FC236}">
                <a16:creationId xmlns:a16="http://schemas.microsoft.com/office/drawing/2014/main" id="{64DB5EEB-A14F-4B2E-BFCA-8E70D70E2631}"/>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FC47DAB9-467B-4E8F-B225-02C8F972401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52357969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5F025A86-D938-416B-AB94-CC3A401CF40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0B096AEA-4E88-4C07-8A78-E262A35C235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50AC6F94-272F-48CA-9239-701D69AA68F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7EC0B7C4-3A5A-4C4A-9E8C-3D2FFF89F4B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1E6C838-9B8E-40B0-9237-1955E36A56E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3896923-4BAC-441C-B2D3-B2F1A27D363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F784058-15DD-4969-8F58-A541A0DD6A4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CE88CEF-1CAE-46DE-96E7-ACED522A00DB}"/>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AAAA98A-E8D3-4E0D-BA08-FF46C3443D1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3552CAA-B9DF-48DD-BE96-D4FC8FF60B5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BED159E2-EADF-4856-BAD7-0BEE001163A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C183832-37F4-4526-8025-455874B40CE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B74B563A-8DAD-44BC-9FD0-E8F1D833AF0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36</a:t>
            </a:r>
          </a:p>
        </p:txBody>
      </p:sp>
      <p:sp>
        <p:nvSpPr>
          <p:cNvPr id="14" name="licence-footer">
            <a:extLst xmlns:a="http://schemas.openxmlformats.org/drawingml/2006/main">
              <a:ext uri="{FF2B5EF4-FFF2-40B4-BE49-F238E27FC236}">
                <a16:creationId xmlns:a16="http://schemas.microsoft.com/office/drawing/2014/main" id="{3D25DCB9-BB2B-4F80-9345-88EEAAFF4FE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5236D79-6FF0-496E-B8B0-31CA232AEB43}"/>
              </a:ext>
            </a:extLst>
          </p:cNvPr>
          <p:cNvPicPr>
            <a:picLocks xmlns:a="http://schemas.openxmlformats.org/drawingml/2006/main" noChangeAspect="1"/>
          </p:cNvPicPr>
          <p:nvPr/>
        </p:nvPicPr>
        <p:blipFill>
          <a:blip xmlns:r="http://schemas.openxmlformats.org/officeDocument/2006/relationships" xmlns:a="http://schemas.openxmlformats.org/drawingml/2006/main" r:embed="R77b4e5639cd6462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E3AEA56-5FC6-4378-A072-388CF93ECA87}"/>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53FF90EC-C38F-4E2B-B26E-288D0E4293DF}"/>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23BB2E1A-158A-453B-8630-A359356A2D0C}"/>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2B2F2B0-98CB-416A-A8B6-FF6C7AD80447}"/>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CF30A9AB-F5FC-46FA-9B18-6AB46A904637}"/>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2F9AD9A-9C05-4CE1-AA65-F84CAC245180}"/>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then add your own words.</a:t>
            </a:r>
          </a:p>
        </p:txBody>
      </p:sp>
      <p:sp>
        <p:nvSpPr>
          <p:cNvPr id="22" name="shape">
            <a:extLst xmlns:a="http://schemas.openxmlformats.org/drawingml/2006/main">
              <a:ext uri="{FF2B5EF4-FFF2-40B4-BE49-F238E27FC236}">
                <a16:creationId xmlns:a16="http://schemas.microsoft.com/office/drawing/2014/main" id="{2CDED420-727C-4C26-AF1E-9EA8C3B6CD5D}"/>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DABA6BCF-7216-41FD-9EDE-370F66FDE177}"/>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right act in the group case. Show why it is fair. Say what is wrong with the other act. Use</a:t>
            </a:r>
          </a:p>
        </p:txBody>
      </p:sp>
      <p:sp>
        <p:nvSpPr>
          <p:cNvPr id="24" name="shape">
            <a:extLst xmlns:a="http://schemas.openxmlformats.org/drawingml/2006/main">
              <a:ext uri="{FF2B5EF4-FFF2-40B4-BE49-F238E27FC236}">
                <a16:creationId xmlns:a16="http://schemas.microsoft.com/office/drawing/2014/main" id="{BF9E4D78-8F68-46B5-87CE-3C9BB3C25B21}"/>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0C8E0D3-0541-4C14-8525-084A8FE0FE98}"/>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right, wrong and choice in your words or marks.</a:t>
            </a:r>
          </a:p>
        </p:txBody>
      </p:sp>
      <p:sp>
        <p:nvSpPr>
          <p:cNvPr id="26" name="shape">
            <a:extLst xmlns:a="http://schemas.openxmlformats.org/drawingml/2006/main">
              <a:ext uri="{FF2B5EF4-FFF2-40B4-BE49-F238E27FC236}">
                <a16:creationId xmlns:a16="http://schemas.microsoft.com/office/drawing/2014/main" id="{15A6E013-4518-4FD8-A6EB-B02F95EEDD23}"/>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F345B3E-9ACD-41F5-A04F-4CB8AAF28B92}"/>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Act A or Act B. Add your own word or phrase to say why it is fair. Say what the other act</a:t>
            </a:r>
          </a:p>
        </p:txBody>
      </p:sp>
      <p:sp>
        <p:nvSpPr>
          <p:cNvPr id="28" name="shape">
            <a:extLst xmlns:a="http://schemas.openxmlformats.org/drawingml/2006/main">
              <a:ext uri="{FF2B5EF4-FFF2-40B4-BE49-F238E27FC236}">
                <a16:creationId xmlns:a16="http://schemas.microsoft.com/office/drawing/2014/main" id="{B435F982-78B4-4E55-AD78-08DCE79C501C}"/>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80AE8D5F-DB3C-4D28-BEA4-75734E35E519}"/>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would do.</a:t>
            </a:r>
          </a:p>
        </p:txBody>
      </p:sp>
      <p:sp>
        <p:nvSpPr>
          <p:cNvPr id="30" name="shape">
            <a:extLst xmlns:a="http://schemas.openxmlformats.org/drawingml/2006/main">
              <a:ext uri="{FF2B5EF4-FFF2-40B4-BE49-F238E27FC236}">
                <a16:creationId xmlns:a16="http://schemas.microsoft.com/office/drawing/2014/main" id="{316F3094-F4ED-4290-BD3C-6AF5E8E79DFA}"/>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7AD0CADD-13CA-40A9-BC6C-EA16A2BB7A92}"/>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2" name="shape">
            <a:extLst xmlns:a="http://schemas.openxmlformats.org/drawingml/2006/main">
              <a:ext uri="{FF2B5EF4-FFF2-40B4-BE49-F238E27FC236}">
                <a16:creationId xmlns:a16="http://schemas.microsoft.com/office/drawing/2014/main" id="{A8DBF308-9589-4AFA-BF89-FEB2A73E361E}"/>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45379889-00F2-48D0-A5D8-DE932DEFEB58}"/>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My choice [ ] / Why it is right here [ ] / What is wrong with the other act [ ] / My</a:t>
            </a:r>
          </a:p>
        </p:txBody>
      </p:sp>
      <p:sp>
        <p:nvSpPr>
          <p:cNvPr id="34" name="shape">
            <a:extLst xmlns:a="http://schemas.openxmlformats.org/drawingml/2006/main">
              <a:ext uri="{FF2B5EF4-FFF2-40B4-BE49-F238E27FC236}">
                <a16:creationId xmlns:a16="http://schemas.microsoft.com/office/drawing/2014/main" id="{8993117E-46B7-4FF6-ABD1-E3693282B5BE}"/>
              </a:ext>
            </a:extLst>
          </p:cNvPr>
          <p:cNvSpPr>
            <a:spLocks xmlns:a="http://schemas.openxmlformats.org/drawingml/2006/main" noGrp="1"/>
          </p:cNvSpPr>
          <p:nvPr/>
        </p:nvSpPr>
        <p:spPr>
          <a:xfrm xmlns:a="http://schemas.openxmlformats.org/drawingml/2006/main">
            <a:off x="409575" y="50006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E9DDC669-411C-4B4E-8564-A8F9459C65C2}"/>
              </a:ext>
            </a:extLst>
          </p:cNvPr>
          <p:cNvSpPr>
            <a:spLocks xmlns:a="http://schemas.openxmlformats.org/drawingml/2006/main" noGrp="1"/>
          </p:cNvSpPr>
          <p:nvPr/>
        </p:nvSpPr>
        <p:spPr>
          <a:xfrm xmlns:a="http://schemas.openxmlformats.org/drawingml/2006/main">
            <a:off x="457200" y="5010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check [ ].</a:t>
            </a:r>
          </a:p>
        </p:txBody>
      </p:sp>
    </p:spTree>
    <p:extLst>
      <p:ext uri="{BB962C8B-B14F-4D97-AF65-F5344CB8AC3E}">
        <p14:creationId xmlns:p14="http://schemas.microsoft.com/office/powerpoint/2010/main" val="23690030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321BE239-2DBF-4578-B4CE-0B05C9077D0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256045DE-6266-40D0-90D3-E38C7D3293B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C54FE84F-6362-41B4-A4A7-1648AB048CE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0275172-DCE2-4CBF-B332-B87C07996D1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0F6256D-D2E1-487D-B966-3628F7A66FB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535E0C6-6ADA-4F33-BC56-11FEA371CAF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DF8D02B-DDE3-4123-B95E-2BEBA9C2EC0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F5839D6-3017-4516-A953-C61E7B256F7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D57E3FB-146D-43F1-9CEA-AFD2092F257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E0CEDE7-B955-40DD-AFBA-0E7721A33B2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8061CE9A-35BB-4997-B25F-1304A80C7C9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7B0DD55-77E4-4498-B366-BE66B043D2C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7EA37F11-342E-4988-8D3B-84322C109B7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36</a:t>
            </a:r>
          </a:p>
        </p:txBody>
      </p:sp>
      <p:sp>
        <p:nvSpPr>
          <p:cNvPr id="14" name="licence-footer">
            <a:extLst xmlns:a="http://schemas.openxmlformats.org/drawingml/2006/main">
              <a:ext uri="{FF2B5EF4-FFF2-40B4-BE49-F238E27FC236}">
                <a16:creationId xmlns:a16="http://schemas.microsoft.com/office/drawing/2014/main" id="{EBFFA4B2-F7D8-455B-9EDE-C993D1F9529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38F545C-6A36-4A18-80FA-EC320B0F3E66}"/>
              </a:ext>
            </a:extLst>
          </p:cNvPr>
          <p:cNvPicPr>
            <a:picLocks xmlns:a="http://schemas.openxmlformats.org/drawingml/2006/main" noChangeAspect="1"/>
          </p:cNvPicPr>
          <p:nvPr/>
        </p:nvPicPr>
        <p:blipFill>
          <a:blip xmlns:r="http://schemas.openxmlformats.org/officeDocument/2006/relationships" xmlns:a="http://schemas.openxmlformats.org/drawingml/2006/main" r:embed="Rb919cb607148452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11A52B6-8A8D-4AF1-9E2A-20AEEA4A7478}"/>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58481610-2E81-4FF1-8F02-5BE758010FC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
        <p:nvSpPr>
          <p:cNvPr id="18" name="shape">
            <a:extLst xmlns:a="http://schemas.openxmlformats.org/drawingml/2006/main">
              <a:ext uri="{FF2B5EF4-FFF2-40B4-BE49-F238E27FC236}">
                <a16:creationId xmlns:a16="http://schemas.microsoft.com/office/drawing/2014/main" id="{9D2CF816-535D-4B7F-9804-2722B7314B02}"/>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4D071D8B-7494-4051-8010-A16A35EA62E1}"/>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20" name="shape">
            <a:extLst xmlns:a="http://schemas.openxmlformats.org/drawingml/2006/main">
              <a:ext uri="{FF2B5EF4-FFF2-40B4-BE49-F238E27FC236}">
                <a16:creationId xmlns:a16="http://schemas.microsoft.com/office/drawing/2014/main" id="{589BEFB9-5F70-4968-B00F-DB4FC28B3242}"/>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152E6BA-C9DF-46F3-8639-384CB45FC2DC}"/>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3519121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7C2A1817-1B3E-44AB-B119-5B71A6BCFAA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6F598F6F-1A31-4F68-9657-49A826ABC1F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85F10AA-A9E8-4718-B653-048B7B55173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4A96D86-B19A-479E-AE04-769C2025D0C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BFE3FB2-CE66-4C1A-A7B9-8248AA4B77B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46148A7-805D-476D-B93E-0B75530FE26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4CF8B55-0552-4C89-9C7A-D556E760BFC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885687D-12A3-410F-A83F-493CEB1C9FF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E86BB1B-5539-4DD3-BDCF-57043B2B02D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F78113B-63AB-4C36-88BF-8958F4B6B56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1977D39E-F272-40B4-BFD0-5ED649A3BFB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F20C893-5449-4D2E-BB75-1D841E0D9FA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8B90ED5-9FA8-4041-9533-A3FE10E314F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36</a:t>
            </a:r>
          </a:p>
        </p:txBody>
      </p:sp>
      <p:sp>
        <p:nvSpPr>
          <p:cNvPr id="14" name="licence-footer">
            <a:extLst xmlns:a="http://schemas.openxmlformats.org/drawingml/2006/main">
              <a:ext uri="{FF2B5EF4-FFF2-40B4-BE49-F238E27FC236}">
                <a16:creationId xmlns:a16="http://schemas.microsoft.com/office/drawing/2014/main" id="{36D0DAF4-64F5-4183-9A2D-42746E05227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EB2D37D-6463-43DA-BD57-31B7A7486CEC}"/>
              </a:ext>
            </a:extLst>
          </p:cNvPr>
          <p:cNvPicPr>
            <a:picLocks xmlns:a="http://schemas.openxmlformats.org/drawingml/2006/main" noChangeAspect="1"/>
          </p:cNvPicPr>
          <p:nvPr/>
        </p:nvPicPr>
        <p:blipFill>
          <a:blip xmlns:r="http://schemas.openxmlformats.org/officeDocument/2006/relationships" xmlns:a="http://schemas.openxmlformats.org/drawingml/2006/main" r:embed="R1b609c157cd7487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A7363CF-3EEA-4FEE-83B9-B3DC3BCCDFD9}"/>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E799655-BD03-46D9-99FD-2FA6F4FB174F}"/>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E3726BB4-AD0A-4AA6-80EB-D780ECDB0F4C}"/>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91E390E-EC25-42A6-B86D-B6A5DC139CFB}"/>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3C6EE9DD-44B3-4C6D-A31D-2B314FE250D4}"/>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FEE9A00-5B0A-4792-8C80-52CC619CAF4F}"/>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 the task, then the extra part.</a:t>
            </a:r>
          </a:p>
        </p:txBody>
      </p:sp>
      <p:sp>
        <p:nvSpPr>
          <p:cNvPr id="22" name="shape">
            <a:extLst xmlns:a="http://schemas.openxmlformats.org/drawingml/2006/main">
              <a:ext uri="{FF2B5EF4-FFF2-40B4-BE49-F238E27FC236}">
                <a16:creationId xmlns:a16="http://schemas.microsoft.com/office/drawing/2014/main" id="{7F1D863C-66DF-4E82-8771-4A0126FB9B37}"/>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46E7BC3D-D387-443A-A207-C707B692A3B6}"/>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right act in the group case. Show why it is fair. Say what is wrong with the other act. Use</a:t>
            </a:r>
          </a:p>
        </p:txBody>
      </p:sp>
      <p:sp>
        <p:nvSpPr>
          <p:cNvPr id="24" name="shape">
            <a:extLst xmlns:a="http://schemas.openxmlformats.org/drawingml/2006/main">
              <a:ext uri="{FF2B5EF4-FFF2-40B4-BE49-F238E27FC236}">
                <a16:creationId xmlns:a16="http://schemas.microsoft.com/office/drawing/2014/main" id="{C9F4002C-D1C3-4BAA-9E90-47A5DC93F1D0}"/>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D97F57F-B98F-488A-AE64-CCE15EF4F195}"/>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right, wrong and choice in your words or marks.</a:t>
            </a:r>
          </a:p>
        </p:txBody>
      </p:sp>
      <p:sp>
        <p:nvSpPr>
          <p:cNvPr id="26" name="shape">
            <a:extLst xmlns:a="http://schemas.openxmlformats.org/drawingml/2006/main">
              <a:ext uri="{FF2B5EF4-FFF2-40B4-BE49-F238E27FC236}">
                <a16:creationId xmlns:a16="http://schemas.microsoft.com/office/drawing/2014/main" id="{A824C340-2E43-453E-B35D-B6C6004F8551}"/>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A609528A-FA37-4A6A-9FC3-180C7620C1A0}"/>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case where you would need to ask for more facts before judging an act. You may make it up.</a:t>
            </a:r>
          </a:p>
        </p:txBody>
      </p:sp>
      <p:sp>
        <p:nvSpPr>
          <p:cNvPr id="28" name="shape">
            <a:extLst xmlns:a="http://schemas.openxmlformats.org/drawingml/2006/main">
              <a:ext uri="{FF2B5EF4-FFF2-40B4-BE49-F238E27FC236}">
                <a16:creationId xmlns:a16="http://schemas.microsoft.com/office/drawing/2014/main" id="{465D4692-25E9-4FD1-8B47-3318F8C1F54E}"/>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DBA4C5FA-78C4-47DA-996E-38FC356E44DE}"/>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0" name="shape">
            <a:extLst xmlns:a="http://schemas.openxmlformats.org/drawingml/2006/main">
              <a:ext uri="{FF2B5EF4-FFF2-40B4-BE49-F238E27FC236}">
                <a16:creationId xmlns:a16="http://schemas.microsoft.com/office/drawing/2014/main" id="{347CFE55-1FF6-4346-BAF8-29D9DB9CF0D0}"/>
              </a:ext>
            </a:extLst>
          </p:cNvPr>
          <p:cNvSpPr>
            <a:spLocks xmlns:a="http://schemas.openxmlformats.org/drawingml/2006/main" noGrp="1"/>
          </p:cNvSpPr>
          <p:nvPr/>
        </p:nvSpPr>
        <p:spPr>
          <a:xfrm xmlns:a="http://schemas.openxmlformats.org/drawingml/2006/main">
            <a:off x="409575" y="4410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174722EC-3E62-41B4-9FA4-7E7D97A75E40}"/>
              </a:ext>
            </a:extLst>
          </p:cNvPr>
          <p:cNvSpPr>
            <a:spLocks xmlns:a="http://schemas.openxmlformats.org/drawingml/2006/main" noGrp="1"/>
          </p:cNvSpPr>
          <p:nvPr/>
        </p:nvSpPr>
        <p:spPr>
          <a:xfrm xmlns:a="http://schemas.openxmlformats.org/drawingml/2006/main">
            <a:off x="457200" y="4419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My choice [ ] / Why it is right here [ ] / What is wrong with the other act [ ] / My</a:t>
            </a:r>
          </a:p>
        </p:txBody>
      </p:sp>
      <p:sp>
        <p:nvSpPr>
          <p:cNvPr id="32" name="shape">
            <a:extLst xmlns:a="http://schemas.openxmlformats.org/drawingml/2006/main">
              <a:ext uri="{FF2B5EF4-FFF2-40B4-BE49-F238E27FC236}">
                <a16:creationId xmlns:a16="http://schemas.microsoft.com/office/drawing/2014/main" id="{2AEE476F-8443-4775-B433-72C484BD6FC0}"/>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BF3CA0ED-695A-407E-88AC-CC263A0CAA2D}"/>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check [ ].</a:t>
            </a:r>
          </a:p>
        </p:txBody>
      </p:sp>
    </p:spTree>
    <p:extLst>
      <p:ext uri="{BB962C8B-B14F-4D97-AF65-F5344CB8AC3E}">
        <p14:creationId xmlns:p14="http://schemas.microsoft.com/office/powerpoint/2010/main" val="44447953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F555E0B6-0777-484C-9EB1-9BFC2EBE942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3D390F9A-4079-482B-93B1-89B14721EA7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7BFFAFF-9B03-469A-B4AD-608CF888F4F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4FB486E8-4916-4941-9766-9B9D4AF76C7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15B39BC-2984-4D29-82A3-180C2773C03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4AE64BF-EA85-4C31-BCAB-A890E3073BE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50C1107-D992-4FEE-9D18-5A2356886E9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DDC1250-A5CD-422E-9D0F-3AFEA0F252A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F074E22-9608-4A46-BFE9-F588D741F54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41F6968-DCB9-48D3-90B1-C93A9F8A4A5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F94F61A4-2DBE-4B59-8FFD-E83B88E04D4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EA74C32-63C4-4A1A-A3C9-28522750199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36D40D9B-E10B-49FE-B20F-9BA39CEEE0E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36</a:t>
            </a:r>
          </a:p>
        </p:txBody>
      </p:sp>
      <p:sp>
        <p:nvSpPr>
          <p:cNvPr id="14" name="licence-footer">
            <a:extLst xmlns:a="http://schemas.openxmlformats.org/drawingml/2006/main">
              <a:ext uri="{FF2B5EF4-FFF2-40B4-BE49-F238E27FC236}">
                <a16:creationId xmlns:a16="http://schemas.microsoft.com/office/drawing/2014/main" id="{27BCC210-E7F2-421A-9E94-309DD3C7D9C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4080074-036E-43B1-86E8-0B7D3335546D}"/>
              </a:ext>
            </a:extLst>
          </p:cNvPr>
          <p:cNvPicPr>
            <a:picLocks xmlns:a="http://schemas.openxmlformats.org/drawingml/2006/main" noChangeAspect="1"/>
          </p:cNvPicPr>
          <p:nvPr/>
        </p:nvPicPr>
        <p:blipFill>
          <a:blip xmlns:r="http://schemas.openxmlformats.org/officeDocument/2006/relationships" xmlns:a="http://schemas.openxmlformats.org/drawingml/2006/main" r:embed="R328ebedfe7ff43b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DA09E16-7EF4-492D-8F66-48C52E8817AE}"/>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B3B4799-09F2-4999-B445-178568EE3E3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
        <p:nvSpPr>
          <p:cNvPr id="18" name="shape">
            <a:extLst xmlns:a="http://schemas.openxmlformats.org/drawingml/2006/main">
              <a:ext uri="{FF2B5EF4-FFF2-40B4-BE49-F238E27FC236}">
                <a16:creationId xmlns:a16="http://schemas.microsoft.com/office/drawing/2014/main" id="{1BA6497F-ADCC-457A-99FF-7A271484E651}"/>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4DB81996-B9F1-4BBF-B779-9AECFB83C99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20" name="shape">
            <a:extLst xmlns:a="http://schemas.openxmlformats.org/drawingml/2006/main">
              <a:ext uri="{FF2B5EF4-FFF2-40B4-BE49-F238E27FC236}">
                <a16:creationId xmlns:a16="http://schemas.microsoft.com/office/drawing/2014/main" id="{47866647-93A1-40F0-B042-91162E170854}"/>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666A5EB-DC5C-4E85-BB3D-32DE76326461}"/>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72533580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E4CB79CE-1D1E-47B7-827F-B7B739F9C39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62736C12-43BF-4164-89D9-7BCD0D92E24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ABF111E2-5DD6-460B-9B4B-F401685672D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41D222D3-59B1-4534-AA60-17604586519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BACA76C-8EE2-4769-AE79-F100CCDC799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F056A29-AA23-42B8-A3C0-0C5D1E564BD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C8BF26D-F8CE-4F2C-8C7E-892A6FF1FF0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D754A8C-F558-4353-873B-9AA68223646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46BFB0F-A78A-448E-AB7F-DA99038BE8C2}"/>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993B45A-A9E7-4991-BBAE-23CBA9EFFA9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5A36E8DB-BDE6-4EB1-9DB7-158D8D394B8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23BBD7E-706B-4914-9002-62A561C136E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9356FBCB-51D9-4D25-AF3A-875AD700FEC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36</a:t>
            </a:r>
          </a:p>
        </p:txBody>
      </p:sp>
      <p:sp>
        <p:nvSpPr>
          <p:cNvPr id="14" name="licence-footer">
            <a:extLst xmlns:a="http://schemas.openxmlformats.org/drawingml/2006/main">
              <a:ext uri="{FF2B5EF4-FFF2-40B4-BE49-F238E27FC236}">
                <a16:creationId xmlns:a16="http://schemas.microsoft.com/office/drawing/2014/main" id="{01C67973-0ABF-448F-97D3-65F623B8C4D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205E30D-CC31-489F-A379-79DC1CFA794B}"/>
              </a:ext>
            </a:extLst>
          </p:cNvPr>
          <p:cNvPicPr>
            <a:picLocks xmlns:a="http://schemas.openxmlformats.org/drawingml/2006/main" noChangeAspect="1"/>
          </p:cNvPicPr>
          <p:nvPr/>
        </p:nvPicPr>
        <p:blipFill>
          <a:blip xmlns:r="http://schemas.openxmlformats.org/officeDocument/2006/relationships" xmlns:a="http://schemas.openxmlformats.org/drawingml/2006/main" r:embed="R74bf688a0853404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8DCDF5B-1681-47A7-913D-875C69C85D8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3F648940-AE3A-46CF-96B5-F3A74845C048}"/>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only the fresh source. You may pass.</a:t>
            </a:r>
          </a:p>
        </p:txBody>
      </p:sp>
      <p:sp>
        <p:nvSpPr>
          <p:cNvPr id="18" name="pupil-text">
            <a:extLst xmlns:a="http://schemas.openxmlformats.org/drawingml/2006/main">
              <a:ext uri="{FF2B5EF4-FFF2-40B4-BE49-F238E27FC236}">
                <a16:creationId xmlns:a16="http://schemas.microsoft.com/office/drawing/2014/main" id="{74ED5D1E-A752-4727-8BEC-79EE4D907354}"/>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made-up case: There is one clean cup left. A person asks to use it. Another person can pass it</a:t>
            </a:r>
          </a:p>
        </p:txBody>
      </p:sp>
      <p:sp>
        <p:nvSpPr>
          <p:cNvPr id="19" name="pupil-text">
            <a:extLst xmlns:a="http://schemas.openxmlformats.org/drawingml/2006/main">
              <a:ext uri="{FF2B5EF4-FFF2-40B4-BE49-F238E27FC236}">
                <a16:creationId xmlns:a16="http://schemas.microsoft.com/office/drawing/2014/main" id="{5ADBC588-78D1-47AB-A06E-4B9999A4B7EF}"/>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them or crush it so no one can use it.</a:t>
            </a:r>
          </a:p>
        </p:txBody>
      </p:sp>
      <p:sp>
        <p:nvSpPr>
          <p:cNvPr id="20" name="pupil-text">
            <a:extLst xmlns:a="http://schemas.openxmlformats.org/drawingml/2006/main">
              <a:ext uri="{FF2B5EF4-FFF2-40B4-BE49-F238E27FC236}">
                <a16:creationId xmlns:a16="http://schemas.microsoft.com/office/drawing/2014/main" id="{A2FDCBEF-0AD8-478C-B74A-D029320A0BA1}"/>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confidence: 1 = not sure yet; 2 = some is clear; 3 = I can show it.</a:t>
            </a:r>
          </a:p>
        </p:txBody>
      </p:sp>
    </p:spTree>
    <p:extLst>
      <p:ext uri="{BB962C8B-B14F-4D97-AF65-F5344CB8AC3E}">
        <p14:creationId xmlns:p14="http://schemas.microsoft.com/office/powerpoint/2010/main" val="85647913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790EA818-0E2A-4225-ACB4-B6993CB0F8A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FE8705EE-CE12-4EAA-B127-7F4322B7E01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CAF4199D-95F7-4091-B0CC-4E457CDE596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2521C363-8929-4012-BF90-E0C9F1F9543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5121659-8842-49BE-8798-371100D0CD7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2F886B9-2CC1-416E-91F9-6525D87EDE3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149682B-B8D9-4140-8EC2-D9C3DFE6B89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C134285-C119-47B4-87B0-CBAE4BF3338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185CC74-FC69-46A1-91B2-0BD8F61D4671}"/>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C22D81C-7CF8-45EA-8D3C-C620F43D137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DD30F9AF-BE8D-46A6-8A28-05C4B7DCC63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689B76CF-FED6-4B7E-ACDE-CEA551F3920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2EAD4C33-BFDE-4484-982B-C56F4D86135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36</a:t>
            </a:r>
          </a:p>
        </p:txBody>
      </p:sp>
      <p:sp>
        <p:nvSpPr>
          <p:cNvPr id="14" name="licence-footer">
            <a:extLst xmlns:a="http://schemas.openxmlformats.org/drawingml/2006/main">
              <a:ext uri="{FF2B5EF4-FFF2-40B4-BE49-F238E27FC236}">
                <a16:creationId xmlns:a16="http://schemas.microsoft.com/office/drawing/2014/main" id="{1C30CA31-5405-4D30-B78D-7EE138C7A53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46F6444-2379-48D6-BFB0-998D551F17EF}"/>
              </a:ext>
            </a:extLst>
          </p:cNvPr>
          <p:cNvPicPr>
            <a:picLocks xmlns:a="http://schemas.openxmlformats.org/drawingml/2006/main" noChangeAspect="1"/>
          </p:cNvPicPr>
          <p:nvPr/>
        </p:nvPicPr>
        <p:blipFill>
          <a:blip xmlns:r="http://schemas.openxmlformats.org/officeDocument/2006/relationships" xmlns:a="http://schemas.openxmlformats.org/drawingml/2006/main" r:embed="R036fcad55ec9432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94F77DC-81DE-42C9-A131-638D07A0AE1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made-up case: There is one clean cup left. A person asks to use it. Another person can pass it</a:t>
            </a:r>
          </a:p>
        </p:txBody>
      </p:sp>
      <p:sp>
        <p:nvSpPr>
          <p:cNvPr id="17" name="pupil-text">
            <a:extLst xmlns:a="http://schemas.openxmlformats.org/drawingml/2006/main">
              <a:ext uri="{FF2B5EF4-FFF2-40B4-BE49-F238E27FC236}">
                <a16:creationId xmlns:a16="http://schemas.microsoft.com/office/drawing/2014/main" id="{E832AEE3-5556-44A2-A200-C88788364400}"/>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them or crush it so no one can use it.</a:t>
            </a:r>
          </a:p>
        </p:txBody>
      </p:sp>
      <p:sp>
        <p:nvSpPr>
          <p:cNvPr id="18" name="shape">
            <a:extLst xmlns:a="http://schemas.openxmlformats.org/drawingml/2006/main">
              <a:ext uri="{FF2B5EF4-FFF2-40B4-BE49-F238E27FC236}">
                <a16:creationId xmlns:a16="http://schemas.microsoft.com/office/drawing/2014/main" id="{2F937CD0-04A9-4DF9-AD1C-4EF00A20154A}"/>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2104CB4-7A70-4C4C-B2FE-57A1346FBFA1}"/>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Tree>
    <p:extLst>
      <p:ext uri="{BB962C8B-B14F-4D97-AF65-F5344CB8AC3E}">
        <p14:creationId xmlns:p14="http://schemas.microsoft.com/office/powerpoint/2010/main" val="31404532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04026588-1433-4812-8086-743337E8560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1CF3530E-30DD-497B-BB63-950CF08EDE1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238DEC03-64ED-4959-9F96-A06C51EBB80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E8BB792D-FDBB-4181-9CC4-DAD999DE3D1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9681AE2-D31A-43A3-91E6-3E22E43CC67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54106B6-6F13-4C47-B356-D189E07E14E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3CB3250-8579-48E1-98E8-3C60EFCCDE4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EEFD0CB-8140-48D7-9BD8-736C973E04F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ECC6A77-2164-4CB4-89BB-2C16D5A69BC6}"/>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DA12756-6FAB-406D-8BFC-5FC59C3F22C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A8BE9B21-C72F-40F3-B5F1-D9131456516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7BD60C9-03E5-410B-A3F8-D0FBAD177CE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EDAA45F-CFD8-4207-A495-4285BBDBFAF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36</a:t>
            </a:r>
          </a:p>
        </p:txBody>
      </p:sp>
      <p:sp>
        <p:nvSpPr>
          <p:cNvPr id="14" name="licence-footer">
            <a:extLst xmlns:a="http://schemas.openxmlformats.org/drawingml/2006/main">
              <a:ext uri="{FF2B5EF4-FFF2-40B4-BE49-F238E27FC236}">
                <a16:creationId xmlns:a16="http://schemas.microsoft.com/office/drawing/2014/main" id="{3D61776D-D040-44FF-B25F-31C29667B0A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8BDC016-4BF0-4BC5-AC89-8761967BC1AB}"/>
              </a:ext>
            </a:extLst>
          </p:cNvPr>
          <p:cNvPicPr>
            <a:picLocks xmlns:a="http://schemas.openxmlformats.org/drawingml/2006/main" noChangeAspect="1"/>
          </p:cNvPicPr>
          <p:nvPr/>
        </p:nvPicPr>
        <p:blipFill>
          <a:blip xmlns:r="http://schemas.openxmlformats.org/officeDocument/2006/relationships" xmlns:a="http://schemas.openxmlformats.org/drawingml/2006/main" r:embed="R3807c1caa1ae4d3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5EAC4A4-AED2-47E0-97B7-866F5D58FFF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50329A66-2E69-482F-ABC3-36B8BB8BE12D}"/>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A48D8ACF-02B6-49CE-B066-7D65A2E42AA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Which act is fair: pass the cup or crush it?</a:t>
            </a:r>
          </a:p>
        </p:txBody>
      </p:sp>
      <p:sp>
        <p:nvSpPr>
          <p:cNvPr id="19" name="pupil-text">
            <a:extLst xmlns:a="http://schemas.openxmlformats.org/drawingml/2006/main">
              <a:ext uri="{FF2B5EF4-FFF2-40B4-BE49-F238E27FC236}">
                <a16:creationId xmlns:a16="http://schemas.microsoft.com/office/drawing/2014/main" id="{514166D3-3DEE-4E57-8599-6DE1C1C63C65}"/>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A256694C-C278-4420-BF1E-A6C55673ABBB}"/>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is that fair here?</a:t>
            </a:r>
          </a:p>
        </p:txBody>
      </p:sp>
    </p:spTree>
    <p:extLst>
      <p:ext uri="{BB962C8B-B14F-4D97-AF65-F5344CB8AC3E}">
        <p14:creationId xmlns:p14="http://schemas.microsoft.com/office/powerpoint/2010/main" val="185704591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9AD94516-13FC-4819-AF2D-1CDF9595504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3A32AB39-408D-4352-857C-3FA9D3E3EFF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B50F07C1-FE96-403B-8D6C-B57CD94C4AB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5FB610AB-CA39-472D-BE0D-8D9CE9A7A95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90BDB55-B1E3-49F1-9966-D1F0623620D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89521D5-BEEC-4B8D-A026-99825495AF2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7DE762E-D9AC-4C59-8461-B27EA30D52F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177086B-F874-4D04-AE04-4D202960CD6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9DA3A63-E790-486D-8DE0-467169068ABA}"/>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7E1A55D-F2D6-4980-A7D4-06211441A17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AD633CC8-59D1-4654-979C-EF67D48785A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3099F51-BF3D-4D02-8DEF-D5C69002196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B41A2AE-9D9C-4A3F-AA76-1FF54A1F250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36</a:t>
            </a:r>
          </a:p>
        </p:txBody>
      </p:sp>
      <p:sp>
        <p:nvSpPr>
          <p:cNvPr id="14" name="licence-footer">
            <a:extLst xmlns:a="http://schemas.openxmlformats.org/drawingml/2006/main">
              <a:ext uri="{FF2B5EF4-FFF2-40B4-BE49-F238E27FC236}">
                <a16:creationId xmlns:a16="http://schemas.microsoft.com/office/drawing/2014/main" id="{9580C74C-CEF6-412C-B36D-C4A92A5AFC6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19E488F-9DA0-4407-8E55-8E8016B03C7C}"/>
              </a:ext>
            </a:extLst>
          </p:cNvPr>
          <p:cNvPicPr>
            <a:picLocks xmlns:a="http://schemas.openxmlformats.org/drawingml/2006/main" noChangeAspect="1"/>
          </p:cNvPicPr>
          <p:nvPr/>
        </p:nvPicPr>
        <p:blipFill>
          <a:blip xmlns:r="http://schemas.openxmlformats.org/officeDocument/2006/relationships" xmlns:a="http://schemas.openxmlformats.org/drawingml/2006/main" r:embed="Rc4ec52c1f5cc4fb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0AE9960-F45D-4DED-97CB-9E4E07E3A1C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9B775B2D-36CA-430B-A5A5-604405C3D03C}"/>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92BEC8F0-09B1-4115-A7A8-32E68A3237EB}"/>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right act in this case.</a:t>
            </a:r>
          </a:p>
        </p:txBody>
      </p:sp>
      <p:sp>
        <p:nvSpPr>
          <p:cNvPr id="19" name="pupil-text">
            <a:extLst xmlns:a="http://schemas.openxmlformats.org/drawingml/2006/main">
              <a:ext uri="{FF2B5EF4-FFF2-40B4-BE49-F238E27FC236}">
                <a16:creationId xmlns:a16="http://schemas.microsoft.com/office/drawing/2014/main" id="{BCAAEB36-E59C-4DE2-BA99-4F844A0E5631}"/>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15F725A9-4110-41DF-9623-D6A812BA211F}"/>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is wrong with the other act?</a:t>
            </a:r>
          </a:p>
        </p:txBody>
      </p:sp>
    </p:spTree>
    <p:extLst>
      <p:ext uri="{BB962C8B-B14F-4D97-AF65-F5344CB8AC3E}">
        <p14:creationId xmlns:p14="http://schemas.microsoft.com/office/powerpoint/2010/main" val="41677357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E99CCDEB-183A-4B2A-9109-BBC55F5D738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2</a:t>
            </a:r>
          </a:p>
        </p:txBody>
      </p:sp>
      <p:sp>
        <p:nvSpPr>
          <p:cNvPr id="2" name="stage-clock">
            <a:extLst xmlns:a="http://schemas.openxmlformats.org/drawingml/2006/main">
              <a:ext uri="{FF2B5EF4-FFF2-40B4-BE49-F238E27FC236}">
                <a16:creationId xmlns:a16="http://schemas.microsoft.com/office/drawing/2014/main" id="{1C31F998-4A36-4D13-ABF4-CAAAC647921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393CA08A-DE66-4FB3-B02C-E3EBFC67464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0C693F1A-9467-4875-A7C4-BD4DE65857C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F079781-2111-4D62-8DD5-EFB595E8928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60BDEC2-9127-4EA1-9FD9-FCC0AE22699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3F38AE7-86F1-4CB5-BB5B-79E37C96888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4C05E8D-2ED6-47AD-AB49-8A24E2F9094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A3E9371-BD49-449E-81CE-030A64469064}"/>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FDB636E-E329-4864-B56E-9AEAF7EDE75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talk about right and wrong acts.</a:t>
            </a:r>
          </a:p>
        </p:txBody>
      </p:sp>
      <p:sp>
        <p:nvSpPr>
          <p:cNvPr id="11" name="re-framing">
            <a:extLst xmlns:a="http://schemas.openxmlformats.org/drawingml/2006/main">
              <a:ext uri="{FF2B5EF4-FFF2-40B4-BE49-F238E27FC236}">
                <a16:creationId xmlns:a16="http://schemas.microsoft.com/office/drawing/2014/main" id="{7D897B4D-7B6B-4970-9078-AA56AF969F4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7F20246-E5EC-4D0A-85F7-9658F58F0DD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C19752B0-F7C5-46A4-BE9B-8AB75CD8E73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36</a:t>
            </a:r>
          </a:p>
        </p:txBody>
      </p:sp>
      <p:sp>
        <p:nvSpPr>
          <p:cNvPr id="14" name="licence-footer">
            <a:extLst xmlns:a="http://schemas.openxmlformats.org/drawingml/2006/main">
              <a:ext uri="{FF2B5EF4-FFF2-40B4-BE49-F238E27FC236}">
                <a16:creationId xmlns:a16="http://schemas.microsoft.com/office/drawing/2014/main" id="{E705E5DB-38E3-4591-870E-042E272A36D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C41C687-85FA-42C5-BB35-68972766C2AA}"/>
              </a:ext>
            </a:extLst>
          </p:cNvPr>
          <p:cNvPicPr>
            <a:picLocks xmlns:a="http://schemas.openxmlformats.org/drawingml/2006/main" noChangeAspect="1"/>
          </p:cNvPicPr>
          <p:nvPr/>
        </p:nvPicPr>
        <p:blipFill>
          <a:blip xmlns:r="http://schemas.openxmlformats.org/officeDocument/2006/relationships" xmlns:a="http://schemas.openxmlformats.org/drawingml/2006/main" r:embed="Rbc23f1a564eb411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35F71CF-3799-4A18-9727-68216A39B3D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E45CEF88-1AD7-462C-8AE7-5BA2412DB6DA}"/>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EE7FE981-25C0-4263-B03C-428ED5E4CFFD}"/>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Judge one act using a detail from the case.</a:t>
            </a:r>
          </a:p>
        </p:txBody>
      </p:sp>
      <p:sp>
        <p:nvSpPr>
          <p:cNvPr id="19" name="pupil-text">
            <a:extLst xmlns:a="http://schemas.openxmlformats.org/drawingml/2006/main">
              <a:ext uri="{FF2B5EF4-FFF2-40B4-BE49-F238E27FC236}">
                <a16:creationId xmlns:a16="http://schemas.microsoft.com/office/drawing/2014/main" id="{095558E0-AC99-406C-8EFC-1F2E5CEDE16D}"/>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10AA5398-0AE5-436E-ACF0-74E5BE147CD0}"/>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why crushing the cup is less fair here.</a:t>
            </a:r>
          </a:p>
        </p:txBody>
      </p:sp>
    </p:spTree>
    <p:extLst>
      <p:ext uri="{BB962C8B-B14F-4D97-AF65-F5344CB8AC3E}">
        <p14:creationId xmlns:p14="http://schemas.microsoft.com/office/powerpoint/2010/main" val="281768909"/>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can we choose a fair act?</dc:title>
  <dcterms:created xsi:type="dcterms:W3CDTF">2026-10-13T20:28:57.3350000Z</dcterms:created>
  <dcterms:modified xsi:type="dcterms:W3CDTF">2026-10-13T20:28:57.3350000Z</dcterms:modified>
  <dc:subject>BUILD-RE-S1-W02</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