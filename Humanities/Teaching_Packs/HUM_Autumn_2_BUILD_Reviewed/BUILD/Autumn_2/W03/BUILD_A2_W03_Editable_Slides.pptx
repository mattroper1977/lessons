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90db660a53cb45ad" Type="http://schemas.openxmlformats.org/package/2006/relationships/metadata/core-properties" Target="docProps/core.xml"/><Relationship Id="Ra3ae0d72aaa64009" Type="http://schemas.openxmlformats.org/officeDocument/2006/relationships/extended-properties" Target="docProps/app.xml"/><Relationship Id="Rdfbcbd1101a748bd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89e9672f3d4113"/>
  </p:sldMasterIdLst>
  <p:notesMasterIdLst>
    <p:notesMasterId xmlns:r="http://schemas.openxmlformats.org/officeDocument/2006/relationships" r:id="R4c5a15cfb85b47ed"/>
  </p:notesMasterIdLst>
  <p:sldIdLst>
    <p:sldId xmlns:r="http://schemas.openxmlformats.org/officeDocument/2006/relationships" id="256" r:id="Rd65ae1be546d442f"/>
    <p:sldId xmlns:r="http://schemas.openxmlformats.org/officeDocument/2006/relationships" id="257" r:id="Rf886fac63c7c4aa6"/>
    <p:sldId xmlns:r="http://schemas.openxmlformats.org/officeDocument/2006/relationships" id="258" r:id="R1c95dc42968f4c55"/>
    <p:sldId xmlns:r="http://schemas.openxmlformats.org/officeDocument/2006/relationships" id="259" r:id="R3adcc5fd23424205"/>
    <p:sldId xmlns:r="http://schemas.openxmlformats.org/officeDocument/2006/relationships" id="260" r:id="R9b8e4c4694664776"/>
    <p:sldId xmlns:r="http://schemas.openxmlformats.org/officeDocument/2006/relationships" id="261" r:id="R351b1b26ae854a19"/>
    <p:sldId xmlns:r="http://schemas.openxmlformats.org/officeDocument/2006/relationships" id="262" r:id="R0afc8f438d80498d"/>
    <p:sldId xmlns:r="http://schemas.openxmlformats.org/officeDocument/2006/relationships" id="263" r:id="R6b7e985dae774c65"/>
    <p:sldId xmlns:r="http://schemas.openxmlformats.org/officeDocument/2006/relationships" id="264" r:id="Rc8fe3d034b96492f"/>
    <p:sldId xmlns:r="http://schemas.openxmlformats.org/officeDocument/2006/relationships" id="265" r:id="R7fb06766422447a9"/>
    <p:sldId xmlns:r="http://schemas.openxmlformats.org/officeDocument/2006/relationships" id="266" r:id="Rea7ce1df95e148e8"/>
    <p:sldId xmlns:r="http://schemas.openxmlformats.org/officeDocument/2006/relationships" id="267" r:id="Reb9df31c0374402f"/>
    <p:sldId xmlns:r="http://schemas.openxmlformats.org/officeDocument/2006/relationships" id="268" r:id="R8b9f9e9e38f44d82"/>
    <p:sldId xmlns:r="http://schemas.openxmlformats.org/officeDocument/2006/relationships" id="269" r:id="R800eced448a341df"/>
    <p:sldId xmlns:r="http://schemas.openxmlformats.org/officeDocument/2006/relationships" id="270" r:id="R5d6d8f3e115c4e81"/>
    <p:sldId xmlns:r="http://schemas.openxmlformats.org/officeDocument/2006/relationships" id="271" r:id="Rfaf05ac34f5a4840"/>
    <p:sldId xmlns:r="http://schemas.openxmlformats.org/officeDocument/2006/relationships" id="272" r:id="R780e10884b4b403d"/>
    <p:sldId xmlns:r="http://schemas.openxmlformats.org/officeDocument/2006/relationships" id="273" r:id="Redddca10d55d462b"/>
    <p:sldId xmlns:r="http://schemas.openxmlformats.org/officeDocument/2006/relationships" id="274" r:id="R84acaf878c55495c"/>
    <p:sldId xmlns:r="http://schemas.openxmlformats.org/officeDocument/2006/relationships" id="275" r:id="R9f572cfe006f41fb"/>
    <p:sldId xmlns:r="http://schemas.openxmlformats.org/officeDocument/2006/relationships" id="276" r:id="Rc301851b9d4c40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addf77055c24725" Type="http://schemas.openxmlformats.org/officeDocument/2006/relationships/theme" Target="theme/theme1.xml"/><Relationship Id="R0afc8f438d80498d" Type="http://schemas.openxmlformats.org/officeDocument/2006/relationships/slide" Target="slides/slide7.xml"/><Relationship Id="R1456e6856a7d4011" Type="http://schemas.openxmlformats.org/officeDocument/2006/relationships/tableStyles" Target="tableStyles.xml"/><Relationship Id="R1c95dc42968f4c55" Type="http://schemas.openxmlformats.org/officeDocument/2006/relationships/slide" Target="slides/slide3.xml"/><Relationship Id="R351b1b26ae854a19" Type="http://schemas.openxmlformats.org/officeDocument/2006/relationships/slide" Target="slides/slide6.xml"/><Relationship Id="R3adcc5fd23424205" Type="http://schemas.openxmlformats.org/officeDocument/2006/relationships/slide" Target="slides/slide4.xml"/><Relationship Id="R4c5a15cfb85b47ed" Type="http://schemas.openxmlformats.org/officeDocument/2006/relationships/notesMaster" Target="notesMasters/notesMaster1.xml"/><Relationship Id="R5894a7634bf34f5c" Type="http://schemas.openxmlformats.org/officeDocument/2006/relationships/presProps" Target="presProps.xml"/><Relationship Id="R5d6d8f3e115c4e81" Type="http://schemas.openxmlformats.org/officeDocument/2006/relationships/slide" Target="slides/slide15.xml"/><Relationship Id="R6b7e985dae774c65" Type="http://schemas.openxmlformats.org/officeDocument/2006/relationships/slide" Target="slides/slide8.xml"/><Relationship Id="R780e10884b4b403d" Type="http://schemas.openxmlformats.org/officeDocument/2006/relationships/slide" Target="slides/slide17.xml"/><Relationship Id="R7fb06766422447a9" Type="http://schemas.openxmlformats.org/officeDocument/2006/relationships/slide" Target="slides/slide10.xml"/><Relationship Id="R800eced448a341df" Type="http://schemas.openxmlformats.org/officeDocument/2006/relationships/slide" Target="slides/slide14.xml"/><Relationship Id="R84acaf878c55495c" Type="http://schemas.openxmlformats.org/officeDocument/2006/relationships/slide" Target="slides/slide19.xml"/><Relationship Id="R8b9f9e9e38f44d82" Type="http://schemas.openxmlformats.org/officeDocument/2006/relationships/slide" Target="slides/slide13.xml"/><Relationship Id="R9b8e4c4694664776" Type="http://schemas.openxmlformats.org/officeDocument/2006/relationships/slide" Target="slides/slide5.xml"/><Relationship Id="R9f572cfe006f41fb" Type="http://schemas.openxmlformats.org/officeDocument/2006/relationships/slide" Target="slides/slide20.xml"/><Relationship Id="Rc301851b9d4c400e" Type="http://schemas.openxmlformats.org/officeDocument/2006/relationships/slide" Target="slides/slide21.xml"/><Relationship Id="Rc8fe3d034b96492f" Type="http://schemas.openxmlformats.org/officeDocument/2006/relationships/slide" Target="slides/slide9.xml"/><Relationship Id="Rd389e9672f3d4113" Type="http://schemas.openxmlformats.org/officeDocument/2006/relationships/slideMaster" Target="slideMasters/slideMaster1.xml"/><Relationship Id="Rd65ae1be546d442f" Type="http://schemas.openxmlformats.org/officeDocument/2006/relationships/slide" Target="slides/slide1.xml"/><Relationship Id="Rea7ce1df95e148e8" Type="http://schemas.openxmlformats.org/officeDocument/2006/relationships/slide" Target="slides/slide11.xml"/><Relationship Id="Reb9df31c0374402f" Type="http://schemas.openxmlformats.org/officeDocument/2006/relationships/slide" Target="slides/slide12.xml"/><Relationship Id="Redddca10d55d462b" Type="http://schemas.openxmlformats.org/officeDocument/2006/relationships/slide" Target="slides/slide18.xml"/><Relationship Id="Rf886fac63c7c4aa6" Type="http://schemas.openxmlformats.org/officeDocument/2006/relationships/slide" Target="slides/slide2.xml"/><Relationship Id="Rfaf05ac34f5a4840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0d55bc10be41437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4b4ea9a1d81452b" Type="http://schemas.openxmlformats.org/officeDocument/2006/relationships/slide" Target="../slides/slide1.xml"/><Relationship Id="R7100df1475974386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718ee4fe00934194" Type="http://schemas.openxmlformats.org/officeDocument/2006/relationships/notesMaster" Target="../notesMasters/notesMaster1.xml"/><Relationship Id="R98538a280a1d49b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2b45cebd693494e" Type="http://schemas.openxmlformats.org/officeDocument/2006/relationships/slide" Target="../slides/slide3.xml"/><Relationship Id="Rec70ae9db0714b27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6bf613801f44b77" Type="http://schemas.openxmlformats.org/officeDocument/2006/relationships/notesMaster" Target="../notesMasters/notesMaster1.xml"/><Relationship Id="Rf0359c879f6540fc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3458ebc33fa64a99" Type="http://schemas.openxmlformats.org/officeDocument/2006/relationships/slide" Target="../slides/slide5.xml"/><Relationship Id="R763752a29d4346b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cf69df87b5e4643" Type="http://schemas.openxmlformats.org/officeDocument/2006/relationships/slide" Target="../slides/slide6.xml"/><Relationship Id="R32dab391caf84304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82cf108754384660" Type="http://schemas.openxmlformats.org/officeDocument/2006/relationships/notesMaster" Target="../notesMasters/notesMaster1.xml"/><Relationship Id="Rd4c6b20abc1a476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a05e18e66f6f455b" Type="http://schemas.openxmlformats.org/officeDocument/2006/relationships/slide" Target="../slides/slide8.xml"/><Relationship Id="Rb2c049652a0642d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94203b8308f14567" Type="http://schemas.openxmlformats.org/officeDocument/2006/relationships/notesMaster" Target="../notesMasters/notesMaster1.xml"/><Relationship Id="Rafa41f9141d34be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7fbc111ab75045b9" Type="http://schemas.openxmlformats.org/officeDocument/2006/relationships/slide" Target="../slides/slide10.xml"/><Relationship Id="Rf6e160f76908464d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20ea7c48f6864df3" Type="http://schemas.openxmlformats.org/officeDocument/2006/relationships/notesMaster" Target="../notesMasters/notesMaster1.xml"/><Relationship Id="R68ea9a9324dd430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2362deb6c5d14bdb" Type="http://schemas.openxmlformats.org/officeDocument/2006/relationships/notesMaster" Target="../notesMasters/notesMaster1.xml"/><Relationship Id="R816ecfa4d7c84295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27f2ba8c82964cae" Type="http://schemas.openxmlformats.org/officeDocument/2006/relationships/notesMaster" Target="../notesMasters/notesMaster1.xml"/><Relationship Id="Rda39e892387b439b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00d675933602411c" Type="http://schemas.openxmlformats.org/officeDocument/2006/relationships/slide" Target="../slides/slide14.xml"/><Relationship Id="Rd4ac9d5da06f421f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558930210c1e400d" Type="http://schemas.openxmlformats.org/officeDocument/2006/relationships/notesMaster" Target="../notesMasters/notesMaster1.xml"/><Relationship Id="R9ec28a45be044a18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4ef9f3f2887949d6" Type="http://schemas.openxmlformats.org/officeDocument/2006/relationships/slide" Target="../slides/slide16.xml"/><Relationship Id="Re9c68f9c4dad4c9c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314d128172704312" Type="http://schemas.openxmlformats.org/officeDocument/2006/relationships/slide" Target="../slides/slide17.xml"/><Relationship Id="R8ad1e9c11cc641cc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a2278b462312401f" Type="http://schemas.openxmlformats.org/officeDocument/2006/relationships/slide" Target="../slides/slide18.xml"/><Relationship Id="Rad3bb821fc834a7b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2c313cd4f234463f" Type="http://schemas.openxmlformats.org/officeDocument/2006/relationships/slide" Target="../slides/slide19.xml"/><Relationship Id="R49e3cc388aae487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36848773a5da4d09" Type="http://schemas.openxmlformats.org/officeDocument/2006/relationships/slide" Target="../slides/slide20.xml"/><Relationship Id="R85665b02a74f4ff3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c435fff9144c48c1" Type="http://schemas.openxmlformats.org/officeDocument/2006/relationships/slide" Target="../slides/slide21.xml"/><Relationship Id="Rcabda81a30b54239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observation, purpose match and description.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Both can use lights in celebration.</a:t>
            </a:r>
          </a:p>
          <a:p xmlns:a="http://schemas.openxmlformats.org/drawingml/2006/main">
            <a:r>
              <a:t>Choose: A special period of celebration or remembrance OR Something a person accepts as true. Answer: A special period of celebration or remembrance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O or read one relevant card together. Answer: Ask permission and follow its owner’s handling guidance.</a:t>
            </a:r>
          </a:p>
          <a:p xmlns:a="http://schemas.openxmlformats.org/drawingml/2006/main">
            <a:r>
              <a:t>Give a reason when ready. Answer: No. Use the source or an informed explanation as well.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observation, purpose match and description.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observation, purpose match and description.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observation, purpose match and description.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observation, purpose match and description.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observation, purpose match and description.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Use see, think and wonder for a diya and hanukkiah. Say or show what helped you decide.</a:t>
            </a:r>
          </a:p>
          <a:p xmlns:a="http://schemas.openxmlformats.org/drawingml/2006/main">
            <a:r>
              <a:t>Separate a visible detail from an interpretation about meaning.</a:t>
            </a:r>
          </a:p>
          <a:p xmlns:a="http://schemas.openxmlformats.org/drawingml/2006/main">
            <a:r>
              <a:t>F: observation, purpose match and description.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Use see, think and wonder for a diya and hanukkiah. Agree a respectful viewing rule before matching purpose.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I can see ___. The source says it is used for ___. I wonder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observation, purpose match and description.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can see ___. The source says it is used for ___. I wonder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observation, purpose match and description.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Separate a visible detail from an interpretation about meaning.</a:t>
            </a:r>
          </a:p>
          <a:p xmlns:a="http://schemas.openxmlformats.org/drawingml/2006/main">
            <a:r>
              <a:t>F: observation, purpose match and description.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observation, purpose match and description.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permission and follow its owner’s handling guidance.</a:t>
            </a:r>
          </a:p>
          <a:p xmlns:a="http://schemas.openxmlformats.org/drawingml/2006/main">
            <a:r>
              <a:t>No. Use the source or an informed explanation as well.</a:t>
            </a:r>
          </a:p>
          <a:p xmlns:a="http://schemas.openxmlformats.org/drawingml/2006/main">
            <a:r>
              <a:t>Support: I can see ___. The source says it is used for ___. I wonder ___.</a:t>
            </a:r>
          </a:p>
          <a:p xmlns:a="http://schemas.openxmlformats.org/drawingml/2006/main">
            <a:r>
              <a:t>Extension: Separate a visible detail from an interpretation about meaning.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observation, purpose match and description.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observation, purpose match and description.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observation, purpose match and description.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observation, purpose match and description.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observation, purpose match and description.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2d3a583737c475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f9b11eee1074359" Type="http://schemas.openxmlformats.org/officeDocument/2006/relationships/theme" Target="theme/theme2.xml"/><Relationship Id="R60b0d026d5294a4d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b0d026d5294a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d8da19ae6c446c3" Type="http://schemas.openxmlformats.org/officeDocument/2006/relationships/slideLayout" Target="../slideLayouts/slideLayout1.xml"/><Relationship Id="R7fda5e95b58043e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a2978a8c91574166" Type="http://schemas.openxmlformats.org/officeDocument/2006/relationships/slideLayout" Target="../slideLayouts/slideLayout1.xml"/><Relationship Id="Reb732b48e22642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b241a89b764c4ba6" Type="http://schemas.openxmlformats.org/officeDocument/2006/relationships/notesSlide" Target="../notesSlides/notesSlide3.xml"/><Relationship Id="Rdb9c802add574a1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0b2dad6a4dad411e" Type="http://schemas.openxmlformats.org/officeDocument/2006/relationships/notesSlide" Target="../notesSlides/notesSlide4.xml"/><Relationship Id="R2281e858e86a4f5b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0eb205c5f52a4af5" Type="http://schemas.openxmlformats.org/officeDocument/2006/relationships/slideLayout" Target="../slideLayouts/slideLayout1.xml"/><Relationship Id="Rd9ef0cfd147d4e99" Type="http://schemas.openxmlformats.org/officeDocument/2006/relationships/notesSlide" Target="../notesSlides/notesSlide5.xml"/><Relationship Id="Re4dc8593ee5d482b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070b9d605aec4756" Type="http://schemas.openxmlformats.org/officeDocument/2006/relationships/slideLayout" Target="../slideLayouts/slideLayout1.xml"/><Relationship Id="Re3ed8cf9570b453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a1e5521ecd1431e" Type="http://schemas.openxmlformats.org/officeDocument/2006/relationships/notesSlide" Target="../notesSlides/notesSlide7.xml"/><Relationship Id="R686e142963aa480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d2e69bd123248ff" Type="http://schemas.openxmlformats.org/officeDocument/2006/relationships/notesSlide" Target="../notesSlides/notesSlide8.xml"/><Relationship Id="R80f6a6f452c84616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022114c2b888484c" Type="http://schemas.openxmlformats.org/officeDocument/2006/relationships/notesSlide" Target="../notesSlides/notesSlide9.xml"/><Relationship Id="Re0eb4f53e6f0437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33500bb8f86d426e" Type="http://schemas.openxmlformats.org/officeDocument/2006/relationships/notesSlide" Target="../notesSlides/notesSlide10.xml"/><Relationship Id="Ree1638f75f724517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3fc142659894129" Type="http://schemas.openxmlformats.org/officeDocument/2006/relationships/slideLayout" Target="../slideLayouts/slideLayout1.xml"/><Relationship Id="R4c447a8f21a54330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2bb9c2025274a20" Type="http://schemas.openxmlformats.org/officeDocument/2006/relationships/slideLayout" Target="../slideLayouts/slideLayout1.xml"/><Relationship Id="Re45210061ef8408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9782aab18b7547fc" Type="http://schemas.openxmlformats.org/officeDocument/2006/relationships/notesSlide" Target="../notesSlides/notesSlide13.xml"/><Relationship Id="Rbc8c47792ddd42ee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755b493dfbd243e5" Type="http://schemas.openxmlformats.org/officeDocument/2006/relationships/notesSlide" Target="../notesSlides/notesSlide14.xml"/><Relationship Id="Re643c72f5ec04e3a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26aa4802aeef4294" Type="http://schemas.openxmlformats.org/officeDocument/2006/relationships/slideLayout" Target="../slideLayouts/slideLayout1.xml"/><Relationship Id="R2e6e424b63db478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245b9a59ecf44862" Type="http://schemas.openxmlformats.org/officeDocument/2006/relationships/slideLayout" Target="../slideLayouts/slideLayout1.xml"/><Relationship Id="R996870a6088544ae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5b99c4bb8fbd425b" Type="http://schemas.openxmlformats.org/officeDocument/2006/relationships/notesSlide" Target="../notesSlides/notesSlide17.xml"/><Relationship Id="Rc812989874b04bf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b271b238513341c2" Type="http://schemas.openxmlformats.org/officeDocument/2006/relationships/slideLayout" Target="../slideLayouts/slideLayout1.xml"/><Relationship Id="Rb3ea06c74de94d31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328bab8398fa44b8" Type="http://schemas.openxmlformats.org/officeDocument/2006/relationships/notesSlide" Target="../notesSlides/notesSlide19.xml"/><Relationship Id="R9c00a304ba744dfc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34ae15d7b41e4218" Type="http://schemas.openxmlformats.org/officeDocument/2006/relationships/slideLayout" Target="../slideLayouts/slideLayout1.xml"/><Relationship Id="Rc72964e707eb424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176f789eb1284c03" Type="http://schemas.openxmlformats.org/officeDocument/2006/relationships/notesSlide" Target="../notesSlides/notesSlide21.xml"/><Relationship Id="R2110be895d894d0d" Type="http://schemas.openxmlformats.org/officeDocument/2006/relationships/slideLayout" Target="../slideLayouts/slideLayout1.xml"/><Relationship Id="Re434c8928c384e05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DF994-537C-491E-81E4-CB9456A1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Objects and respectful enquiry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ADA10-46EE-4E5D-9B5A-EB59DF05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75361-04FE-4A4C-8C69-10174882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Handle and describe festival artefacts respectfully.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DBED2-E854-4FA0-83FC-FDB45B9A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Autumn 2 / 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93811-3AA7-41EE-AA2C-0B0A14D0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654461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13A08-275B-4FBA-8EAF-1201B45D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BB015-5FDD-4E0A-B054-F1251C5D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B80FF-9201-4425-BEE1-2B7AE4E9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Name one shared feature.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FC175-C817-4662-BD2F-FF3BBF6B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festival?</a:t>
            </a:r>
          </a:p>
        </p:txBody>
      </p:sp>
    </p:spTree>
    <p:extLst>
      <p:ext uri="{BB962C8B-B14F-4D97-AF65-F5344CB8AC3E}">
        <p14:creationId xmlns:p14="http://schemas.microsoft.com/office/powerpoint/2010/main" val="9198966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75B59-B976-440D-A032-AB2EBB36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F6F41-03E1-4619-A9CC-9E00272E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4E673-D3C1-4C4E-BF08-CB59F715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should we do before handling a borrowed artefact?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B54C6-1CAE-48BD-B725-49ED2B30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Can shape alone establish a religious meaning?</a:t>
            </a:r>
          </a:p>
        </p:txBody>
      </p:sp>
    </p:spTree>
    <p:extLst>
      <p:ext uri="{BB962C8B-B14F-4D97-AF65-F5344CB8AC3E}">
        <p14:creationId xmlns:p14="http://schemas.microsoft.com/office/powerpoint/2010/main" val="382246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AFEBE-82B6-4A1C-BA6E-C019FC54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130C4-BCA3-4D1D-9DAD-374B9F85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87CCB-D10B-414A-AAD0-B59B7CB3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festival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special period of celebration or remembrance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15146-481C-424C-8BE8-D2C8CF5E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accepts as true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DD4AD-7A58-4DB0-80D7-54886399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tradition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practice passed 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9C572-0614-47DA-B1BE-CA409955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 for people and what matters to them</a:t>
            </a:r>
          </a:p>
        </p:txBody>
      </p:sp>
    </p:spTree>
    <p:extLst>
      <p:ext uri="{BB962C8B-B14F-4D97-AF65-F5344CB8AC3E}">
        <p14:creationId xmlns:p14="http://schemas.microsoft.com/office/powerpoint/2010/main" val="1640848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98AB8-9AA7-4677-B475-B7A41009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2DD89-04E2-4DE6-8818-6BA2C50D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c8593ee5d482b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A556C-273F-4FCE-83B6-EBDA2579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see, think and wonder for a diya and hanukkiah.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9DD1F-0A47-43A7-9E50-4001288F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85C35-7D28-43EC-8F5A-F5E67F79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0317157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DF7A8-C665-4D47-9E66-850CEE94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B05A6-4EBC-4BD9-840D-F3204D16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F7181-D93D-4446-A855-3F7A76E4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should we do before handling a borrowed artefact?</a:t>
            </a:r>
          </a:p>
        </p:txBody>
      </p:sp>
    </p:spTree>
    <p:extLst>
      <p:ext uri="{BB962C8B-B14F-4D97-AF65-F5344CB8AC3E}">
        <p14:creationId xmlns:p14="http://schemas.microsoft.com/office/powerpoint/2010/main" val="18159281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89C27-792F-4E2F-AF4A-D33FA46F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C7FAF-ABAE-4BAF-8C32-FF931F46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12DB1-D7A9-4BC8-B017-AE6BCCF4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O Objects and meanings: A diya is a small lamp associated with Diwali. A hanukkiah is used at Hanukkah. Ask before touching borrowed objects; use an unlit replica or a drawing.</a:t>
            </a:r>
          </a:p>
        </p:txBody>
      </p:sp>
    </p:spTree>
    <p:extLst>
      <p:ext uri="{BB962C8B-B14F-4D97-AF65-F5344CB8AC3E}">
        <p14:creationId xmlns:p14="http://schemas.microsoft.com/office/powerpoint/2010/main" val="1541047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4CA67-0C71-4C4A-9642-4DADE87D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92404-5C53-43E1-B4C2-00043B36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C3073-02C5-4D7A-BF21-7F98448F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Ask permission and follow its owner’s handling guidance.</a:t>
            </a:r>
          </a:p>
        </p:txBody>
      </p:sp>
    </p:spTree>
    <p:extLst>
      <p:ext uri="{BB962C8B-B14F-4D97-AF65-F5344CB8AC3E}">
        <p14:creationId xmlns:p14="http://schemas.microsoft.com/office/powerpoint/2010/main" val="14260173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BFAA7-559D-4707-AFF9-DC473D6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16C97-8144-434E-B890-6B48FBA7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0D0EA-C06E-42B4-99D0-36E522D5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Can shape alone establish a religious meaning? No. Use the source or an informed explanation as well.</a:t>
            </a:r>
          </a:p>
        </p:txBody>
      </p:sp>
    </p:spTree>
    <p:extLst>
      <p:ext uri="{BB962C8B-B14F-4D97-AF65-F5344CB8AC3E}">
        <p14:creationId xmlns:p14="http://schemas.microsoft.com/office/powerpoint/2010/main" val="6903149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C10CC-C73A-4B83-85E8-8A346D69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24DEC-02AE-4488-93C1-181DC2F2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B2F3F-64A1-4DFF-B3AD-13424D06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see, think and wonder for a diya and hanukkiah.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07561-B48A-435E-BD4B-557005FE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Agree a respectful viewing rule before matching purpose.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77EE1-8B97-49BB-89DF-12B526D5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20024123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9B714-2134-411F-A39D-095076B1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97B5F-EE6C-44B1-B051-345B060D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289D6-D7A2-4290-9D5C-267D9791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 from the first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C6670-EC08-4EFE-A738-2E61F1F6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 from the second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1D2A8-0C00-4F9A-8587-1E4DD923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One similarity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A1D70-D82D-451F-ABEE-5533AF9E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One difference or change</a:t>
            </a:r>
          </a:p>
        </p:txBody>
      </p:sp>
    </p:spTree>
    <p:extLst>
      <p:ext uri="{BB962C8B-B14F-4D97-AF65-F5344CB8AC3E}">
        <p14:creationId xmlns:p14="http://schemas.microsoft.com/office/powerpoint/2010/main" val="1521934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02795-7F67-44E5-8CF9-DAEFA927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A485C-0E3A-4BCB-B792-C9820362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B97EA-F615-4E74-9F66-2E7EB137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object diagram or unlit replica.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E97A9-08DC-489B-B676-7F3C7A54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an observation, match its purpose and write or say a careful description.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69F54-CC1A-4634-9EBC-736A5F57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one question that the object alone cannot answer.</a:t>
            </a:r>
          </a:p>
        </p:txBody>
      </p:sp>
    </p:spTree>
    <p:extLst>
      <p:ext uri="{BB962C8B-B14F-4D97-AF65-F5344CB8AC3E}">
        <p14:creationId xmlns:p14="http://schemas.microsoft.com/office/powerpoint/2010/main" val="4844953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6BA2C-5E71-457E-AC2F-66635CF8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6BB3A-0E62-4B49-8D67-6C215D2B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6BFA1-99E2-4670-BA5A-900841B1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object diagram or unlit replica.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1B89F-B686-4EAE-BAD9-579E6A55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an observation, match its purpose and write or say a careful description.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A8D86-5962-4D0F-BE35-EDE9C9FE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one question that the object alone cannot answer.</a:t>
            </a:r>
          </a:p>
        </p:txBody>
      </p:sp>
    </p:spTree>
    <p:extLst>
      <p:ext uri="{BB962C8B-B14F-4D97-AF65-F5344CB8AC3E}">
        <p14:creationId xmlns:p14="http://schemas.microsoft.com/office/powerpoint/2010/main" val="1619438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7DCEE-52CA-40FE-9559-DDA4CAFB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2EEBE-5B8B-4813-A256-FAF86501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7B776-319F-419D-AC82-1A17D163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object diagram or unlit replica.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C18A0-894C-4CE9-BC57-9BAF34D8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an observation, match its purpose and write or say a careful description.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E5FCD-7EE3-4F00-9E15-6AA85EC0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one question that the object alone cannot answer.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6188A-9EE5-41BF-B7BC-383C3C40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Separate a visible detail from an interpretation about meaning.</a:t>
            </a:r>
          </a:p>
        </p:txBody>
      </p:sp>
    </p:spTree>
    <p:extLst>
      <p:ext uri="{BB962C8B-B14F-4D97-AF65-F5344CB8AC3E}">
        <p14:creationId xmlns:p14="http://schemas.microsoft.com/office/powerpoint/2010/main" val="15613723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869E2-3D92-449D-A31F-52CE9160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120A9-8AA3-4796-8B5F-D4AA28AF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67AA2-DF4B-4FB8-BDE5-ED7B74DF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observation, purpose match and description.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B4FF4-88C0-47DD-85AC-81C94F1B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AB56B-D37A-420C-BADB-094DC7A3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8600917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AA905-335A-4C07-A05D-E21D0E7C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9F06F-5669-4E58-BFB0-EF3F7DCE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4E3DC-2143-403C-A701-721D7807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should we do before handling a borrowed artefact?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BF1D6-9C10-4B2A-B709-2A3D2570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Can shape alone establish a religious meaning?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469DF-D559-482B-AA0B-C0A9C97A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1435273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91BB0-2F75-4774-B143-3A5D8C3F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Diwali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8C33E-99EF-43DE-BE90-43731B0F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7F109-9178-48F3-B5A5-81005AC9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Hindus mark Diwali with lamps, worship and gatherings. Light can express good overcoming evil and knowledge overcoming ignorance. Practices and stories vary.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19F2B-FA33-478C-A7A6-99420877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571BC-B42F-4C47-A51F-96E4FC77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Hindu explanation does not cover every Hindu practice or other religions’ observances.</a:t>
            </a:r>
          </a:p>
        </p:txBody>
      </p:sp>
    </p:spTree>
    <p:extLst>
      <p:ext uri="{BB962C8B-B14F-4D97-AF65-F5344CB8AC3E}">
        <p14:creationId xmlns:p14="http://schemas.microsoft.com/office/powerpoint/2010/main" val="1400745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E839D-C2D6-4E1B-B82B-D160383F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H Hanukkah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27E57-FEC4-4FD2-8E6D-36D43B00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97956-03EB-4107-A579-109ED915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Hanukkah is a Jewish festival lasting eight nights. Lights recall the Temple’s rededication and the traditional account of oil lasting eight days. A hanukkiah has eight festival lights and a helper light.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39CB6-FDE7-44B3-A354-594F5E8E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3DF26-10E1-448F-AB74-BDC35F67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one Jewish religious perspective; not all Jewish households observe identically.</a:t>
            </a:r>
          </a:p>
        </p:txBody>
      </p:sp>
    </p:spTree>
    <p:extLst>
      <p:ext uri="{BB962C8B-B14F-4D97-AF65-F5344CB8AC3E}">
        <p14:creationId xmlns:p14="http://schemas.microsoft.com/office/powerpoint/2010/main" val="21015017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B01B0-E4C6-45D3-87FC-506B64D8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O Objects and meanings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4A3F8-0C84-468E-BF61-CBAEBF27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596C1-516F-45DB-ACF5-3F2172B9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diya is a small lamp associated with Diwali. A hanukkiah is used at Hanukkah. Ask before touching borrowed objects; use an unlit replica or a drawing.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8A1D9-AFA2-4CE5-BEDC-92A6D45D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F757C-D9B2-4DBE-89F9-D1758559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21402291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6E349-3D3F-4576-8242-03BAAA1F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S One family’s celebration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4CCC0-2DDE-4086-8719-22A49391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4908E-4C1E-4B1F-838D-3348B246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Diwali plan: prepare a welcoming space; arrange unlit lamps with an adult; gather for worship; share food and greetings. This is one sequence, not a rule for every family.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1B3D2-0930-4BE9-A162-A9F79CDA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78821-320C-4401-94BC-B0B44557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7707445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AE12E-5495-46A4-A62D-9EF98369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DD77B-DF67-4D25-A10D-5ABCFA7F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W3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4c8928c384e05"/>
          <a:stretch xmlns:a="http://schemas.openxmlformats.org/drawingml/2006/main"/>
        </p:blipFill>
        <p:spPr>
          <a:xfrm xmlns:a="http://schemas.openxmlformats.org/drawingml/2006/main">
            <a:off x="1047750" y="1422336"/>
            <a:ext cx="10096500" cy="44895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86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2026-09-19T18:36:13.0330000Z</dcterms:created>
  <dcterms:modified xsi:type="dcterms:W3CDTF">2026-09-19T18:36:13.0330000Z</dcterms:modified>
</coreProperties>
</file>