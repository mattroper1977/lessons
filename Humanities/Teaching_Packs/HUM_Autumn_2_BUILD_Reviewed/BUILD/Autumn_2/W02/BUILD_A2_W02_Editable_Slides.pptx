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8c646be3eaf4a89" Type="http://schemas.openxmlformats.org/officeDocument/2006/relationships/officeDocument" Target="ppt/presentation.xml"/><Relationship Id="R7cc09eefc51d4aba" Type="http://schemas.openxmlformats.org/officeDocument/2006/relationships/extended-properties" Target="docProps/app.xml"/><Relationship Id="Rc5c655730ca843b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102ff0632844e1"/>
  </p:sldMasterIdLst>
  <p:notesMasterIdLst>
    <p:notesMasterId xmlns:r="http://schemas.openxmlformats.org/officeDocument/2006/relationships" r:id="Rd913223292b14a74"/>
  </p:notesMasterIdLst>
  <p:sldIdLst>
    <p:sldId xmlns:r="http://schemas.openxmlformats.org/officeDocument/2006/relationships" id="256" r:id="R2db0104a4ec744f2"/>
    <p:sldId xmlns:r="http://schemas.openxmlformats.org/officeDocument/2006/relationships" id="257" r:id="Rcac5243f03904fe4"/>
    <p:sldId xmlns:r="http://schemas.openxmlformats.org/officeDocument/2006/relationships" id="258" r:id="R16a6dd4058da4fc4"/>
    <p:sldId xmlns:r="http://schemas.openxmlformats.org/officeDocument/2006/relationships" id="259" r:id="R4d1be448ab764b35"/>
    <p:sldId xmlns:r="http://schemas.openxmlformats.org/officeDocument/2006/relationships" id="260" r:id="Re4a3371a3926473d"/>
    <p:sldId xmlns:r="http://schemas.openxmlformats.org/officeDocument/2006/relationships" id="261" r:id="R296b6752bc384083"/>
    <p:sldId xmlns:r="http://schemas.openxmlformats.org/officeDocument/2006/relationships" id="262" r:id="R9f691793211047ab"/>
    <p:sldId xmlns:r="http://schemas.openxmlformats.org/officeDocument/2006/relationships" id="263" r:id="Rd0de3482a201478c"/>
    <p:sldId xmlns:r="http://schemas.openxmlformats.org/officeDocument/2006/relationships" id="264" r:id="R605234550ed64be0"/>
    <p:sldId xmlns:r="http://schemas.openxmlformats.org/officeDocument/2006/relationships" id="265" r:id="R0379c3dae48a43a4"/>
    <p:sldId xmlns:r="http://schemas.openxmlformats.org/officeDocument/2006/relationships" id="266" r:id="R1ae986f6f6d74441"/>
    <p:sldId xmlns:r="http://schemas.openxmlformats.org/officeDocument/2006/relationships" id="267" r:id="Rf071c23f209d4c30"/>
    <p:sldId xmlns:r="http://schemas.openxmlformats.org/officeDocument/2006/relationships" id="268" r:id="R69f92237b83e499d"/>
    <p:sldId xmlns:r="http://schemas.openxmlformats.org/officeDocument/2006/relationships" id="269" r:id="R1a9c18c2c79942f7"/>
    <p:sldId xmlns:r="http://schemas.openxmlformats.org/officeDocument/2006/relationships" id="270" r:id="Rf8438d8f287b4acf"/>
    <p:sldId xmlns:r="http://schemas.openxmlformats.org/officeDocument/2006/relationships" id="271" r:id="R81564099381b4fd6"/>
    <p:sldId xmlns:r="http://schemas.openxmlformats.org/officeDocument/2006/relationships" id="272" r:id="Re7f5f7ee7f504e66"/>
    <p:sldId xmlns:r="http://schemas.openxmlformats.org/officeDocument/2006/relationships" id="273" r:id="Rd2b0366172bd426c"/>
    <p:sldId xmlns:r="http://schemas.openxmlformats.org/officeDocument/2006/relationships" id="274" r:id="R76400ce6b7064c2f"/>
    <p:sldId xmlns:r="http://schemas.openxmlformats.org/officeDocument/2006/relationships" id="275" r:id="R5f0576add63e4058"/>
    <p:sldId xmlns:r="http://schemas.openxmlformats.org/officeDocument/2006/relationships" id="276" r:id="R69c9ab83469c43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9c3dae48a43a4" Type="http://schemas.openxmlformats.org/officeDocument/2006/relationships/slide" Target="slides/slide10.xml"/><Relationship Id="R16a6dd4058da4fc4" Type="http://schemas.openxmlformats.org/officeDocument/2006/relationships/slide" Target="slides/slide3.xml"/><Relationship Id="R1a9c18c2c79942f7" Type="http://schemas.openxmlformats.org/officeDocument/2006/relationships/slide" Target="slides/slide14.xml"/><Relationship Id="R1ae986f6f6d74441" Type="http://schemas.openxmlformats.org/officeDocument/2006/relationships/slide" Target="slides/slide11.xml"/><Relationship Id="R296b6752bc384083" Type="http://schemas.openxmlformats.org/officeDocument/2006/relationships/slide" Target="slides/slide6.xml"/><Relationship Id="R296bcafe76b64401" Type="http://schemas.openxmlformats.org/officeDocument/2006/relationships/presProps" Target="presProps.xml"/><Relationship Id="R2db0104a4ec744f2" Type="http://schemas.openxmlformats.org/officeDocument/2006/relationships/slide" Target="slides/slide1.xml"/><Relationship Id="R4d1be448ab764b35" Type="http://schemas.openxmlformats.org/officeDocument/2006/relationships/slide" Target="slides/slide4.xml"/><Relationship Id="R5f0576add63e4058" Type="http://schemas.openxmlformats.org/officeDocument/2006/relationships/slide" Target="slides/slide20.xml"/><Relationship Id="R605234550ed64be0" Type="http://schemas.openxmlformats.org/officeDocument/2006/relationships/slide" Target="slides/slide9.xml"/><Relationship Id="R61102ff0632844e1" Type="http://schemas.openxmlformats.org/officeDocument/2006/relationships/slideMaster" Target="slideMasters/slideMaster1.xml"/><Relationship Id="R69c9ab83469c43d8" Type="http://schemas.openxmlformats.org/officeDocument/2006/relationships/slide" Target="slides/slide21.xml"/><Relationship Id="R69f92237b83e499d" Type="http://schemas.openxmlformats.org/officeDocument/2006/relationships/slide" Target="slides/slide13.xml"/><Relationship Id="R76400ce6b7064c2f" Type="http://schemas.openxmlformats.org/officeDocument/2006/relationships/slide" Target="slides/slide19.xml"/><Relationship Id="R81564099381b4fd6" Type="http://schemas.openxmlformats.org/officeDocument/2006/relationships/slide" Target="slides/slide16.xml"/><Relationship Id="R9f691793211047ab" Type="http://schemas.openxmlformats.org/officeDocument/2006/relationships/slide" Target="slides/slide7.xml"/><Relationship Id="Rcac5243f03904fe4" Type="http://schemas.openxmlformats.org/officeDocument/2006/relationships/slide" Target="slides/slide2.xml"/><Relationship Id="Rd0de3482a201478c" Type="http://schemas.openxmlformats.org/officeDocument/2006/relationships/slide" Target="slides/slide8.xml"/><Relationship Id="Rd2b0366172bd426c" Type="http://schemas.openxmlformats.org/officeDocument/2006/relationships/slide" Target="slides/slide18.xml"/><Relationship Id="Rd913223292b14a74" Type="http://schemas.openxmlformats.org/officeDocument/2006/relationships/notesMaster" Target="notesMasters/notesMaster1.xml"/><Relationship Id="Re4a3371a3926473d" Type="http://schemas.openxmlformats.org/officeDocument/2006/relationships/slide" Target="slides/slide5.xml"/><Relationship Id="Re7f5f7ee7f504e66" Type="http://schemas.openxmlformats.org/officeDocument/2006/relationships/slide" Target="slides/slide17.xml"/><Relationship Id="Rf071c23f209d4c30" Type="http://schemas.openxmlformats.org/officeDocument/2006/relationships/slide" Target="slides/slide12.xml"/><Relationship Id="Rf62ae76c5c604b8c" Type="http://schemas.openxmlformats.org/officeDocument/2006/relationships/theme" Target="theme/theme1.xml"/><Relationship Id="Rf8438d8f287b4acf" Type="http://schemas.openxmlformats.org/officeDocument/2006/relationships/slide" Target="slides/slide15.xml"/><Relationship Id="Rf8e486e0db6e47c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f395e1172ce24d2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d4fa98e866f84021" Type="http://schemas.openxmlformats.org/officeDocument/2006/relationships/slide" Target="../slides/slide1.xml"/><Relationship Id="Re59adf87e3944bd3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27ea66d703f444f" Type="http://schemas.openxmlformats.org/officeDocument/2006/relationships/slide" Target="../slides/slide2.xml"/><Relationship Id="Rd6d0a968d7bd416a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22b989e74ee47d4" Type="http://schemas.openxmlformats.org/officeDocument/2006/relationships/notesMaster" Target="../notesMasters/notesMaster1.xml"/><Relationship Id="R648420732b1846ee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bc459ad6cdd54ba3" Type="http://schemas.openxmlformats.org/officeDocument/2006/relationships/slide" Target="../slides/slide4.xml"/><Relationship Id="Rf574dd1464e44b27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cc5aa595ce4345a3" Type="http://schemas.openxmlformats.org/officeDocument/2006/relationships/notesMaster" Target="../notesMasters/notesMaster1.xml"/><Relationship Id="Rd0e0a77ae1104e7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956f30280a246f1" Type="http://schemas.openxmlformats.org/officeDocument/2006/relationships/notesMaster" Target="../notesMasters/notesMaster1.xml"/><Relationship Id="R5f054443b26b4bc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5a44dbd829a24593" Type="http://schemas.openxmlformats.org/officeDocument/2006/relationships/notesMaster" Target="../notesMasters/notesMaster1.xml"/><Relationship Id="Ra182cdc9a7ba49c4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79c40d19006c4c3b" Type="http://schemas.openxmlformats.org/officeDocument/2006/relationships/slide" Target="../slides/slide8.xml"/><Relationship Id="Rbfc7441c92af41b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189e03ff5e94bcf" Type="http://schemas.openxmlformats.org/officeDocument/2006/relationships/notesMaster" Target="../notesMasters/notesMaster1.xml"/><Relationship Id="R93aa26d5ea254e2a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c92469c2ada944f8" Type="http://schemas.openxmlformats.org/officeDocument/2006/relationships/slide" Target="../slides/slide10.xml"/><Relationship Id="Re7fd7f748ed14eb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d62da774e25b4760" Type="http://schemas.openxmlformats.org/officeDocument/2006/relationships/notesMaster" Target="../notesMasters/notesMaster1.xml"/><Relationship Id="Rdb8eb8a0d1f74a3a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0227fbaa02b4e3e" Type="http://schemas.openxmlformats.org/officeDocument/2006/relationships/slide" Target="../slides/slide12.xml"/><Relationship Id="R969b1096bf624ac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2231484fa5a4da3" Type="http://schemas.openxmlformats.org/officeDocument/2006/relationships/notesMaster" Target="../notesMasters/notesMaster1.xml"/><Relationship Id="R4556fb1d3ce8463d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61466773dd7e4279" Type="http://schemas.openxmlformats.org/officeDocument/2006/relationships/notesMaster" Target="../notesMasters/notesMaster1.xml"/><Relationship Id="Re58c6a477d904f08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22f33c542a1a48e7" Type="http://schemas.openxmlformats.org/officeDocument/2006/relationships/notesMaster" Target="../notesMasters/notesMaster1.xml"/><Relationship Id="Rcf3f38e1c66841b7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a3c9698f6d0a4dc0" Type="http://schemas.openxmlformats.org/officeDocument/2006/relationships/slide" Target="../slides/slide16.xml"/><Relationship Id="Reb01f30cdba5416e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3826366864a047ed" Type="http://schemas.openxmlformats.org/officeDocument/2006/relationships/slide" Target="../slides/slide17.xml"/><Relationship Id="R52bd7e6675ff4403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2fe02b73d6f94497" Type="http://schemas.openxmlformats.org/officeDocument/2006/relationships/notesMaster" Target="../notesMasters/notesMaster1.xml"/><Relationship Id="R737dbf88b7b44a15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7476595ae8dd418c" Type="http://schemas.openxmlformats.org/officeDocument/2006/relationships/notesMaster" Target="../notesMasters/notesMaster1.xml"/><Relationship Id="R9e777234e1a941a3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1774cc6902f84094" Type="http://schemas.openxmlformats.org/officeDocument/2006/relationships/notesMaster" Target="../notesMasters/notesMaster1.xml"/><Relationship Id="Ra337939a6e4d4e6a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47f7fa9add6e4650" Type="http://schemas.openxmlformats.org/officeDocument/2006/relationships/notesMaster" Target="../notesMasters/notesMaster1.xml"/><Relationship Id="Rc9184ba8687c4989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Good overcoming evil or knowledge overcoming ignorance.</a:t>
            </a:r>
          </a:p>
          <a:p xmlns:a="http://schemas.openxmlformats.org/drawingml/2006/main">
            <a:r>
              <a:t>Choose: A special period of celebration or remembrance OR Something a person accepts as true. Answer: A special period of celebration or remembrance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D,H or read one relevant card together. Answer: Both can use lights in celebration.</a:t>
            </a:r>
          </a:p>
          <a:p xmlns:a="http://schemas.openxmlformats.org/drawingml/2006/main">
            <a:r>
              <a:t>Give a reason when ready. Answer: Hanukkah lasts eight nights; its lights recall rededication and the oil tradition.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Place features into Diwali, Hanukkah or both. Say or show what helped you decide.</a:t>
            </a:r>
          </a:p>
          <a:p xmlns:a="http://schemas.openxmlformats.org/drawingml/2006/main">
            <a:r>
              <a:t>Explain how similar objects can have different meanings.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Lights — Both — Both sources describe lights.</a:t>
            </a:r>
          </a:p>
          <a:p xmlns:a="http://schemas.openxmlformats.org/drawingml/2006/main">
            <a:r>
              <a:t>Eight nights — Hanukkah — Card H gives the duration.</a:t>
            </a:r>
          </a:p>
          <a:p xmlns:a="http://schemas.openxmlformats.org/drawingml/2006/main">
            <a:r>
              <a:t>Diyas — Diwali — Card D and O identify the lamps.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Both can ___. Diwali ___. Hanukkah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can ___. Diwali ___. Hanukkah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similar objects can have different meanings.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can use lights in celebration.</a:t>
            </a:r>
          </a:p>
          <a:p xmlns:a="http://schemas.openxmlformats.org/drawingml/2006/main">
            <a:r>
              <a:t>Hanukkah lasts eight nights; its lights recall rededication and the oil tradition.</a:t>
            </a:r>
          </a:p>
          <a:p xmlns:a="http://schemas.openxmlformats.org/drawingml/2006/main">
            <a:r>
              <a:t>Support: Both can ___. Diwali ___. Hanukkah ___.</a:t>
            </a:r>
          </a:p>
          <a:p xmlns:a="http://schemas.openxmlformats.org/drawingml/2006/main">
            <a:r>
              <a:t>Extension: Explain how similar objects can have different meanings.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e6c9a2ec2e9417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ad5931148134c50" Type="http://schemas.openxmlformats.org/officeDocument/2006/relationships/theme" Target="theme/theme2.xml"/><Relationship Id="R8368f95ca584447c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68f95ca58444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29c6ef8780d4952" Type="http://schemas.openxmlformats.org/officeDocument/2006/relationships/slideLayout" Target="../slideLayouts/slideLayout1.xml"/><Relationship Id="Rb2103d950e5240b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e23882a2f8641bb" Type="http://schemas.openxmlformats.org/officeDocument/2006/relationships/notesSlide" Target="../notesSlides/notesSlide2.xml"/><Relationship Id="Rb1b4259dc57c47cf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e129ee9e660407b" Type="http://schemas.openxmlformats.org/officeDocument/2006/relationships/notesSlide" Target="../notesSlides/notesSlide3.xml"/><Relationship Id="R80a431b398884616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77952e07d5b4431d" Type="http://schemas.openxmlformats.org/officeDocument/2006/relationships/notesSlide" Target="../notesSlides/notesSlide4.xml"/><Relationship Id="Rbf86f07880e94b60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42034154724c4ca8" Type="http://schemas.openxmlformats.org/officeDocument/2006/relationships/notesSlide" Target="../notesSlides/notesSlide5.xml"/><Relationship Id="R4a8fa0afdfd14ee1" Type="http://schemas.openxmlformats.org/officeDocument/2006/relationships/slideLayout" Target="../slideLayouts/slideLayout1.xml"/><Relationship Id="Rc49e54dcd82243d1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a018fed6a09c4d6d" Type="http://schemas.openxmlformats.org/officeDocument/2006/relationships/slideLayout" Target="../slideLayouts/slideLayout1.xml"/><Relationship Id="Rf93fe20c127946fc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77bfbbe95364d44" Type="http://schemas.openxmlformats.org/officeDocument/2006/relationships/slideLayout" Target="../slideLayouts/slideLayout1.xml"/><Relationship Id="R3c58484efa45467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b6d4eea114b141e5" Type="http://schemas.openxmlformats.org/officeDocument/2006/relationships/notesSlide" Target="../notesSlides/notesSlide8.xml"/><Relationship Id="Rfa35a4c79525487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350649ff19643c5" Type="http://schemas.openxmlformats.org/officeDocument/2006/relationships/notesSlide" Target="../notesSlides/notesSlide9.xml"/><Relationship Id="Rf16590ca04aa434e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4d9f83fb47904d41" Type="http://schemas.openxmlformats.org/officeDocument/2006/relationships/slideLayout" Target="../slideLayouts/slideLayout1.xml"/><Relationship Id="Rf9c6f2273e254ab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12efbbc5203492c" Type="http://schemas.openxmlformats.org/officeDocument/2006/relationships/notesSlide" Target="../notesSlides/notesSlide11.xml"/><Relationship Id="R63ac931b67b04cdc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650564b5854d424f" Type="http://schemas.openxmlformats.org/officeDocument/2006/relationships/notesSlide" Target="../notesSlides/notesSlide12.xml"/><Relationship Id="R9cf11e99be19424e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39603408e5354206" Type="http://schemas.openxmlformats.org/officeDocument/2006/relationships/notesSlide" Target="../notesSlides/notesSlide13.xml"/><Relationship Id="R6c5ee44ee923450d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029e2b78bf734f8e" Type="http://schemas.openxmlformats.org/officeDocument/2006/relationships/notesSlide" Target="../notesSlides/notesSlide14.xml"/><Relationship Id="R312d9ff52b684ddc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6cfa9cbc5d04152" Type="http://schemas.openxmlformats.org/officeDocument/2006/relationships/slideLayout" Target="../slideLayouts/slideLayout1.xml"/><Relationship Id="Re71fc7136ace4ac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2198bf3003274396" Type="http://schemas.openxmlformats.org/officeDocument/2006/relationships/slideLayout" Target="../slideLayouts/slideLayout1.xml"/><Relationship Id="R8fab8eda486646df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37db2c129c8a4523" Type="http://schemas.openxmlformats.org/officeDocument/2006/relationships/notesSlide" Target="../notesSlides/notesSlide17.xml"/><Relationship Id="Raf4cfaa0fb834717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42e5b07256c0485b" Type="http://schemas.openxmlformats.org/officeDocument/2006/relationships/slideLayout" Target="../slideLayouts/slideLayout1.xml"/><Relationship Id="Rf648a2995e39463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95d2c720e7f14eb2" Type="http://schemas.openxmlformats.org/officeDocument/2006/relationships/slideLayout" Target="../slideLayouts/slideLayout1.xml"/><Relationship Id="Rd28dd96da1dd44bb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3507c05d095c43c5" Type="http://schemas.openxmlformats.org/officeDocument/2006/relationships/slideLayout" Target="../slideLayouts/slideLayout1.xml"/><Relationship Id="R874710aff62044e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4813a5861f5d45f3" Type="http://schemas.openxmlformats.org/officeDocument/2006/relationships/notesSlide" Target="../notesSlides/notesSlide21.xml"/><Relationship Id="R4f354e3c68ef4865" Type="http://schemas.openxmlformats.org/officeDocument/2006/relationships/slideLayout" Target="../slideLayouts/slideLayout1.xml"/><Relationship Id="Rcca3ffaa19a3438c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FCBA8-CF4B-42DA-BA94-F3E59D7E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Comparing celebrations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36AC3-C3C1-4CAB-B40F-71F77B0B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03162-A937-4C19-BA8E-04AC6B3B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how different communities celebrate.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17668-F846-44D5-B1A8-4F884FB2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Autumn 2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4FBD6-0F98-4229-B34C-086659AB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2673157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7FA2A-8ECB-4442-B67F-8B8974AA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85BB2-A99C-4C26-83D2-DD1B80AC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392E7-F4FF-4009-8FED-27E0AAB1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can light represent at Diwali?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1406A-959D-4946-935A-3A0DD775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festival?</a:t>
            </a:r>
          </a:p>
        </p:txBody>
      </p:sp>
    </p:spTree>
    <p:extLst>
      <p:ext uri="{BB962C8B-B14F-4D97-AF65-F5344CB8AC3E}">
        <p14:creationId xmlns:p14="http://schemas.microsoft.com/office/powerpoint/2010/main" val="324183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9E680-2730-42E3-BDE2-4E865A94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65721-C25B-48CE-ABC9-4DD88661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7429F-770D-42F7-9D5B-21B7EE24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Name one shared feature.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DE353-3513-48B7-9032-20FC6100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Name one difference supported by the sources.</a:t>
            </a:r>
          </a:p>
        </p:txBody>
      </p:sp>
    </p:spTree>
    <p:extLst>
      <p:ext uri="{BB962C8B-B14F-4D97-AF65-F5344CB8AC3E}">
        <p14:creationId xmlns:p14="http://schemas.microsoft.com/office/powerpoint/2010/main" val="1313474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04620-0A13-46F0-BB87-3295CCAF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E8ECE-5A07-432B-8C7B-EA35CE11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ACA44-5E1F-4370-97A1-6997098C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festival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special period of celebration or remembrance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3ACD2-1AB6-4FDA-B5F8-06665E9B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accepts as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987FC-774B-4704-9BA8-34E9277D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tradition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practice passed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265F9-5760-4C38-82AA-2AA0FAF8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 for people and what matters to them</a:t>
            </a:r>
          </a:p>
        </p:txBody>
      </p:sp>
    </p:spTree>
    <p:extLst>
      <p:ext uri="{BB962C8B-B14F-4D97-AF65-F5344CB8AC3E}">
        <p14:creationId xmlns:p14="http://schemas.microsoft.com/office/powerpoint/2010/main" val="1692874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19AE1-1E8E-4692-860D-B4BD6D3F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F3A34-CFBF-4C57-8BFD-A5ACD4B8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e54dcd82243d1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DEEA2-879B-47BC-BE40-73898C66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features into Diwali, Hanukkah or both.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D240D-8E42-4EC9-B958-5D842C40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9DFFD-F41C-4F90-954A-01471623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6142712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54621-76B0-4180-8E5F-BD741487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868D3-19EA-4DE6-9072-324D944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BA749-FD02-4A88-AB25-380D3C14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Name one shared feature.</a:t>
            </a:r>
          </a:p>
        </p:txBody>
      </p:sp>
    </p:spTree>
    <p:extLst>
      <p:ext uri="{BB962C8B-B14F-4D97-AF65-F5344CB8AC3E}">
        <p14:creationId xmlns:p14="http://schemas.microsoft.com/office/powerpoint/2010/main" val="31218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C19F5-2739-40F0-BA13-F735F344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B8FD7-CD63-428A-BE85-EDDC3785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3614A-22A8-4E9B-AD5D-C2548EB7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D Diwali: Many Hindus mark Diwali with lamps, worship and gatherings. Light can express good overcoming evil and knowledge overcoming ignorance. Practices and stories vary. H Hanukkah: 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</p:spTree>
    <p:extLst>
      <p:ext uri="{BB962C8B-B14F-4D97-AF65-F5344CB8AC3E}">
        <p14:creationId xmlns:p14="http://schemas.microsoft.com/office/powerpoint/2010/main" val="9252214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5619B-437B-44A6-8F41-1C8C8325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1EE24-C2E8-46B0-8914-A331DA4A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91C40-85C2-48F9-B135-73D29591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Both can use lights in celebration.</a:t>
            </a:r>
          </a:p>
        </p:txBody>
      </p:sp>
    </p:spTree>
    <p:extLst>
      <p:ext uri="{BB962C8B-B14F-4D97-AF65-F5344CB8AC3E}">
        <p14:creationId xmlns:p14="http://schemas.microsoft.com/office/powerpoint/2010/main" val="1334168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5E110-2A4D-46BA-9B10-FAF714CB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75773-D9DB-4686-BE45-BB372237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6DF88-541A-4B56-9F85-96F674EA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Name one difference supported by the sources. Hanukkah lasts eight nights; its lights recall rededication and the oil tradition.</a:t>
            </a:r>
          </a:p>
        </p:txBody>
      </p:sp>
    </p:spTree>
    <p:extLst>
      <p:ext uri="{BB962C8B-B14F-4D97-AF65-F5344CB8AC3E}">
        <p14:creationId xmlns:p14="http://schemas.microsoft.com/office/powerpoint/2010/main" val="7306287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7D699-6A09-4B23-A098-14739FA8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7B5C4-E051-4DBB-BAD6-71A0010A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49319-F0C8-422B-B826-47F84417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features into Diwali, Hanukkah or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C9121-62AE-424B-B2F8-E7686F99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 shared feature without calling the festivals identical.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60BC6-603A-43CC-8399-8729BA38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9236811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2B148-992D-414E-9F11-6622CF9A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18EE4-233B-4BB0-B452-96DF875D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6C3E0-CB07-4EA7-96DF-296B9DBA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2D5FF-D24A-4AF9-8F2B-716A5A2B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Eight nights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5BA85-5534-4C52-9BD5-A6E63063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Diyas</a:t>
            </a:r>
          </a:p>
        </p:txBody>
      </p:sp>
    </p:spTree>
    <p:extLst>
      <p:ext uri="{BB962C8B-B14F-4D97-AF65-F5344CB8AC3E}">
        <p14:creationId xmlns:p14="http://schemas.microsoft.com/office/powerpoint/2010/main" val="15004947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106B0-3045-4D9D-83EA-919534A0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7CF8B-EA14-4BED-9C6F-C15E099F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60E44-0994-4F50-96EC-F68AC437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two-celebration comparison grid.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EF30E-D9C4-4870-82CB-2D40A6B8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similarity and one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49D10-07CE-4381-902F-76A6FD74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of your comparisons using D and H.</a:t>
            </a:r>
          </a:p>
        </p:txBody>
      </p:sp>
    </p:spTree>
    <p:extLst>
      <p:ext uri="{BB962C8B-B14F-4D97-AF65-F5344CB8AC3E}">
        <p14:creationId xmlns:p14="http://schemas.microsoft.com/office/powerpoint/2010/main" val="5993975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D5EAF-B6D3-42CF-9015-42923982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19369-3014-4BA0-96E3-E2628B96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AB8BA-12A3-4BC8-8242-429948DA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two-celebration comparison grid.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355A4-2439-4D99-AAE0-EFA9D81B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similarity and one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F68E1-B13E-4DCF-A8CC-44EFD3A2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of your comparisons using D and H.</a:t>
            </a:r>
          </a:p>
        </p:txBody>
      </p:sp>
    </p:spTree>
    <p:extLst>
      <p:ext uri="{BB962C8B-B14F-4D97-AF65-F5344CB8AC3E}">
        <p14:creationId xmlns:p14="http://schemas.microsoft.com/office/powerpoint/2010/main" val="17603305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7E5C6-9C7C-40E9-9D7C-FE9ABB04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5B20A-AA9C-494A-9623-5630D603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373B2-3856-4D72-8824-6CA8454C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two-celebration comparison grid.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48C27-6199-4B1A-B625-DF7611E9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similarity and one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DB0D6-3BE5-47F8-BA93-77F479C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of your comparisons using D and 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5DA9F-B055-4041-A41D-CA07D61E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similar objects can have different meanings.</a:t>
            </a:r>
          </a:p>
        </p:txBody>
      </p:sp>
    </p:spTree>
    <p:extLst>
      <p:ext uri="{BB962C8B-B14F-4D97-AF65-F5344CB8AC3E}">
        <p14:creationId xmlns:p14="http://schemas.microsoft.com/office/powerpoint/2010/main" val="12378298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DA769-DB95-4899-839D-FCA8B58D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35A10-3DD2-42A3-97D4-0849DB36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7CA0F-3B8E-4C99-AB49-39590C2C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comparison grid and explanation.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16CD5-6CAF-4135-A8B0-9FD4A813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9CD35-C0A2-4C28-A64A-73275250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4938220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72D0F-06E2-432D-9B00-6E885629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805B3-6DBC-4C4B-8F3E-DB71CEAC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69166-5B59-4934-9199-6233B63F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one shared feature.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E938F-0195-4FAE-8B3A-033A1AEE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one difference supported by the sources.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1E702-A047-433D-A8D7-119709D5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0910605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91B77-5432-404B-961E-52AD271B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3C921-D409-4B13-8AE2-EAE4B71C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4B7D6-FD28-4043-947A-63F85752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 mark Diwali with lamps, worship and gatherings. Light can express good overcoming evil and knowledge overcoming ignorance. Practices and stories vary.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1DFC2-A91F-4BDC-85FA-CCC9DD59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954F2-D78C-4150-BDE7-0DA7135E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Hindu explanation does not cover every Hindu practice or other religions’ observances.</a:t>
            </a:r>
          </a:p>
        </p:txBody>
      </p:sp>
    </p:spTree>
    <p:extLst>
      <p:ext uri="{BB962C8B-B14F-4D97-AF65-F5344CB8AC3E}">
        <p14:creationId xmlns:p14="http://schemas.microsoft.com/office/powerpoint/2010/main" val="9977356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9F6CB-4303-4F91-8E62-8C99C61A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H Hanukkah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69F10-C3B7-4617-AB0E-8962B6CA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8FE97-A6A4-4A7C-AE6A-FBD02941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0CA32-669F-4D61-A9CB-404CEF07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42596-9415-4A98-A598-1089C53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one Jewish religious perspective; not all Jewish households observe identically.</a:t>
            </a:r>
          </a:p>
        </p:txBody>
      </p:sp>
    </p:spTree>
    <p:extLst>
      <p:ext uri="{BB962C8B-B14F-4D97-AF65-F5344CB8AC3E}">
        <p14:creationId xmlns:p14="http://schemas.microsoft.com/office/powerpoint/2010/main" val="12022484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FC198-F989-4FE6-868A-4010AA1C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O Objects and meanings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A12A8-15F1-4F42-A70B-41830826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7B272-C481-4D89-B1E2-3B2BFD72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diya is a small lamp associated with Diwali. A hanukkiah is used at Hanukkah. Ask before touching borrowed objects; use an unlit replica or a drawing.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A7503-29DA-4217-BC4D-1D233CA6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AA4DF-3A41-4709-BF63-B8569BC0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4522705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B94DB-3A22-4D51-B918-CE1EC5E1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S One family’s celebration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5FF90-3F17-4E53-968E-705EBC1C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5E2B3-0425-4548-81B0-6BCAFB3D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Diwali plan: prepare a welcoming space; arrange unlit lamps with an adult; gather for worship; share food and greetings. This is one sequence, not a rule for every family.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B4B75-590C-4BE5-8B96-43C7877E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F8F9E-DC7D-4378-9284-0EAC21DC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8161908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E6E10-816F-4C98-AA5B-727292A1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AC089-8940-47D0-8D0B-3C7622B8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W2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3ffaa19a3438c"/>
          <a:stretch xmlns:a="http://schemas.openxmlformats.org/drawingml/2006/main"/>
        </p:blipFill>
        <p:spPr>
          <a:xfrm xmlns:a="http://schemas.openxmlformats.org/drawingml/2006/main">
            <a:off x="1047750" y="1422336"/>
            <a:ext cx="10096500" cy="44895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3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2026-09-19T18:36:09.4820000Z</dcterms:created>
  <dcterms:modified xsi:type="dcterms:W3CDTF">2026-09-19T18:36:09.4820000Z</dcterms:modified>
</coreProperties>
</file>