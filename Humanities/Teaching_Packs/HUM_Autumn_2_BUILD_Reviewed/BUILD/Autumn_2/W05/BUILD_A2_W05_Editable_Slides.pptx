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1e4dda3fb07a407c" Type="http://schemas.openxmlformats.org/officeDocument/2006/relationships/officeDocument" Target="ppt/presentation.xml"/><Relationship Id="Rc478710a148e486d" Type="http://schemas.openxmlformats.org/officeDocument/2006/relationships/extended-properties" Target="docProps/app.xml"/><Relationship Id="Rcec2261abeee43fd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5d644247acb4f61"/>
  </p:sldMasterIdLst>
  <p:notesMasterIdLst>
    <p:notesMasterId xmlns:r="http://schemas.openxmlformats.org/officeDocument/2006/relationships" r:id="R1377feb5633c44f5"/>
  </p:notesMasterIdLst>
  <p:sldIdLst>
    <p:sldId xmlns:r="http://schemas.openxmlformats.org/officeDocument/2006/relationships" id="256" r:id="R3861fb3afacd4e4a"/>
    <p:sldId xmlns:r="http://schemas.openxmlformats.org/officeDocument/2006/relationships" id="257" r:id="Rf0c1adb19e9b4036"/>
    <p:sldId xmlns:r="http://schemas.openxmlformats.org/officeDocument/2006/relationships" id="258" r:id="R1ad8baac66734bb6"/>
    <p:sldId xmlns:r="http://schemas.openxmlformats.org/officeDocument/2006/relationships" id="259" r:id="R50317c9959a24f2d"/>
    <p:sldId xmlns:r="http://schemas.openxmlformats.org/officeDocument/2006/relationships" id="260" r:id="R45071e96557b4450"/>
    <p:sldId xmlns:r="http://schemas.openxmlformats.org/officeDocument/2006/relationships" id="261" r:id="Rd376e73000bb4557"/>
    <p:sldId xmlns:r="http://schemas.openxmlformats.org/officeDocument/2006/relationships" id="262" r:id="R14178630ecd14b61"/>
    <p:sldId xmlns:r="http://schemas.openxmlformats.org/officeDocument/2006/relationships" id="263" r:id="R2a02dcdbc80942ce"/>
    <p:sldId xmlns:r="http://schemas.openxmlformats.org/officeDocument/2006/relationships" id="264" r:id="R73f7a54e222b4bec"/>
    <p:sldId xmlns:r="http://schemas.openxmlformats.org/officeDocument/2006/relationships" id="265" r:id="R94f946f8e44e438d"/>
    <p:sldId xmlns:r="http://schemas.openxmlformats.org/officeDocument/2006/relationships" id="266" r:id="R716693c15da24bcf"/>
    <p:sldId xmlns:r="http://schemas.openxmlformats.org/officeDocument/2006/relationships" id="267" r:id="R1516155b8fcf424f"/>
    <p:sldId xmlns:r="http://schemas.openxmlformats.org/officeDocument/2006/relationships" id="268" r:id="R992330403f424850"/>
    <p:sldId xmlns:r="http://schemas.openxmlformats.org/officeDocument/2006/relationships" id="269" r:id="R823850f6a4464dac"/>
    <p:sldId xmlns:r="http://schemas.openxmlformats.org/officeDocument/2006/relationships" id="270" r:id="R89b80b3c281f4c3f"/>
    <p:sldId xmlns:r="http://schemas.openxmlformats.org/officeDocument/2006/relationships" id="271" r:id="Re3b6352b2ef14bdb"/>
    <p:sldId xmlns:r="http://schemas.openxmlformats.org/officeDocument/2006/relationships" id="272" r:id="R35810c9807f9467e"/>
    <p:sldId xmlns:r="http://schemas.openxmlformats.org/officeDocument/2006/relationships" id="273" r:id="R36339ba6610e41f8"/>
    <p:sldId xmlns:r="http://schemas.openxmlformats.org/officeDocument/2006/relationships" id="274" r:id="R4da3c01241ed4b2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1377feb5633c44f5" Type="http://schemas.openxmlformats.org/officeDocument/2006/relationships/notesMaster" Target="notesMasters/notesMaster1.xml"/><Relationship Id="R14178630ecd14b61" Type="http://schemas.openxmlformats.org/officeDocument/2006/relationships/slide" Target="slides/slide7.xml"/><Relationship Id="R1516155b8fcf424f" Type="http://schemas.openxmlformats.org/officeDocument/2006/relationships/slide" Target="slides/slide12.xml"/><Relationship Id="R15d644247acb4f61" Type="http://schemas.openxmlformats.org/officeDocument/2006/relationships/slideMaster" Target="slideMasters/slideMaster1.xml"/><Relationship Id="R1ad8baac66734bb6" Type="http://schemas.openxmlformats.org/officeDocument/2006/relationships/slide" Target="slides/slide3.xml"/><Relationship Id="R2a02dcdbc80942ce" Type="http://schemas.openxmlformats.org/officeDocument/2006/relationships/slide" Target="slides/slide8.xml"/><Relationship Id="R2c5153a0f95c4aaa" Type="http://schemas.openxmlformats.org/officeDocument/2006/relationships/theme" Target="theme/theme1.xml"/><Relationship Id="R35810c9807f9467e" Type="http://schemas.openxmlformats.org/officeDocument/2006/relationships/slide" Target="slides/slide17.xml"/><Relationship Id="R36339ba6610e41f8" Type="http://schemas.openxmlformats.org/officeDocument/2006/relationships/slide" Target="slides/slide18.xml"/><Relationship Id="R3861fb3afacd4e4a" Type="http://schemas.openxmlformats.org/officeDocument/2006/relationships/slide" Target="slides/slide1.xml"/><Relationship Id="R45071e96557b4450" Type="http://schemas.openxmlformats.org/officeDocument/2006/relationships/slide" Target="slides/slide5.xml"/><Relationship Id="R4da3c01241ed4b2e" Type="http://schemas.openxmlformats.org/officeDocument/2006/relationships/slide" Target="slides/slide19.xml"/><Relationship Id="R50317c9959a24f2d" Type="http://schemas.openxmlformats.org/officeDocument/2006/relationships/slide" Target="slides/slide4.xml"/><Relationship Id="R716693c15da24bcf" Type="http://schemas.openxmlformats.org/officeDocument/2006/relationships/slide" Target="slides/slide11.xml"/><Relationship Id="R73f7a54e222b4bec" Type="http://schemas.openxmlformats.org/officeDocument/2006/relationships/slide" Target="slides/slide9.xml"/><Relationship Id="R823850f6a4464dac" Type="http://schemas.openxmlformats.org/officeDocument/2006/relationships/slide" Target="slides/slide14.xml"/><Relationship Id="R89b80b3c281f4c3f" Type="http://schemas.openxmlformats.org/officeDocument/2006/relationships/slide" Target="slides/slide15.xml"/><Relationship Id="R94f946f8e44e438d" Type="http://schemas.openxmlformats.org/officeDocument/2006/relationships/slide" Target="slides/slide10.xml"/><Relationship Id="R992330403f424850" Type="http://schemas.openxmlformats.org/officeDocument/2006/relationships/slide" Target="slides/slide13.xml"/><Relationship Id="R99eb6b87d60e4d53" Type="http://schemas.openxmlformats.org/officeDocument/2006/relationships/tableStyles" Target="tableStyles.xml"/><Relationship Id="Rba1d65bc6e574dbd" Type="http://schemas.openxmlformats.org/officeDocument/2006/relationships/presProps" Target="presProps.xml"/><Relationship Id="Rd376e73000bb4557" Type="http://schemas.openxmlformats.org/officeDocument/2006/relationships/slide" Target="slides/slide6.xml"/><Relationship Id="Re3b6352b2ef14bdb" Type="http://schemas.openxmlformats.org/officeDocument/2006/relationships/slide" Target="slides/slide16.xml"/><Relationship Id="Rf0c1adb19e9b4036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bb64b1298c8c43ac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5face5980f7a4fa4" Type="http://schemas.openxmlformats.org/officeDocument/2006/relationships/notesMaster" Target="../notesMasters/notesMaster1.xml"/><Relationship Id="Re419607db2264e57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621e0ab2a207424c" Type="http://schemas.openxmlformats.org/officeDocument/2006/relationships/slide" Target="../slides/slide2.xml"/><Relationship Id="R97efbe8fa4754e6c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27f0726b80274c1a" Type="http://schemas.openxmlformats.org/officeDocument/2006/relationships/notesMaster" Target="../notesMasters/notesMaster1.xml"/><Relationship Id="Rdeccf1b2c34e4d4c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9fa8d0906d4246e0" Type="http://schemas.openxmlformats.org/officeDocument/2006/relationships/slide" Target="../slides/slide4.xml"/><Relationship Id="Rd0a5b6e2aeaf4f5b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2fbc52e3708e4bc4" Type="http://schemas.openxmlformats.org/officeDocument/2006/relationships/slide" Target="../slides/slide5.xml"/><Relationship Id="Rae3a38938e1f4b2e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4cce89e491e14626" Type="http://schemas.openxmlformats.org/officeDocument/2006/relationships/slide" Target="../slides/slide6.xml"/><Relationship Id="Ra1716361b2fd4deb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9b4b80170c5442ec" Type="http://schemas.openxmlformats.org/officeDocument/2006/relationships/slide" Target="../slides/slide7.xml"/><Relationship Id="Re610268250774c08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2a653af429914395" Type="http://schemas.openxmlformats.org/officeDocument/2006/relationships/notesMaster" Target="../notesMasters/notesMaster1.xml"/><Relationship Id="R2a70dd0589044ff1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40de38bab35c4232" Type="http://schemas.openxmlformats.org/officeDocument/2006/relationships/notesMaster" Target="../notesMasters/notesMaster1.xml"/><Relationship Id="R841816f1f9c147e0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435a083057d843d6" Type="http://schemas.openxmlformats.org/officeDocument/2006/relationships/slide" Target="../slides/slide10.xml"/><Relationship Id="R688226c03ee84e5c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2f2acc54c0444855" Type="http://schemas.openxmlformats.org/officeDocument/2006/relationships/notesMaster" Target="../notesMasters/notesMaster1.xml"/><Relationship Id="Ra42903edfa134a74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36d32e9b96374dc5" Type="http://schemas.openxmlformats.org/officeDocument/2006/relationships/slide" Target="../slides/slide12.xml"/><Relationship Id="R8f5ff858bdb04416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4bf5ac65b054429c" Type="http://schemas.openxmlformats.org/officeDocument/2006/relationships/notesMaster" Target="../notesMasters/notesMaster1.xml"/><Relationship Id="R790fb22b17b3435e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5b6d9a6b7839483a" Type="http://schemas.openxmlformats.org/officeDocument/2006/relationships/notesMaster" Target="../notesMasters/notesMaster1.xml"/><Relationship Id="R8c8a9a0e9cc449b3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101b5bcc827f4062" Type="http://schemas.openxmlformats.org/officeDocument/2006/relationships/slide" Target="../slides/slide15.xml"/><Relationship Id="Rd3f76662351345dd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3ab584f074184e3e" Type="http://schemas.openxmlformats.org/officeDocument/2006/relationships/notesMaster" Target="../notesMasters/notesMaster1.xml"/><Relationship Id="Rca3a6d8bc7984bce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648530aab52e4523" Type="http://schemas.openxmlformats.org/officeDocument/2006/relationships/notesMaster" Target="../notesMasters/notesMaster1.xml"/><Relationship Id="Ra2d8f5d080b04225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b8e6aef618544dd4" Type="http://schemas.openxmlformats.org/officeDocument/2006/relationships/notesMaster" Target="../notesMasters/notesMaster1.xml"/><Relationship Id="Rdc48e9f317f24b0d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21d8bb1fd1504bb6" Type="http://schemas.openxmlformats.org/officeDocument/2006/relationships/notesMaster" Target="../notesMasters/notesMaster1.xml"/><Relationship Id="Raeee53865442433d" Type="http://schemas.openxmlformats.org/officeDocument/2006/relationships/slide" Target="../slides/slide19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reflection; monitor regulation and offer a structured break.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Royal British Legion: the poppy: https://www.britishlegion.org.uk/get-involved/remembrance/the-poppy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Previous lesson reminder:</a:t>
            </a:r>
          </a:p>
          <a:p xmlns:a="http://schemas.openxmlformats.org/drawingml/2006/main">
            <a:r>
              <a:t>Use the reminder strip or talk it through with an adult. Answer: Prepare a welcoming space.</a:t>
            </a:r>
          </a:p>
          <a:p xmlns:a="http://schemas.openxmlformats.org/drawingml/2006/main">
            <a:r>
              <a:t>Choose: Taking time to remember people and events OR Living without conflict or violence. Answer: Taking time to remember people and events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model evidence anchor A or read one relevant card together. Answer: To recognise lives, loss and experiences and to learn from the past.</a:t>
            </a:r>
          </a:p>
          <a:p xmlns:a="http://schemas.openxmlformats.org/drawingml/2006/main">
            <a:r>
              <a:t>Give a reason when ready. Answer: Accurate words, a source and no invented personal account.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words aloud. Offer a concrete example before asking for a definition.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reflection; monitor regulation and offer a structured break.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Royal British Legion: the poppy: https://www.britishlegion.org.uk/get-involved/remembrance/the-poppy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reflection; monitor regulation and offer a structured break.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Royal British Legion: the poppy: https://www.britishlegion.org.uk/get-involved/remembrance/the-poppy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reflection; monitor regulation and offer a structured break.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Royal British Legion: the poppy: https://www.britishlegion.org.uk/get-involved/remembrance/the-poppy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reflection; monitor regulation and offer a structured break.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Royal British Legion: the poppy: https://www.britishlegion.org.uk/get-involved/remembrance/the-poppy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reflection; monitor regulation and offer a structured break.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Royal British Legion: the poppy: https://www.britishlegion.org.uk/get-involved/remembrance/the-poppy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two choices. Read one short instruction. Point, match or say a word, then add a reason when ready.</a:t>
            </a:r>
          </a:p>
          <a:p xmlns:a="http://schemas.openxmlformats.org/drawingml/2006/main">
            <a:r>
              <a:t>Choose a calm memorial feature. Say or show what helped you decide.</a:t>
            </a:r>
          </a:p>
          <a:p xmlns:a="http://schemas.openxmlformats.org/drawingml/2006/main">
            <a:r>
              <a:t>Explain why different people might choose different forms of remembrance.</a:t>
            </a:r>
          </a:p>
          <a:p xmlns:a="http://schemas.openxmlformats.org/drawingml/2006/main">
            <a:r>
              <a:t>F: reflection; monitor regulation and offer a structured break.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Royal British Legion: the poppy: https://www.britishlegion.org.uk/get-involved/remembrance/the-poppy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visual or evidence appendix alongside this slide. Choose a calm memorial feature. Discuss how a source credit and accurate words show care.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two choices. Read one short instruction. Point, match or say a word, then add a reason when ready. Complete the organiser one space at a time. People remember ___. My ___ helps because ___.</a:t>
            </a:r>
          </a:p>
          <a:p xmlns:a="http://schemas.openxmlformats.org/drawingml/2006/main">
            <a:r>
              <a:t>An adult may read or scribe your exact response. They should not choose the answer.</a:t>
            </a:r>
          </a:p>
          <a:p xmlns:a="http://schemas.openxmlformats.org/drawingml/2006/main">
            <a:r>
              <a:t>F: reflection; monitor regulation and offer a structured break.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Royal British Legion: the poppy: https://www.britishlegion.org.uk/get-involved/remembrance/the-poppy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People remember ___. My ___ helps because ___.</a:t>
            </a:r>
          </a:p>
          <a:p xmlns:a="http://schemas.openxmlformats.org/drawingml/2006/main">
            <a:r>
              <a:t>Check the required evidence and revise one detail.</a:t>
            </a:r>
          </a:p>
          <a:p xmlns:a="http://schemas.openxmlformats.org/drawingml/2006/main">
            <a:r>
              <a:t>F: reflection; monitor regulation and offer a structured break.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Royal British Legion: the poppy: https://www.britishlegion.org.uk/get-involved/remembrance/the-poppy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Choose the evidence independently. Use the frame only if it helps.</a:t>
            </a:r>
          </a:p>
          <a:p xmlns:a="http://schemas.openxmlformats.org/drawingml/2006/main">
            <a:r>
              <a:t>Explain why different people might choose different forms of remembrance.</a:t>
            </a:r>
          </a:p>
          <a:p xmlns:a="http://schemas.openxmlformats.org/drawingml/2006/main">
            <a:r>
              <a:t>F: reflection; monitor regulation and offer a structured break.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Royal British Legion: the poppy: https://www.britishlegion.org.uk/get-involved/remembrance/the-poppy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reflection; monitor regulation and offer a structured break.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Royal British Legion: the poppy: https://www.britishlegion.org.uk/get-involved/remembrance/the-poppy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 recognise lives, loss and experiences and to learn from the past.</a:t>
            </a:r>
          </a:p>
          <a:p xmlns:a="http://schemas.openxmlformats.org/drawingml/2006/main">
            <a:r>
              <a:t>Accurate words, a source and no invented personal account.</a:t>
            </a:r>
          </a:p>
          <a:p xmlns:a="http://schemas.openxmlformats.org/drawingml/2006/main">
            <a:r>
              <a:t>Support: People remember ___. My ___ helps because ___.</a:t>
            </a:r>
          </a:p>
          <a:p xmlns:a="http://schemas.openxmlformats.org/drawingml/2006/main">
            <a:r>
              <a:t>Extension: Explain why different people might choose different forms of remembrance.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reflection; monitor regulation and offer a structured break.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Royal British Legion: the poppy: https://www.britishlegion.org.uk/get-involved/remembrance/the-poppy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reflection; monitor regulation and offer a structured break.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Royal British Legion: the poppy: https://www.britishlegion.org.uk/get-involved/remembrance/the-poppy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reflection; monitor regulation and offer a structured break.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Royal British Legion: the poppy: https://www.britishlegion.org.uk/get-involved/remembrance/the-poppy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ac43fd14fedb42d0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cb910a2235f44ed4" Type="http://schemas.openxmlformats.org/officeDocument/2006/relationships/slideLayout" Target="../slideLayouts/slideLayout1.xml"/><Relationship Id="Rda9ac0938647406e" Type="http://schemas.openxmlformats.org/officeDocument/2006/relationships/theme" Target="theme/theme2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b910a2235f44ed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4f3c510b04d14107" Type="http://schemas.openxmlformats.org/officeDocument/2006/relationships/slideLayout" Target="../slideLayouts/slideLayout1.xml"/><Relationship Id="Re41a6abf41d841a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82807807e9e540fc" Type="http://schemas.openxmlformats.org/officeDocument/2006/relationships/notesSlide" Target="../notesSlides/notesSlide2.xml"/><Relationship Id="Ra01db8e58eab47e0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54ba6ab1d6cf41d9" Type="http://schemas.openxmlformats.org/officeDocument/2006/relationships/notesSlide" Target="../notesSlides/notesSlide3.xml"/><Relationship Id="Rf68e61a3b7f94f34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4df3ace39c884e04" Type="http://schemas.openxmlformats.org/officeDocument/2006/relationships/slideLayout" Target="../slideLayouts/slideLayout1.xml"/><Relationship Id="R7ebd0faf4870410b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06c148b035ad4492" Type="http://schemas.openxmlformats.org/officeDocument/2006/relationships/notesSlide" Target="../notesSlides/notesSlide5.xml"/><Relationship Id="Rcb2b75dd6dc4410d" Type="http://schemas.openxmlformats.org/officeDocument/2006/relationships/slideLayout" Target="../slideLayouts/slideLayout1.xml"/><Relationship Id="Rd465a12dd5f344a7" Type="http://schemas.openxmlformats.org/officeDocument/2006/relationships/image" Target="../media/image.png"/></Relationships>
</file>

<file path=ppt/slides/_rels/slide6.xml.rels><?xml version='1.0' encoding='UTF-8' standalone='yes'?>
<Relationships xmlns="http://schemas.openxmlformats.org/package/2006/relationships"><Relationship Id="R3ccc147184584ece" Type="http://schemas.openxmlformats.org/officeDocument/2006/relationships/slideLayout" Target="../slideLayouts/slideLayout1.xml"/><Relationship Id="R83616f5b0ecd47b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51be80792f714d55" Type="http://schemas.openxmlformats.org/officeDocument/2006/relationships/notesSlide" Target="../notesSlides/notesSlide7.xml"/><Relationship Id="R946f67bea49e414f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386fcff3411741b0" Type="http://schemas.openxmlformats.org/officeDocument/2006/relationships/notesSlide" Target="../notesSlides/notesSlide8.xml"/><Relationship Id="R8dd486800fae4b4c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712316b1de524e18" Type="http://schemas.openxmlformats.org/officeDocument/2006/relationships/notesSlide" Target="../notesSlides/notesSlide9.xml"/><Relationship Id="Ra28e233b2c4a414d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63e3838dcc3b45ad" Type="http://schemas.openxmlformats.org/officeDocument/2006/relationships/notesSlide" Target="../notesSlides/notesSlide10.xml"/><Relationship Id="Rdc31285e8fa24397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55e6c8da97b642e5" Type="http://schemas.openxmlformats.org/officeDocument/2006/relationships/notesSlide" Target="../notesSlides/notesSlide11.xml"/><Relationship Id="Rce7fbe41f9424d62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73b755476f9743c3" Type="http://schemas.openxmlformats.org/officeDocument/2006/relationships/slideLayout" Target="../slideLayouts/slideLayout1.xml"/><Relationship Id="R8470e84c63a24fc8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129af3c139974b91" Type="http://schemas.openxmlformats.org/officeDocument/2006/relationships/notesSlide" Target="../notesSlides/notesSlide13.xml"/><Relationship Id="Rdec789e45d9444f3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31b15ca3a6eb48cb" Type="http://schemas.openxmlformats.org/officeDocument/2006/relationships/slideLayout" Target="../slideLayouts/slideLayout1.xml"/><Relationship Id="Rafe4ebd86c7b4038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4b938def5d024e23" Type="http://schemas.openxmlformats.org/officeDocument/2006/relationships/slideLayout" Target="../slideLayouts/slideLayout1.xml"/><Relationship Id="Re5e79937c55d4e5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0ea3506d01d747bf" Type="http://schemas.openxmlformats.org/officeDocument/2006/relationships/notesSlide" Target="../notesSlides/notesSlide16.xml"/><Relationship Id="R3b381e28db9642e5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3c1300a6fbba4227" Type="http://schemas.openxmlformats.org/officeDocument/2006/relationships/slideLayout" Target="../slideLayouts/slideLayout1.xml"/><Relationship Id="Rc8024443a43f4317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7d423a35f7934486" Type="http://schemas.openxmlformats.org/officeDocument/2006/relationships/slideLayout" Target="../slideLayouts/slideLayout1.xml"/><Relationship Id="Re7319e0fd6c44604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6c45f96f35e640c2" Type="http://schemas.openxmlformats.org/officeDocument/2006/relationships/notesSlide" Target="../notesSlides/notesSlide19.xml"/><Relationship Id="R7bbfc61f2e724f33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21EB68-02C5-4176-9A75-D30A71691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Peace and remembrance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81536C-1242-4A10-A766-083B0C80E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Autumn 2  W5                                     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CE6DD9-1F3B-45B9-8309-C62CEECE4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Reflect on peace and remembrance.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9B5B0A-DA31-46E0-8436-57532349B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BUILD / Humanities / Autumn 2 / Week 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4464B2-113B-45C9-B003-7B6DEC4EB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Speak, point, draw, type or write.</a:t>
            </a:r>
          </a:p>
        </p:txBody>
      </p:sp>
    </p:spTree>
    <p:extLst>
      <p:ext uri="{BB962C8B-B14F-4D97-AF65-F5344CB8AC3E}">
        <p14:creationId xmlns:p14="http://schemas.microsoft.com/office/powerpoint/2010/main" val="124793038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98A579-5396-4A9F-94E0-010AD119C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Arrival questions 1 and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A20996-55B7-4C73-AEB3-D7EDE2DEA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Autumn 2  W5                                     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34C293-B4A7-4187-AC45-88121E2E6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1. What comes first in our family’s plan?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B4B2BE-0F0C-487C-8CF3-2EFFE7674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2. Which meaning fits remembrance?</a:t>
            </a:r>
          </a:p>
        </p:txBody>
      </p:sp>
    </p:spTree>
    <p:extLst>
      <p:ext uri="{BB962C8B-B14F-4D97-AF65-F5344CB8AC3E}">
        <p14:creationId xmlns:p14="http://schemas.microsoft.com/office/powerpoint/2010/main" val="30634278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E81C21-83BB-48E2-BA70-FD3BDAFA6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Arrival questions 3 and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CE9A04-CCE8-4BE9-9C73-825ABEB11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Autumn 2  W5                                     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4AB59B-B94A-402C-93DB-1B27CD422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3. Why might people remember people affected by conflict?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479677-5E8F-4697-B9AE-862468D4D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4. What makes a caption respectful and useful?</a:t>
            </a:r>
          </a:p>
        </p:txBody>
      </p:sp>
    </p:spTree>
    <p:extLst>
      <p:ext uri="{BB962C8B-B14F-4D97-AF65-F5344CB8AC3E}">
        <p14:creationId xmlns:p14="http://schemas.microsoft.com/office/powerpoint/2010/main" val="197024700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4CD6C2-4A80-4B7F-B0D2-26B38C820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Words for this lesson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A4837F-5AAA-4D81-B93C-8AD82B317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Autumn 2  W5                                     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76F05C-C0ED-4419-A7C9-2106F43EF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76375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remembrance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Taking time to remember people and events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3EC6CF-4A57-424E-B388-FCD6A0C27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476375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peace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Living without conflict or violence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01FD87-0699-4F32-BE3E-7E637C499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14750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respect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Treating people with dignity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7DA4A0-25CA-4237-9D7B-ECCF268D8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714750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symbol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An image or object that carries meaning</a:t>
            </a:r>
          </a:p>
        </p:txBody>
      </p:sp>
    </p:spTree>
    <p:extLst>
      <p:ext uri="{BB962C8B-B14F-4D97-AF65-F5344CB8AC3E}">
        <p14:creationId xmlns:p14="http://schemas.microsoft.com/office/powerpoint/2010/main" val="48202648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2808C6-72D9-4242-8234-ED9CA15A2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762EDF-4266-4999-AD1C-9FEECD0E8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Autumn 2  W5                                      5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65a12dd5f344a7"/>
          <a:stretch xmlns:a="http://schemas.openxmlformats.org/drawingml/2006/main"/>
        </p:blipFill>
        <p:spPr>
          <a:xfrm xmlns:a="http://schemas.openxmlformats.org/drawingml/2006/main">
            <a:off x="1199324" y="3286125"/>
            <a:ext cx="9793351" cy="2571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C6268F-AE59-47C9-BB6F-F88EDEEFB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Choose a calm memorial feature.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375FE0-C8F3-43E4-AA8B-9CDC31E28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80260"/>
            <a:ext cx="110871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Make a first choice. Explain what helped you decide.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B1FD5D-D12E-446A-8611-CF4F2793B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31770"/>
            <a:ext cx="11087100" cy="78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Show two choices. Read one short instruction. Point, match or say a word, then add a reason when ready.</a:t>
            </a:r>
          </a:p>
        </p:txBody>
      </p:sp>
    </p:spTree>
    <p:extLst>
      <p:ext uri="{BB962C8B-B14F-4D97-AF65-F5344CB8AC3E}">
        <p14:creationId xmlns:p14="http://schemas.microsoft.com/office/powerpoint/2010/main" val="134941963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02191E-75E2-4C91-BBC6-CAF7662E1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Model question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9760CD-4074-442F-8E4E-B098F6476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Autumn 2  W5                                     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93C2FC-4A2F-4D06-80B3-180A66902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Question: Why might people remember people affected by conflict?</a:t>
            </a:r>
          </a:p>
        </p:txBody>
      </p:sp>
    </p:spTree>
    <p:extLst>
      <p:ext uri="{BB962C8B-B14F-4D97-AF65-F5344CB8AC3E}">
        <p14:creationId xmlns:p14="http://schemas.microsoft.com/office/powerpoint/2010/main" val="21677043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BA73BA-0045-49DE-A4E9-B3B1CC410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Model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331426-EAD7-4A4D-8A7B-0CA8B3368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Autumn 2  W5                                     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CBED04-BAA2-4371-9014-2A029980F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Evidence: A The red poppy: The Royal British Legion describes the red poppy as a symbol of remembrance and hope for a peaceful future. It also shows support for the Armed Forces community.</a:t>
            </a:r>
          </a:p>
        </p:txBody>
      </p:sp>
    </p:spTree>
    <p:extLst>
      <p:ext uri="{BB962C8B-B14F-4D97-AF65-F5344CB8AC3E}">
        <p14:creationId xmlns:p14="http://schemas.microsoft.com/office/powerpoint/2010/main" val="26205891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2218BA-0B9F-444F-A359-C34B47CD4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Model explanation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944C58-F288-4525-83B3-CDBEE07CE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Autumn 2  W5                                     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7B3B4B-E205-4E13-BC68-331EBEF49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Think aloud: To recognise lives, loss and experiences and to learn from the past.</a:t>
            </a:r>
          </a:p>
        </p:txBody>
      </p:sp>
    </p:spTree>
    <p:extLst>
      <p:ext uri="{BB962C8B-B14F-4D97-AF65-F5344CB8AC3E}">
        <p14:creationId xmlns:p14="http://schemas.microsoft.com/office/powerpoint/2010/main" val="62821895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08D749-A77C-46EE-AB71-EE8B12A64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Model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4BA911-4EE2-4C18-A045-BF0641BCB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Autumn 2  W5                                      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A956D8-37B6-4D1C-B0A5-898BC4567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Check: What makes a caption respectful and useful? Accurate words, a source and no invented personal account.</a:t>
            </a:r>
          </a:p>
        </p:txBody>
      </p:sp>
    </p:spTree>
    <p:extLst>
      <p:ext uri="{BB962C8B-B14F-4D97-AF65-F5344CB8AC3E}">
        <p14:creationId xmlns:p14="http://schemas.microsoft.com/office/powerpoint/2010/main" val="155059556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7E90A4-CBA3-46A9-ADF9-47899ED15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F06DFE-AE46-4105-A13F-D4EA2521A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Autumn 2  W5                                     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0452F6-7C49-41F6-9BCC-88C7DD21B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Choose a calm memorial feature.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4B4B40-8E00-499F-93C9-96B69B80F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Discuss how a source credit and accurate words show care.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0B77C7-7A7B-4F3A-A6D5-EBCAD57EC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Suggest a choice. Check the evidence together. Swap roles when ready.</a:t>
            </a:r>
          </a:p>
        </p:txBody>
      </p:sp>
    </p:spTree>
    <p:extLst>
      <p:ext uri="{BB962C8B-B14F-4D97-AF65-F5344CB8AC3E}">
        <p14:creationId xmlns:p14="http://schemas.microsoft.com/office/powerpoint/2010/main" val="189754446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6E476A-122F-47CD-8827-D901D467F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Shared investigation record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5D7FC4-04FF-4092-92FB-635A5FF60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Autumn 2  W5                                     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D02FB8-0F4F-4098-92C8-A0E89D57C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My main message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63D8F8-1C71-458B-8AD1-FAB46F533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My factual evidence and source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7AFB55-2D2A-468D-9E4F-D09C98B75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My visual or presentation choice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F94E40-9F66-46CB-976D-C0FABFF26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433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My reason or response to a question</a:t>
            </a:r>
          </a:p>
        </p:txBody>
      </p:sp>
    </p:spTree>
    <p:extLst>
      <p:ext uri="{BB962C8B-B14F-4D97-AF65-F5344CB8AC3E}">
        <p14:creationId xmlns:p14="http://schemas.microsoft.com/office/powerpoint/2010/main" val="137148236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37C659-A7FD-44EE-8A5B-335E4C006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Independent task supported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39F70A-FB16-4800-B66F-009D4E799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Autumn 2  W5                                     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0852C5-57D0-4B40-8A6F-2879CAA6D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Create a respectful symbol and caption about why people remember.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030C7E-57BA-4DFB-9470-4ADB3FD76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Use a factual source statement without graphic detail.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76EEE8-93C8-4E9D-8E4E-225E3C537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Explain one design or word choice.</a:t>
            </a:r>
          </a:p>
        </p:txBody>
      </p:sp>
    </p:spTree>
    <p:extLst>
      <p:ext uri="{BB962C8B-B14F-4D97-AF65-F5344CB8AC3E}">
        <p14:creationId xmlns:p14="http://schemas.microsoft.com/office/powerpoint/2010/main" val="139890378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AC6654-143A-46EB-852E-90AC0BE64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Independent task standard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F8565A-847B-42F7-BA3C-50446CCE6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Autumn 2  W5                                      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F8C939-E448-4456-88D8-2EE7BD226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Create a respectful symbol and caption about why people remember.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2949BF-DE2D-4781-966B-8998B720D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Use a factual source statement without graphic detail.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03D3BE-6BD7-4AFE-B497-2C8B1AF3F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Explain one design or word choice.</a:t>
            </a:r>
          </a:p>
        </p:txBody>
      </p:sp>
    </p:spTree>
    <p:extLst>
      <p:ext uri="{BB962C8B-B14F-4D97-AF65-F5344CB8AC3E}">
        <p14:creationId xmlns:p14="http://schemas.microsoft.com/office/powerpoint/2010/main" val="121204366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EC6AFF-0D0B-47D0-9428-862069F92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Independent task stretch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C85552-6708-410C-B45E-9D8648E4F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Autumn 2  W5                                      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213AA2-91F1-4AE7-B518-43AB29AE8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Create a respectful symbol and caption about why people remember.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8F3E4A-C203-4C6B-828C-076242E18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Use a factual source statement without graphic detail.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A2FA8E-D242-4B14-811F-BF96C9985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Explain one design or word choice.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0EB4A2-3345-4D9C-92A0-F848EE585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4330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Explain why different people might choose different forms of remembrance.</a:t>
            </a:r>
          </a:p>
        </p:txBody>
      </p:sp>
    </p:spTree>
    <p:extLst>
      <p:ext uri="{BB962C8B-B14F-4D97-AF65-F5344CB8AC3E}">
        <p14:creationId xmlns:p14="http://schemas.microsoft.com/office/powerpoint/2010/main" val="130139281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60E3E7-EE33-40AC-BF4B-1C35754D0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Review and improve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71EB21-3386-480D-B740-C07CD4AFF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Autumn 2  W5                                      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5AB42E-4E55-4EBB-BED2-D74022165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Check the required evidence: reflection; monitor regulation and offer a structured break.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02C6B8-17EB-4DEA-A082-B2AE6D656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Point to one part that meets the goal.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8E5A8E-190B-48BB-AB8F-9FD1C5D5A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Improve one detail.</a:t>
            </a:r>
          </a:p>
        </p:txBody>
      </p:sp>
    </p:spTree>
    <p:extLst>
      <p:ext uri="{BB962C8B-B14F-4D97-AF65-F5344CB8AC3E}">
        <p14:creationId xmlns:p14="http://schemas.microsoft.com/office/powerpoint/2010/main" val="189400624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553F06-B1EE-4AB3-B0CB-2261FB728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Exit ticket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7683FF-E271-4174-BB01-EC29E2475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Autumn 2  W5                                      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E2017A-D285-41F1-B7D8-792E2F667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Why might people remember people affected by conflict?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4331E6-EDD9-4B93-B8B5-1862DE7C4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What makes a caption respectful and useful?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E33349-6257-4C18-B227-457FC4AEB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You can share your response privately.</a:t>
            </a:r>
          </a:p>
        </p:txBody>
      </p:sp>
    </p:spTree>
    <p:extLst>
      <p:ext uri="{BB962C8B-B14F-4D97-AF65-F5344CB8AC3E}">
        <p14:creationId xmlns:p14="http://schemas.microsoft.com/office/powerpoint/2010/main" val="39788142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DFD710-F899-4C10-9543-D4C7D799C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Evidence A The red poppy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120834-E14F-4A59-9D6E-4AA26A5EC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Autumn 2  W5                                      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EF6DF7-B68C-468E-95C6-6A9F874C2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The Royal British Legion describes the red poppy as a symbol of remembrance and hope for a peaceful future. It also shows support for the Armed Forces community.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D06F2E-24CE-494D-9733-0D8F1FDE1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Paraphrase of the Royal British Legion: The poppy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CF1365-E52E-4D24-A995-AD3A97A0B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This explains the Legion’s poppy. People also remember in other ways.</a:t>
            </a:r>
          </a:p>
        </p:txBody>
      </p:sp>
    </p:spTree>
    <p:extLst>
      <p:ext uri="{BB962C8B-B14F-4D97-AF65-F5344CB8AC3E}">
        <p14:creationId xmlns:p14="http://schemas.microsoft.com/office/powerpoint/2010/main" val="145412950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2DCB45-F150-46E4-9B04-1AD9B37E4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Evidence B A personal choice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4FA852-29B2-49E5-A03A-BFC725603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Autumn 2  W5                                      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582143-B940-4833-95E2-676565131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Wearing a poppy is a personal choice. Someone can show respect by listening, learning or choosing another thoughtful response.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506B4D-F27B-4119-91A7-E04724C66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Royal British Legion on personal choice; classroom examples authored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71BA9D-10BB-4D4A-A010-BDEE7DC73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Do not decide someone’s beliefs or respect from whether they wear a symbol.</a:t>
            </a:r>
          </a:p>
        </p:txBody>
      </p:sp>
    </p:spTree>
    <p:extLst>
      <p:ext uri="{BB962C8B-B14F-4D97-AF65-F5344CB8AC3E}">
        <p14:creationId xmlns:p14="http://schemas.microsoft.com/office/powerpoint/2010/main" val="76174639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F97559-53CA-4B3D-B0DE-CD8904583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Evidence C A quiet remembrance caption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B0E136-2D71-4206-847D-FCB1EF5C3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Autumn 2  W5                                      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D73E69-B8CB-441E-BFE5-77EA453CF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Authored example: We remember lives and experiences affected by conflict. We learn carefully from the past and hope for peace.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1F8B79-FE4C-403C-967F-A2D863ED1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Original classroom remembrance text, not a quotation from a witness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C8F4EC-60DE-47C8-934A-7F7BDC886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The caption is a general reflection, not evidence about one named person.</a:t>
            </a:r>
          </a:p>
        </p:txBody>
      </p:sp>
    </p:spTree>
    <p:extLst>
      <p:ext uri="{BB962C8B-B14F-4D97-AF65-F5344CB8AC3E}">
        <p14:creationId xmlns:p14="http://schemas.microsoft.com/office/powerpoint/2010/main" val="145536956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2026-09-19T18:35:51.7480000Z</dcterms:created>
  <dcterms:modified xsi:type="dcterms:W3CDTF">2026-09-19T18:35:51.7480000Z</dcterms:modified>
</coreProperties>
</file>