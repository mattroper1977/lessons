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d9968f56d06b45da" Type="http://schemas.openxmlformats.org/officeDocument/2006/relationships/officeDocument" Target="ppt/presentation.xml"/><Relationship Id="Reb94b9eb1d934c82" Type="http://schemas.openxmlformats.org/package/2006/relationships/metadata/core-properties" Target="docProps/core.xml"/><Relationship Id="Rf5f3579b1cc4450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e8ea85c0404e05"/>
  </p:sldMasterIdLst>
  <p:notesMasterIdLst>
    <p:notesMasterId xmlns:r="http://schemas.openxmlformats.org/officeDocument/2006/relationships" r:id="R082c78d369494853"/>
  </p:notesMasterIdLst>
  <p:sldIdLst>
    <p:sldId xmlns:r="http://schemas.openxmlformats.org/officeDocument/2006/relationships" id="256" r:id="R0be9b2c851854ce6"/>
    <p:sldId xmlns:r="http://schemas.openxmlformats.org/officeDocument/2006/relationships" id="257" r:id="Rc2dd210209bc4db1"/>
    <p:sldId xmlns:r="http://schemas.openxmlformats.org/officeDocument/2006/relationships" id="258" r:id="R5cde7171fbaf4593"/>
    <p:sldId xmlns:r="http://schemas.openxmlformats.org/officeDocument/2006/relationships" id="259" r:id="R5df76bb658f84496"/>
    <p:sldId xmlns:r="http://schemas.openxmlformats.org/officeDocument/2006/relationships" id="260" r:id="Rd407bf00d5bf41e8"/>
    <p:sldId xmlns:r="http://schemas.openxmlformats.org/officeDocument/2006/relationships" id="261" r:id="R1a0162a132fd4b24"/>
    <p:sldId xmlns:r="http://schemas.openxmlformats.org/officeDocument/2006/relationships" id="262" r:id="R3594595f0fa244bd"/>
    <p:sldId xmlns:r="http://schemas.openxmlformats.org/officeDocument/2006/relationships" id="263" r:id="R180855a520a34994"/>
    <p:sldId xmlns:r="http://schemas.openxmlformats.org/officeDocument/2006/relationships" id="264" r:id="R7f5d201bed224e37"/>
    <p:sldId xmlns:r="http://schemas.openxmlformats.org/officeDocument/2006/relationships" id="265" r:id="Rf0c03e43e3264d3b"/>
    <p:sldId xmlns:r="http://schemas.openxmlformats.org/officeDocument/2006/relationships" id="266" r:id="Rf051387a36ad466b"/>
    <p:sldId xmlns:r="http://schemas.openxmlformats.org/officeDocument/2006/relationships" id="267" r:id="Reea687c8894748bb"/>
    <p:sldId xmlns:r="http://schemas.openxmlformats.org/officeDocument/2006/relationships" id="268" r:id="R3f6ef0e8dc484336"/>
    <p:sldId xmlns:r="http://schemas.openxmlformats.org/officeDocument/2006/relationships" id="269" r:id="R78089c1b89684c35"/>
    <p:sldId xmlns:r="http://schemas.openxmlformats.org/officeDocument/2006/relationships" id="270" r:id="R7735dc3826954ff1"/>
    <p:sldId xmlns:r="http://schemas.openxmlformats.org/officeDocument/2006/relationships" id="271" r:id="R71a6813f3d2e4d70"/>
    <p:sldId xmlns:r="http://schemas.openxmlformats.org/officeDocument/2006/relationships" id="272" r:id="R8ed59983b81b4b02"/>
    <p:sldId xmlns:r="http://schemas.openxmlformats.org/officeDocument/2006/relationships" id="273" r:id="R6e25a9d57d0b4eff"/>
    <p:sldId xmlns:r="http://schemas.openxmlformats.org/officeDocument/2006/relationships" id="274" r:id="R1b75a952a1614381"/>
    <p:sldId xmlns:r="http://schemas.openxmlformats.org/officeDocument/2006/relationships" id="275" r:id="R10eab87ba0ad435a"/>
    <p:sldId xmlns:r="http://schemas.openxmlformats.org/officeDocument/2006/relationships" id="276" r:id="Rf49fa77bfc214e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2c78d369494853" Type="http://schemas.openxmlformats.org/officeDocument/2006/relationships/notesMaster" Target="notesMasters/notesMaster1.xml"/><Relationship Id="R0be9b2c851854ce6" Type="http://schemas.openxmlformats.org/officeDocument/2006/relationships/slide" Target="slides/slide1.xml"/><Relationship Id="R10eab87ba0ad435a" Type="http://schemas.openxmlformats.org/officeDocument/2006/relationships/slide" Target="slides/slide20.xml"/><Relationship Id="R13479b22025e4d1e" Type="http://schemas.openxmlformats.org/officeDocument/2006/relationships/tableStyles" Target="tableStyles.xml"/><Relationship Id="R180855a520a34994" Type="http://schemas.openxmlformats.org/officeDocument/2006/relationships/slide" Target="slides/slide8.xml"/><Relationship Id="R1a0162a132fd4b24" Type="http://schemas.openxmlformats.org/officeDocument/2006/relationships/slide" Target="slides/slide6.xml"/><Relationship Id="R1b75a952a1614381" Type="http://schemas.openxmlformats.org/officeDocument/2006/relationships/slide" Target="slides/slide19.xml"/><Relationship Id="R3594595f0fa244bd" Type="http://schemas.openxmlformats.org/officeDocument/2006/relationships/slide" Target="slides/slide7.xml"/><Relationship Id="R3f6ef0e8dc484336" Type="http://schemas.openxmlformats.org/officeDocument/2006/relationships/slide" Target="slides/slide13.xml"/><Relationship Id="R5cde7171fbaf4593" Type="http://schemas.openxmlformats.org/officeDocument/2006/relationships/slide" Target="slides/slide3.xml"/><Relationship Id="R5df76bb658f84496" Type="http://schemas.openxmlformats.org/officeDocument/2006/relationships/slide" Target="slides/slide4.xml"/><Relationship Id="R6334209e604348e2" Type="http://schemas.openxmlformats.org/officeDocument/2006/relationships/theme" Target="theme/theme1.xml"/><Relationship Id="R6e25a9d57d0b4eff" Type="http://schemas.openxmlformats.org/officeDocument/2006/relationships/slide" Target="slides/slide18.xml"/><Relationship Id="R71a6813f3d2e4d70" Type="http://schemas.openxmlformats.org/officeDocument/2006/relationships/slide" Target="slides/slide16.xml"/><Relationship Id="R7735dc3826954ff1" Type="http://schemas.openxmlformats.org/officeDocument/2006/relationships/slide" Target="slides/slide15.xml"/><Relationship Id="R78089c1b89684c35" Type="http://schemas.openxmlformats.org/officeDocument/2006/relationships/slide" Target="slides/slide14.xml"/><Relationship Id="R7f5d201bed224e37" Type="http://schemas.openxmlformats.org/officeDocument/2006/relationships/slide" Target="slides/slide9.xml"/><Relationship Id="R8ed59983b81b4b02" Type="http://schemas.openxmlformats.org/officeDocument/2006/relationships/slide" Target="slides/slide17.xml"/><Relationship Id="R9fd8a8fd199346fb" Type="http://schemas.openxmlformats.org/officeDocument/2006/relationships/presProps" Target="presProps.xml"/><Relationship Id="Rc2dd210209bc4db1" Type="http://schemas.openxmlformats.org/officeDocument/2006/relationships/slide" Target="slides/slide2.xml"/><Relationship Id="Rd407bf00d5bf41e8" Type="http://schemas.openxmlformats.org/officeDocument/2006/relationships/slide" Target="slides/slide5.xml"/><Relationship Id="Reea687c8894748bb" Type="http://schemas.openxmlformats.org/officeDocument/2006/relationships/slide" Target="slides/slide12.xml"/><Relationship Id="Rf051387a36ad466b" Type="http://schemas.openxmlformats.org/officeDocument/2006/relationships/slide" Target="slides/slide11.xml"/><Relationship Id="Rf0c03e43e3264d3b" Type="http://schemas.openxmlformats.org/officeDocument/2006/relationships/slide" Target="slides/slide10.xml"/><Relationship Id="Rf1e8ea85c0404e05" Type="http://schemas.openxmlformats.org/officeDocument/2006/relationships/slideMaster" Target="slideMasters/slideMaster1.xml"/><Relationship Id="Rf49fa77bfc214e93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23ef38c811734a2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7284f28d19e4ea2" Type="http://schemas.openxmlformats.org/officeDocument/2006/relationships/notesMaster" Target="../notesMasters/notesMaster1.xml"/><Relationship Id="Reb69aab1078a423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5945c5fa2794bb8" Type="http://schemas.openxmlformats.org/officeDocument/2006/relationships/slide" Target="../slides/slide2.xml"/><Relationship Id="Rb88764af7ee44b3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ccb927efeea4752" Type="http://schemas.openxmlformats.org/officeDocument/2006/relationships/notesMaster" Target="../notesMasters/notesMaster1.xml"/><Relationship Id="Rdafd920258f94da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6741401b1ab4dee" Type="http://schemas.openxmlformats.org/officeDocument/2006/relationships/notesMaster" Target="../notesMasters/notesMaster1.xml"/><Relationship Id="Reec832a410ad49e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8f5dc0540344410" Type="http://schemas.openxmlformats.org/officeDocument/2006/relationships/notesMaster" Target="../notesMasters/notesMaster1.xml"/><Relationship Id="R7ee40c9d41f1461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761e8f40aaf450b" Type="http://schemas.openxmlformats.org/officeDocument/2006/relationships/notesMaster" Target="../notesMasters/notesMaster1.xml"/><Relationship Id="R3834e2963ffc418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b3e18a7abc0469f" Type="http://schemas.openxmlformats.org/officeDocument/2006/relationships/notesMaster" Target="../notesMasters/notesMaster1.xml"/><Relationship Id="Ra1b1cb1d5632484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ec1faa09aeb4e3f" Type="http://schemas.openxmlformats.org/officeDocument/2006/relationships/slide" Target="../slides/slide8.xml"/><Relationship Id="R571f00e3206740f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e1ec99619674e68" Type="http://schemas.openxmlformats.org/officeDocument/2006/relationships/notesMaster" Target="../notesMasters/notesMaster1.xml"/><Relationship Id="Rbfc74647c9fc4ce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f51271e0bb2444a" Type="http://schemas.openxmlformats.org/officeDocument/2006/relationships/notesMaster" Target="../notesMasters/notesMaster1.xml"/><Relationship Id="Re5ef0fec4e4449d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53c96be7ecb40de" Type="http://schemas.openxmlformats.org/officeDocument/2006/relationships/slide" Target="../slides/slide11.xml"/><Relationship Id="Raf35f0cf5161433e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8a7cfab4d4364709" Type="http://schemas.openxmlformats.org/officeDocument/2006/relationships/notesMaster" Target="../notesMasters/notesMaster1.xml"/><Relationship Id="Rea6fc798f418438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06441f35e0f4d1a" Type="http://schemas.openxmlformats.org/officeDocument/2006/relationships/notesMaster" Target="../notesMasters/notesMaster1.xml"/><Relationship Id="R74d4fb165c434787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0a9c2c35d6409e" Type="http://schemas.openxmlformats.org/officeDocument/2006/relationships/slide" Target="../slides/slide14.xml"/><Relationship Id="R7559bf0bd20a436c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9bbfcdccd02b49d0" Type="http://schemas.openxmlformats.org/officeDocument/2006/relationships/notesMaster" Target="../notesMasters/notesMaster1.xml"/><Relationship Id="Ra1f468f4cda44507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a8143e2cf6644ed" Type="http://schemas.openxmlformats.org/officeDocument/2006/relationships/slide" Target="../slides/slide16.xml"/><Relationship Id="Reb9d367ee099458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a441523647834f1e" Type="http://schemas.openxmlformats.org/officeDocument/2006/relationships/slide" Target="../slides/slide17.xml"/><Relationship Id="Rbbe611a48042428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c916e384c3194907" Type="http://schemas.openxmlformats.org/officeDocument/2006/relationships/notesMaster" Target="../notesMasters/notesMaster1.xml"/><Relationship Id="Rd5cab1550a874863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01d407add00c400b" Type="http://schemas.openxmlformats.org/officeDocument/2006/relationships/slide" Target="../slides/slide19.xml"/><Relationship Id="Rc41ccc8cb0964c4b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b4af783e226e4c07" Type="http://schemas.openxmlformats.org/officeDocument/2006/relationships/slide" Target="../slides/slide20.xml"/><Relationship Id="Rf8d844d4344344ba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4a12ca013ebb442e" Type="http://schemas.openxmlformats.org/officeDocument/2006/relationships/notesMaster" Target="../notesMasters/notesMaster1.xml"/><Relationship Id="Rdb6b4c64ca514501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compares counts across separate categories.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It reduces misleading differences caused by showing unequal areas or detail.</a:t>
            </a:r>
          </a:p>
          <a:p xmlns:a="http://schemas.openxmlformats.org/drawingml/2006/main">
            <a:r>
              <a:t>Give a reason when ready. Answer: No. State the sampled area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Compare Middlesbrough and Helmsley at similar map scales. Link the evidence to the enquiry.</a:t>
            </a:r>
          </a:p>
          <a:p xmlns:a="http://schemas.openxmlformats.org/drawingml/2006/main">
            <a:r>
              <a:t>Explain how choosing different map extents could change the contrast.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Compare Middlesbrough and Helmsley at similar map scales. Check creator, date, coverage and the question each source can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Using comparable areas, ___ shows ___ whereas ___. The source is useful for ___ but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Using comparable areas, ___ shows ___ whereas ___. The source is useful for ___ but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choosing different map extents could change the contrast.</a:t>
            </a:r>
          </a:p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reduces misleading differences caused by showing unequal areas or detail.</a:t>
            </a:r>
          </a:p>
          <a:p xmlns:a="http://schemas.openxmlformats.org/drawingml/2006/main">
            <a:r>
              <a:t>No. State the sampled area and limits.</a:t>
            </a:r>
          </a:p>
          <a:p xmlns:a="http://schemas.openxmlformats.org/drawingml/2006/main">
            <a:r>
              <a:t>Support: Using comparable areas, ___ shows ___ whereas ___. The source is useful for ___ but ___.</a:t>
            </a:r>
          </a:p>
          <a:p xmlns:a="http://schemas.openxmlformats.org/drawingml/2006/main">
            <a:r>
              <a:t>Extension: Explain how choosing different map extents could change the contrast.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source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a8714fdae544af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1e4a5f1f3d04958" Type="http://schemas.openxmlformats.org/officeDocument/2006/relationships/theme" Target="theme/theme2.xml"/><Relationship Id="R35800b6d47a442d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00b6d47a442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ad7d3a680a44f12" Type="http://schemas.openxmlformats.org/officeDocument/2006/relationships/notesSlide" Target="../notesSlides/notesSlide1.xml"/><Relationship Id="R30e89654fe8f44d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43aa1ef28f249a4" Type="http://schemas.openxmlformats.org/officeDocument/2006/relationships/notesSlide" Target="../notesSlides/notesSlide2.xml"/><Relationship Id="Rf1802e8ba47340b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80d805687c843d1" Type="http://schemas.openxmlformats.org/officeDocument/2006/relationships/slideLayout" Target="../slideLayouts/slideLayout1.xml"/><Relationship Id="R5bc851091f26439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e0bd3ef897e4450" Type="http://schemas.openxmlformats.org/officeDocument/2006/relationships/slideLayout" Target="../slideLayouts/slideLayout1.xml"/><Relationship Id="Rc0fe06f1160d4c3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e7ba2e1c01c4bc2" Type="http://schemas.openxmlformats.org/officeDocument/2006/relationships/slideLayout" Target="../slideLayouts/slideLayout1.xml"/><Relationship Id="R623a0297814d4ad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7eb5cd48a83f44f9" Type="http://schemas.openxmlformats.org/officeDocument/2006/relationships/notesSlide" Target="../notesSlides/notesSlide6.xml"/><Relationship Id="Rd34dfb12615740b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7947fe3b8a34d7c" Type="http://schemas.openxmlformats.org/officeDocument/2006/relationships/notesSlide" Target="../notesSlides/notesSlide7.xml"/><Relationship Id="Rb84d60f3809d443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eeff4b3d41348f0" Type="http://schemas.openxmlformats.org/officeDocument/2006/relationships/slideLayout" Target="../slideLayouts/slideLayout1.xml"/><Relationship Id="Rfdcc4f96e8a9483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ebdf030199ed4faa" Type="http://schemas.openxmlformats.org/officeDocument/2006/relationships/notesSlide" Target="../notesSlides/notesSlide9.xml"/><Relationship Id="Rf1237cf56d474c4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2d1576bf1a24ec9" Type="http://schemas.openxmlformats.org/officeDocument/2006/relationships/notesSlide" Target="../notesSlides/notesSlide10.xml"/><Relationship Id="Rfbd19648011d4dfe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54ba246cbfa4f0b" Type="http://schemas.openxmlformats.org/officeDocument/2006/relationships/slideLayout" Target="../slideLayouts/slideLayout1.xml"/><Relationship Id="R38a80548ef834d2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70fb34466c84a16" Type="http://schemas.openxmlformats.org/officeDocument/2006/relationships/notesSlide" Target="../notesSlides/notesSlide12.xml"/><Relationship Id="Ra3c38be2a20543c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2cbe5d716b649f8" Type="http://schemas.openxmlformats.org/officeDocument/2006/relationships/slideLayout" Target="../slideLayouts/slideLayout1.xml"/><Relationship Id="Rc39d2f64f0fd4c2c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d08c2d0f44c849e1" Type="http://schemas.openxmlformats.org/officeDocument/2006/relationships/slideLayout" Target="../slideLayouts/slideLayout1.xml"/><Relationship Id="Rea79514cfa66455d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df6b8900b3bf4511" Type="http://schemas.openxmlformats.org/officeDocument/2006/relationships/notesSlide" Target="../notesSlides/notesSlide15.xml"/><Relationship Id="Rf9ef566457024d8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d20ff61d733468f" Type="http://schemas.openxmlformats.org/officeDocument/2006/relationships/notesSlide" Target="../notesSlides/notesSlide16.xml"/><Relationship Id="Rc8969f20a4e54f9a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67455640b0a400a" Type="http://schemas.openxmlformats.org/officeDocument/2006/relationships/notesSlide" Target="../notesSlides/notesSlide17.xml"/><Relationship Id="Rcba6384aa1c6412e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70b04d7bdbd4de5" Type="http://schemas.openxmlformats.org/officeDocument/2006/relationships/slideLayout" Target="../slideLayouts/slideLayout1.xml"/><Relationship Id="R186e546e03bd436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75049ccda9249c4" Type="http://schemas.openxmlformats.org/officeDocument/2006/relationships/notesSlide" Target="../notesSlides/notesSlide19.xml"/><Relationship Id="Ra751c6e4d78d4559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d2528e98c2148ac" Type="http://schemas.openxmlformats.org/officeDocument/2006/relationships/slideLayout" Target="../slideLayouts/slideLayout1.xml"/><Relationship Id="R9bddea532ad14f5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4e03f2b8a15c457f" Type="http://schemas.openxmlformats.org/officeDocument/2006/relationships/image" Target="../media/image.png"/><Relationship Id="R76f646c948564181" Type="http://schemas.openxmlformats.org/officeDocument/2006/relationships/notesSlide" Target="../notesSlides/notesSlide21.xml"/><Relationship Id="Rb1698f57c86f4089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7E167-9A6E-4A3F-86B7-7856E4A9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Comparing places through online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A2B63-8347-4835-8C83-2A5F5B0E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9B282-CE57-4948-A489-C5944D2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local area with a contrasting place using online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9B866-947F-4E8F-8CB8-6C18803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E8FC9-BAC1-48E2-A894-4089F09C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503917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575C8-442F-44CB-99BC-E303AE81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CCFEE-83EF-4DDD-88E1-7917655E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1FA42-9AD4-4D98-B650-5651099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is a bar chart suitable for land-use categories?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6C271-685A-4849-9678-9110117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1122424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B1CD4-DE5D-469C-B38E-B66815A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B0039-A82D-4FED-BE77-AAF1A07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F00EB-F630-4679-8CF1-A429374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compare maps at similar scales?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D4161-8A68-4530-8D32-A389E395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one street represent a whole town without qualification?</a:t>
            </a:r>
          </a:p>
        </p:txBody>
      </p:sp>
    </p:spTree>
    <p:extLst>
      <p:ext uri="{BB962C8B-B14F-4D97-AF65-F5344CB8AC3E}">
        <p14:creationId xmlns:p14="http://schemas.microsoft.com/office/powerpoint/2010/main" val="1471473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925AE-04EE-4754-B465-0919D0D8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19ED7-8DD2-4153-8AA3-FC2E985D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41D5A-8218-4BCE-9688-5658D9DD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38D88-3657-48D4-92E0-48B20AA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114D3-20B9-4841-80C9-F9FC45DD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E2306-B96D-4F19-BEFB-061D36F3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1636103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9FCF1-BE6B-4AB2-AB87-DB7DC0C5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E2EBB-C54C-42D8-86A9-5859901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F6F87-48D2-4CFE-A797-10FFF11E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Middlesbrough and Helmsley at similar map scales.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6E2A7-5311-46C8-90B3-625A72E7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3F6AE-2788-4A84-BC87-D84274ED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954712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96D0B-A219-4307-9599-3117E1C4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351D7-4459-4748-B6B4-0A02157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ED707-7E9F-469E-9484-7573B04E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compare maps at similar scales?</a:t>
            </a:r>
          </a:p>
        </p:txBody>
      </p:sp>
    </p:spTree>
    <p:extLst>
      <p:ext uri="{BB962C8B-B14F-4D97-AF65-F5344CB8AC3E}">
        <p14:creationId xmlns:p14="http://schemas.microsoft.com/office/powerpoint/2010/main" val="288298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0365A-B6A5-442C-975A-3BF9B581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AB9C3-2422-4E03-AE0E-795CDEF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FCBC7-B1E0-4DE4-9B9A-7DA9D0D5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Contrasting reference place: Compare a small centre such as Helmsley with central Middlesbrough at comparable map scales. Record the area, source and date used.</a:t>
            </a:r>
          </a:p>
        </p:txBody>
      </p:sp>
    </p:spTree>
    <p:extLst>
      <p:ext uri="{BB962C8B-B14F-4D97-AF65-F5344CB8AC3E}">
        <p14:creationId xmlns:p14="http://schemas.microsoft.com/office/powerpoint/2010/main" val="783650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B5B19-824C-41D9-8164-C81BC894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6AF37-1BE5-4B5F-9C1E-D19F418B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B7A97-CA82-4C34-80C0-CEF2F27D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reduces misleading differences caused by showing unequal areas or detail.</a:t>
            </a:r>
          </a:p>
        </p:txBody>
      </p:sp>
    </p:spTree>
    <p:extLst>
      <p:ext uri="{BB962C8B-B14F-4D97-AF65-F5344CB8AC3E}">
        <p14:creationId xmlns:p14="http://schemas.microsoft.com/office/powerpoint/2010/main" val="15958435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E3264-73D8-42BA-A29E-8579D5A0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8BF9B-E4B7-4E2D-8B48-D905B97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C632-EAA6-4579-947F-0649E36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one street represent a whole town without qualification? No. State the sampled area and limits.</a:t>
            </a:r>
          </a:p>
        </p:txBody>
      </p:sp>
    </p:spTree>
    <p:extLst>
      <p:ext uri="{BB962C8B-B14F-4D97-AF65-F5344CB8AC3E}">
        <p14:creationId xmlns:p14="http://schemas.microsoft.com/office/powerpoint/2010/main" val="4880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2111E-0227-48C7-B359-DD1EBAE6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0FD0F-B699-4CB4-B614-9A77CEA4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99F17-0A15-4D39-92DB-ACAA0A2D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Middlesbrough and Helmsley at similar map scales.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C8885-7128-4537-893C-A2B68C50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creator, date, coverage and the question each source can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C0C02-1181-48D6-BF69-34AAD1E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5170322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8B59C-FCB8-4CC6-A2AE-889EBE48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3BEEF-878E-4E63-9420-A029C05E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6762-3CB6-45AC-ACEF-766F2A5B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first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B7963-54B0-4510-880A-8C92B36C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second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C219E-752D-4DE4-8609-4361EFBC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similarity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14CA3-E18B-4785-9712-5A4103F0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difference or change</a:t>
            </a:r>
          </a:p>
        </p:txBody>
      </p:sp>
    </p:spTree>
    <p:extLst>
      <p:ext uri="{BB962C8B-B14F-4D97-AF65-F5344CB8AC3E}">
        <p14:creationId xmlns:p14="http://schemas.microsoft.com/office/powerpoint/2010/main" val="7276722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3034D-48C0-4D41-B914-187447F3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2F8CE-CC1F-412C-99C0-97D1AB0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7122D-1277-4BAF-95DA-A75F93E7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comparison using online maps of both named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2885B-9D02-4DCA-8210-81E25206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 two contrasts with comparable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2A3AB-9B8B-43FF-ADAB-72E8F46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source’s usefulness and a limitation, recording access date and scale.</a:t>
            </a:r>
          </a:p>
        </p:txBody>
      </p:sp>
    </p:spTree>
    <p:extLst>
      <p:ext uri="{BB962C8B-B14F-4D97-AF65-F5344CB8AC3E}">
        <p14:creationId xmlns:p14="http://schemas.microsoft.com/office/powerpoint/2010/main" val="7149467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0E330-33AB-46F8-82B7-24A82799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2CEEC-2443-4228-B942-25762F88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0DE6-3A05-4288-8DDC-C25B39A5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comparison using online maps of both named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BEB9E-6296-4E3D-8AA5-2C64B36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 two contrasts with comparable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4495D-B0AC-4232-A684-D229C09E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source’s usefulness and a limitation, recording access date and scale.</a:t>
            </a:r>
          </a:p>
        </p:txBody>
      </p:sp>
    </p:spTree>
    <p:extLst>
      <p:ext uri="{BB962C8B-B14F-4D97-AF65-F5344CB8AC3E}">
        <p14:creationId xmlns:p14="http://schemas.microsoft.com/office/powerpoint/2010/main" val="18858677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EA4EF-5FD7-497C-9E05-52705C0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6DE96-1EC8-4934-B701-7C50E44A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5158E-E324-4D17-9817-2910BDB2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comparison using online maps of both named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7145D-FFEC-406E-87F5-CA22A112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 two contrasts with comparable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FD42E-6211-462A-8A46-4F92E29A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source’s usefulness and a limitation, recording access date and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89D5F-FBDE-42FA-AECD-819FC91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choosing different map extents could change the contrast.</a:t>
            </a:r>
          </a:p>
        </p:txBody>
      </p:sp>
    </p:spTree>
    <p:extLst>
      <p:ext uri="{BB962C8B-B14F-4D97-AF65-F5344CB8AC3E}">
        <p14:creationId xmlns:p14="http://schemas.microsoft.com/office/powerpoint/2010/main" val="916165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3F473-19CE-4FD4-AA1E-08A3B0F4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D271A-2D0B-4A5F-AEE8-98F0AB5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3DE29-7063-45E7-A0E7-EE76B0C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comparison and source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D2CB2-D113-4F3D-A64D-90623766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45E3C-E27C-49B3-B9CA-ECA37AB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031117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7CD04-D5F0-47A7-AD11-CED54489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DE8E1-3957-4DB0-BEDF-35EB050C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8A858-85FD-47A5-B576-CD5B94B8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compare maps at similar scales?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063CC-4E98-40EE-8AC3-97315AC8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one street represent a whole town without qualification?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5B48D-C454-4696-8BDE-ED46B7A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3048343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DEBD8-F701-4814-891B-DC6555D5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E0C80-09FB-41CB-8228-5F916D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7DF3B-D453-454F-AADB-19D306B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11098-0CFB-424D-9A6E-F348266B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FF45F-0617-4BEC-BB4C-3699B53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16164420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CB862-F5AA-4192-8865-AE14A9DB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8987C-0589-41D2-99D3-A342FF0D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B0535-4E79-4FA8-9118-BDB35A4E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CF69B-AE7F-428A-AF53-20D8B30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F3902-34E1-43C8-AB97-777CCBD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2039585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F44C2-4D32-45F0-8FD1-192D1C3B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E0E5A-60B8-495F-9D1B-C9C45C30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93300-705A-4EDD-81DE-B680422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86619-5CF8-4BFA-BB4E-F6F70B53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3295B-B64A-48A4-BF14-AA3B02E7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20224648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9ACAB-AE66-4440-AD8F-8AA1617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D97C2-91DE-4038-B21A-40F22B48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033E9-D24E-4C86-97B7-9CBECBDE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67185-AB14-441A-9BEF-9A06BE9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0EC9E-A955-46C5-829F-3FEE7D5D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1311541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B3DFA-D453-49B8-883E-C139FFAF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EDB64-C02F-4B62-9D9F-75D763FF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W6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3f2b8a15c457f"/>
          <a:stretch xmlns:a="http://schemas.openxmlformats.org/drawingml/2006/main"/>
        </p:blipFill>
        <p:spPr>
          <a:xfrm xmlns:a="http://schemas.openxmlformats.org/drawingml/2006/main">
            <a:off x="2126316" y="1238250"/>
            <a:ext cx="7939368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36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2026-09-19T18:36:50.6500000Z</dcterms:created>
  <dcterms:modified xsi:type="dcterms:W3CDTF">2026-09-19T18:36:50.6500000Z</dcterms:modified>
</coreProperties>
</file>