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63e5ff98567408d" Type="http://schemas.openxmlformats.org/package/2006/relationships/metadata/core-properties" Target="docProps/core.xml"/><Relationship Id="R2fe5ae9bb5254e5e" Type="http://schemas.openxmlformats.org/officeDocument/2006/relationships/officeDocument" Target="ppt/presentation.xml"/><Relationship Id="Rf57923f1b3e7466a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43448a2e14a9e"/>
  </p:sldMasterIdLst>
  <p:notesMasterIdLst>
    <p:notesMasterId xmlns:r="http://schemas.openxmlformats.org/officeDocument/2006/relationships" r:id="R2901e42a5ed5410f"/>
  </p:notesMasterIdLst>
  <p:sldIdLst>
    <p:sldId xmlns:r="http://schemas.openxmlformats.org/officeDocument/2006/relationships" id="256" r:id="Rfed8fadac65d48e8"/>
    <p:sldId xmlns:r="http://schemas.openxmlformats.org/officeDocument/2006/relationships" id="257" r:id="R7dce095dc2a34734"/>
    <p:sldId xmlns:r="http://schemas.openxmlformats.org/officeDocument/2006/relationships" id="258" r:id="R8c58b4a394ee4ce5"/>
    <p:sldId xmlns:r="http://schemas.openxmlformats.org/officeDocument/2006/relationships" id="259" r:id="R979faf91f9504266"/>
    <p:sldId xmlns:r="http://schemas.openxmlformats.org/officeDocument/2006/relationships" id="260" r:id="Rbc926e6cbcfd493f"/>
    <p:sldId xmlns:r="http://schemas.openxmlformats.org/officeDocument/2006/relationships" id="261" r:id="Rbbf2f89ad09f4793"/>
    <p:sldId xmlns:r="http://schemas.openxmlformats.org/officeDocument/2006/relationships" id="262" r:id="R293e95e8031b4bac"/>
    <p:sldId xmlns:r="http://schemas.openxmlformats.org/officeDocument/2006/relationships" id="263" r:id="R836082f3d98a427a"/>
    <p:sldId xmlns:r="http://schemas.openxmlformats.org/officeDocument/2006/relationships" id="264" r:id="Rae8f1b88a98b4ed4"/>
    <p:sldId xmlns:r="http://schemas.openxmlformats.org/officeDocument/2006/relationships" id="265" r:id="R47c803f8d3f24a73"/>
    <p:sldId xmlns:r="http://schemas.openxmlformats.org/officeDocument/2006/relationships" id="266" r:id="R2cc73e80083c42f4"/>
    <p:sldId xmlns:r="http://schemas.openxmlformats.org/officeDocument/2006/relationships" id="267" r:id="Rf892f16043544a55"/>
    <p:sldId xmlns:r="http://schemas.openxmlformats.org/officeDocument/2006/relationships" id="268" r:id="R25f1d8c247c346f7"/>
    <p:sldId xmlns:r="http://schemas.openxmlformats.org/officeDocument/2006/relationships" id="269" r:id="Rb2e27d004fdb4c85"/>
    <p:sldId xmlns:r="http://schemas.openxmlformats.org/officeDocument/2006/relationships" id="270" r:id="R028aa08b54294e41"/>
    <p:sldId xmlns:r="http://schemas.openxmlformats.org/officeDocument/2006/relationships" id="271" r:id="Rf706bfdfe4104be8"/>
    <p:sldId xmlns:r="http://schemas.openxmlformats.org/officeDocument/2006/relationships" id="272" r:id="R296456c2646346d6"/>
    <p:sldId xmlns:r="http://schemas.openxmlformats.org/officeDocument/2006/relationships" id="273" r:id="R032bb17f44434fe0"/>
    <p:sldId xmlns:r="http://schemas.openxmlformats.org/officeDocument/2006/relationships" id="274" r:id="R79592d9738634bde"/>
    <p:sldId xmlns:r="http://schemas.openxmlformats.org/officeDocument/2006/relationships" id="275" r:id="R412b56e526f5442e"/>
    <p:sldId xmlns:r="http://schemas.openxmlformats.org/officeDocument/2006/relationships" id="276" r:id="Ra42af32d5d6043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8aa08b54294e41" Type="http://schemas.openxmlformats.org/officeDocument/2006/relationships/slide" Target="slides/slide15.xml"/><Relationship Id="R032bb17f44434fe0" Type="http://schemas.openxmlformats.org/officeDocument/2006/relationships/slide" Target="slides/slide18.xml"/><Relationship Id="R2231efac831c45db" Type="http://schemas.openxmlformats.org/officeDocument/2006/relationships/theme" Target="theme/theme1.xml"/><Relationship Id="R25f1d8c247c346f7" Type="http://schemas.openxmlformats.org/officeDocument/2006/relationships/slide" Target="slides/slide13.xml"/><Relationship Id="R2901e42a5ed5410f" Type="http://schemas.openxmlformats.org/officeDocument/2006/relationships/notesMaster" Target="notesMasters/notesMaster1.xml"/><Relationship Id="R293e95e8031b4bac" Type="http://schemas.openxmlformats.org/officeDocument/2006/relationships/slide" Target="slides/slide7.xml"/><Relationship Id="R296456c2646346d6" Type="http://schemas.openxmlformats.org/officeDocument/2006/relationships/slide" Target="slides/slide17.xml"/><Relationship Id="R2cc73e80083c42f4" Type="http://schemas.openxmlformats.org/officeDocument/2006/relationships/slide" Target="slides/slide11.xml"/><Relationship Id="R35259ad91db04f5c" Type="http://schemas.openxmlformats.org/officeDocument/2006/relationships/presProps" Target="presProps.xml"/><Relationship Id="R412b56e526f5442e" Type="http://schemas.openxmlformats.org/officeDocument/2006/relationships/slide" Target="slides/slide20.xml"/><Relationship Id="R47c803f8d3f24a73" Type="http://schemas.openxmlformats.org/officeDocument/2006/relationships/slide" Target="slides/slide10.xml"/><Relationship Id="R79592d9738634bde" Type="http://schemas.openxmlformats.org/officeDocument/2006/relationships/slide" Target="slides/slide19.xml"/><Relationship Id="R7b543448a2e14a9e" Type="http://schemas.openxmlformats.org/officeDocument/2006/relationships/slideMaster" Target="slideMasters/slideMaster1.xml"/><Relationship Id="R7dce095dc2a34734" Type="http://schemas.openxmlformats.org/officeDocument/2006/relationships/slide" Target="slides/slide2.xml"/><Relationship Id="R836082f3d98a427a" Type="http://schemas.openxmlformats.org/officeDocument/2006/relationships/slide" Target="slides/slide8.xml"/><Relationship Id="R8c58b4a394ee4ce5" Type="http://schemas.openxmlformats.org/officeDocument/2006/relationships/slide" Target="slides/slide3.xml"/><Relationship Id="R979faf91f9504266" Type="http://schemas.openxmlformats.org/officeDocument/2006/relationships/slide" Target="slides/slide4.xml"/><Relationship Id="Ra42af32d5d60435e" Type="http://schemas.openxmlformats.org/officeDocument/2006/relationships/slide" Target="slides/slide21.xml"/><Relationship Id="Rae8f1b88a98b4ed4" Type="http://schemas.openxmlformats.org/officeDocument/2006/relationships/slide" Target="slides/slide9.xml"/><Relationship Id="Rb2e27d004fdb4c85" Type="http://schemas.openxmlformats.org/officeDocument/2006/relationships/slide" Target="slides/slide14.xml"/><Relationship Id="Rbbf2f89ad09f4793" Type="http://schemas.openxmlformats.org/officeDocument/2006/relationships/slide" Target="slides/slide6.xml"/><Relationship Id="Rbc926e6cbcfd493f" Type="http://schemas.openxmlformats.org/officeDocument/2006/relationships/slide" Target="slides/slide5.xml"/><Relationship Id="Rcbe3caa3f3b84875" Type="http://schemas.openxmlformats.org/officeDocument/2006/relationships/tableStyles" Target="tableStyles.xml"/><Relationship Id="Rf706bfdfe4104be8" Type="http://schemas.openxmlformats.org/officeDocument/2006/relationships/slide" Target="slides/slide16.xml"/><Relationship Id="Rf892f16043544a55" Type="http://schemas.openxmlformats.org/officeDocument/2006/relationships/slide" Target="slides/slide12.xml"/><Relationship Id="Rfed8fadac65d48e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499997337c8b4e7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b05e39f85bd4a7d" Type="http://schemas.openxmlformats.org/officeDocument/2006/relationships/slide" Target="../slides/slide1.xml"/><Relationship Id="Rcbd12ffbb378483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b7ece424cb44780" Type="http://schemas.openxmlformats.org/officeDocument/2006/relationships/notesMaster" Target="../notesMasters/notesMaster1.xml"/><Relationship Id="R274d2f86fd284fc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8b14378cf9a4f64" Type="http://schemas.openxmlformats.org/officeDocument/2006/relationships/notesMaster" Target="../notesMasters/notesMaster1.xml"/><Relationship Id="Rc787bd2130154e9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a1e8080e78cf4b6c" Type="http://schemas.openxmlformats.org/officeDocument/2006/relationships/notesMaster" Target="../notesMasters/notesMaster1.xml"/><Relationship Id="Rbe9860b2621541f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5cfdcd34e6cf4b23" Type="http://schemas.openxmlformats.org/officeDocument/2006/relationships/slide" Target="../slides/slide5.xml"/><Relationship Id="R6c13e95e3dd6483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ff7635c1fab4753" Type="http://schemas.openxmlformats.org/officeDocument/2006/relationships/notesMaster" Target="../notesMasters/notesMaster1.xml"/><Relationship Id="Rf6a38f0708c44189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548a67a5045496b" Type="http://schemas.openxmlformats.org/officeDocument/2006/relationships/notesMaster" Target="../notesMasters/notesMaster1.xml"/><Relationship Id="R6483ee32b36647e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4b9ba59068d4d97" Type="http://schemas.openxmlformats.org/officeDocument/2006/relationships/slide" Target="../slides/slide8.xml"/><Relationship Id="Rbaaa6c8f1d4f4920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92c5076e230425d" Type="http://schemas.openxmlformats.org/officeDocument/2006/relationships/slide" Target="../slides/slide9.xml"/><Relationship Id="R3ac59e728ee245a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0eb40288112435a" Type="http://schemas.openxmlformats.org/officeDocument/2006/relationships/notesMaster" Target="../notesMasters/notesMaster1.xml"/><Relationship Id="R8292ff5d124c4178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a1788dfaafd4f87" Type="http://schemas.openxmlformats.org/officeDocument/2006/relationships/slide" Target="../slides/slide11.xml"/><Relationship Id="Rbb1bdfd1158b41e5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efa438d15b8c4f16" Type="http://schemas.openxmlformats.org/officeDocument/2006/relationships/slide" Target="../slides/slide12.xml"/><Relationship Id="Rf7c2e83c5b91495e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63be2846c05d4ff4" Type="http://schemas.openxmlformats.org/officeDocument/2006/relationships/slide" Target="../slides/slide13.xml"/><Relationship Id="Rd450ee4303dc42c9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fa0dde965d14ab5" Type="http://schemas.openxmlformats.org/officeDocument/2006/relationships/notesMaster" Target="../notesMasters/notesMaster1.xml"/><Relationship Id="Re910f43b31544427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92ddd240e0440ac" Type="http://schemas.openxmlformats.org/officeDocument/2006/relationships/slide" Target="../slides/slide15.xml"/><Relationship Id="Rdec6801178e6411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6cdae7714e84a1d" Type="http://schemas.openxmlformats.org/officeDocument/2006/relationships/notesMaster" Target="../notesMasters/notesMaster1.xml"/><Relationship Id="R1f86da22496343ad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f43cd38198f41d9" Type="http://schemas.openxmlformats.org/officeDocument/2006/relationships/notesMaster" Target="../notesMasters/notesMaster1.xml"/><Relationship Id="R9bc5a55a2a4a4fc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204f9328fb2489a" Type="http://schemas.openxmlformats.org/officeDocument/2006/relationships/notesMaster" Target="../notesMasters/notesMaster1.xml"/><Relationship Id="R90d846a1b25a476d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5012b5dbd6a4139" Type="http://schemas.openxmlformats.org/officeDocument/2006/relationships/slide" Target="../slides/slide19.xml"/><Relationship Id="Reb1c9d1ffd914f50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c808690c0014b23" Type="http://schemas.openxmlformats.org/officeDocument/2006/relationships/notesMaster" Target="../notesMasters/notesMaster1.xml"/><Relationship Id="R66aa1630b3b64599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5698437b90874de1" Type="http://schemas.openxmlformats.org/officeDocument/2006/relationships/slide" Target="../slides/slide21.xml"/><Relationship Id="Re94e649dd1bb410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settlement means a place where people live.</a:t>
            </a:r>
          </a:p>
          <a:p xmlns:a="http://schemas.openxmlformats.org/drawingml/2006/main">
            <a:r>
              <a:t>Use the reminder strip or talk it through with an adult. Answer: A place where people live</a:t>
            </a:r>
          </a:p>
          <a:p xmlns:a="http://schemas.openxmlformats.org/drawingml/2006/main">
            <a:r>
              <a:t>Choose: A place where people live OR Growth in the share of people living in urban places. Answer: A place where people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grid or read one relevant card together. Answer: A whole grid square.</a:t>
            </a:r>
          </a:p>
          <a:p xmlns:a="http://schemas.openxmlformats.org/drawingml/2006/main">
            <a:r>
              <a:t>Give a reason when ready. Answer: Symbol meanings and map detail depend on the map series; our practice symbols are labelled teaching symbols.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Compare the practice-map key with the linked OS symbol guide. Link the evidence to the enquiry.</a:t>
            </a:r>
          </a:p>
          <a:p xmlns:a="http://schemas.openxmlformats.org/drawingml/2006/main">
            <a:r>
              <a:t>Give a six-figure location within a square and explain the difference in precision.</a:t>
            </a:r>
          </a:p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Compare the practice-map key with the linked OS symbol guide. Read eastings before northings and practise four-figure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The key identifies ___. Easting ___ then northing ___ gives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identifies ___. Easting ___ then northing ___ gives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Give a six-figure location within a square and explain the difference in precision.</a:t>
            </a:r>
          </a:p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whole grid square.</a:t>
            </a:r>
          </a:p>
          <a:p xmlns:a="http://schemas.openxmlformats.org/drawingml/2006/main">
            <a:r>
              <a:t>Symbol meanings and map detail depend on the map series; our practice symbols are labelled teaching symbols.</a:t>
            </a:r>
          </a:p>
          <a:p xmlns:a="http://schemas.openxmlformats.org/drawingml/2006/main">
            <a:r>
              <a:t>Support: The key identifies ___. Easting ___ then northing ___ gives ___.</a:t>
            </a:r>
          </a:p>
          <a:p xmlns:a="http://schemas.openxmlformats.org/drawingml/2006/main">
            <a:r>
              <a:t>Extension: Give a six-figure location within a square and explain the difference in precision.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 check and location/pattern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Official OS Explorer symbol flashcards: https://www.ordnancesurvey.co.uk/documents/resources/25k-map-symbol-flashcards.pdf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17b4a25b1814c9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8288b51a56846c7" Type="http://schemas.openxmlformats.org/officeDocument/2006/relationships/theme" Target="theme/theme2.xml"/><Relationship Id="Rc1c55e80954647b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c55e809546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43d87c90aa843a9" Type="http://schemas.openxmlformats.org/officeDocument/2006/relationships/notesSlide" Target="../notesSlides/notesSlide1.xml"/><Relationship Id="Raf2db97f981c4068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45369e4f85748dd" Type="http://schemas.openxmlformats.org/officeDocument/2006/relationships/slideLayout" Target="../slideLayouts/slideLayout1.xml"/><Relationship Id="Rc31bd6c5b60145c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285a5bb1882489a" Type="http://schemas.openxmlformats.org/officeDocument/2006/relationships/notesSlide" Target="../notesSlides/notesSlide3.xml"/><Relationship Id="R994c127500ba484e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f802d9c15d542d4" Type="http://schemas.openxmlformats.org/officeDocument/2006/relationships/notesSlide" Target="../notesSlides/notesSlide4.xml"/><Relationship Id="R881fdac3031f48c9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88739e1bc0249a0" Type="http://schemas.openxmlformats.org/officeDocument/2006/relationships/notesSlide" Target="../notesSlides/notesSlide5.xml"/><Relationship Id="R8ebbf01e14b14b1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66f9a7fceec4bf0" Type="http://schemas.openxmlformats.org/officeDocument/2006/relationships/notesSlide" Target="../notesSlides/notesSlide6.xml"/><Relationship Id="R5cd40be92754460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42f1b6ef81024cd5" Type="http://schemas.openxmlformats.org/officeDocument/2006/relationships/slideLayout" Target="../slideLayouts/slideLayout1.xml"/><Relationship Id="R7f67f0eca44b465a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bd921fd5dfc488a" Type="http://schemas.openxmlformats.org/officeDocument/2006/relationships/notesSlide" Target="../notesSlides/notesSlide8.xml"/><Relationship Id="Re12ba5c1faee4d9c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d3b06580234402d" Type="http://schemas.openxmlformats.org/officeDocument/2006/relationships/slideLayout" Target="../slideLayouts/slideLayout1.xml"/><Relationship Id="Re52ceb1566af41e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a5ee19b5b594a3c" Type="http://schemas.openxmlformats.org/officeDocument/2006/relationships/notesSlide" Target="../notesSlides/notesSlide10.xml"/><Relationship Id="Rbcdd7f2a73304c1f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4ad95456ed474af2" Type="http://schemas.openxmlformats.org/officeDocument/2006/relationships/notesSlide" Target="../notesSlides/notesSlide11.xml"/><Relationship Id="R5e472481d56c447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723185505fb84865" Type="http://schemas.openxmlformats.org/officeDocument/2006/relationships/notesSlide" Target="../notesSlides/notesSlide12.xml"/><Relationship Id="Re5f8024ed7b645f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7df669771dbb4556" Type="http://schemas.openxmlformats.org/officeDocument/2006/relationships/notesSlide" Target="../notesSlides/notesSlide13.xml"/><Relationship Id="Rd481cb897b6f435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95d043b785154d04" Type="http://schemas.openxmlformats.org/officeDocument/2006/relationships/notesSlide" Target="../notesSlides/notesSlide14.xml"/><Relationship Id="Rc53e5531a807420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cc2491f257d4674" Type="http://schemas.openxmlformats.org/officeDocument/2006/relationships/notesSlide" Target="../notesSlides/notesSlide15.xml"/><Relationship Id="R400f71a66e534258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51ce1c8077d47e7" Type="http://schemas.openxmlformats.org/officeDocument/2006/relationships/slideLayout" Target="../slideLayouts/slideLayout1.xml"/><Relationship Id="R4b58e7ffa9334f2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ee63bc178c84f6e" Type="http://schemas.openxmlformats.org/officeDocument/2006/relationships/slideLayout" Target="../slideLayouts/slideLayout1.xml"/><Relationship Id="Rebee437dcefe40a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05a7ae68466d4f75" Type="http://schemas.openxmlformats.org/officeDocument/2006/relationships/notesSlide" Target="../notesSlides/notesSlide18.xml"/><Relationship Id="Rb50b77dbd586448f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22063ff09c3456b" Type="http://schemas.openxmlformats.org/officeDocument/2006/relationships/notesSlide" Target="../notesSlides/notesSlide19.xml"/><Relationship Id="Ra461d21fa1c64a16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c9aae5214f34401a" Type="http://schemas.openxmlformats.org/officeDocument/2006/relationships/slideLayout" Target="../slideLayouts/slideLayout1.xml"/><Relationship Id="Ree489220e841419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54ec8c4ebd084d00" Type="http://schemas.openxmlformats.org/officeDocument/2006/relationships/slideLayout" Target="../slideLayouts/slideLayout1.xml"/><Relationship Id="Ra797495bee464e98" Type="http://schemas.openxmlformats.org/officeDocument/2006/relationships/notesSlide" Target="../notesSlides/notesSlide21.xml"/><Relationship Id="Rd7977b805e654767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DA7EC-BF0C-43E3-B86C-E00F1C1A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Maps symbols and grid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21643-EFD9-479A-BA0D-BA49E462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ABD58-5018-40E1-A7FB-79410F1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maps OS symbols and grid references.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447C0-B9C9-4D05-B601-525E7F91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BC279-42F1-43C2-AF01-BE249DDD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0157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30C0E-61BC-4248-ABFD-5C776272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C9F2-F2DB-4731-84C4-7031876F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28D07-49B6-4CE2-AE59-85470D88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settlement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8A42E-819F-4BEA-AFDD-670152E8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settlement?</a:t>
            </a:r>
          </a:p>
        </p:txBody>
      </p:sp>
    </p:spTree>
    <p:extLst>
      <p:ext uri="{BB962C8B-B14F-4D97-AF65-F5344CB8AC3E}">
        <p14:creationId xmlns:p14="http://schemas.microsoft.com/office/powerpoint/2010/main" val="1850829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A811D-3EF4-46FF-8DFE-80EB9738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ADCD0-8763-454C-B2A2-32E30B0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48A09-A08D-4F56-9B8C-7E33DE0E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area does a four-figure reference locate?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9B650-FFE9-4E5D-84A6-CC8CD0E4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consult the actual map key?</a:t>
            </a:r>
          </a:p>
        </p:txBody>
      </p:sp>
    </p:spTree>
    <p:extLst>
      <p:ext uri="{BB962C8B-B14F-4D97-AF65-F5344CB8AC3E}">
        <p14:creationId xmlns:p14="http://schemas.microsoft.com/office/powerpoint/2010/main" val="1101368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DF391-E176-4AAA-A0C0-9AA55A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AC12A-FE15-46DC-BEFD-34F665B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F8FFE-325A-4187-A631-6119DEE4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place where people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FC644-5EEB-4001-88CD-A5251469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urbanisation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Growth in the share of people living in urban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1FB9A-EC0C-41C3-85B6-4E4FF40D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land 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land is used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10DF9-E985-47A6-9604-C44CB71A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Mapping information in separate data layers</a:t>
            </a:r>
          </a:p>
        </p:txBody>
      </p:sp>
    </p:spTree>
    <p:extLst>
      <p:ext uri="{BB962C8B-B14F-4D97-AF65-F5344CB8AC3E}">
        <p14:creationId xmlns:p14="http://schemas.microsoft.com/office/powerpoint/2010/main" val="1010240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491E0-218E-4D23-BBE7-F183C11B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654E5-8746-42DB-9B50-D680AD4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444E4-9A6D-4841-84AF-29A11E14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practice-map key with the linked OS symbol guide.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8C717-CA69-4868-91A5-4CF91E8B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3B4E4-EA4F-4A4B-9414-45FA9438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2081931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D7F60-4FDC-4029-9AB6-9EB8447A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55514-9B8F-46B6-B8C8-37BD43EF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C4FC9-07C3-4667-8442-F2E4039C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area does a four-figure reference locate?</a:t>
            </a:r>
          </a:p>
        </p:txBody>
      </p:sp>
    </p:spTree>
    <p:extLst>
      <p:ext uri="{BB962C8B-B14F-4D97-AF65-F5344CB8AC3E}">
        <p14:creationId xmlns:p14="http://schemas.microsoft.com/office/powerpoint/2010/main" val="545316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6BF2E-CD9E-4653-9C18-89057DFD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33E68-457A-4B6A-834C-683E52D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D5910-DF7C-4637-BF27-889402C0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Practice grid: read eastings across first, then northings up. Four figures identify a whole square. The park is in 1122.</a:t>
            </a:r>
          </a:p>
        </p:txBody>
      </p:sp>
    </p:spTree>
    <p:extLst>
      <p:ext uri="{BB962C8B-B14F-4D97-AF65-F5344CB8AC3E}">
        <p14:creationId xmlns:p14="http://schemas.microsoft.com/office/powerpoint/2010/main" val="1165559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A7099-EC9D-4F64-A5E8-B4D5985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7CDAA-5189-4D3D-95F7-A4C91A7E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D77D2-9F9D-4151-8811-9F1808F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whole grid square.</a:t>
            </a:r>
          </a:p>
        </p:txBody>
      </p:sp>
    </p:spTree>
    <p:extLst>
      <p:ext uri="{BB962C8B-B14F-4D97-AF65-F5344CB8AC3E}">
        <p14:creationId xmlns:p14="http://schemas.microsoft.com/office/powerpoint/2010/main" val="1945062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C7FAE-F1E1-40D6-A775-31E75F04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1F19-4F1B-42B1-89A7-52BDE32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F8652-03D0-42A4-8367-5D39C536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consult the actual map key? Symbol meanings and map detail depend on the map series; our practice symbols are labelled teaching symbols.</a:t>
            </a:r>
          </a:p>
        </p:txBody>
      </p:sp>
    </p:spTree>
    <p:extLst>
      <p:ext uri="{BB962C8B-B14F-4D97-AF65-F5344CB8AC3E}">
        <p14:creationId xmlns:p14="http://schemas.microsoft.com/office/powerpoint/2010/main" val="346372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A1679-3CA8-4E53-844C-63C71FBE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D791E-83AD-4EFF-AB68-035EA18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BEBC7-C4F6-4A99-ABC6-B4E582C3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practice-map key with the linked OS symbol guide.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429EE-A44F-455D-B2D1-D916761D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eastings before northings and practise four-figure references.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B1F74-3A5E-4485-AA2E-CB06AA0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46668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9903A-952D-4BCC-850F-E4078CE5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862E8-96A0-4880-B19E-D35B40F4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C5DBB-0535-4F8B-8165-0D7CD64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Places and symbols or grid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6B24E-AB33-41C5-B7B9-8FC92202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Location or direction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AC1C6-B4FB-45FA-81EA-E1A9144D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Pattern using the map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0BD0F-F49E-4A99-A047-999E73DC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this map does not show</a:t>
            </a:r>
          </a:p>
        </p:txBody>
      </p:sp>
    </p:spTree>
    <p:extLst>
      <p:ext uri="{BB962C8B-B14F-4D97-AF65-F5344CB8AC3E}">
        <p14:creationId xmlns:p14="http://schemas.microsoft.com/office/powerpoint/2010/main" val="21253216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C45ED-8D95-468A-9B50-608CF5E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944DA-4874-4BBE-98BA-797147DE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82D4A-DFF2-47F4-BC21-0C83E3AA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the genuine OS abbreviations Sch, PO and FB using the supplied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EEE20-7994-4D39-A01F-C0F4E836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three features on the separate practice map using grid references and direction.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E9438-36B0-4514-9F1E-A55B9625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independent location or pattern question.</a:t>
            </a:r>
          </a:p>
        </p:txBody>
      </p:sp>
    </p:spTree>
    <p:extLst>
      <p:ext uri="{BB962C8B-B14F-4D97-AF65-F5344CB8AC3E}">
        <p14:creationId xmlns:p14="http://schemas.microsoft.com/office/powerpoint/2010/main" val="5833958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AFAF0-51E7-482E-9604-42C82B6D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E570F-826B-43DF-B400-8DF6D101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F73A7-4E18-41A9-A9A4-6CC91F01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the genuine OS abbreviations Sch, PO and FB using the supplied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B172-06D9-4531-804A-8B4ADBF5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three features on the separate practice map using grid references and direction.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A1052-0F99-4515-A184-D4AE2BA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independent location or pattern question.</a:t>
            </a:r>
          </a:p>
        </p:txBody>
      </p:sp>
    </p:spTree>
    <p:extLst>
      <p:ext uri="{BB962C8B-B14F-4D97-AF65-F5344CB8AC3E}">
        <p14:creationId xmlns:p14="http://schemas.microsoft.com/office/powerpoint/2010/main" val="868695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A05B7-548E-4AB1-8342-AE8A84F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F728F-C73F-4779-8A2E-12B29F06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EF385-42E8-4E62-951E-804F247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the genuine OS abbreviations Sch, PO and FB using the supplied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C0E00-10D8-41E1-8BC5-79FFA798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three features on the separate practice map using grid references and direction.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0F198-BE71-4B75-B7B0-4E600879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independent location or pattern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786F7-DFDF-4827-89B5-C8F42B3D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a six-figure location within a square and explain the difference in precision.</a:t>
            </a:r>
          </a:p>
        </p:txBody>
      </p:sp>
    </p:spTree>
    <p:extLst>
      <p:ext uri="{BB962C8B-B14F-4D97-AF65-F5344CB8AC3E}">
        <p14:creationId xmlns:p14="http://schemas.microsoft.com/office/powerpoint/2010/main" val="15058827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93C0D-02B8-4961-8A9E-A28DEF54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2D30D-8120-46F3-B09D-EF375DB3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C0D7A-B908-46BD-B3CC-385CC1FC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map check and location/pattern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FCCE4-B99D-4CCB-87E9-C460065C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C7490-919E-4A1E-930B-0601830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3172209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1026A-E30B-417A-9B87-69C7B9B1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47292-8FCC-497F-BF7C-21BB96AD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5B4E5-BE8A-44C2-8DA5-02FF640F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area does a four-figure reference locate?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4D996-6CC1-4F19-AA1F-47673D42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consult the actual map key?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484DE-DEF9-40CC-BA3E-41F84CF1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5404445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69812-07E5-4ED5-94E3-33228010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Local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FD0AC-5B2F-421C-8470-6D2AA01A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908A4-3CF1-4BB3-924D-7F207DAE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Middlesbrough railway station and the Transporter Bridge are reference points on our digital map. Toggle layers to examine their positions. Town Hall lies beyond this map’s southern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B0B39-AF37-4D74-9EB2-61DE1A38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place references; approximate labelled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FB0A6-50AE-47EC-B6F9-4806577B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points alone cannot show population density or prove why development happened.</a:t>
            </a:r>
          </a:p>
        </p:txBody>
      </p:sp>
    </p:spTree>
    <p:extLst>
      <p:ext uri="{BB962C8B-B14F-4D97-AF65-F5344CB8AC3E}">
        <p14:creationId xmlns:p14="http://schemas.microsoft.com/office/powerpoint/2010/main" val="9126736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395F0-E12D-429C-8822-60A7BE3C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Reasons places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3DC04-84A7-4C3A-A541-31A76A46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C4B44-7341-4E89-AE52-50CF32B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Work, transport and services can attract people and businesses. A growing town may need more homes and infrastructure. Population growth can also occur within existing settlements.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F2790-60AE-487A-B10C-B1A16F8F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geographical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1189C-F059-406A-AA42-1F5E16E4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is a hypothesis until tested against evidence for a particular place.</a:t>
            </a:r>
          </a:p>
        </p:txBody>
      </p:sp>
    </p:spTree>
    <p:extLst>
      <p:ext uri="{BB962C8B-B14F-4D97-AF65-F5344CB8AC3E}">
        <p14:creationId xmlns:p14="http://schemas.microsoft.com/office/powerpoint/2010/main" val="4042915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08A3F-37AD-4634-9999-3BEE6D4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Practice land-use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CCA7A-D7FE-438E-88D1-1C1CE0F7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20128-C28C-459C-879B-495CFC21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practice tally: shops 8, homes 12, public services 4, green spaces 6. This is training data only. Replace it with your dated observations for the fieldwork enquiry.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2DB88-A81B-4B70-BFEC-9A729088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BC68B-8491-451C-B005-33FB53ED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9327981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3751F-CD58-4475-9D91-AFD051A7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Contrasting reference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852A2-4B70-4E6C-9C4F-6D37F4DA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A6F42-B60E-4BCF-9682-50331FB1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small centre such as Helmsley with central Middlesbrough at comparable map scales. Record the area, source and date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18D41-37BF-42F6-ABE9-C536B23D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linked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FC4B1-C2B0-49A6-991F-464F659B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sampled street does not represent a whole settlement.</a:t>
            </a:r>
          </a:p>
        </p:txBody>
      </p:sp>
    </p:spTree>
    <p:extLst>
      <p:ext uri="{BB962C8B-B14F-4D97-AF65-F5344CB8AC3E}">
        <p14:creationId xmlns:p14="http://schemas.microsoft.com/office/powerpoint/2010/main" val="933995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485F2-E42F-4744-A0CE-5B0D73D7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56057-1CE4-453A-9600-233F634A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W1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77b805e654767"/>
          <a:stretch xmlns:a="http://schemas.openxmlformats.org/drawingml/2006/main"/>
        </p:blipFill>
        <p:spPr>
          <a:xfrm xmlns:a="http://schemas.openxmlformats.org/drawingml/2006/main">
            <a:off x="1047750" y="1306006"/>
            <a:ext cx="10096500" cy="47222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85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2026-09-19T18:36:54.8130000Z</dcterms:created>
  <dcterms:modified xsi:type="dcterms:W3CDTF">2026-09-19T18:36:54.8130000Z</dcterms:modified>
</coreProperties>
</file>