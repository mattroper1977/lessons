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77fc2462dba4912" Type="http://schemas.openxmlformats.org/package/2006/relationships/metadata/core-properties" Target="docProps/core.xml"/><Relationship Id="Rb6977f1718a649d9" Type="http://schemas.openxmlformats.org/officeDocument/2006/relationships/extended-properties" Target="docProps/app.xml"/><Relationship Id="Rdb2172855bd143f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d84fa3e604dcb"/>
  </p:sldMasterIdLst>
  <p:notesMasterIdLst>
    <p:notesMasterId xmlns:r="http://schemas.openxmlformats.org/officeDocument/2006/relationships" r:id="Ra7b8a527e3ea4097"/>
  </p:notesMasterIdLst>
  <p:sldIdLst>
    <p:sldId xmlns:r="http://schemas.openxmlformats.org/officeDocument/2006/relationships" id="256" r:id="R95a7576bed9248c4"/>
    <p:sldId xmlns:r="http://schemas.openxmlformats.org/officeDocument/2006/relationships" id="257" r:id="Raebc5fa027ca4d60"/>
    <p:sldId xmlns:r="http://schemas.openxmlformats.org/officeDocument/2006/relationships" id="258" r:id="Rcd9c965d53d74885"/>
    <p:sldId xmlns:r="http://schemas.openxmlformats.org/officeDocument/2006/relationships" id="259" r:id="R8ec3d32355c946dd"/>
    <p:sldId xmlns:r="http://schemas.openxmlformats.org/officeDocument/2006/relationships" id="260" r:id="Rc410966cfa4148cb"/>
    <p:sldId xmlns:r="http://schemas.openxmlformats.org/officeDocument/2006/relationships" id="261" r:id="Ra969405c878542bc"/>
    <p:sldId xmlns:r="http://schemas.openxmlformats.org/officeDocument/2006/relationships" id="262" r:id="R8e2f10c7dbae439f"/>
    <p:sldId xmlns:r="http://schemas.openxmlformats.org/officeDocument/2006/relationships" id="263" r:id="Rb2b81624c3704554"/>
    <p:sldId xmlns:r="http://schemas.openxmlformats.org/officeDocument/2006/relationships" id="264" r:id="R02a2efe326b2430a"/>
    <p:sldId xmlns:r="http://schemas.openxmlformats.org/officeDocument/2006/relationships" id="265" r:id="Re8574cbe746d4733"/>
    <p:sldId xmlns:r="http://schemas.openxmlformats.org/officeDocument/2006/relationships" id="266" r:id="R8e0f4cf4a47d4b54"/>
    <p:sldId xmlns:r="http://schemas.openxmlformats.org/officeDocument/2006/relationships" id="267" r:id="R44264ea07f1c4510"/>
    <p:sldId xmlns:r="http://schemas.openxmlformats.org/officeDocument/2006/relationships" id="268" r:id="R5a6645a080d04bce"/>
    <p:sldId xmlns:r="http://schemas.openxmlformats.org/officeDocument/2006/relationships" id="269" r:id="R8f6acb3fb071487d"/>
    <p:sldId xmlns:r="http://schemas.openxmlformats.org/officeDocument/2006/relationships" id="270" r:id="R1e0ea405ea4c4f32"/>
    <p:sldId xmlns:r="http://schemas.openxmlformats.org/officeDocument/2006/relationships" id="271" r:id="Rb17c34e16eb64747"/>
    <p:sldId xmlns:r="http://schemas.openxmlformats.org/officeDocument/2006/relationships" id="272" r:id="R55221e0cb15a411e"/>
    <p:sldId xmlns:r="http://schemas.openxmlformats.org/officeDocument/2006/relationships" id="273" r:id="R79330ae5c0544e8f"/>
    <p:sldId xmlns:r="http://schemas.openxmlformats.org/officeDocument/2006/relationships" id="274" r:id="R4d402f414bb54185"/>
    <p:sldId xmlns:r="http://schemas.openxmlformats.org/officeDocument/2006/relationships" id="275" r:id="R3349c3337f53412b"/>
    <p:sldId xmlns:r="http://schemas.openxmlformats.org/officeDocument/2006/relationships" id="276" r:id="R8391fee95e674ecf"/>
    <p:sldId xmlns:r="http://schemas.openxmlformats.org/officeDocument/2006/relationships" id="277" r:id="R48a47e680b864d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a2efe326b2430a" Type="http://schemas.openxmlformats.org/officeDocument/2006/relationships/slide" Target="slides/slide9.xml"/><Relationship Id="R1e0ea405ea4c4f32" Type="http://schemas.openxmlformats.org/officeDocument/2006/relationships/slide" Target="slides/slide15.xml"/><Relationship Id="R3349c3337f53412b" Type="http://schemas.openxmlformats.org/officeDocument/2006/relationships/slide" Target="slides/slide20.xml"/><Relationship Id="R44264ea07f1c4510" Type="http://schemas.openxmlformats.org/officeDocument/2006/relationships/slide" Target="slides/slide12.xml"/><Relationship Id="R48a47e680b864d3c" Type="http://schemas.openxmlformats.org/officeDocument/2006/relationships/slide" Target="slides/slide22.xml"/><Relationship Id="R4d402f414bb54185" Type="http://schemas.openxmlformats.org/officeDocument/2006/relationships/slide" Target="slides/slide19.xml"/><Relationship Id="R55221e0cb15a411e" Type="http://schemas.openxmlformats.org/officeDocument/2006/relationships/slide" Target="slides/slide17.xml"/><Relationship Id="R5a6645a080d04bce" Type="http://schemas.openxmlformats.org/officeDocument/2006/relationships/slide" Target="slides/slide13.xml"/><Relationship Id="R78fd84fa3e604dcb" Type="http://schemas.openxmlformats.org/officeDocument/2006/relationships/slideMaster" Target="slideMasters/slideMaster1.xml"/><Relationship Id="R79330ae5c0544e8f" Type="http://schemas.openxmlformats.org/officeDocument/2006/relationships/slide" Target="slides/slide18.xml"/><Relationship Id="R8391fee95e674ecf" Type="http://schemas.openxmlformats.org/officeDocument/2006/relationships/slide" Target="slides/slide21.xml"/><Relationship Id="R8e0f4cf4a47d4b54" Type="http://schemas.openxmlformats.org/officeDocument/2006/relationships/slide" Target="slides/slide11.xml"/><Relationship Id="R8e2f10c7dbae439f" Type="http://schemas.openxmlformats.org/officeDocument/2006/relationships/slide" Target="slides/slide7.xml"/><Relationship Id="R8ec3d32355c946dd" Type="http://schemas.openxmlformats.org/officeDocument/2006/relationships/slide" Target="slides/slide4.xml"/><Relationship Id="R8ef5de6a0f3244ed" Type="http://schemas.openxmlformats.org/officeDocument/2006/relationships/presProps" Target="presProps.xml"/><Relationship Id="R8f6acb3fb071487d" Type="http://schemas.openxmlformats.org/officeDocument/2006/relationships/slide" Target="slides/slide14.xml"/><Relationship Id="R95a7576bed9248c4" Type="http://schemas.openxmlformats.org/officeDocument/2006/relationships/slide" Target="slides/slide1.xml"/><Relationship Id="Ra7b8a527e3ea4097" Type="http://schemas.openxmlformats.org/officeDocument/2006/relationships/notesMaster" Target="notesMasters/notesMaster1.xml"/><Relationship Id="Ra969405c878542bc" Type="http://schemas.openxmlformats.org/officeDocument/2006/relationships/slide" Target="slides/slide6.xml"/><Relationship Id="Raebc5fa027ca4d60" Type="http://schemas.openxmlformats.org/officeDocument/2006/relationships/slide" Target="slides/slide2.xml"/><Relationship Id="Rb17c34e16eb64747" Type="http://schemas.openxmlformats.org/officeDocument/2006/relationships/slide" Target="slides/slide16.xml"/><Relationship Id="Rb2b81624c3704554" Type="http://schemas.openxmlformats.org/officeDocument/2006/relationships/slide" Target="slides/slide8.xml"/><Relationship Id="Rc410966cfa4148cb" Type="http://schemas.openxmlformats.org/officeDocument/2006/relationships/slide" Target="slides/slide5.xml"/><Relationship Id="Rcd9c965d53d74885" Type="http://schemas.openxmlformats.org/officeDocument/2006/relationships/slide" Target="slides/slide3.xml"/><Relationship Id="Rdeb1e9c7e87c48bc" Type="http://schemas.openxmlformats.org/officeDocument/2006/relationships/theme" Target="theme/theme1.xml"/><Relationship Id="Re08cacdd67634eae" Type="http://schemas.openxmlformats.org/officeDocument/2006/relationships/tableStyles" Target="tableStyles.xml"/><Relationship Id="Re8574cbe746d473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1439be90029d486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00042134124ea5" Type="http://schemas.openxmlformats.org/officeDocument/2006/relationships/notesMaster" Target="../notesMasters/notesMaster1.xml"/><Relationship Id="R96420f4ab0834e8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ae1593e2d5c4e2e" Type="http://schemas.openxmlformats.org/officeDocument/2006/relationships/notesMaster" Target="../notesMasters/notesMaster1.xml"/><Relationship Id="Rd4c2f3f8637c433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6995111b2224345" Type="http://schemas.openxmlformats.org/officeDocument/2006/relationships/slide" Target="../slides/slide3.xml"/><Relationship Id="Rf3d7a38e20c4494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dcfaffcbcdc4fa7" Type="http://schemas.openxmlformats.org/officeDocument/2006/relationships/slide" Target="../slides/slide4.xml"/><Relationship Id="R7ee5d41df9a64e7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b2d392b4f7f04d1c" Type="http://schemas.openxmlformats.org/officeDocument/2006/relationships/slide" Target="../slides/slide5.xml"/><Relationship Id="Rbfcd8c65c0934ef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4c7f4243eaa471f" Type="http://schemas.openxmlformats.org/officeDocument/2006/relationships/slide" Target="../slides/slide6.xml"/><Relationship Id="R8d107b8467a24b4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e34cfc83e404709" Type="http://schemas.openxmlformats.org/officeDocument/2006/relationships/notesMaster" Target="../notesMasters/notesMaster1.xml"/><Relationship Id="R32de9414c23b4455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4fde2c015f14ae3" Type="http://schemas.openxmlformats.org/officeDocument/2006/relationships/slide" Target="../slides/slide8.xml"/><Relationship Id="Rb4e73b2e6c3a41c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3cbd98490844eb8" Type="http://schemas.openxmlformats.org/officeDocument/2006/relationships/slide" Target="../slides/slide9.xml"/><Relationship Id="R58bcd311d2324f1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02af2f4ef904f22" Type="http://schemas.openxmlformats.org/officeDocument/2006/relationships/slide" Target="../slides/slide10.xml"/><Relationship Id="Rd864ec2ee08346b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9ca91c3982d427c" Type="http://schemas.openxmlformats.org/officeDocument/2006/relationships/notesMaster" Target="../notesMasters/notesMaster1.xml"/><Relationship Id="R9861c187a858428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ba88a35478c4fca" Type="http://schemas.openxmlformats.org/officeDocument/2006/relationships/notesMaster" Target="../notesMasters/notesMaster1.xml"/><Relationship Id="R8cf6575024264dee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a477138845cd4732" Type="http://schemas.openxmlformats.org/officeDocument/2006/relationships/notesMaster" Target="../notesMasters/notesMaster1.xml"/><Relationship Id="Re1ddc4d12ff145f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8de8f8a56eb4020" Type="http://schemas.openxmlformats.org/officeDocument/2006/relationships/notesMaster" Target="../notesMasters/notesMaster1.xml"/><Relationship Id="R4e9297c4f432412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8619b8d95b04fe5" Type="http://schemas.openxmlformats.org/officeDocument/2006/relationships/slide" Target="../slides/slide15.xml"/><Relationship Id="R99d1e01e09074bb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9ccb6c2167504027" Type="http://schemas.openxmlformats.org/officeDocument/2006/relationships/notesMaster" Target="../notesMasters/notesMaster1.xml"/><Relationship Id="Rb646124af0fc4b9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90da7df885a4f81" Type="http://schemas.openxmlformats.org/officeDocument/2006/relationships/slide" Target="../slides/slide17.xml"/><Relationship Id="Rf9006cac520a420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9240729ec6c434e" Type="http://schemas.openxmlformats.org/officeDocument/2006/relationships/slide" Target="../slides/slide18.xml"/><Relationship Id="R6396e66e886749d7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7a92db7c719e4cbe" Type="http://schemas.openxmlformats.org/officeDocument/2006/relationships/notesMaster" Target="../notesMasters/notesMaster1.xml"/><Relationship Id="Rb032228594324b7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70abcea67fce49d5" Type="http://schemas.openxmlformats.org/officeDocument/2006/relationships/slide" Target="../slides/slide20.xml"/><Relationship Id="R8361ceb661b7434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c2ba00d46a894151" Type="http://schemas.openxmlformats.org/officeDocument/2006/relationships/notesMaster" Target="../notesMasters/notesMaster1.xml"/><Relationship Id="Rcb09dea29e174ec1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113597fa7f9a47f0" Type="http://schemas.openxmlformats.org/officeDocument/2006/relationships/notesMaster" Target="../notesMasters/notesMaster1.xml"/><Relationship Id="R7e7d0ccd54d84a46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makes observations more consistent and comparable.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dataset or read one relevant card together. Answer: It compares counts across separate categories.</a:t>
            </a:r>
          </a:p>
          <a:p xmlns:a="http://schemas.openxmlformats.org/drawingml/2006/main">
            <a:r>
              <a:t>Give a reason when ready. Answer: Use clearly labelled practice data for the skill, then collect genuine observations before assessing the fieldwork enquiry.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Transfer a practice tally into the prepared table. Link the evidence to the enquiry.</a:t>
            </a:r>
          </a:p>
          <a:p xmlns:a="http://schemas.openxmlformats.org/drawingml/2006/main">
            <a:r>
              <a:t>Explain why a pie chart or line graph might be less suitable for your particular data.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Transfer a practice tally into the prepared table. Choose a bar chart and check category names, values and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largest category is ___ with ___. Compared with ___, ___. Our sample is limited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category is ___ with ___. Compared with ___, ___. Our sample is limited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pie chart or line graph might be less suitable for your particular data.</a:t>
            </a:r>
          </a:p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compares counts across separate categories.</a:t>
            </a:r>
          </a:p>
          <a:p xmlns:a="http://schemas.openxmlformats.org/drawingml/2006/main">
            <a:r>
              <a:t>Use clearly labelled practice data for the skill, then collect genuine observations before assessing the fieldwork enquiry.</a:t>
            </a:r>
          </a:p>
          <a:p xmlns:a="http://schemas.openxmlformats.org/drawingml/2006/main">
            <a:r>
              <a:t>Support: The largest category is ___ with ___. Compared with ___, ___. Our sample is limited because ___.</a:t>
            </a:r>
          </a:p>
          <a:p xmlns:a="http://schemas.openxmlformats.org/drawingml/2006/main">
            <a:r>
              <a:t>Extension: Explain why a pie chart or line graph might be less suitable for your particular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transfer, graph and pattern statement.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training data; replace with dated learner observations for fieldwork 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not actual observations of Middlesbrough or Helmsley.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916b890df55421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6682d0266b64679" Type="http://schemas.openxmlformats.org/officeDocument/2006/relationships/theme" Target="theme/theme2.xml"/><Relationship Id="Rc1d0a094376948b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0a0943769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064f3ccc9d943b3" Type="http://schemas.openxmlformats.org/officeDocument/2006/relationships/notesSlide" Target="../notesSlides/notesSlide1.xml"/><Relationship Id="R78af1fd102254fc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928e59b1ae5403f" Type="http://schemas.openxmlformats.org/officeDocument/2006/relationships/notesSlide" Target="../notesSlides/notesSlide2.xml"/><Relationship Id="R9af8e072bc39421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a903aae5afe4e27" Type="http://schemas.openxmlformats.org/officeDocument/2006/relationships/slideLayout" Target="../slideLayouts/slideLayout1.xml"/><Relationship Id="R54aa567c1f1344d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b0077d1824ce43eb" Type="http://schemas.openxmlformats.org/officeDocument/2006/relationships/slideLayout" Target="../slideLayouts/slideLayout1.xml"/><Relationship Id="Rf546a1704a764c8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951653644a8c44be" Type="http://schemas.openxmlformats.org/officeDocument/2006/relationships/slideLayout" Target="../slideLayouts/slideLayout1.xml"/><Relationship Id="Rccb628e794a543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6c097d8da074a95" Type="http://schemas.openxmlformats.org/officeDocument/2006/relationships/slideLayout" Target="../slideLayouts/slideLayout1.xml"/><Relationship Id="Rb51312296db04d5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54c3ed9d8db422a" Type="http://schemas.openxmlformats.org/officeDocument/2006/relationships/slideLayout" Target="../slideLayouts/slideLayout1.xml"/><Relationship Id="R33f5467746c24fe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b5b1b88d104a4b11" Type="http://schemas.openxmlformats.org/officeDocument/2006/relationships/slideLayout" Target="../slideLayouts/slideLayout1.xml"/><Relationship Id="Red0362867f2d4e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7e8025fb1b254159" Type="http://schemas.openxmlformats.org/officeDocument/2006/relationships/slideLayout" Target="../slideLayouts/slideLayout1.xml"/><Relationship Id="Rd2fa104c8e0f47b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57ef1f019a04be9" Type="http://schemas.openxmlformats.org/officeDocument/2006/relationships/slideLayout" Target="../slideLayouts/slideLayout1.xml"/><Relationship Id="Ree140ffa4dee4ac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0be36b98cc243f1" Type="http://schemas.openxmlformats.org/officeDocument/2006/relationships/slideLayout" Target="../slideLayouts/slideLayout1.xml"/><Relationship Id="R281f7f22148a4f1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e0f7b135132e4bf7" Type="http://schemas.openxmlformats.org/officeDocument/2006/relationships/slideLayout" Target="../slideLayouts/slideLayout1.xml"/><Relationship Id="Rfa22d66cf92948d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2f0a83fd6914306" Type="http://schemas.openxmlformats.org/officeDocument/2006/relationships/slideLayout" Target="../slideLayouts/slideLayout1.xml"/><Relationship Id="R7c83198527934ba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3ee00d1e79254956" Type="http://schemas.openxmlformats.org/officeDocument/2006/relationships/slideLayout" Target="../slideLayouts/slideLayout1.xml"/><Relationship Id="Rbc0c57601a094e0e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3e9110d7517e4d63" Type="http://schemas.openxmlformats.org/officeDocument/2006/relationships/slideLayout" Target="../slideLayouts/slideLayout1.xml"/><Relationship Id="Rd475e3ff5f8e4b8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4cce6e811164700" Type="http://schemas.openxmlformats.org/officeDocument/2006/relationships/slideLayout" Target="../slideLayouts/slideLayout1.xml"/><Relationship Id="Raa6803068aef44e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bfbc677e80f04f47" Type="http://schemas.openxmlformats.org/officeDocument/2006/relationships/slideLayout" Target="../slideLayouts/slideLayout1.xml"/><Relationship Id="Re54917114502490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a4b564f42974242" Type="http://schemas.openxmlformats.org/officeDocument/2006/relationships/slideLayout" Target="../slideLayouts/slideLayout1.xml"/><Relationship Id="Rb8749284782041e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39a67091f904b10" Type="http://schemas.openxmlformats.org/officeDocument/2006/relationships/notesSlide" Target="../notesSlides/notesSlide19.xml"/><Relationship Id="R6f41729f26734386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48a18480e12a437e" Type="http://schemas.openxmlformats.org/officeDocument/2006/relationships/notesSlide" Target="../notesSlides/notesSlide20.xml"/><Relationship Id="Rd2f925d80b54437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63bf7fa81cc5428d" Type="http://schemas.openxmlformats.org/officeDocument/2006/relationships/notesSlide" Target="../notesSlides/notesSlide21.xml"/><Relationship Id="R70be38f7f64943b4" Type="http://schemas.openxmlformats.org/officeDocument/2006/relationships/image" Target="../media/image.png"/><Relationship Id="R722e24cd06cb4ab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07f3e91da6944502" Type="http://schemas.openxmlformats.org/officeDocument/2006/relationships/slideLayout" Target="../slideLayouts/slideLayout1.xml"/><Relationship Id="Rf5b1e7f0357a4000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B9CEC-C5F8-4AA1-8C27-293F98A2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From fieldwork to spreadsheet and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D5CC-DF1F-4593-AB7A-8891780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2D990-ACF7-4DA9-9248-5F48C2F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fieldwork in a spreadsheet and graph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25981-B031-4E9E-9A95-FBC6A07E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1C012-5057-4363-AE55-4B47772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34860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3804A-2AF1-4782-8B92-D04A1903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0BE94-4FFE-4775-BD70-49D2032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611-4D0D-41E3-A47B-25A099D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agree categories before counting?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1FA0B-F6C5-4850-BA0F-9F5F062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1549530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919F-F3EB-4DEF-829E-473A730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73369-5990-4739-88E7-441C349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A8A90-59C5-46F2-A93F-AAC070BF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is a bar chart suitable for land-use categories?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98924-DD67-4D0B-86A0-D6B26829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if fieldwork data are missing?</a:t>
            </a:r>
          </a:p>
        </p:txBody>
      </p:sp>
    </p:spTree>
    <p:extLst>
      <p:ext uri="{BB962C8B-B14F-4D97-AF65-F5344CB8AC3E}">
        <p14:creationId xmlns:p14="http://schemas.microsoft.com/office/powerpoint/2010/main" val="101139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68134-D197-4D80-92CE-98ED109A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D3C97-EFC2-4733-8518-F2E5AA7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9193F-6080-4762-83E4-B8491A4D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D2369-564E-49C8-9EBA-D4C3859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84A3D-2F75-4F27-980D-9E732744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53CBA-21EF-4F1F-97BB-42930F2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934973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C2BAF-D886-4CED-B7A0-2A76DFB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BAD4-E788-4ABD-9F47-72D3E5C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F1897-F0B2-4355-81AB-7A13B77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Transfer a practice tally into the prepared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D04D-9A30-49DD-9F82-B8AD63D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DB2E3-5673-4616-936C-D9A6244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704691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73AB-176C-4092-9F1E-D218662C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0FC68-5053-45BA-8E3A-44C1FE25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FF3D9-1897-4FC6-8DC2-4F3ACE7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is a bar chart suitable for land-use categories?</a:t>
            </a:r>
          </a:p>
        </p:txBody>
      </p:sp>
    </p:spTree>
    <p:extLst>
      <p:ext uri="{BB962C8B-B14F-4D97-AF65-F5344CB8AC3E}">
        <p14:creationId xmlns:p14="http://schemas.microsoft.com/office/powerpoint/2010/main" val="1244710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DD2C8-F659-4C5A-96E4-A2840FB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5BFBA-2CB7-4192-B510-802FBD4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4CDA3-2CB4-47E2-9149-C798AF2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Fictional land-use practice tally. Category: Shops. Count: 8. Units: Count.</a:t>
            </a:r>
          </a:p>
        </p:txBody>
      </p:sp>
    </p:spTree>
    <p:extLst>
      <p:ext uri="{BB962C8B-B14F-4D97-AF65-F5344CB8AC3E}">
        <p14:creationId xmlns:p14="http://schemas.microsoft.com/office/powerpoint/2010/main" val="289363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11A6-D818-45C3-83BD-73E24CD7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FE55F-DF7E-43AA-BDE0-5F9C8259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1A117-FE4A-4E5D-8FEB-9DDAB2D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compares counts across separate categories.</a:t>
            </a:r>
          </a:p>
        </p:txBody>
      </p:sp>
    </p:spTree>
    <p:extLst>
      <p:ext uri="{BB962C8B-B14F-4D97-AF65-F5344CB8AC3E}">
        <p14:creationId xmlns:p14="http://schemas.microsoft.com/office/powerpoint/2010/main" val="1174790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9DA56-DD4D-47EE-881D-6386D129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33522-8A07-4547-820A-886DBCC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EB30-0DC4-4BEF-9E4B-DEF5BB70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if fieldwork data are missing? Use clearly labelled practice data for the skill, then collect genuine observations before assessing the fieldwork enquiry.</a:t>
            </a:r>
          </a:p>
        </p:txBody>
      </p:sp>
    </p:spTree>
    <p:extLst>
      <p:ext uri="{BB962C8B-B14F-4D97-AF65-F5344CB8AC3E}">
        <p14:creationId xmlns:p14="http://schemas.microsoft.com/office/powerpoint/2010/main" val="236434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7D0B2-B6BD-4C57-AAFC-F500987C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6F967-2380-4B21-8C2E-93D1B2B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A6373-A374-4A37-A1AC-27284314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Transfer a practice tally into the prepared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0CDB2-7AA9-4EED-8076-CFD024E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bar chart and check category names, values and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87401-09D6-46FE-B2D3-9AB73FFE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356405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5363-E99B-4C27-8052-08903697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787F7-E9AA-4C17-8BAF-67C0D44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6EC1A-A8BA-49BE-B9F6-25BF9932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Data source and date or capture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5B32B-DF3D-486D-81F9-7D626FA5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Variables units and graph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828DB-A1CF-4313-9D3F-8582AE7A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pattern supported by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B17BF-4E51-4493-B190-45A71E85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the data cannot establish</a:t>
            </a:r>
          </a:p>
        </p:txBody>
      </p:sp>
    </p:spTree>
    <p:extLst>
      <p:ext uri="{BB962C8B-B14F-4D97-AF65-F5344CB8AC3E}">
        <p14:creationId xmlns:p14="http://schemas.microsoft.com/office/powerpoint/2010/main" val="343125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E1FAE-962F-4615-8A77-39A34819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CD34-B936-487F-8CBA-3418E80E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B1151-40E8-4129-92F3-B05DC69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your own previous-lesson data into the editable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2A350-E5A4-4BA4-8DE2-E8E3380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labelled graph and verify the transfer against the raw tally.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E628B-BB52-47B8-82AA-625749A4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and one limitation of the sample.</a:t>
            </a:r>
          </a:p>
        </p:txBody>
      </p:sp>
    </p:spTree>
    <p:extLst>
      <p:ext uri="{BB962C8B-B14F-4D97-AF65-F5344CB8AC3E}">
        <p14:creationId xmlns:p14="http://schemas.microsoft.com/office/powerpoint/2010/main" val="1293331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2C0F6-392F-4387-A6BC-19FA7262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924F2-7356-4BB4-9C7E-3A9A4E3A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CE61-1CB9-429C-92E3-BABA503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your own previous-lesson data into the editable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271DF-3460-4F45-8CE9-66877AD0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labelled graph and verify the transfer against the raw tally.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72A57-4166-4FC7-B9D7-02B1A08E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and one limitation of the sample.</a:t>
            </a:r>
          </a:p>
        </p:txBody>
      </p:sp>
    </p:spTree>
    <p:extLst>
      <p:ext uri="{BB962C8B-B14F-4D97-AF65-F5344CB8AC3E}">
        <p14:creationId xmlns:p14="http://schemas.microsoft.com/office/powerpoint/2010/main" val="16996368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37487-A17F-49D4-93D6-0C36E671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5F963-2225-4D6D-B613-B48B6C53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37BAA-DFE3-4A7A-B783-01A5F5A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your own previous-lesson data into the editable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6C7DE-2E15-4FF2-ABDA-FEAB2E29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labelled graph and verify the transfer against the raw tally.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B101-41C4-4AB1-8D75-17A905D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and one limitation of the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0C898-A2CB-4304-81D1-9DC48EF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pie chart or line graph might be less suitable for your particular data.</a:t>
            </a:r>
          </a:p>
        </p:txBody>
      </p:sp>
    </p:spTree>
    <p:extLst>
      <p:ext uri="{BB962C8B-B14F-4D97-AF65-F5344CB8AC3E}">
        <p14:creationId xmlns:p14="http://schemas.microsoft.com/office/powerpoint/2010/main" val="21247338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C0B4E-B25B-48F7-B5B1-C6B3C90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742A3-C063-4B94-A340-1512EDDE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A24A6-7EAE-4282-9D48-37160AB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accurate transfer, graph and pattern statement.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E0B0-80F9-42B3-846D-0F4CB69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462B2-F845-4834-86D6-B21ECAE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520689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293BB-4799-492D-B952-241FDEF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3B579-2200-497E-87BC-257C3C0E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A1D06-BEAC-4FE7-A999-8C87006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is a bar chart suitable for land-use categories?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26197-F543-4065-A64A-113484F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if fieldwork data are missing?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BB169-70B8-45C6-AFE5-064BEC3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388678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541B7-4CB2-4142-B31E-63A8061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2DC6B-26DF-4404-9D28-A258446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E474B-CE58-464C-983D-44B34EC4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7997C-D6FB-4193-9F1E-E1A90C9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D98FA-3387-4E36-9562-771E914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8649953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3AD42-7A05-4D21-A3DB-D1EC377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46B5A-DC44-46D6-A630-5D8C2576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EF1E2-0B4C-4628-BE67-A6F44EF6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5B6ED-BFCD-468C-BDA6-5D93A9E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61A98-DA48-486E-82FE-685C46B1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18779523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01035-C8BC-403C-84D7-98F8A9A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E4D0D-CDD8-4BA9-8206-C0B5FC4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3FF1E-4A83-4561-A26D-422ABCB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FE8F-47D9-48CE-86AA-CF03407C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C749-B7F5-43FD-B941-F9198897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04517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39180-7013-42A6-B540-817C55B9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472E-B486-4737-8759-808CFF7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1B0DC-BEF4-4A24-9E7E-8815FB9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447D-4D52-4768-BADB-7666C16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D152D-467C-4AE9-B2C6-109AA80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14756660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C2931-1B19-4A31-96C5-E2FD7BC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4CD1-82E3-4287-A5CD-2CA7A54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e38f7f64943b4"/>
          <a:stretch xmlns:a="http://schemas.openxmlformats.org/drawingml/2006/main"/>
        </p:blipFill>
        <p:spPr>
          <a:xfrm xmlns:a="http://schemas.openxmlformats.org/drawingml/2006/main">
            <a:off x="2126316" y="1238250"/>
            <a:ext cx="7939368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753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259B9-CA6F-45FC-A011-5AC8DFE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Fictional land-use practice tally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2FE29-0374-4E1D-B708-9EDF8C61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W5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Shops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Homes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Services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Green spaces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998D3-6963-4949-8D4B-21FD9E01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Count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These are not actual observations of Middlesbrough or Helmsley.</a:t>
            </a:r>
          </a:p>
        </p:txBody>
      </p:sp>
    </p:spTree>
    <p:extLst>
      <p:ext uri="{BB962C8B-B14F-4D97-AF65-F5344CB8AC3E}">
        <p14:creationId xmlns:p14="http://schemas.microsoft.com/office/powerpoint/2010/main" val="1900966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2026-09-19T18:36:45.4570000Z</dcterms:created>
  <dcterms:modified xsi:type="dcterms:W3CDTF">2026-09-19T18:36:45.4570000Z</dcterms:modified>
</coreProperties>
</file>