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787d84f3aec745a4"/><Relationship Type="http://schemas.openxmlformats.org/officeDocument/2006/relationships/extended-properties" Target="/docProps/app.xml" Id="Rfbd883bf6fa44d28"/><Relationship Type="http://schemas.openxmlformats.org/officeDocument/2006/relationships/officeDocument" Target="/ppt/presentation.xml" Id="Rd3ce62ba5004440b"/><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3cb909521145477d"/>
  </p:sldMasterIdLst>
  <p:notesMasterIdLst>
    <p:notesMasterId xmlns:r="http://schemas.openxmlformats.org/officeDocument/2006/relationships" r:id="R407b510383e24345"/>
  </p:notesMasterIdLst>
  <p:sldIdLst>
    <p:sldId xmlns:r="http://schemas.openxmlformats.org/officeDocument/2006/relationships" id="256" r:id="Rb3ace5c2bb7e441d"/>
    <p:sldId xmlns:r="http://schemas.openxmlformats.org/officeDocument/2006/relationships" id="257" r:id="R7474e14091d04e53"/>
    <p:sldId xmlns:r="http://schemas.openxmlformats.org/officeDocument/2006/relationships" id="258" r:id="R44ead01718894008"/>
    <p:sldId xmlns:r="http://schemas.openxmlformats.org/officeDocument/2006/relationships" id="259" r:id="R5c3b98f76904416f"/>
    <p:sldId xmlns:r="http://schemas.openxmlformats.org/officeDocument/2006/relationships" id="260" r:id="R220ff4ee9e7745d4"/>
    <p:sldId xmlns:r="http://schemas.openxmlformats.org/officeDocument/2006/relationships" id="261" r:id="R1b21e247b1e74ca2"/>
    <p:sldId xmlns:r="http://schemas.openxmlformats.org/officeDocument/2006/relationships" id="262" r:id="R7f635dedd51a4d3e"/>
    <p:sldId xmlns:r="http://schemas.openxmlformats.org/officeDocument/2006/relationships" id="263" r:id="Ra2564e934e074455"/>
    <p:sldId xmlns:r="http://schemas.openxmlformats.org/officeDocument/2006/relationships" id="264" r:id="Rbdd951985c274d3a"/>
    <p:sldId xmlns:r="http://schemas.openxmlformats.org/officeDocument/2006/relationships" id="265" r:id="R33e9c4a21b8648c7"/>
    <p:sldId xmlns:r="http://schemas.openxmlformats.org/officeDocument/2006/relationships" id="266" r:id="R5bcf23bc1d9e4257"/>
    <p:sldId xmlns:r="http://schemas.openxmlformats.org/officeDocument/2006/relationships" id="267" r:id="R1f341ca86aa84dd9"/>
    <p:sldId xmlns:r="http://schemas.openxmlformats.org/officeDocument/2006/relationships" id="268" r:id="R3869085d0e6546ba"/>
    <p:sldId xmlns:r="http://schemas.openxmlformats.org/officeDocument/2006/relationships" id="269" r:id="R9b0fd0689d0e49ad"/>
    <p:sldId xmlns:r="http://schemas.openxmlformats.org/officeDocument/2006/relationships" id="270" r:id="Rf7c3d0f982734c8b"/>
    <p:sldId xmlns:r="http://schemas.openxmlformats.org/officeDocument/2006/relationships" id="271" r:id="R727a9f5230424cf9"/>
    <p:sldId xmlns:r="http://schemas.openxmlformats.org/officeDocument/2006/relationships" id="272" r:id="R68aa6933de384dcc"/>
    <p:sldId xmlns:r="http://schemas.openxmlformats.org/officeDocument/2006/relationships" id="273" r:id="R3bc5ef3cf3c341d4"/>
    <p:sldId xmlns:r="http://schemas.openxmlformats.org/officeDocument/2006/relationships" id="274" r:id="Rcbe8014323f242d1"/>
    <p:sldId xmlns:r="http://schemas.openxmlformats.org/officeDocument/2006/relationships" id="275" r:id="R4c049eb13c6043dd"/>
    <p:sldId xmlns:r="http://schemas.openxmlformats.org/officeDocument/2006/relationships" id="276" r:id="R4c7d12a08cfd4591"/>
    <p:sldId xmlns:r="http://schemas.openxmlformats.org/officeDocument/2006/relationships" id="277" r:id="R6112787cbb664472"/>
    <p:sldId xmlns:r="http://schemas.openxmlformats.org/officeDocument/2006/relationships" id="278" r:id="Race20d7727174550"/>
    <p:sldId xmlns:r="http://schemas.openxmlformats.org/officeDocument/2006/relationships" id="279" r:id="Rac222f56e2a74343"/>
    <p:sldId xmlns:r="http://schemas.openxmlformats.org/officeDocument/2006/relationships" id="280" r:id="Rfeb46dc42e834dc9"/>
    <p:sldId xmlns:r="http://schemas.openxmlformats.org/officeDocument/2006/relationships" id="281" r:id="Rde0b95cab6a5480e"/>
    <p:sldId xmlns:r="http://schemas.openxmlformats.org/officeDocument/2006/relationships" id="282" r:id="R9b305a96ec1448ae"/>
    <p:sldId xmlns:r="http://schemas.openxmlformats.org/officeDocument/2006/relationships" id="283" r:id="Re5468ea3ba1641c1"/>
    <p:sldId xmlns:r="http://schemas.openxmlformats.org/officeDocument/2006/relationships" id="284" r:id="R2f3463576ae94d57"/>
    <p:sldId xmlns:r="http://schemas.openxmlformats.org/officeDocument/2006/relationships" id="285" r:id="R82e4ef7adf814d61"/>
    <p:sldId xmlns:r="http://schemas.openxmlformats.org/officeDocument/2006/relationships" id="286" r:id="Rb50e5e0a47174c13"/>
    <p:sldId xmlns:r="http://schemas.openxmlformats.org/officeDocument/2006/relationships" id="287" r:id="R99b4089c4fa9419d"/>
    <p:sldId xmlns:r="http://schemas.openxmlformats.org/officeDocument/2006/relationships" id="288" r:id="R7ea283df1c3043f3"/>
    <p:sldId xmlns:r="http://schemas.openxmlformats.org/officeDocument/2006/relationships" id="289" r:id="Rc0d4e86ee3e64ce0"/>
    <p:sldId xmlns:r="http://schemas.openxmlformats.org/officeDocument/2006/relationships" id="290" r:id="R6f9b6e7c20104e11"/>
    <p:sldId xmlns:r="http://schemas.openxmlformats.org/officeDocument/2006/relationships" id="291" r:id="Rff60864beb414b11"/>
    <p:sldId xmlns:r="http://schemas.openxmlformats.org/officeDocument/2006/relationships" id="292" r:id="R1f1d09b8532342ab"/>
    <p:sldId xmlns:r="http://schemas.openxmlformats.org/officeDocument/2006/relationships" id="293" r:id="R6ef3b304a1e448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c47fee98614d5d" /><Relationship Type="http://schemas.openxmlformats.org/officeDocument/2006/relationships/slideMaster" Target="/ppt/slideMasters/slideMaster1.xml" Id="R3cb909521145477d" /><Relationship Type="http://schemas.openxmlformats.org/officeDocument/2006/relationships/notesMaster" Target="/ppt/notesMasters/notesMaster1.xml" Id="R407b510383e24345" /><Relationship Type="http://schemas.openxmlformats.org/officeDocument/2006/relationships/presProps" Target="/ppt/presProps.xml" Id="Rb07c09dc8a3f439d" /><Relationship Type="http://schemas.openxmlformats.org/officeDocument/2006/relationships/tableStyles" Target="/ppt/tableStyles.xml" Id="R435b7eac58e24ab5" /><Relationship Type="http://schemas.openxmlformats.org/officeDocument/2006/relationships/slide" Target="/ppt/slides/slide1.xml" Id="Rb3ace5c2bb7e441d" /><Relationship Type="http://schemas.openxmlformats.org/officeDocument/2006/relationships/slide" Target="/ppt/slides/slide2.xml" Id="R7474e14091d04e53" /><Relationship Type="http://schemas.openxmlformats.org/officeDocument/2006/relationships/slide" Target="/ppt/slides/slide3.xml" Id="R44ead01718894008" /><Relationship Type="http://schemas.openxmlformats.org/officeDocument/2006/relationships/slide" Target="/ppt/slides/slide4.xml" Id="R5c3b98f76904416f" /><Relationship Type="http://schemas.openxmlformats.org/officeDocument/2006/relationships/slide" Target="/ppt/slides/slide5.xml" Id="R220ff4ee9e7745d4" /><Relationship Type="http://schemas.openxmlformats.org/officeDocument/2006/relationships/slide" Target="/ppt/slides/slide6.xml" Id="R1b21e247b1e74ca2" /><Relationship Type="http://schemas.openxmlformats.org/officeDocument/2006/relationships/slide" Target="/ppt/slides/slide7.xml" Id="R7f635dedd51a4d3e" /><Relationship Type="http://schemas.openxmlformats.org/officeDocument/2006/relationships/slide" Target="/ppt/slides/slide8.xml" Id="Ra2564e934e074455" /><Relationship Type="http://schemas.openxmlformats.org/officeDocument/2006/relationships/slide" Target="/ppt/slides/slide9.xml" Id="Rbdd951985c274d3a" /><Relationship Type="http://schemas.openxmlformats.org/officeDocument/2006/relationships/slide" Target="/ppt/slides/slide10.xml" Id="R33e9c4a21b8648c7" /><Relationship Type="http://schemas.openxmlformats.org/officeDocument/2006/relationships/slide" Target="/ppt/slides/slide11.xml" Id="R5bcf23bc1d9e4257" /><Relationship Type="http://schemas.openxmlformats.org/officeDocument/2006/relationships/slide" Target="/ppt/slides/slide12.xml" Id="R1f341ca86aa84dd9" /><Relationship Type="http://schemas.openxmlformats.org/officeDocument/2006/relationships/slide" Target="/ppt/slides/slide13.xml" Id="R3869085d0e6546ba" /><Relationship Type="http://schemas.openxmlformats.org/officeDocument/2006/relationships/slide" Target="/ppt/slides/slide14.xml" Id="R9b0fd0689d0e49ad" /><Relationship Type="http://schemas.openxmlformats.org/officeDocument/2006/relationships/slide" Target="/ppt/slides/slide15.xml" Id="Rf7c3d0f982734c8b" /><Relationship Type="http://schemas.openxmlformats.org/officeDocument/2006/relationships/slide" Target="/ppt/slides/slide16.xml" Id="R727a9f5230424cf9" /><Relationship Type="http://schemas.openxmlformats.org/officeDocument/2006/relationships/slide" Target="/ppt/slides/slide17.xml" Id="R68aa6933de384dcc" /><Relationship Type="http://schemas.openxmlformats.org/officeDocument/2006/relationships/slide" Target="/ppt/slides/slide18.xml" Id="R3bc5ef3cf3c341d4" /><Relationship Type="http://schemas.openxmlformats.org/officeDocument/2006/relationships/slide" Target="/ppt/slides/slide19.xml" Id="Rcbe8014323f242d1" /><Relationship Type="http://schemas.openxmlformats.org/officeDocument/2006/relationships/slide" Target="/ppt/slides/slide20.xml" Id="R4c049eb13c6043dd" /><Relationship Type="http://schemas.openxmlformats.org/officeDocument/2006/relationships/slide" Target="/ppt/slides/slide21.xml" Id="R4c7d12a08cfd4591" /><Relationship Type="http://schemas.openxmlformats.org/officeDocument/2006/relationships/slide" Target="/ppt/slides/slide22.xml" Id="R6112787cbb664472" /><Relationship Type="http://schemas.openxmlformats.org/officeDocument/2006/relationships/slide" Target="/ppt/slides/slide23.xml" Id="Race20d7727174550" /><Relationship Type="http://schemas.openxmlformats.org/officeDocument/2006/relationships/slide" Target="/ppt/slides/slide24.xml" Id="Rac222f56e2a74343" /><Relationship Type="http://schemas.openxmlformats.org/officeDocument/2006/relationships/slide" Target="/ppt/slides/slide25.xml" Id="Rfeb46dc42e834dc9" /><Relationship Type="http://schemas.openxmlformats.org/officeDocument/2006/relationships/slide" Target="/ppt/slides/slide26.xml" Id="Rde0b95cab6a5480e" /><Relationship Type="http://schemas.openxmlformats.org/officeDocument/2006/relationships/slide" Target="/ppt/slides/slide27.xml" Id="R9b305a96ec1448ae" /><Relationship Type="http://schemas.openxmlformats.org/officeDocument/2006/relationships/slide" Target="/ppt/slides/slide28.xml" Id="Re5468ea3ba1641c1" /><Relationship Type="http://schemas.openxmlformats.org/officeDocument/2006/relationships/slide" Target="/ppt/slides/slide29.xml" Id="R2f3463576ae94d57" /><Relationship Type="http://schemas.openxmlformats.org/officeDocument/2006/relationships/slide" Target="/ppt/slides/slide30.xml" Id="R82e4ef7adf814d61" /><Relationship Type="http://schemas.openxmlformats.org/officeDocument/2006/relationships/slide" Target="/ppt/slides/slide31.xml" Id="Rb50e5e0a47174c13" /><Relationship Type="http://schemas.openxmlformats.org/officeDocument/2006/relationships/slide" Target="/ppt/slides/slide32.xml" Id="R99b4089c4fa9419d" /><Relationship Type="http://schemas.openxmlformats.org/officeDocument/2006/relationships/slide" Target="/ppt/slides/slide33.xml" Id="R7ea283df1c3043f3" /><Relationship Type="http://schemas.openxmlformats.org/officeDocument/2006/relationships/slide" Target="/ppt/slides/slide34.xml" Id="Rc0d4e86ee3e64ce0" /><Relationship Type="http://schemas.openxmlformats.org/officeDocument/2006/relationships/slide" Target="/ppt/slides/slide35.xml" Id="R6f9b6e7c20104e11" /><Relationship Type="http://schemas.openxmlformats.org/officeDocument/2006/relationships/slide" Target="/ppt/slides/slide36.xml" Id="Rff60864beb414b11" /><Relationship Type="http://schemas.openxmlformats.org/officeDocument/2006/relationships/slide" Target="/ppt/slides/slide37.xml" Id="R1f1d09b8532342ab" /><Relationship Type="http://schemas.openxmlformats.org/officeDocument/2006/relationships/slide" Target="/ppt/slides/slide38.xml" Id="R6ef3b304a1e448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01bba67aab4a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150f29650d4881" /><Relationship Type="http://schemas.openxmlformats.org/officeDocument/2006/relationships/notesMaster" Target="/ppt/notesMasters/notesMaster1.xml" Id="R005b3f2eba974c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cbbd4963d44c78" /><Relationship Type="http://schemas.openxmlformats.org/officeDocument/2006/relationships/notesMaster" Target="/ppt/notesMasters/notesMaster1.xml" Id="R26eade88ed4e47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b3851d5344485d" /><Relationship Type="http://schemas.openxmlformats.org/officeDocument/2006/relationships/notesMaster" Target="/ppt/notesMasters/notesMaster1.xml" Id="Rfe084999ea3e49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5ee32acc0446a9" /><Relationship Type="http://schemas.openxmlformats.org/officeDocument/2006/relationships/notesMaster" Target="/ppt/notesMasters/notesMaster1.xml" Id="R5feffea6599b49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d1cbd22c8042bb" /><Relationship Type="http://schemas.openxmlformats.org/officeDocument/2006/relationships/notesMaster" Target="/ppt/notesMasters/notesMaster1.xml" Id="Rd5909d77cf6148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453086df0d4aee" /><Relationship Type="http://schemas.openxmlformats.org/officeDocument/2006/relationships/notesMaster" Target="/ppt/notesMasters/notesMaster1.xml" Id="R24f9cc00838448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0e4f422d254e53" /><Relationship Type="http://schemas.openxmlformats.org/officeDocument/2006/relationships/notesMaster" Target="/ppt/notesMasters/notesMaster1.xml" Id="R1c04d30b47a342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60aeb391a242ee" /><Relationship Type="http://schemas.openxmlformats.org/officeDocument/2006/relationships/notesMaster" Target="/ppt/notesMasters/notesMaster1.xml" Id="Raeafd21c0f3143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55d6ab1a674414" /><Relationship Type="http://schemas.openxmlformats.org/officeDocument/2006/relationships/notesMaster" Target="/ppt/notesMasters/notesMaster1.xml" Id="R6c0aac3a24cb43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73bafa7649463b" /><Relationship Type="http://schemas.openxmlformats.org/officeDocument/2006/relationships/notesMaster" Target="/ppt/notesMasters/notesMaster1.xml" Id="Red953ee18df747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30c762c54346e1" /><Relationship Type="http://schemas.openxmlformats.org/officeDocument/2006/relationships/notesMaster" Target="/ppt/notesMasters/notesMaster1.xml" Id="R6edd55632c144d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0feba7564f43ea" /><Relationship Type="http://schemas.openxmlformats.org/officeDocument/2006/relationships/notesMaster" Target="/ppt/notesMasters/notesMaster1.xml" Id="R9d5955efb40540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8cda9b5fda4bef" /><Relationship Type="http://schemas.openxmlformats.org/officeDocument/2006/relationships/notesMaster" Target="/ppt/notesMasters/notesMaster1.xml" Id="R9d61863a79bc482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7b65689be6a480a" /><Relationship Type="http://schemas.openxmlformats.org/officeDocument/2006/relationships/notesMaster" Target="/ppt/notesMasters/notesMaster1.xml" Id="R565d5edeea0e4be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5c3026d35204fb8" /><Relationship Type="http://schemas.openxmlformats.org/officeDocument/2006/relationships/notesMaster" Target="/ppt/notesMasters/notesMaster1.xml" Id="Rd91682a523224bb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f6a95b0f584f87" /><Relationship Type="http://schemas.openxmlformats.org/officeDocument/2006/relationships/notesMaster" Target="/ppt/notesMasters/notesMaster1.xml" Id="R92983c2b68ce492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b37a7a2633944af" /><Relationship Type="http://schemas.openxmlformats.org/officeDocument/2006/relationships/notesMaster" Target="/ppt/notesMasters/notesMaster1.xml" Id="Rbfe01e31669544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a0d12c43e9d4c30" /><Relationship Type="http://schemas.openxmlformats.org/officeDocument/2006/relationships/notesMaster" Target="/ppt/notesMasters/notesMaster1.xml" Id="R19e9846b032a4eb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a1bde2986e4d3d" /><Relationship Type="http://schemas.openxmlformats.org/officeDocument/2006/relationships/notesMaster" Target="/ppt/notesMasters/notesMaster1.xml" Id="Rb91046e7b078404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fe15ff361b54e0f" /><Relationship Type="http://schemas.openxmlformats.org/officeDocument/2006/relationships/notesMaster" Target="/ppt/notesMasters/notesMaster1.xml" Id="Rbe36813db6e54a8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924814f811744e7" /><Relationship Type="http://schemas.openxmlformats.org/officeDocument/2006/relationships/notesMaster" Target="/ppt/notesMasters/notesMaster1.xml" Id="R8459a069903b44f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b795347a05b4f56" /><Relationship Type="http://schemas.openxmlformats.org/officeDocument/2006/relationships/notesMaster" Target="/ppt/notesMasters/notesMaster1.xml" Id="R4012c0ea68f94ce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69e43d75f9c41a8" /><Relationship Type="http://schemas.openxmlformats.org/officeDocument/2006/relationships/notesMaster" Target="/ppt/notesMasters/notesMaster1.xml" Id="R8f62224105ef432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cd728b5a85e46df" /><Relationship Type="http://schemas.openxmlformats.org/officeDocument/2006/relationships/notesMaster" Target="/ppt/notesMasters/notesMaster1.xml" Id="R1cc19f20348d4aa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a87315342c84960" /><Relationship Type="http://schemas.openxmlformats.org/officeDocument/2006/relationships/notesMaster" Target="/ppt/notesMasters/notesMaster1.xml" Id="R1b14f6dbf6d44d4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ea45c9c028546ff" /><Relationship Type="http://schemas.openxmlformats.org/officeDocument/2006/relationships/notesMaster" Target="/ppt/notesMasters/notesMaster1.xml" Id="Raeaf4d90ca59404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ffe2920df794685" /><Relationship Type="http://schemas.openxmlformats.org/officeDocument/2006/relationships/notesMaster" Target="/ppt/notesMasters/notesMaster1.xml" Id="R42b3877207bb4cf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5e597e229b84e59" /><Relationship Type="http://schemas.openxmlformats.org/officeDocument/2006/relationships/notesMaster" Target="/ppt/notesMasters/notesMaster1.xml" Id="R8e7922f8da62466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34927667c074d8f" /><Relationship Type="http://schemas.openxmlformats.org/officeDocument/2006/relationships/notesMaster" Target="/ppt/notesMasters/notesMaster1.xml" Id="Rdd04843f3f3848f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cb57fb0ac3b4769" /><Relationship Type="http://schemas.openxmlformats.org/officeDocument/2006/relationships/notesMaster" Target="/ppt/notesMasters/notesMaster1.xml" Id="R4a9d2303939541a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9fe0fd4e637433c" /><Relationship Type="http://schemas.openxmlformats.org/officeDocument/2006/relationships/notesMaster" Target="/ppt/notesMasters/notesMaster1.xml" Id="R5422929245cd46c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cb65c58cbc04b87" /><Relationship Type="http://schemas.openxmlformats.org/officeDocument/2006/relationships/notesMaster" Target="/ppt/notesMasters/notesMaster1.xml" Id="R3437acf54f42402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b271fc3d41b4ccd" /><Relationship Type="http://schemas.openxmlformats.org/officeDocument/2006/relationships/notesMaster" Target="/ppt/notesMasters/notesMaster1.xml" Id="Rd8a76827d678403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cb12561415f47b2" /><Relationship Type="http://schemas.openxmlformats.org/officeDocument/2006/relationships/notesMaster" Target="/ppt/notesMasters/notesMaster1.xml" Id="R21714377d564449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9c22701966645c3" /><Relationship Type="http://schemas.openxmlformats.org/officeDocument/2006/relationships/notesMaster" Target="/ppt/notesMasters/notesMaster1.xml" Id="Re0674ecf7c4142f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3a5297b23f245b6" /><Relationship Type="http://schemas.openxmlformats.org/officeDocument/2006/relationships/notesMaster" Target="/ppt/notesMasters/notesMaster1.xml" Id="R151f55116ee048b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79a8d0d1f2143e2" /><Relationship Type="http://schemas.openxmlformats.org/officeDocument/2006/relationships/notesMaster" Target="/ppt/notesMasters/notesMaster1.xml" Id="Rb85ac435cff94d9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86b66cd720d41e2" /><Relationship Type="http://schemas.openxmlformats.org/officeDocument/2006/relationships/notesMaster" Target="/ppt/notesMasters/notesMaster1.xml" Id="R4724c2f3190043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1 (slide-1).</a:t>
            </a:r>
          </a:p>
          <a:p xmlns:a="http://schemas.openxmlformats.org/drawingml/2006/main">
            <a:r>
              <a:t>STAFF PRODUCTION CONTRACT: six stages Arrival → Starter → I Do → We Do → You Do → Exit Ticket. Opening 0 minutes; stage minutes 5/3/6/8/15/3 = 40. Use all four cue meanings: instruction yellow #FFF1BB; scaffold blue #E4EFF9; stretch/Aspire green #E4F2E6; success criteria orange #FFE4C8. Cue colours show instructional roles, not religions or worldviews. Repeat the exact educational/non-devotional line printed below on every pupil page, including every route, tier and continuation page. Topic tints and any picture colours are declared separately at build. Every slide repeats the exact objective below in its footer and carries its stage minutes; the opening carries 40 minutes. Leave source-page hash, version and QR slots empty for intake. Pupil print type is at least 14 pt; short chunks, clear spacing and overlay-safe layout. No board copying. No image is required for these text-source tasks.</a:t>
            </a:r>
          </a:p>
          <a:p xmlns:a="http://schemas.openxmlformats.org/drawingml/2006/main">
            <a:r>
              <a:t>STAFF CARE: Preview sources and preserve their attribution. No cold calling; nobody is asked to read difficult text aloud. Model some believers / this person and diversity within traditions; never rank beliefs. Use only replicas, protected teaching descriptions or photographs rather than authentic sacred objects. Before use say: handle teaching resources respectfully; a book, object or place is not the whole religion. No real flame; offer drawing/colouring. No personal object, belief, family/community experience, hardship or bereavement disclosure. No enactment of harm and no compelled apology, forgiveness, reconciliation or meeting. Reflection is optional and never worship. Offer pointing first, two or three choices, a word/symbol bank, drawing, scribed/verbal/witness-note evidence, a one-word or symbol response, private pass and quiet space. Accept depends with a reason. A neutral community case response remains available; record when it does not supply a source-comparison criterion rather than inventing attainment. Return after a short break to step 1 on the current source task. No pupil handling of objects or practical re-enactment is required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1 (slide-1).</a:t>
            </a:r>
          </a:p>
          <a:p xmlns:a="http://schemas.openxmlformats.org/drawingml/2006/main">
            <a:r>
              <a:t>STAFF PRODUCTION CONTRACT: six stages Arrival → Starter → I Do → We Do → You Do → Exit Ticket. Opening 0 minutes; stage minutes 5/3/6/8/15/3 = 40. Use all four cue meanings: instruction yellow #FFF1BB; scaffold blue #E4EFF9; stretch/Aspire green #E4F2E6; success criteria orange #FFE4C8. Cue colours show instructional roles, not religions or worldviews. Repeat the exact educational/non-devotional line printed below on every pupil page, including every route, tier and continuation page. Topic tints and any picture colours are declared separately at build. Every slide repeats the exact objective below in its footer and carries its stage minutes; the opening carries 40 minutes. Leave source-page hash, version and QR slots empty for intake. Pupil print type is at least 14 pt; short chunks, clear spacing and overlay-safe layout. No board copying. No image is required for these text-source tasks.</a:t>
            </a:r>
          </a:p>
          <a:p xmlns:a="http://schemas.openxmlformats.org/drawingml/2006/main">
            <a:r>
              <a:t>STAFF CARE: Preview sources and preserve their attribution. No cold calling; nobody is asked to read difficult text aloud. Model some believers / this person and diversity within traditions; never rank beliefs. Use only replicas, protected teaching descriptions or photographs rather than authentic sacred objects. Before use say: handle teaching resources respectfully; a book, object or place is not the whole religion. No real flame; offer drawing/colouring. No personal object, belief, family/community experience, hardship or bereavement disclosure. No enactment of harm and no compelled apology, forgiveness, reconciliation or meeting. Reflection is optional and never worship. Offer pointing first, two or three choices, a word/symbol bank, drawing, scribed/verbal/witness-note evidence, a one-word or symbol response, private pass and quiet space. Accept depends with a reason. A neutral community case response remains available; record when it does not supply a source-comparison criterion rather than inventing attainment. Return after a short break to step 1 on the current source task. No pupil handling of objects or practical re-enactment is required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compared a Christian care account and a humanist ethical account. Both could support help, while their stated authorities differed. Shared actions did not prove identical reasons. We used some believers/this account and did not assume every member agreed.</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compared a Christian care account and a humanist ethical account. Both could support help, while their stated authorities differed. Shared actions did not prove identical reasons. We used some believers/this account and did not assume every member agreed.</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Care for need and effects on people.</a:t>
            </a:r>
          </a:p>
          <a:p xmlns:a="http://schemas.openxmlformats.org/drawingml/2006/main">
            <a:r>
              <a:t>2. Adult answer: A source treated as a guide or reason for a judgement.</a:t>
            </a:r>
          </a:p>
          <a:p xmlns:a="http://schemas.openxmlformats.org/drawingml/2006/main">
            <a:r>
              <a:t>3. Adult answer: No. Members may interpret values and make decisions differently.</a:t>
            </a:r>
          </a:p>
          <a:p xmlns:a="http://schemas.openxmlformats.org/drawingml/2006/main">
            <a:r>
              <a:t>4. Adult answer: Support, an achievable goal, a reason for hope or permission to pause; no personal account needed.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compared a Christian care account and a humanist ethical account. Both could support help, while their stated authorities differed. Shared actions did not prove identical reasons. We used some believers/this account and did not assume every member agreed.</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compared a Christian care account and a humanist ethical account. Both could support help, while their stated authorities differed. Shared actions did not prove identical reasons. We used some believers/this account and did not assume every member agreed.</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Both could care about urgency and harm, so whether another safe source was available mattered to the decision.</a:t>
            </a:r>
          </a:p>
          <a:p xmlns:a="http://schemas.openxmlformats.org/drawingml/2006/main">
            <a:r>
              <a:t>2. Adult answer: V1 appealed to a Christian sacred teaching; V2 described evidence, reason, empathy and discussion within a humanist approach.</a:t>
            </a:r>
          </a:p>
          <a:p xmlns:a="http://schemas.openxmlformats.org/drawingml/2006/main">
            <a:r>
              <a:t>3. Adult answer: It limited the claim to a possible view rather than making an unsupported universal statement.</a:t>
            </a:r>
          </a:p>
          <a:p xmlns:a="http://schemas.openxmlformats.org/drawingml/2006/main">
            <a:r>
              <a:t>4. Adult answer: It may shape meaning, motivation or a choice of action, but the practical effect depends on circumstances.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compared a Christian care account and a humanist ethical account. Both could support help, while their stated authorities differed. Shared actions did not prove identical reasons. We used some believers/this account and did not assume every member agreed.</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compared a Christian care account and a humanist ethical account. Both could support help, while their stated authorities differed. Shared actions did not prove identical reasons. We used some believers/this account and did not assume every member agreed.</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The Christian application explicitly appealed to sacred teaching; the humanist application to evidence, reason and empathy. These could converge without being identical.</a:t>
            </a:r>
          </a:p>
          <a:p xmlns:a="http://schemas.openxmlformats.org/drawingml/2006/main">
            <a:r>
              <a:t>2. Adult answer: The Christian account could also use evidence and reasoning. The comparison concerned stated grounds, not whether either group could think or care.</a:t>
            </a:r>
          </a:p>
          <a:p xmlns:a="http://schemas.openxmlformats.org/drawingml/2006/main">
            <a:r>
              <a:t>3. Adult answer: They may interpret the teaching differently, weigh urgency or commitments differently, or predict different consequences while sharing some values.</a:t>
            </a:r>
          </a:p>
          <a:p xmlns:a="http://schemas.openxmlformats.org/drawingml/2006/main">
            <a:r>
              <a:t>4. Adult answer: Distinguish possible encouragement or meaning from a guaranteed outcome; do not assume everyone responds identically.</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compared a Christian care account and a humanist ethical account. Both could support help, while their stated authorities differed. Shared actions did not prove identical reasons. We used some believers/this account and did not assume every member agreed.</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compared a Christian care account and a humanist ethical account. Both could support help, while their stated authorities differed. Shared actions did not prove identical reasons. We used some believers/this account and did not assume every member agreed.</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3 (slide-3).</a:t>
            </a:r>
          </a:p>
          <a:p xmlns:a="http://schemas.openxmlformats.org/drawingml/2006/main">
            <a:r>
              <a:t>Starter: TA action — Read the single question once and allow private thinking. Avoid — Do not provide the response or turn this into a second retrieval grid. Feedback script — “Tell or show me the reason for your choice.”</a:t>
            </a:r>
          </a:p>
          <a:p xmlns:a="http://schemas.openxmlformats.org/drawingml/2006/main">
            <a:r>
              <a:t>Answer (adult): The checked, smaller step allows a worthwhile possibility without a guarantee. The other statement makes an unsupported promise.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5 (slide-5).</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5 (slide-5).</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H2 may encourage persistence in justice, but the story does not predict the garden’s outcome or prove effort always succeeds. H4 supports a safety check and one repaired bed using available materials. H1/H3 can supply meaning/care/cooperation; help and permission to pause matter. Do not call immediate unsafe return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H2 may encourage persistence in justice, but the story does not predict the garden’s outcome or prove effort always succeeds. H4 supports a safety check and one repaired bed using available materials. H1/H3 can supply meaning/care/cooperation; help and permission to pause matter. Do not call immediate unsafe return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H2 may encourage persistence in justice, but the story does not predict the garden’s outcome or prove effort always succeeds. H4 supports a safety check and one repaired bed using available materials. H1/H3 can supply meaning/care/cooperation; help and permission to pause matter. Do not call immediate unsafe return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H2 may encourage persistence in justice, but the story does not predict the garden’s outcome or prove effort always succeeds. H4 supports a safety check and one repaired bed using available materials. H1/H3 can supply meaning/care/cooperation; help and permission to pause matter. Do not call immediate unsafe return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Asking for help, using an available room or planning a smaller activity.</a:t>
            </a:r>
          </a:p>
          <a:p xmlns:a="http://schemas.openxmlformats.org/drawingml/2006/main">
            <a:r>
              <a:t>2. Adult answer: No. It records a reason and plan; the outcome is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The care belief gives a reason to continue; requesting help and adapting the activity provide practical ways to act. Neither guarantees success.</a:t>
            </a:r>
          </a:p>
          <a:p xmlns:a="http://schemas.openxmlformats.org/drawingml/2006/main">
            <a:r>
              <a:t>2. Adult answer: Pausing can be part of regulation or adaptation. The case gives no evidence that this person lacks resilience, and participation is not compelled.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LAUNCH_RE_S1_W04.html; SHA-256 a341cb1445bea84ecfcaca7afcc95698faf8902e6b37bc0a4a6cdc5f88af25c3.</a:t>
            </a:r>
          </a:p>
          <a:p xmlns:a="http://schemas.openxmlformats.org/drawingml/2006/main">
            <a:r>
              <a:t>Lesson LAUNCH-RE-S1-W04;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It supports a possible link between a care belief, motivation and an adapted plan, not a universal or guaranteed result.</a:t>
            </a:r>
          </a:p>
          <a:p xmlns:a="http://schemas.openxmlformats.org/drawingml/2006/main">
            <a:r>
              <a:t>2. Adult answer: Credit a judgement such as: the plan may support continuing with help, while pausing remains a legitimate choice; later success and individual experiences are not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a815d42fc941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a53158c0cd46d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52a9ab2cbc41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5ca11cb6dd54e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b8c8be559345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ee08edc0e941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272E33-62FE-4098-9697-3C9007AAD7B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803694D-ADB6-4E10-83B3-0115E8EAA8C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EED8D3B-A91A-4D7B-ACBC-97C8CD7080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7D92F2-9BCF-486C-9E1B-F9C4C4692D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943F29B-F1B5-4835-88FF-5E336DE694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BB80FAA-75EC-4B90-9513-17CE72D403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061C2B-BE70-4D15-981D-78FE9A2946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A0664A-BA08-4A5A-A6D2-C25C83D6912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2F42D1-1076-4523-A174-D20F419C06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18CB9C-B0CF-4745-A7E4-B8304A2FF5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d63ac7929b485e" /><Relationship Type="http://schemas.openxmlformats.org/officeDocument/2006/relationships/slideLayout" Target="/ppt/slideLayouts/slideLayout1.xml" Id="R8cc0abda396747dd" /><Relationship Type="http://schemas.openxmlformats.org/officeDocument/2006/relationships/slideLayout" Target="/ppt/slideLayouts/slideLayout2.xml" Id="Rd4e6f7f002154430" /><Relationship Type="http://schemas.openxmlformats.org/officeDocument/2006/relationships/slideLayout" Target="/ppt/slideLayouts/slideLayout3.xml" Id="R6b69b8ef1db84ffb" /><Relationship Type="http://schemas.openxmlformats.org/officeDocument/2006/relationships/slideLayout" Target="/ppt/slideLayouts/slideLayout4.xml" Id="Rfacd701b13b24906" /><Relationship Type="http://schemas.openxmlformats.org/officeDocument/2006/relationships/slideLayout" Target="/ppt/slideLayouts/slideLayout5.xml" Id="R31b2656aa11141e7" /><Relationship Type="http://schemas.openxmlformats.org/officeDocument/2006/relationships/slideLayout" Target="/ppt/slideLayouts/slideLayout6.xml" Id="R5b486698d4914c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c0abda396747dd"/>
    <p:sldLayoutId xmlns:r="http://schemas.openxmlformats.org/officeDocument/2006/relationships" id="2147483650" r:id="Rd4e6f7f002154430"/>
    <p:sldLayoutId xmlns:r="http://schemas.openxmlformats.org/officeDocument/2006/relationships" id="2147483651" r:id="R6b69b8ef1db84ffb"/>
    <p:sldLayoutId xmlns:r="http://schemas.openxmlformats.org/officeDocument/2006/relationships" id="2147483652" r:id="Rfacd701b13b24906"/>
    <p:sldLayoutId xmlns:r="http://schemas.openxmlformats.org/officeDocument/2006/relationships" id="2147483653" r:id="R31b2656aa11141e7"/>
    <p:sldLayoutId xmlns:r="http://schemas.openxmlformats.org/officeDocument/2006/relationships" id="2147483654" r:id="R5b486698d4914ccf"/>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ef83ef756e4126" /><Relationship Type="http://schemas.openxmlformats.org/officeDocument/2006/relationships/image" Target="/ppt/media/image.jpeg" Id="Rb0735af91f2b48bc" /><Relationship Type="http://schemas.openxmlformats.org/officeDocument/2006/relationships/notesSlide" Target="/ppt/notesSlides/notesSlide1.xml" Id="Rcf3f79ff148e45c4"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561171d5ef2549b8"/><Relationship Type="http://schemas.openxmlformats.org/officeDocument/2006/relationships/image" Target="../media/image.jpeg" Id="R23359b7dc67d4203"/><Relationship Type="http://schemas.openxmlformats.org/officeDocument/2006/relationships/notesSlide" Target="/ppt/notesSlides/notesSlide2.xml" Id="Rbda3d9dc35324b3e"/></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14896c1cd0b04391"/><Relationship Type="http://schemas.openxmlformats.org/officeDocument/2006/relationships/image" Target="../media/image.jpeg" Id="Rd8c68a04885e4bbe"/><Relationship Type="http://schemas.openxmlformats.org/officeDocument/2006/relationships/notesSlide" Target="/ppt/notesSlides/notesSlide3.xml" Id="R999b7b75524a4a05"/></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6ba3305640d84ea5"/><Relationship Type="http://schemas.openxmlformats.org/officeDocument/2006/relationships/image" Target="../media/image.jpeg" Id="R37e917f0b6ed48d8"/><Relationship Type="http://schemas.openxmlformats.org/officeDocument/2006/relationships/notesSlide" Target="/ppt/notesSlides/notesSlide4.xml" Id="Rf14f5e47af934e68"/></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7955f3e7bab14298"/><Relationship Type="http://schemas.openxmlformats.org/officeDocument/2006/relationships/image" Target="../media/image.jpeg" Id="R0fba7623e3c742e4"/><Relationship Type="http://schemas.openxmlformats.org/officeDocument/2006/relationships/notesSlide" Target="/ppt/notesSlides/notesSlide5.xml" Id="R9e75ea173be34a1a"/></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3d45ab80765048d3"/><Relationship Type="http://schemas.openxmlformats.org/officeDocument/2006/relationships/image" Target="../media/image.jpeg" Id="R39102a1036bb4ae1"/><Relationship Type="http://schemas.openxmlformats.org/officeDocument/2006/relationships/notesSlide" Target="/ppt/notesSlides/notesSlide6.xml" Id="Rd4a4df937f494bad"/></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7c9e7f4d1930404e"/><Relationship Type="http://schemas.openxmlformats.org/officeDocument/2006/relationships/image" Target="../media/image.jpeg" Id="R3f968af8e7ae4714"/><Relationship Type="http://schemas.openxmlformats.org/officeDocument/2006/relationships/notesSlide" Target="/ppt/notesSlides/notesSlide7.xml" Id="R0c9ee532299c4f56"/></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403a78f4a6c740de"/><Relationship Type="http://schemas.openxmlformats.org/officeDocument/2006/relationships/image" Target="../media/image.jpeg" Id="R8e4f41b19deb4dfd"/><Relationship Type="http://schemas.openxmlformats.org/officeDocument/2006/relationships/notesSlide" Target="/ppt/notesSlides/notesSlide8.xml" Id="R69aa152d443b46d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b4201f86a989455b"/><Relationship Type="http://schemas.openxmlformats.org/officeDocument/2006/relationships/image" Target="../media/image.jpeg" Id="R683afc202eab48f1"/><Relationship Type="http://schemas.openxmlformats.org/officeDocument/2006/relationships/notesSlide" Target="/ppt/notesSlides/notesSlide9.xml" Id="R4fe4b06cd790443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5a0003df2b24478b"/><Relationship Type="http://schemas.openxmlformats.org/officeDocument/2006/relationships/image" Target="../media/image.jpeg" Id="Rcccc412bc83e4360"/><Relationship Type="http://schemas.openxmlformats.org/officeDocument/2006/relationships/notesSlide" Target="/ppt/notesSlides/notesSlide10.xml" Id="Ref055647232b41cf"/></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2eb7cbf079ec4caa"/><Relationship Type="http://schemas.openxmlformats.org/officeDocument/2006/relationships/image" Target="../media/image.jpeg" Id="Rd1dce9f5c53c441a"/><Relationship Type="http://schemas.openxmlformats.org/officeDocument/2006/relationships/notesSlide" Target="/ppt/notesSlides/notesSlide11.xml" Id="R9932381f3af448ab"/></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cf1712f3a1154d40"/><Relationship Type="http://schemas.openxmlformats.org/officeDocument/2006/relationships/image" Target="../media/image.jpeg" Id="R7f703a1002984c4f"/><Relationship Type="http://schemas.openxmlformats.org/officeDocument/2006/relationships/notesSlide" Target="/ppt/notesSlides/notesSlide12.xml" Id="Rb6d59e9862094d6d"/></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8325b01162f6449f"/><Relationship Type="http://schemas.openxmlformats.org/officeDocument/2006/relationships/image" Target="../media/image.jpeg" Id="R02c6505248c2436f"/><Relationship Type="http://schemas.openxmlformats.org/officeDocument/2006/relationships/notesSlide" Target="/ppt/notesSlides/notesSlide13.xml" Id="Ra4b135b7185a40fa"/></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e8277602bbd9405c"/><Relationship Type="http://schemas.openxmlformats.org/officeDocument/2006/relationships/image" Target="../media/image.jpeg" Id="R506fa23033fe4728"/><Relationship Type="http://schemas.openxmlformats.org/officeDocument/2006/relationships/notesSlide" Target="/ppt/notesSlides/notesSlide14.xml" Id="Rc4ac0cc63fee47b0"/></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9b53dade41f44d2f"/><Relationship Type="http://schemas.openxmlformats.org/officeDocument/2006/relationships/image" Target="../media/image.jpeg" Id="Rc71b605016e74cef"/><Relationship Type="http://schemas.openxmlformats.org/officeDocument/2006/relationships/notesSlide" Target="/ppt/notesSlides/notesSlide15.xml" Id="Rc9ef2b34c8194e3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29b8e5aeb13b49a2"/><Relationship Type="http://schemas.openxmlformats.org/officeDocument/2006/relationships/image" Target="../media/image.jpeg" Id="R1600d4c584df4d75"/><Relationship Type="http://schemas.openxmlformats.org/officeDocument/2006/relationships/notesSlide" Target="/ppt/notesSlides/notesSlide16.xml" Id="Rf6947c52ec824cca"/></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c0a41a17a801445f"/><Relationship Type="http://schemas.openxmlformats.org/officeDocument/2006/relationships/image" Target="../media/image.jpeg" Id="R60fa9562680f4885"/><Relationship Type="http://schemas.openxmlformats.org/officeDocument/2006/relationships/notesSlide" Target="/ppt/notesSlides/notesSlide17.xml" Id="Rc16ca9a2e4c240fd"/></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180c2a29cedf4a7f"/><Relationship Type="http://schemas.openxmlformats.org/officeDocument/2006/relationships/image" Target="../media/image.jpeg" Id="Rcc79ba2d9b8e4b5c"/><Relationship Type="http://schemas.openxmlformats.org/officeDocument/2006/relationships/notesSlide" Target="/ppt/notesSlides/notesSlide18.xml" Id="R0ccf64d655084eef"/></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f5c661f6354d432f"/><Relationship Type="http://schemas.openxmlformats.org/officeDocument/2006/relationships/image" Target="../media/image.jpeg" Id="Rb2c301af984b478a"/><Relationship Type="http://schemas.openxmlformats.org/officeDocument/2006/relationships/notesSlide" Target="/ppt/notesSlides/notesSlide19.xml" Id="Rc721bd98cc7d4597"/></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12b655dc5e174fa7"/><Relationship Type="http://schemas.openxmlformats.org/officeDocument/2006/relationships/image" Target="../media/image.jpeg" Id="R5f9a448771144231"/><Relationship Type="http://schemas.openxmlformats.org/officeDocument/2006/relationships/notesSlide" Target="/ppt/notesSlides/notesSlide20.xml" Id="R797d058868b24018"/></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2d748dca0a2b40c3"/><Relationship Type="http://schemas.openxmlformats.org/officeDocument/2006/relationships/image" Target="../media/image.jpeg" Id="R1df1b44808a94efa"/><Relationship Type="http://schemas.openxmlformats.org/officeDocument/2006/relationships/notesSlide" Target="/ppt/notesSlides/notesSlide21.xml" Id="R5ef23896946c4936"/></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f20fa3ac2f5a4ac9"/><Relationship Type="http://schemas.openxmlformats.org/officeDocument/2006/relationships/image" Target="../media/image.jpeg" Id="Raf77788da18240d1"/><Relationship Type="http://schemas.openxmlformats.org/officeDocument/2006/relationships/notesSlide" Target="/ppt/notesSlides/notesSlide22.xml" Id="Rd169ee7faf474236"/></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a8911bbd231c42e9"/><Relationship Type="http://schemas.openxmlformats.org/officeDocument/2006/relationships/image" Target="../media/image.jpeg" Id="R4b1c175a9b354e11"/><Relationship Type="http://schemas.openxmlformats.org/officeDocument/2006/relationships/notesSlide" Target="/ppt/notesSlides/notesSlide23.xml" Id="Raa739ed756964197"/></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1d67780a14f14372"/><Relationship Type="http://schemas.openxmlformats.org/officeDocument/2006/relationships/image" Target="../media/image.jpeg" Id="R9e11c4bca8524e34"/><Relationship Type="http://schemas.openxmlformats.org/officeDocument/2006/relationships/notesSlide" Target="/ppt/notesSlides/notesSlide24.xml" Id="R40345813634b4f2e"/></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20c8c55539b347a0"/><Relationship Type="http://schemas.openxmlformats.org/officeDocument/2006/relationships/image" Target="../media/image.jpeg" Id="Ref66465d2a4a4f06"/><Relationship Type="http://schemas.openxmlformats.org/officeDocument/2006/relationships/notesSlide" Target="/ppt/notesSlides/notesSlide25.xml" Id="R6fc77faffc7c46ef"/></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6b8059a677274e72"/><Relationship Type="http://schemas.openxmlformats.org/officeDocument/2006/relationships/image" Target="../media/image.jpeg" Id="Rd07360f77fd04ce7"/><Relationship Type="http://schemas.openxmlformats.org/officeDocument/2006/relationships/notesSlide" Target="/ppt/notesSlides/notesSlide26.xml" Id="Rf3151bb16b4e485a"/></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de2deec0fb6d4b3d"/><Relationship Type="http://schemas.openxmlformats.org/officeDocument/2006/relationships/image" Target="../media/image.jpeg" Id="R4c7df42d85134189"/><Relationship Type="http://schemas.openxmlformats.org/officeDocument/2006/relationships/notesSlide" Target="/ppt/notesSlides/notesSlide27.xml" Id="Re545b9389f974dba"/></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1ccc62cbf7f74acc"/><Relationship Type="http://schemas.openxmlformats.org/officeDocument/2006/relationships/image" Target="../media/image.jpeg" Id="R1b789fd1c2cc4241"/><Relationship Type="http://schemas.openxmlformats.org/officeDocument/2006/relationships/notesSlide" Target="/ppt/notesSlides/notesSlide28.xml" Id="R51231586085e4eab"/></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f94c1e4029a24f13"/><Relationship Type="http://schemas.openxmlformats.org/officeDocument/2006/relationships/image" Target="../media/image.jpeg" Id="R66bd63adc4bb45e5"/><Relationship Type="http://schemas.openxmlformats.org/officeDocument/2006/relationships/notesSlide" Target="/ppt/notesSlides/notesSlide29.xml" Id="R308cd42720544d71"/></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c393c2ede3484426"/><Relationship Type="http://schemas.openxmlformats.org/officeDocument/2006/relationships/image" Target="../media/image.jpeg" Id="Rc3fd4a300e8447f9"/><Relationship Type="http://schemas.openxmlformats.org/officeDocument/2006/relationships/notesSlide" Target="/ppt/notesSlides/notesSlide30.xml" Id="R862c69ae18db4376"/></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bc840e496838468a"/><Relationship Type="http://schemas.openxmlformats.org/officeDocument/2006/relationships/image" Target="../media/image.jpeg" Id="R1b519d71060f4698"/><Relationship Type="http://schemas.openxmlformats.org/officeDocument/2006/relationships/notesSlide" Target="/ppt/notesSlides/notesSlide31.xml" Id="Rb3708c2c2a134f2c"/></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af9799e8feec46bc"/><Relationship Type="http://schemas.openxmlformats.org/officeDocument/2006/relationships/image" Target="../media/image.jpeg" Id="R0b31ed69b10c4ef3"/><Relationship Type="http://schemas.openxmlformats.org/officeDocument/2006/relationships/notesSlide" Target="/ppt/notesSlides/notesSlide32.xml" Id="R6845dc388ada45e0"/></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f5447b6909594ccf"/><Relationship Type="http://schemas.openxmlformats.org/officeDocument/2006/relationships/image" Target="../media/image.jpeg" Id="R8f257d2d94ea4a10"/><Relationship Type="http://schemas.openxmlformats.org/officeDocument/2006/relationships/notesSlide" Target="/ppt/notesSlides/notesSlide33.xml" Id="Rd2be8d5b880247c8"/></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049617aa35de4d14"/><Relationship Type="http://schemas.openxmlformats.org/officeDocument/2006/relationships/image" Target="../media/image.jpeg" Id="R5446289e18e14b51"/><Relationship Type="http://schemas.openxmlformats.org/officeDocument/2006/relationships/notesSlide" Target="/ppt/notesSlides/notesSlide34.xml" Id="Rd15fd1df9623423b"/></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34c4eba75d9a461d"/><Relationship Type="http://schemas.openxmlformats.org/officeDocument/2006/relationships/image" Target="../media/image.jpeg" Id="Rfb278b181b37406a"/><Relationship Type="http://schemas.openxmlformats.org/officeDocument/2006/relationships/notesSlide" Target="/ppt/notesSlides/notesSlide35.xml" Id="R4654adf83c7345b1"/></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dbb88f43b6614e0a"/><Relationship Type="http://schemas.openxmlformats.org/officeDocument/2006/relationships/image" Target="../media/image.jpeg" Id="R1936eaa19bed4639"/><Relationship Type="http://schemas.openxmlformats.org/officeDocument/2006/relationships/notesSlide" Target="/ppt/notesSlides/notesSlide36.xml" Id="Re476db0ef44b4594"/></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9c480122fbac449f"/><Relationship Type="http://schemas.openxmlformats.org/officeDocument/2006/relationships/image" Target="../media/image.jpeg" Id="R655dd8e6a370454f"/><Relationship Type="http://schemas.openxmlformats.org/officeDocument/2006/relationships/notesSlide" Target="/ppt/notesSlides/notesSlide37.xml" Id="Rf88b4ff6547245da"/></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cd38da39713a49a1"/><Relationship Type="http://schemas.openxmlformats.org/officeDocument/2006/relationships/image" Target="../media/image.jpeg" Id="Ra8a9588a275a435d"/><Relationship Type="http://schemas.openxmlformats.org/officeDocument/2006/relationships/notesSlide" Target="/ppt/notesSlides/notesSlide38.xml" Id="R05e0c9ca1c9a4974"/></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832E0150-A849-47A2-92EF-4BE1C611772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FFBC4B0E-5297-49B7-B7C1-C1F66B1E438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CBB3E4AD-AF43-4EF6-9D40-A4BFC1CC87B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LAUNCH · Spring 1 · Week 4</a:t>
            </a:r>
          </a:p>
        </p:txBody>
      </p:sp>
      <p:sp>
        <p:nvSpPr>
          <p:cNvPr id="4" name="shape">
            <a:extLst xmlns:a="http://schemas.openxmlformats.org/drawingml/2006/main">
              <a:ext uri="{FF2B5EF4-FFF2-40B4-BE49-F238E27FC236}">
                <a16:creationId xmlns:a16="http://schemas.microsoft.com/office/drawing/2014/main" id="{297605EA-DB13-4610-B85F-6657B0CADE6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E8CBFEB-0256-4FC8-81CD-BF4AFE2DFFA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D14602B-982C-4989-8401-479923FE51C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4A331DA-A86D-41C6-A387-31730463446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0053527-88AB-4E51-90BB-B3D539153FA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1C247FD-483A-474B-8D0F-CF810F4DE6F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C6FA943-7BE8-4BF2-8E44-6038816FE8D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121225BD-9A7B-40EB-956F-99AC75890C1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784EFA4-3CFB-4B3C-95E5-BAAC19B619C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FB9ADB6F-9A3B-439B-998D-2B23DB256E1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38</a:t>
            </a:r>
          </a:p>
        </p:txBody>
      </p:sp>
      <p:sp>
        <p:nvSpPr>
          <p:cNvPr id="14" name="licence-footer">
            <a:extLst xmlns:a="http://schemas.openxmlformats.org/drawingml/2006/main">
              <a:ext uri="{FF2B5EF4-FFF2-40B4-BE49-F238E27FC236}">
                <a16:creationId xmlns:a16="http://schemas.microsoft.com/office/drawing/2014/main" id="{B2939FA6-456A-43CE-8924-D0E9B6DB285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70F423F-A5D2-4C45-818A-B01EE06C70D5}"/>
              </a:ext>
            </a:extLst>
          </p:cNvPr>
          <p:cNvPicPr>
            <a:picLocks xmlns:a="http://schemas.openxmlformats.org/drawingml/2006/main" noChangeAspect="1"/>
          </p:cNvPicPr>
          <p:nvPr/>
        </p:nvPicPr>
        <p:blipFill>
          <a:blip xmlns:r="http://schemas.openxmlformats.org/officeDocument/2006/relationships" xmlns:a="http://schemas.openxmlformats.org/drawingml/2006/main" r:embed="Rb0735af91f2b48b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E12EE3E-11FE-429B-9DB4-F9A25680D44A}"/>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Ethics, justice and resilience</a:t>
            </a:r>
          </a:p>
        </p:txBody>
      </p:sp>
      <p:sp>
        <p:nvSpPr>
          <p:cNvPr id="17" name="pupil-text">
            <a:extLst xmlns:a="http://schemas.openxmlformats.org/drawingml/2006/main">
              <a:ext uri="{FF2B5EF4-FFF2-40B4-BE49-F238E27FC236}">
                <a16:creationId xmlns:a16="http://schemas.microsoft.com/office/drawing/2014/main" id="{A79F4C02-569A-4C69-A9ED-ACFDCBE9399E}"/>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LAUNCH</a:t>
            </a:r>
          </a:p>
        </p:txBody>
      </p:sp>
      <p:sp>
        <p:nvSpPr>
          <p:cNvPr id="18" name="pupil-text">
            <a:extLst xmlns:a="http://schemas.openxmlformats.org/drawingml/2006/main">
              <a:ext uri="{FF2B5EF4-FFF2-40B4-BE49-F238E27FC236}">
                <a16:creationId xmlns:a16="http://schemas.microsoft.com/office/drawing/2014/main" id="{9F78970D-852A-4A21-AA0E-1F427DCC27F5}"/>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4 · Lesson: LAUNCH-RE-S1-W04</a:t>
            </a:r>
          </a:p>
        </p:txBody>
      </p:sp>
      <p:sp>
        <p:nvSpPr>
          <p:cNvPr id="19" name="pupil-text">
            <a:extLst xmlns:a="http://schemas.openxmlformats.org/drawingml/2006/main">
              <a:ext uri="{FF2B5EF4-FFF2-40B4-BE49-F238E27FC236}">
                <a16:creationId xmlns:a16="http://schemas.microsoft.com/office/drawing/2014/main" id="{901E9311-183F-469D-8482-5B85A191AA76}"/>
              </a:ext>
            </a:extLst>
          </p:cNvPr>
          <p:cNvSpPr>
            <a:spLocks xmlns:a="http://schemas.openxmlformats.org/drawingml/2006/main" noGrp="1"/>
          </p:cNvSpPr>
          <p:nvPr/>
        </p:nvSpPr>
        <p:spPr>
          <a:xfrm xmlns:a="http://schemas.openxmlformats.org/drawingml/2006/main">
            <a:off x="457200" y="25431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How can belief support resilience without promising an easy outcome?</a:t>
            </a:r>
          </a:p>
        </p:txBody>
      </p:sp>
      <p:sp>
        <p:nvSpPr>
          <p:cNvPr id="20" name="pupil-text">
            <a:extLst xmlns:a="http://schemas.openxmlformats.org/drawingml/2006/main">
              <a:ext uri="{FF2B5EF4-FFF2-40B4-BE49-F238E27FC236}">
                <a16:creationId xmlns:a16="http://schemas.microsoft.com/office/drawing/2014/main" id="{8C3666E1-8E18-483E-8325-316B6DD0A200}"/>
              </a:ext>
            </a:extLst>
          </p:cNvPr>
          <p:cNvSpPr>
            <a:spLocks xmlns:a="http://schemas.openxmlformats.org/drawingml/2006/main" noGrp="1"/>
          </p:cNvSpPr>
          <p:nvPr/>
        </p:nvSpPr>
        <p:spPr>
          <a:xfrm xmlns:a="http://schemas.openxmlformats.org/drawingml/2006/main">
            <a:off x="457200" y="2867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explain how a belief can support resilience and hope while recognising limits and</a:t>
            </a:r>
          </a:p>
        </p:txBody>
      </p:sp>
      <p:sp>
        <p:nvSpPr>
          <p:cNvPr id="21" name="pupil-text">
            <a:extLst xmlns:a="http://schemas.openxmlformats.org/drawingml/2006/main">
              <a:ext uri="{FF2B5EF4-FFF2-40B4-BE49-F238E27FC236}">
                <a16:creationId xmlns:a16="http://schemas.microsoft.com/office/drawing/2014/main" id="{A777A422-EDBE-476D-AB7D-0B45777B323B}"/>
              </a:ext>
            </a:extLst>
          </p:cNvPr>
          <p:cNvSpPr>
            <a:spLocks xmlns:a="http://schemas.openxmlformats.org/drawingml/2006/main" noGrp="1"/>
          </p:cNvSpPr>
          <p:nvPr/>
        </p:nvSpPr>
        <p:spPr>
          <a:xfrm xmlns:a="http://schemas.openxmlformats.org/drawingml/2006/main">
            <a:off x="457200" y="3162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practical needs.</a:t>
            </a:r>
          </a:p>
        </p:txBody>
      </p:sp>
      <p:sp>
        <p:nvSpPr>
          <p:cNvPr id="22" name="shape">
            <a:extLst xmlns:a="http://schemas.openxmlformats.org/drawingml/2006/main">
              <a:ext uri="{FF2B5EF4-FFF2-40B4-BE49-F238E27FC236}">
                <a16:creationId xmlns:a16="http://schemas.microsoft.com/office/drawing/2014/main" id="{A5BE4430-DCBE-4B14-878D-813A01DADEEA}"/>
              </a:ext>
            </a:extLst>
          </p:cNvPr>
          <p:cNvSpPr>
            <a:spLocks xmlns:a="http://schemas.openxmlformats.org/drawingml/2006/main" noGrp="1"/>
          </p:cNvSpPr>
          <p:nvPr/>
        </p:nvSpPr>
        <p:spPr>
          <a:xfrm xmlns:a="http://schemas.openxmlformats.org/drawingml/2006/main">
            <a:off x="409575" y="344805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6FEA35CE-7C93-4A44-B074-B852C40939A9}"/>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 link a source belief to a possible response and explain why hope is not a</a:t>
            </a:r>
          </a:p>
        </p:txBody>
      </p:sp>
      <p:sp>
        <p:nvSpPr>
          <p:cNvPr id="24" name="shape">
            <a:extLst xmlns:a="http://schemas.openxmlformats.org/drawingml/2006/main">
              <a:ext uri="{FF2B5EF4-FFF2-40B4-BE49-F238E27FC236}">
                <a16:creationId xmlns:a16="http://schemas.microsoft.com/office/drawing/2014/main" id="{E0B3B588-9650-4886-B1FD-E64E5BDE08B0}"/>
              </a:ext>
            </a:extLst>
          </p:cNvPr>
          <p:cNvSpPr>
            <a:spLocks xmlns:a="http://schemas.openxmlformats.org/drawingml/2006/main" noGrp="1"/>
          </p:cNvSpPr>
          <p:nvPr/>
        </p:nvSpPr>
        <p:spPr>
          <a:xfrm xmlns:a="http://schemas.openxmlformats.org/drawingml/2006/main">
            <a:off x="409575" y="374332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8FD913E1-B48F-4D2A-BA4E-6C01DF0CCFF2}"/>
              </a:ext>
            </a:extLst>
          </p:cNvPr>
          <p:cNvSpPr>
            <a:spLocks xmlns:a="http://schemas.openxmlformats.org/drawingml/2006/main" noGrp="1"/>
          </p:cNvSpPr>
          <p:nvPr/>
        </p:nvSpPr>
        <p:spPr>
          <a:xfrm xmlns:a="http://schemas.openxmlformats.org/drawingml/2006/main">
            <a:off x="457200" y="3752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guarantee.</a:t>
            </a:r>
          </a:p>
        </p:txBody>
      </p:sp>
      <p:sp>
        <p:nvSpPr>
          <p:cNvPr id="26" name="pupil-text">
            <a:extLst xmlns:a="http://schemas.openxmlformats.org/drawingml/2006/main">
              <a:ext uri="{FF2B5EF4-FFF2-40B4-BE49-F238E27FC236}">
                <a16:creationId xmlns:a16="http://schemas.microsoft.com/office/drawing/2014/main" id="{0A7A5FD0-4B99-4FB0-AC80-0BDBBB4D1E93}"/>
              </a:ext>
            </a:extLst>
          </p:cNvPr>
          <p:cNvSpPr>
            <a:spLocks xmlns:a="http://schemas.openxmlformats.org/drawingml/2006/main" noGrp="1"/>
          </p:cNvSpPr>
          <p:nvPr/>
        </p:nvSpPr>
        <p:spPr>
          <a:xfrm xmlns:a="http://schemas.openxmlformats.org/drawingml/2006/main">
            <a:off x="457200" y="4048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Plan a realistic next step and know when support is needed.</a:t>
            </a:r>
          </a:p>
        </p:txBody>
      </p:sp>
      <p:sp>
        <p:nvSpPr>
          <p:cNvPr id="27" name="pupil-text">
            <a:extLst xmlns:a="http://schemas.openxmlformats.org/drawingml/2006/main">
              <a:ext uri="{FF2B5EF4-FFF2-40B4-BE49-F238E27FC236}">
                <a16:creationId xmlns:a16="http://schemas.microsoft.com/office/drawing/2014/main" id="{427BFB64-CE3D-4ABF-B9BF-79F1F3957D81}"/>
              </a:ext>
            </a:extLst>
          </p:cNvPr>
          <p:cNvSpPr>
            <a:spLocks xmlns:a="http://schemas.openxmlformats.org/drawingml/2006/main" noGrp="1"/>
          </p:cNvSpPr>
          <p:nvPr/>
        </p:nvSpPr>
        <p:spPr>
          <a:xfrm xmlns:a="http://schemas.openxmlformats.org/drawingml/2006/main">
            <a:off x="457200" y="4343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28" name="pupil-text">
            <a:extLst xmlns:a="http://schemas.openxmlformats.org/drawingml/2006/main">
              <a:ext uri="{FF2B5EF4-FFF2-40B4-BE49-F238E27FC236}">
                <a16:creationId xmlns:a16="http://schemas.microsoft.com/office/drawing/2014/main" id="{D6E0B57A-5722-4E9A-B2DD-941721E4C8AD}"/>
              </a:ext>
            </a:extLst>
          </p:cNvPr>
          <p:cNvSpPr>
            <a:spLocks xmlns:a="http://schemas.openxmlformats.org/drawingml/2006/main" noGrp="1"/>
          </p:cNvSpPr>
          <p:nvPr/>
        </p:nvSpPr>
        <p:spPr>
          <a:xfrm xmlns:a="http://schemas.openxmlformats.org/drawingml/2006/main">
            <a:off x="457200" y="4638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9" name="pupil-text">
            <a:extLst xmlns:a="http://schemas.openxmlformats.org/drawingml/2006/main">
              <a:ext uri="{FF2B5EF4-FFF2-40B4-BE49-F238E27FC236}">
                <a16:creationId xmlns:a16="http://schemas.microsoft.com/office/drawing/2014/main" id="{4C6D90E9-311F-4A5B-92AE-BA8D2FE26A8B}"/>
              </a:ext>
            </a:extLst>
          </p:cNvPr>
          <p:cNvSpPr>
            <a:spLocks xmlns:a="http://schemas.openxmlformats.org/drawingml/2006/main" noGrp="1"/>
          </p:cNvSpPr>
          <p:nvPr/>
        </p:nvSpPr>
        <p:spPr>
          <a:xfrm xmlns:a="http://schemas.openxmlformats.org/drawingml/2006/main">
            <a:off x="457200" y="4933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Tree>
    <p:extLst>
      <p:ext uri="{BB962C8B-B14F-4D97-AF65-F5344CB8AC3E}">
        <p14:creationId xmlns:p14="http://schemas.microsoft.com/office/powerpoint/2010/main" val="4503838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913A7D8A-04F5-4853-81D8-3155C99CDAF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4D6347D8-0CEE-41B4-BA84-13AFEFC54C2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CE3E53F3-CD9B-4B4A-A4BA-E1BDF8D37C0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LAUNCH · Spring 1 · Week 4 ·</a:t>
            </a:r>
          </a:p>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continued</a:t>
            </a:r>
          </a:p>
        </p:txBody>
      </p:sp>
      <p:sp>
        <p:nvSpPr>
          <p:cNvPr id="4" name="shape">
            <a:extLst xmlns:a="http://schemas.openxmlformats.org/drawingml/2006/main">
              <a:ext uri="{FF2B5EF4-FFF2-40B4-BE49-F238E27FC236}">
                <a16:creationId xmlns:a16="http://schemas.microsoft.com/office/drawing/2014/main" id="{E9616D54-66DF-4A4C-BEAA-A917D357BCD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63FB741-F2F3-43CE-AECD-AF00C6C5AAF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240812F-348F-40E9-97F4-1228CA019D7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971691F-ED3F-416C-AE15-DE9A78A3744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038ADE5-6916-4D84-AA10-E3E7D9ED9F1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CFE59CA-3843-4203-9DF4-66BF559EDCC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CE0244E-3A05-46E3-8B65-E81196D7D03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A9A61E8E-B124-4D2C-8506-48DF87F8D0B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FC1D25E-C26C-48C2-9F8B-DCA684A7CDA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74856C65-CBBB-4779-AF0F-432C82E4B4B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38</a:t>
            </a:r>
          </a:p>
        </p:txBody>
      </p:sp>
      <p:sp>
        <p:nvSpPr>
          <p:cNvPr id="14" name="licence-footer">
            <a:extLst xmlns:a="http://schemas.openxmlformats.org/drawingml/2006/main">
              <a:ext uri="{FF2B5EF4-FFF2-40B4-BE49-F238E27FC236}">
                <a16:creationId xmlns:a16="http://schemas.microsoft.com/office/drawing/2014/main" id="{B4779E02-B587-443A-B7EE-8E8E8549313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552706D-132E-4034-8D45-764D04E28D38}"/>
              </a:ext>
            </a:extLst>
          </p:cNvPr>
          <p:cNvPicPr>
            <a:picLocks xmlns:a="http://schemas.openxmlformats.org/drawingml/2006/main" noChangeAspect="1"/>
          </p:cNvPicPr>
          <p:nvPr/>
        </p:nvPicPr>
        <p:blipFill>
          <a:blip xmlns:r="http://schemas.openxmlformats.org/officeDocument/2006/relationships" xmlns:a="http://schemas.openxmlformats.org/drawingml/2006/main" r:embed="R23359b7dc67d420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8CD7EC7-AF71-4D78-9EDB-32336776CDCF}"/>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Content note: these are third-person ethical cases, not questions about your life. You may point</a:t>
            </a:r>
          </a:p>
        </p:txBody>
      </p:sp>
      <p:sp>
        <p:nvSpPr>
          <p:cNvPr id="17" name="pupil-text">
            <a:extLst xmlns:a="http://schemas.openxmlformats.org/drawingml/2006/main">
              <a:ext uri="{FF2B5EF4-FFF2-40B4-BE49-F238E27FC236}">
                <a16:creationId xmlns:a16="http://schemas.microsoft.com/office/drawing/2014/main" id="{D2641633-9291-4CCF-BCBC-529EA7177763}"/>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before speaking or writing, choose a neutral community response, pass, or use a quiet space for a</a:t>
            </a:r>
          </a:p>
        </p:txBody>
      </p:sp>
      <p:sp>
        <p:nvSpPr>
          <p:cNvPr id="18" name="pupil-text">
            <a:extLst xmlns:a="http://schemas.openxmlformats.org/drawingml/2006/main">
              <a:ext uri="{FF2B5EF4-FFF2-40B4-BE49-F238E27FC236}">
                <a16:creationId xmlns:a16="http://schemas.microsoft.com/office/drawing/2014/main" id="{64465FB1-572A-461D-894C-5DF33ECF651B}"/>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short break. Return to step 1 on the current source task. You do not need to share personal</a:t>
            </a:r>
          </a:p>
        </p:txBody>
      </p:sp>
      <p:sp>
        <p:nvSpPr>
          <p:cNvPr id="19" name="pupil-text">
            <a:extLst xmlns:a="http://schemas.openxmlformats.org/drawingml/2006/main">
              <a:ext uri="{FF2B5EF4-FFF2-40B4-BE49-F238E27FC236}">
                <a16:creationId xmlns:a16="http://schemas.microsoft.com/office/drawing/2014/main" id="{88B63763-CC3D-49B3-8040-86130EBBCDCE}"/>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beliefs, objects, family or community experiences, hardship or bereavement. Nobody must apologise,</a:t>
            </a:r>
          </a:p>
        </p:txBody>
      </p:sp>
      <p:sp>
        <p:nvSpPr>
          <p:cNvPr id="20" name="pupil-text">
            <a:extLst xmlns:a="http://schemas.openxmlformats.org/drawingml/2006/main">
              <a:ext uri="{FF2B5EF4-FFF2-40B4-BE49-F238E27FC236}">
                <a16:creationId xmlns:a16="http://schemas.microsoft.com/office/drawing/2014/main" id="{1639C099-F9EA-47FD-9387-3B668D047358}"/>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forgive or join a devotional act.</a:t>
            </a:r>
          </a:p>
        </p:txBody>
      </p:sp>
      <p:sp>
        <p:nvSpPr>
          <p:cNvPr id="21" name="pupil-text">
            <a:extLst xmlns:a="http://schemas.openxmlformats.org/drawingml/2006/main">
              <a:ext uri="{FF2B5EF4-FFF2-40B4-BE49-F238E27FC236}">
                <a16:creationId xmlns:a16="http://schemas.microsoft.com/office/drawing/2014/main" id="{4E4441E2-9F06-499E-89A5-8269A3070B58}"/>
              </a:ext>
            </a:extLst>
          </p:cNvPr>
          <p:cNvSpPr>
            <a:spLocks xmlns:a="http://schemas.openxmlformats.org/drawingml/2006/main" noGrp="1"/>
          </p:cNvSpPr>
          <p:nvPr/>
        </p:nvSpPr>
        <p:spPr>
          <a:xfrm xmlns:a="http://schemas.openxmlformats.org/drawingml/2006/main">
            <a:off x="457200" y="3133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
        <p:nvSpPr>
          <p:cNvPr id="22" name="pupil-text">
            <a:extLst xmlns:a="http://schemas.openxmlformats.org/drawingml/2006/main">
              <a:ext uri="{FF2B5EF4-FFF2-40B4-BE49-F238E27FC236}">
                <a16:creationId xmlns:a16="http://schemas.microsoft.com/office/drawing/2014/main" id="{974D75CD-4B91-4F48-BAE0-7E0812FBE809}"/>
              </a:ext>
            </a:extLst>
          </p:cNvPr>
          <p:cNvSpPr>
            <a:spLocks xmlns:a="http://schemas.openxmlformats.org/drawingml/2006/main" noGrp="1"/>
          </p:cNvSpPr>
          <p:nvPr/>
        </p:nvSpPr>
        <p:spPr>
          <a:xfrm xmlns:a="http://schemas.openxmlformats.org/drawingml/2006/main">
            <a:off x="457200" y="3429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 verbal feedback; WS = worked with support; I = independent; NS = one specific next step; E =</a:t>
            </a:r>
          </a:p>
        </p:txBody>
      </p:sp>
      <p:sp>
        <p:nvSpPr>
          <p:cNvPr id="23" name="pupil-text">
            <a:extLst xmlns:a="http://schemas.openxmlformats.org/drawingml/2006/main">
              <a:ext uri="{FF2B5EF4-FFF2-40B4-BE49-F238E27FC236}">
                <a16:creationId xmlns:a16="http://schemas.microsoft.com/office/drawing/2014/main" id="{814B6C1E-6CB0-4901-8B7D-1C77859B2258}"/>
              </a:ext>
            </a:extLst>
          </p:cNvPr>
          <p:cNvSpPr>
            <a:spLocks xmlns:a="http://schemas.openxmlformats.org/drawingml/2006/main" noGrp="1"/>
          </p:cNvSpPr>
          <p:nvPr/>
        </p:nvSpPr>
        <p:spPr>
          <a:xfrm xmlns:a="http://schemas.openxmlformats.org/drawingml/2006/main">
            <a:off x="457200" y="3724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 on the evidence app; R = responded: the loop is closed; // = self-edit point; ? = read this</a:t>
            </a:r>
          </a:p>
        </p:txBody>
      </p:sp>
      <p:sp>
        <p:nvSpPr>
          <p:cNvPr id="24" name="pupil-text">
            <a:extLst xmlns:a="http://schemas.openxmlformats.org/drawingml/2006/main">
              <a:ext uri="{FF2B5EF4-FFF2-40B4-BE49-F238E27FC236}">
                <a16:creationId xmlns:a16="http://schemas.microsoft.com/office/drawing/2014/main" id="{BAAE4B77-A479-47FB-9E6F-FF1DD69D4202}"/>
              </a:ext>
            </a:extLst>
          </p:cNvPr>
          <p:cNvSpPr>
            <a:spLocks xmlns:a="http://schemas.openxmlformats.org/drawingml/2006/main" noGrp="1"/>
          </p:cNvSpPr>
          <p:nvPr/>
        </p:nvSpPr>
        <p:spPr>
          <a:xfrm xmlns:a="http://schemas.openxmlformats.org/drawingml/2006/main">
            <a:off x="457200" y="4019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back to me.</a:t>
            </a:r>
          </a:p>
        </p:txBody>
      </p:sp>
      <p:sp>
        <p:nvSpPr>
          <p:cNvPr id="25" name="pupil-text">
            <a:extLst xmlns:a="http://schemas.openxmlformats.org/drawingml/2006/main">
              <a:ext uri="{FF2B5EF4-FFF2-40B4-BE49-F238E27FC236}">
                <a16:creationId xmlns:a16="http://schemas.microsoft.com/office/drawing/2014/main" id="{7F186410-91AA-474E-95EE-7C42569D0261}"/>
              </a:ext>
            </a:extLst>
          </p:cNvPr>
          <p:cNvSpPr>
            <a:spLocks xmlns:a="http://schemas.openxmlformats.org/drawingml/2006/main" noGrp="1"/>
          </p:cNvSpPr>
          <p:nvPr/>
        </p:nvSpPr>
        <p:spPr>
          <a:xfrm xmlns:a="http://schemas.openxmlformats.org/drawingml/2006/main">
            <a:off x="457200" y="4314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write or direct a scribe. You may pass.</a:t>
            </a:r>
          </a:p>
        </p:txBody>
      </p:sp>
      <p:sp>
        <p:nvSpPr>
          <p:cNvPr id="26" name="pupil-text">
            <a:extLst xmlns:a="http://schemas.openxmlformats.org/drawingml/2006/main">
              <a:ext uri="{FF2B5EF4-FFF2-40B4-BE49-F238E27FC236}">
                <a16:creationId xmlns:a16="http://schemas.microsoft.com/office/drawing/2014/main" id="{DBF4658F-27AC-4674-9769-AA1D80FD92B1}"/>
              </a:ext>
            </a:extLst>
          </p:cNvPr>
          <p:cNvSpPr>
            <a:spLocks xmlns:a="http://schemas.openxmlformats.org/drawingml/2006/main" noGrp="1"/>
          </p:cNvSpPr>
          <p:nvPr/>
        </p:nvSpPr>
        <p:spPr>
          <a:xfrm xmlns:a="http://schemas.openxmlformats.org/drawingml/2006/main">
            <a:off x="457200" y="4610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take a short break or pass. When you return, start at step 1 on the current source</a:t>
            </a:r>
          </a:p>
        </p:txBody>
      </p:sp>
      <p:sp>
        <p:nvSpPr>
          <p:cNvPr id="27" name="pupil-text">
            <a:extLst xmlns:a="http://schemas.openxmlformats.org/drawingml/2006/main">
              <a:ext uri="{FF2B5EF4-FFF2-40B4-BE49-F238E27FC236}">
                <a16:creationId xmlns:a16="http://schemas.microsoft.com/office/drawing/2014/main" id="{2B7B3B8D-BC7D-4E55-9F95-BAB0B13D7930}"/>
              </a:ext>
            </a:extLst>
          </p:cNvPr>
          <p:cNvSpPr>
            <a:spLocks xmlns:a="http://schemas.openxmlformats.org/drawingml/2006/main" noGrp="1"/>
          </p:cNvSpPr>
          <p:nvPr/>
        </p:nvSpPr>
        <p:spPr>
          <a:xfrm xmlns:a="http://schemas.openxmlformats.org/drawingml/2006/main">
            <a:off x="457200" y="4905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task. You may ask for the source to be read again.</a:t>
            </a:r>
          </a:p>
        </p:txBody>
      </p:sp>
    </p:spTree>
    <p:extLst>
      <p:ext uri="{BB962C8B-B14F-4D97-AF65-F5344CB8AC3E}">
        <p14:creationId xmlns:p14="http://schemas.microsoft.com/office/powerpoint/2010/main" val="21303186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17743318-88FC-4D39-9944-5F2D544CD84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5F9A2DE6-7ECB-4798-AFC9-CDD563E74CD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91600B6E-3A91-4E8B-8A22-40E6330E664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3B738D47-4794-46CD-8A8E-F20365EC1499}"/>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27D0D00-8ED8-4C4C-A37A-76B1A7A9A9A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3138D16-272A-470F-ADDE-49D615EB321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9649EA7-DCE4-4D93-855C-D3C1F2DC1FB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63B0A69-8B24-4A06-9776-C1B4E90FC19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B2931C9-74D2-4921-B9A7-40EA4A65FD7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7A1A967-F868-46F5-93FC-73CC7FCFA9C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A3A39381-CD37-49D4-A506-B92BC4FF758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68FA6F5-E320-4A14-8DD8-DDE643B35E3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2A64344A-9B13-40B9-94BA-3C1E3660DF6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38</a:t>
            </a:r>
          </a:p>
        </p:txBody>
      </p:sp>
      <p:sp>
        <p:nvSpPr>
          <p:cNvPr id="14" name="licence-footer">
            <a:extLst xmlns:a="http://schemas.openxmlformats.org/drawingml/2006/main">
              <a:ext uri="{FF2B5EF4-FFF2-40B4-BE49-F238E27FC236}">
                <a16:creationId xmlns:a16="http://schemas.microsoft.com/office/drawing/2014/main" id="{2C596124-3E91-4A5F-893C-6B5DAE4FF84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529353E-D51E-4B96-A5C2-0B2E3F26FADD}"/>
              </a:ext>
            </a:extLst>
          </p:cNvPr>
          <p:cNvPicPr>
            <a:picLocks xmlns:a="http://schemas.openxmlformats.org/drawingml/2006/main" noChangeAspect="1"/>
          </p:cNvPicPr>
          <p:nvPr/>
        </p:nvPicPr>
        <p:blipFill>
          <a:blip xmlns:r="http://schemas.openxmlformats.org/officeDocument/2006/relationships" xmlns:a="http://schemas.openxmlformats.org/drawingml/2006/main" r:embed="Rd8c68a04885e4bb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20E7B78-49A8-4E33-9100-98AD21FD08A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a:t>
            </a:r>
          </a:p>
        </p:txBody>
      </p:sp>
      <p:sp>
        <p:nvSpPr>
          <p:cNvPr id="17" name="pupil-text">
            <a:extLst xmlns:a="http://schemas.openxmlformats.org/drawingml/2006/main">
              <a:ext uri="{FF2B5EF4-FFF2-40B4-BE49-F238E27FC236}">
                <a16:creationId xmlns:a16="http://schemas.microsoft.com/office/drawing/2014/main" id="{394B5F40-0A64-40CF-AC0B-2ACCC216BC6A}"/>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passing.</a:t>
            </a:r>
          </a:p>
        </p:txBody>
      </p:sp>
      <p:sp>
        <p:nvSpPr>
          <p:cNvPr id="18" name="pupil-text">
            <a:extLst xmlns:a="http://schemas.openxmlformats.org/drawingml/2006/main">
              <a:ext uri="{FF2B5EF4-FFF2-40B4-BE49-F238E27FC236}">
                <a16:creationId xmlns:a16="http://schemas.microsoft.com/office/drawing/2014/main" id="{D9AC6F12-6C87-4E46-B9A4-B4D76E6C8ABF}"/>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belief support resilience without promising an easy outcome?</a:t>
            </a:r>
          </a:p>
        </p:txBody>
      </p:sp>
    </p:spTree>
    <p:extLst>
      <p:ext uri="{BB962C8B-B14F-4D97-AF65-F5344CB8AC3E}">
        <p14:creationId xmlns:p14="http://schemas.microsoft.com/office/powerpoint/2010/main" val="19993108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2164BA78-CC7F-4A40-B755-4C1C4C0D892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898181BD-3D6C-43D3-82B1-03B76F7B4F5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9C6BC57E-6B51-4C80-8C61-8BD486D9357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B3E27AAA-369C-4FC4-9FCB-2DEA63A7EED6}"/>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DE5CFE5-BB68-46DC-8687-A8A0EAA2110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AC4B3CF-3A83-4A5D-B386-D86CFE86EB4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B48C051-43EE-4AF9-A703-7D24BF8A69C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98457E9-5A18-49D3-80ED-07D80478C5D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73AD6E6-D8D2-45FC-A92B-F8960603041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054F4E7-1BFA-4F9F-BBD3-0546E659E41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EE53FA31-CB8D-4CAF-998D-1F8D08F1077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F20EA73F-4B31-41CC-A562-4AF9B810C1F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274D8E2E-47C0-477F-B65D-F63D2E49003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38</a:t>
            </a:r>
          </a:p>
        </p:txBody>
      </p:sp>
      <p:sp>
        <p:nvSpPr>
          <p:cNvPr id="14" name="licence-footer">
            <a:extLst xmlns:a="http://schemas.openxmlformats.org/drawingml/2006/main">
              <a:ext uri="{FF2B5EF4-FFF2-40B4-BE49-F238E27FC236}">
                <a16:creationId xmlns:a16="http://schemas.microsoft.com/office/drawing/2014/main" id="{D9BF5230-DA68-4264-8FA4-E4793D1D91A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8BB2466-9DB0-485E-B63C-B7566B97E995}"/>
              </a:ext>
            </a:extLst>
          </p:cNvPr>
          <p:cNvPicPr>
            <a:picLocks xmlns:a="http://schemas.openxmlformats.org/drawingml/2006/main" noChangeAspect="1"/>
          </p:cNvPicPr>
          <p:nvPr/>
        </p:nvPicPr>
        <p:blipFill>
          <a:blip xmlns:r="http://schemas.openxmlformats.org/officeDocument/2006/relationships" xmlns:a="http://schemas.openxmlformats.org/drawingml/2006/main" r:embed="R37e917f0b6ed48d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77FF105-47F0-439E-B3DE-D17FE163DCD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3D0299DD-EC61-484F-AE26-647FC1EFC404}"/>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Shared concern</a:t>
            </a:r>
          </a:p>
        </p:txBody>
      </p:sp>
      <p:sp>
        <p:nvSpPr>
          <p:cNvPr id="18" name="pupil-text">
            <a:extLst xmlns:a="http://schemas.openxmlformats.org/drawingml/2006/main">
              <a:ext uri="{FF2B5EF4-FFF2-40B4-BE49-F238E27FC236}">
                <a16:creationId xmlns:a16="http://schemas.microsoft.com/office/drawing/2014/main" id="{6A3824AB-C2C0-4726-B16B-C832C08F6EC3}"/>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concern did both worldview applications share?</a:t>
            </a:r>
          </a:p>
        </p:txBody>
      </p:sp>
      <p:sp>
        <p:nvSpPr>
          <p:cNvPr id="19" name="pupil-text">
            <a:extLst xmlns:a="http://schemas.openxmlformats.org/drawingml/2006/main">
              <a:ext uri="{FF2B5EF4-FFF2-40B4-BE49-F238E27FC236}">
                <a16:creationId xmlns:a16="http://schemas.microsoft.com/office/drawing/2014/main" id="{F62B0341-E98B-49D3-B9C7-0EFD9E7FB097}"/>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Authority</a:t>
            </a:r>
          </a:p>
        </p:txBody>
      </p:sp>
      <p:sp>
        <p:nvSpPr>
          <p:cNvPr id="20" name="pupil-text">
            <a:extLst xmlns:a="http://schemas.openxmlformats.org/drawingml/2006/main">
              <a:ext uri="{FF2B5EF4-FFF2-40B4-BE49-F238E27FC236}">
                <a16:creationId xmlns:a16="http://schemas.microsoft.com/office/drawing/2014/main" id="{F8222BA7-BDEB-4290-A281-84B7D28A39E1}"/>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did authority mean in the comparison?</a:t>
            </a:r>
          </a:p>
        </p:txBody>
      </p:sp>
      <p:sp>
        <p:nvSpPr>
          <p:cNvPr id="21" name="pupil-text">
            <a:extLst xmlns:a="http://schemas.openxmlformats.org/drawingml/2006/main">
              <a:ext uri="{FF2B5EF4-FFF2-40B4-BE49-F238E27FC236}">
                <a16:creationId xmlns:a16="http://schemas.microsoft.com/office/drawing/2014/main" id="{14DD4CB8-DEFC-4905-9BB3-4049BBB2E1CA}"/>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Diversity</a:t>
            </a:r>
          </a:p>
        </p:txBody>
      </p:sp>
      <p:sp>
        <p:nvSpPr>
          <p:cNvPr id="22" name="pupil-text">
            <a:extLst xmlns:a="http://schemas.openxmlformats.org/drawingml/2006/main">
              <a:ext uri="{FF2B5EF4-FFF2-40B4-BE49-F238E27FC236}">
                <a16:creationId xmlns:a16="http://schemas.microsoft.com/office/drawing/2014/main" id="{6551D14D-2144-46A4-AD90-D7B248C4D4EC}"/>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one account represent every member of a worldview?</a:t>
            </a:r>
          </a:p>
        </p:txBody>
      </p:sp>
      <p:sp>
        <p:nvSpPr>
          <p:cNvPr id="23" name="pupil-text">
            <a:extLst xmlns:a="http://schemas.openxmlformats.org/drawingml/2006/main">
              <a:ext uri="{FF2B5EF4-FFF2-40B4-BE49-F238E27FC236}">
                <a16:creationId xmlns:a16="http://schemas.microsoft.com/office/drawing/2014/main" id="{F6E28351-BC76-446F-9B1A-B55CDE60F4CB}"/>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E56320AB-1E4C-47BB-B93C-B9D9AD9E2F92}"/>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could help a person continue or adapt after a setback?</a:t>
            </a:r>
          </a:p>
        </p:txBody>
      </p:sp>
    </p:spTree>
    <p:extLst>
      <p:ext uri="{BB962C8B-B14F-4D97-AF65-F5344CB8AC3E}">
        <p14:creationId xmlns:p14="http://schemas.microsoft.com/office/powerpoint/2010/main" val="20624793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152A24B6-AA75-453D-A14C-16893B07E01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41624FEB-2DDF-44E8-A44B-3EB7F7357C6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15AC5DDD-0DB8-4E58-BD61-FBC330E00A0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DE939602-7B24-4D08-9D46-9E67F1ECF70C}"/>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8346B8F-51AC-44E1-8312-44470A377E9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6BAD56D-C49B-4E04-A671-158A6F33267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2B44162-DECC-433E-A9AB-20D684F3199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DB0344C-5A14-4652-82F5-EBAF81CDC58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EAA4E4B-7B31-451D-8A9B-6E370B9E07F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7A68B56-4FC1-4B99-A174-B1439C22DC8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1B0C320A-C4CB-4B11-A6B6-40A3A2AEC1B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42A42E4-0D8E-49FC-B602-1F8FE6610DC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28F00C4-BE06-45DE-9CBA-763AD0E7659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38</a:t>
            </a:r>
          </a:p>
        </p:txBody>
      </p:sp>
      <p:sp>
        <p:nvSpPr>
          <p:cNvPr id="14" name="licence-footer">
            <a:extLst xmlns:a="http://schemas.openxmlformats.org/drawingml/2006/main">
              <a:ext uri="{FF2B5EF4-FFF2-40B4-BE49-F238E27FC236}">
                <a16:creationId xmlns:a16="http://schemas.microsoft.com/office/drawing/2014/main" id="{A1A83DCF-EB45-460B-B93D-7E9473BA8DF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E40DF6E-03B8-47B2-A689-D255C48A1933}"/>
              </a:ext>
            </a:extLst>
          </p:cNvPr>
          <p:cNvPicPr>
            <a:picLocks xmlns:a="http://schemas.openxmlformats.org/drawingml/2006/main" noChangeAspect="1"/>
          </p:cNvPicPr>
          <p:nvPr/>
        </p:nvPicPr>
        <p:blipFill>
          <a:blip xmlns:r="http://schemas.openxmlformats.org/officeDocument/2006/relationships" xmlns:a="http://schemas.openxmlformats.org/drawingml/2006/main" r:embed="R0fba7623e3c742e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2D8EF8C-ADB7-426A-B8C3-ADB1B8294828}"/>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Shared concern</a:t>
            </a:r>
          </a:p>
        </p:txBody>
      </p:sp>
      <p:sp>
        <p:nvSpPr>
          <p:cNvPr id="17" name="shape">
            <a:extLst xmlns:a="http://schemas.openxmlformats.org/drawingml/2006/main">
              <a:ext uri="{FF2B5EF4-FFF2-40B4-BE49-F238E27FC236}">
                <a16:creationId xmlns:a16="http://schemas.microsoft.com/office/drawing/2014/main" id="{77467211-C39F-47AB-8720-A5E7079AFBAD}"/>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0086A9EE-A670-4DE8-999F-8B26D0985C2F}"/>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people needing help.</a:t>
            </a:r>
          </a:p>
        </p:txBody>
      </p:sp>
      <p:sp>
        <p:nvSpPr>
          <p:cNvPr id="19" name="pupil-text">
            <a:extLst xmlns:a="http://schemas.openxmlformats.org/drawingml/2006/main">
              <a:ext uri="{FF2B5EF4-FFF2-40B4-BE49-F238E27FC236}">
                <a16:creationId xmlns:a16="http://schemas.microsoft.com/office/drawing/2014/main" id="{D83F2D98-4B51-40A8-B924-BDE5014F4DB5}"/>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Authority</a:t>
            </a:r>
          </a:p>
        </p:txBody>
      </p:sp>
      <p:sp>
        <p:nvSpPr>
          <p:cNvPr id="20" name="shape">
            <a:extLst xmlns:a="http://schemas.openxmlformats.org/drawingml/2006/main">
              <a:ext uri="{FF2B5EF4-FFF2-40B4-BE49-F238E27FC236}">
                <a16:creationId xmlns:a16="http://schemas.microsoft.com/office/drawing/2014/main" id="{64C912AA-803C-4C54-AF8C-CDE3744D0D42}"/>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22F5A48-C30F-46B2-953F-AF622B3CF14B}"/>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guide for judgement.</a:t>
            </a:r>
          </a:p>
        </p:txBody>
      </p:sp>
      <p:sp>
        <p:nvSpPr>
          <p:cNvPr id="22" name="pupil-text">
            <a:extLst xmlns:a="http://schemas.openxmlformats.org/drawingml/2006/main">
              <a:ext uri="{FF2B5EF4-FFF2-40B4-BE49-F238E27FC236}">
                <a16:creationId xmlns:a16="http://schemas.microsoft.com/office/drawing/2014/main" id="{8AF1E311-CB8D-473F-ABD5-3D158E6B0F58}"/>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Diversity</a:t>
            </a:r>
          </a:p>
        </p:txBody>
      </p:sp>
      <p:sp>
        <p:nvSpPr>
          <p:cNvPr id="23" name="shape">
            <a:extLst xmlns:a="http://schemas.openxmlformats.org/drawingml/2006/main">
              <a:ext uri="{FF2B5EF4-FFF2-40B4-BE49-F238E27FC236}">
                <a16:creationId xmlns:a16="http://schemas.microsoft.com/office/drawing/2014/main" id="{3CA3A115-98D1-4AD6-B611-20FC49B80435}"/>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E2624FAC-E92E-4141-8275-51E876885A7C}"/>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variation.</a:t>
            </a:r>
          </a:p>
        </p:txBody>
      </p:sp>
      <p:sp>
        <p:nvSpPr>
          <p:cNvPr id="25" name="pupil-text">
            <a:extLst xmlns:a="http://schemas.openxmlformats.org/drawingml/2006/main">
              <a:ext uri="{FF2B5EF4-FFF2-40B4-BE49-F238E27FC236}">
                <a16:creationId xmlns:a16="http://schemas.microsoft.com/office/drawing/2014/main" id="{137D8D77-165F-4039-BCFC-1C99B5621519}"/>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7517A540-4F5C-4711-986F-2474C9F97C0C}"/>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DE70BE0A-E7B8-46FB-92AF-867DA1929EE1}"/>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next step and help.</a:t>
            </a:r>
          </a:p>
        </p:txBody>
      </p:sp>
    </p:spTree>
    <p:extLst>
      <p:ext uri="{BB962C8B-B14F-4D97-AF65-F5344CB8AC3E}">
        <p14:creationId xmlns:p14="http://schemas.microsoft.com/office/powerpoint/2010/main" val="10006193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D7B387AA-A13E-4545-B1A1-DA23962E904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396D3BEF-8887-473D-AACB-561D0E73BA1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B4C33C55-1FC3-4592-B169-181B0F2E21E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A1A33606-1A0D-4AE7-9E69-59AE25F82868}"/>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F6A65AF-E2BA-4BD6-B99D-FC549E5B74A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97D49C7-AEBE-4E6B-9F24-875075883CA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2AED938-42FC-4328-96A5-40D40904AFC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F87F72E-CB0F-440E-83BE-6509D3ED769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55D910B-CD27-485F-B451-3C82A6452F3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ACB4E68-113F-4B85-A684-BBD77B31B92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7B1CEADB-EA56-4A8E-960A-6782FB5186B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99B3E02-26AA-45DD-B972-14FC6D5C3BD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01D4478-7938-41F4-A6AD-ED4B0CF79F6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38</a:t>
            </a:r>
          </a:p>
        </p:txBody>
      </p:sp>
      <p:sp>
        <p:nvSpPr>
          <p:cNvPr id="14" name="licence-footer">
            <a:extLst xmlns:a="http://schemas.openxmlformats.org/drawingml/2006/main">
              <a:ext uri="{FF2B5EF4-FFF2-40B4-BE49-F238E27FC236}">
                <a16:creationId xmlns:a16="http://schemas.microsoft.com/office/drawing/2014/main" id="{1624C99D-1527-48F1-826A-CC4C39D6452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468B75F-B5D4-443B-93B0-4A7C9A5CC402}"/>
              </a:ext>
            </a:extLst>
          </p:cNvPr>
          <p:cNvPicPr>
            <a:picLocks xmlns:a="http://schemas.openxmlformats.org/drawingml/2006/main" noChangeAspect="1"/>
          </p:cNvPicPr>
          <p:nvPr/>
        </p:nvPicPr>
        <p:blipFill>
          <a:blip xmlns:r="http://schemas.openxmlformats.org/officeDocument/2006/relationships" xmlns:a="http://schemas.openxmlformats.org/drawingml/2006/main" r:embed="R39102a1036bb4ae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6F95A72-5288-4171-BC95-D468E40DC10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20241FF7-7D25-45BC-B8C6-6365D397AD03}"/>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Shared concern</a:t>
            </a:r>
          </a:p>
        </p:txBody>
      </p:sp>
      <p:sp>
        <p:nvSpPr>
          <p:cNvPr id="18" name="pupil-text">
            <a:extLst xmlns:a="http://schemas.openxmlformats.org/drawingml/2006/main">
              <a:ext uri="{FF2B5EF4-FFF2-40B4-BE49-F238E27FC236}">
                <a16:creationId xmlns:a16="http://schemas.microsoft.com/office/drawing/2014/main" id="{EDEBAA79-635A-414A-8254-0E683EC26B2F}"/>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could both applications support checking the missing fact?</a:t>
            </a:r>
          </a:p>
        </p:txBody>
      </p:sp>
      <p:sp>
        <p:nvSpPr>
          <p:cNvPr id="19" name="pupil-text">
            <a:extLst xmlns:a="http://schemas.openxmlformats.org/drawingml/2006/main">
              <a:ext uri="{FF2B5EF4-FFF2-40B4-BE49-F238E27FC236}">
                <a16:creationId xmlns:a16="http://schemas.microsoft.com/office/drawing/2014/main" id="{5F70D113-FCDD-4018-8B3F-065430ED8CFF}"/>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Authority</a:t>
            </a:r>
          </a:p>
        </p:txBody>
      </p:sp>
      <p:sp>
        <p:nvSpPr>
          <p:cNvPr id="20" name="pupil-text">
            <a:extLst xmlns:a="http://schemas.openxmlformats.org/drawingml/2006/main">
              <a:ext uri="{FF2B5EF4-FFF2-40B4-BE49-F238E27FC236}">
                <a16:creationId xmlns:a16="http://schemas.microsoft.com/office/drawing/2014/main" id="{B734C100-1156-44BC-9AAC-C0491A2A029F}"/>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did the stated authorities differ?</a:t>
            </a:r>
          </a:p>
        </p:txBody>
      </p:sp>
      <p:sp>
        <p:nvSpPr>
          <p:cNvPr id="21" name="pupil-text">
            <a:extLst xmlns:a="http://schemas.openxmlformats.org/drawingml/2006/main">
              <a:ext uri="{FF2B5EF4-FFF2-40B4-BE49-F238E27FC236}">
                <a16:creationId xmlns:a16="http://schemas.microsoft.com/office/drawing/2014/main" id="{7A23865A-9C75-47C0-9511-2624BD78C78F}"/>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Diversity</a:t>
            </a:r>
          </a:p>
        </p:txBody>
      </p:sp>
      <p:sp>
        <p:nvSpPr>
          <p:cNvPr id="22" name="pupil-text">
            <a:extLst xmlns:a="http://schemas.openxmlformats.org/drawingml/2006/main">
              <a:ext uri="{FF2B5EF4-FFF2-40B4-BE49-F238E27FC236}">
                <a16:creationId xmlns:a16="http://schemas.microsoft.com/office/drawing/2014/main" id="{4C98BEE0-94DF-45C1-942F-20CC58684BB7}"/>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did the phrase “some believers” matter?</a:t>
            </a:r>
          </a:p>
        </p:txBody>
      </p:sp>
      <p:sp>
        <p:nvSpPr>
          <p:cNvPr id="23" name="pupil-text">
            <a:extLst xmlns:a="http://schemas.openxmlformats.org/drawingml/2006/main">
              <a:ext uri="{FF2B5EF4-FFF2-40B4-BE49-F238E27FC236}">
                <a16:creationId xmlns:a16="http://schemas.microsoft.com/office/drawing/2014/main" id="{6C954900-C6BE-494A-973B-3D6DDC043CE8}"/>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551AB4C1-F66C-40F6-95C8-A8199D38E9FF}"/>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might a belief affect a response to difficulty?</a:t>
            </a:r>
          </a:p>
        </p:txBody>
      </p:sp>
    </p:spTree>
    <p:extLst>
      <p:ext uri="{BB962C8B-B14F-4D97-AF65-F5344CB8AC3E}">
        <p14:creationId xmlns:p14="http://schemas.microsoft.com/office/powerpoint/2010/main" val="10585272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B8BC8BE6-D6CB-440E-A32A-011115C45CF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43B6ED85-D69E-49C7-B16B-4B901850118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241097B2-A356-48C6-85D5-3B75166EFDA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8FCCC9D3-4E11-43C9-BDCB-31616BE84AAE}"/>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4CF2E32-814A-456E-BE45-5C458AD39AE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53B4A47-F1DF-49A1-BA64-73AE48A4FA1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7FA2177-E450-4A5E-85D3-06D0142B347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9FCC1E7-98E2-4C8F-8CC5-BAAEE073E24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0C4C793-1F32-4904-AB59-1E119212BE6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0A8B02E-6A2E-4DF5-8203-06E05D20BD2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DA8F607B-D3AA-4E89-944C-B3F1E8433DF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1F3AB444-7915-4D3C-9F30-512ECA96B65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EA59BF7B-A4CF-4919-8C46-32A046D1D2B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38</a:t>
            </a:r>
          </a:p>
        </p:txBody>
      </p:sp>
      <p:sp>
        <p:nvSpPr>
          <p:cNvPr id="14" name="licence-footer">
            <a:extLst xmlns:a="http://schemas.openxmlformats.org/drawingml/2006/main">
              <a:ext uri="{FF2B5EF4-FFF2-40B4-BE49-F238E27FC236}">
                <a16:creationId xmlns:a16="http://schemas.microsoft.com/office/drawing/2014/main" id="{B65B2924-9BB3-44D8-8DE8-D5F606872CB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02BFE59-58A1-4397-91AF-BEA7CE0E6A9A}"/>
              </a:ext>
            </a:extLst>
          </p:cNvPr>
          <p:cNvPicPr>
            <a:picLocks xmlns:a="http://schemas.openxmlformats.org/drawingml/2006/main" noChangeAspect="1"/>
          </p:cNvPicPr>
          <p:nvPr/>
        </p:nvPicPr>
        <p:blipFill>
          <a:blip xmlns:r="http://schemas.openxmlformats.org/officeDocument/2006/relationships" xmlns:a="http://schemas.openxmlformats.org/drawingml/2006/main" r:embed="R3f968af8e7ae471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C2992C2-612D-43B1-AAA8-7497D87FC75F}"/>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Shared concern</a:t>
            </a:r>
          </a:p>
        </p:txBody>
      </p:sp>
      <p:sp>
        <p:nvSpPr>
          <p:cNvPr id="17" name="shape">
            <a:extLst xmlns:a="http://schemas.openxmlformats.org/drawingml/2006/main">
              <a:ext uri="{FF2B5EF4-FFF2-40B4-BE49-F238E27FC236}">
                <a16:creationId xmlns:a16="http://schemas.microsoft.com/office/drawing/2014/main" id="{0D415D6E-358A-4F52-ADA2-71AB712E9169}"/>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9164F68D-F97B-452A-BD69-E6E3B1F50971}"/>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people needing help.</a:t>
            </a:r>
          </a:p>
        </p:txBody>
      </p:sp>
      <p:sp>
        <p:nvSpPr>
          <p:cNvPr id="19" name="pupil-text">
            <a:extLst xmlns:a="http://schemas.openxmlformats.org/drawingml/2006/main">
              <a:ext uri="{FF2B5EF4-FFF2-40B4-BE49-F238E27FC236}">
                <a16:creationId xmlns:a16="http://schemas.microsoft.com/office/drawing/2014/main" id="{6E817A04-07CC-483E-930C-C5CCC5DA6367}"/>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Authority</a:t>
            </a:r>
          </a:p>
        </p:txBody>
      </p:sp>
      <p:sp>
        <p:nvSpPr>
          <p:cNvPr id="20" name="shape">
            <a:extLst xmlns:a="http://schemas.openxmlformats.org/drawingml/2006/main">
              <a:ext uri="{FF2B5EF4-FFF2-40B4-BE49-F238E27FC236}">
                <a16:creationId xmlns:a16="http://schemas.microsoft.com/office/drawing/2014/main" id="{1DF258E0-B881-4026-BEE1-FF89F0254415}"/>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4425F7B-1425-47D6-81CD-696032582AAF}"/>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guide for judgement.</a:t>
            </a:r>
          </a:p>
        </p:txBody>
      </p:sp>
      <p:sp>
        <p:nvSpPr>
          <p:cNvPr id="22" name="pupil-text">
            <a:extLst xmlns:a="http://schemas.openxmlformats.org/drawingml/2006/main">
              <a:ext uri="{FF2B5EF4-FFF2-40B4-BE49-F238E27FC236}">
                <a16:creationId xmlns:a16="http://schemas.microsoft.com/office/drawing/2014/main" id="{0FCF6108-5C82-47AA-A3BF-002A507352DC}"/>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Diversity</a:t>
            </a:r>
          </a:p>
        </p:txBody>
      </p:sp>
      <p:sp>
        <p:nvSpPr>
          <p:cNvPr id="23" name="shape">
            <a:extLst xmlns:a="http://schemas.openxmlformats.org/drawingml/2006/main">
              <a:ext uri="{FF2B5EF4-FFF2-40B4-BE49-F238E27FC236}">
                <a16:creationId xmlns:a16="http://schemas.microsoft.com/office/drawing/2014/main" id="{75B4C538-4F8B-45D1-A258-F4B76F011EF5}"/>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98062C0C-1791-4A78-8918-276D1C9587FE}"/>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variation.</a:t>
            </a:r>
          </a:p>
        </p:txBody>
      </p:sp>
      <p:sp>
        <p:nvSpPr>
          <p:cNvPr id="25" name="pupil-text">
            <a:extLst xmlns:a="http://schemas.openxmlformats.org/drawingml/2006/main">
              <a:ext uri="{FF2B5EF4-FFF2-40B4-BE49-F238E27FC236}">
                <a16:creationId xmlns:a16="http://schemas.microsoft.com/office/drawing/2014/main" id="{7CB5DAEC-1CF2-45BB-AFCF-79D0874C55D8}"/>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321C66DE-BE67-4535-A427-082460B9E429}"/>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3133F713-B144-445F-A7B1-0161742C242F}"/>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next step and help.</a:t>
            </a:r>
          </a:p>
        </p:txBody>
      </p:sp>
    </p:spTree>
    <p:extLst>
      <p:ext uri="{BB962C8B-B14F-4D97-AF65-F5344CB8AC3E}">
        <p14:creationId xmlns:p14="http://schemas.microsoft.com/office/powerpoint/2010/main" val="4011464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EEB8965E-ECE9-4EA3-BD35-86D225FBC45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6DAA7D34-A846-44D2-B040-859E7D53D88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20B4B4B2-0A45-45D4-A05F-CC173AAB07E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703FAC05-E1EA-47F0-9A06-705156D600AB}"/>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6A6BD31-BA01-4C50-A664-09872371538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F0255B9-186E-4E98-991C-F2D35E1394E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A87DC55-719E-4325-A7E8-BDFA66DF0F5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AA7C163-D940-45F9-9604-B2AF411B0F6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A5C30C8-BA53-4365-8723-F5513B9B274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2306A86-8373-45C5-A1C3-06E6BB67583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1F486667-6089-4BEC-95AB-489E8D47244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893B912-EE45-4D8D-B270-FB713953EFF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87C6E24A-4A01-4B06-B76A-A7DD360C863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38</a:t>
            </a:r>
          </a:p>
        </p:txBody>
      </p:sp>
      <p:sp>
        <p:nvSpPr>
          <p:cNvPr id="14" name="licence-footer">
            <a:extLst xmlns:a="http://schemas.openxmlformats.org/drawingml/2006/main">
              <a:ext uri="{FF2B5EF4-FFF2-40B4-BE49-F238E27FC236}">
                <a16:creationId xmlns:a16="http://schemas.microsoft.com/office/drawing/2014/main" id="{00704F66-C0D4-42A2-A0C8-C62F91D39F4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D716281-93E6-49F4-A9E8-E19EE35999C0}"/>
              </a:ext>
            </a:extLst>
          </p:cNvPr>
          <p:cNvPicPr>
            <a:picLocks xmlns:a="http://schemas.openxmlformats.org/drawingml/2006/main" noChangeAspect="1"/>
          </p:cNvPicPr>
          <p:nvPr/>
        </p:nvPicPr>
        <p:blipFill>
          <a:blip xmlns:r="http://schemas.openxmlformats.org/officeDocument/2006/relationships" xmlns:a="http://schemas.openxmlformats.org/drawingml/2006/main" r:embed="R8e4f41b19deb4df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5C532B1-62AC-448D-8B4E-A3D27EAF14D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714C8321-AF9C-4902-A078-2B5F5D5C38E8}"/>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Shared concern</a:t>
            </a:r>
          </a:p>
        </p:txBody>
      </p:sp>
      <p:sp>
        <p:nvSpPr>
          <p:cNvPr id="18" name="pupil-text">
            <a:extLst xmlns:a="http://schemas.openxmlformats.org/drawingml/2006/main">
              <a:ext uri="{FF2B5EF4-FFF2-40B4-BE49-F238E27FC236}">
                <a16:creationId xmlns:a16="http://schemas.microsoft.com/office/drawing/2014/main" id="{EC6F1593-C06B-4B66-851B-F4EF9472F742}"/>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did the shared action not prove identical reasoning?</a:t>
            </a:r>
          </a:p>
        </p:txBody>
      </p:sp>
      <p:sp>
        <p:nvSpPr>
          <p:cNvPr id="19" name="pupil-text">
            <a:extLst xmlns:a="http://schemas.openxmlformats.org/drawingml/2006/main">
              <a:ext uri="{FF2B5EF4-FFF2-40B4-BE49-F238E27FC236}">
                <a16:creationId xmlns:a16="http://schemas.microsoft.com/office/drawing/2014/main" id="{25D027BA-0774-4902-B765-6C66750DB3AB}"/>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Authority</a:t>
            </a:r>
          </a:p>
        </p:txBody>
      </p:sp>
      <p:sp>
        <p:nvSpPr>
          <p:cNvPr id="20" name="pupil-text">
            <a:extLst xmlns:a="http://schemas.openxmlformats.org/drawingml/2006/main">
              <a:ext uri="{FF2B5EF4-FFF2-40B4-BE49-F238E27FC236}">
                <a16:creationId xmlns:a16="http://schemas.microsoft.com/office/drawing/2014/main" id="{7FEE6F2A-CE2C-4B4D-9DD1-E153AD55DA37}"/>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was “religion versus reason” an inaccurate description?</a:t>
            </a:r>
          </a:p>
        </p:txBody>
      </p:sp>
      <p:sp>
        <p:nvSpPr>
          <p:cNvPr id="21" name="pupil-text">
            <a:extLst xmlns:a="http://schemas.openxmlformats.org/drawingml/2006/main">
              <a:ext uri="{FF2B5EF4-FFF2-40B4-BE49-F238E27FC236}">
                <a16:creationId xmlns:a16="http://schemas.microsoft.com/office/drawing/2014/main" id="{F003EA5F-E98A-4CA0-AC9B-B68A7CE3F347}"/>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Diversity</a:t>
            </a:r>
          </a:p>
        </p:txBody>
      </p:sp>
      <p:sp>
        <p:nvSpPr>
          <p:cNvPr id="22" name="pupil-text">
            <a:extLst xmlns:a="http://schemas.openxmlformats.org/drawingml/2006/main">
              <a:ext uri="{FF2B5EF4-FFF2-40B4-BE49-F238E27FC236}">
                <a16:creationId xmlns:a16="http://schemas.microsoft.com/office/drawing/2014/main" id="{7B029BCE-92E0-456D-A0EE-CBAEBDF534F1}"/>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could people share a worldview yet disagree about the case?</a:t>
            </a:r>
          </a:p>
        </p:txBody>
      </p:sp>
      <p:sp>
        <p:nvSpPr>
          <p:cNvPr id="23" name="pupil-text">
            <a:extLst xmlns:a="http://schemas.openxmlformats.org/drawingml/2006/main">
              <a:ext uri="{FF2B5EF4-FFF2-40B4-BE49-F238E27FC236}">
                <a16:creationId xmlns:a16="http://schemas.microsoft.com/office/drawing/2014/main" id="{2F904954-DC02-4E26-BE78-7BB17B2EB3DE}"/>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774E42F2-009F-4730-A86B-A21096577CC4}"/>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distinction is needed when saying a belief can support hope?</a:t>
            </a:r>
          </a:p>
        </p:txBody>
      </p:sp>
    </p:spTree>
    <p:extLst>
      <p:ext uri="{BB962C8B-B14F-4D97-AF65-F5344CB8AC3E}">
        <p14:creationId xmlns:p14="http://schemas.microsoft.com/office/powerpoint/2010/main" val="14561461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B65C3833-479D-4B9D-84BC-CEBC0AE4A10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4D9D41B2-4AA2-4155-BFE0-A7D45BD358A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5DC5181C-3B21-4E64-9B40-0096BABD2BB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CC58130E-E141-40C2-8B79-C008D89076C5}"/>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4E1CAB0-534A-418C-904B-488C2081ED8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93CDC00-E689-4FAD-BB8F-A49A288F1B0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09C94A6-14A4-41D5-968D-AAEA976752E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2D6F25B-8790-41B8-AB14-7AD8ECB0CE4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2285072-9251-4828-8F5F-A81DA1DE538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768C391-C631-4EDB-A224-FEB7F7DD5D7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FA7AD13E-C895-4460-8536-FB38EA18F99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1A97F9DB-D7A7-422D-BB79-8F096DA0A1F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E5A5C69B-E03D-49C2-AD50-3B85C9530D1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38</a:t>
            </a:r>
          </a:p>
        </p:txBody>
      </p:sp>
      <p:sp>
        <p:nvSpPr>
          <p:cNvPr id="14" name="licence-footer">
            <a:extLst xmlns:a="http://schemas.openxmlformats.org/drawingml/2006/main">
              <a:ext uri="{FF2B5EF4-FFF2-40B4-BE49-F238E27FC236}">
                <a16:creationId xmlns:a16="http://schemas.microsoft.com/office/drawing/2014/main" id="{58106217-1486-49D5-A103-CE5BEDC134C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9726719-5267-4E51-A6AB-559017DA1E83}"/>
              </a:ext>
            </a:extLst>
          </p:cNvPr>
          <p:cNvPicPr>
            <a:picLocks xmlns:a="http://schemas.openxmlformats.org/drawingml/2006/main" noChangeAspect="1"/>
          </p:cNvPicPr>
          <p:nvPr/>
        </p:nvPicPr>
        <p:blipFill>
          <a:blip xmlns:r="http://schemas.openxmlformats.org/officeDocument/2006/relationships" xmlns:a="http://schemas.openxmlformats.org/drawingml/2006/main" r:embed="R683afc202eab48f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AF75BD8-5E86-4446-9651-F361AC9AAB0A}"/>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Shared concern</a:t>
            </a:r>
          </a:p>
        </p:txBody>
      </p:sp>
      <p:sp>
        <p:nvSpPr>
          <p:cNvPr id="17" name="shape">
            <a:extLst xmlns:a="http://schemas.openxmlformats.org/drawingml/2006/main">
              <a:ext uri="{FF2B5EF4-FFF2-40B4-BE49-F238E27FC236}">
                <a16:creationId xmlns:a16="http://schemas.microsoft.com/office/drawing/2014/main" id="{775DFD2F-393C-4DE3-916F-EB28848163FF}"/>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66B67F77-7134-4DAA-8ACD-643AC4AEF88A}"/>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people needing help.</a:t>
            </a:r>
          </a:p>
        </p:txBody>
      </p:sp>
      <p:sp>
        <p:nvSpPr>
          <p:cNvPr id="19" name="pupil-text">
            <a:extLst xmlns:a="http://schemas.openxmlformats.org/drawingml/2006/main">
              <a:ext uri="{FF2B5EF4-FFF2-40B4-BE49-F238E27FC236}">
                <a16:creationId xmlns:a16="http://schemas.microsoft.com/office/drawing/2014/main" id="{1462C160-EB4D-4584-8418-240F8FD48C7A}"/>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Authority</a:t>
            </a:r>
          </a:p>
        </p:txBody>
      </p:sp>
      <p:sp>
        <p:nvSpPr>
          <p:cNvPr id="20" name="shape">
            <a:extLst xmlns:a="http://schemas.openxmlformats.org/drawingml/2006/main">
              <a:ext uri="{FF2B5EF4-FFF2-40B4-BE49-F238E27FC236}">
                <a16:creationId xmlns:a16="http://schemas.microsoft.com/office/drawing/2014/main" id="{F59266DD-8B5F-4DD9-A15C-4BFC59D17ED2}"/>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D324844-95B0-44F7-BC3B-F152B26ADAAD}"/>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guide for judgement.</a:t>
            </a:r>
          </a:p>
        </p:txBody>
      </p:sp>
      <p:sp>
        <p:nvSpPr>
          <p:cNvPr id="22" name="pupil-text">
            <a:extLst xmlns:a="http://schemas.openxmlformats.org/drawingml/2006/main">
              <a:ext uri="{FF2B5EF4-FFF2-40B4-BE49-F238E27FC236}">
                <a16:creationId xmlns:a16="http://schemas.microsoft.com/office/drawing/2014/main" id="{901B9417-3745-4039-9AEB-619D56967414}"/>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Diversity</a:t>
            </a:r>
          </a:p>
        </p:txBody>
      </p:sp>
      <p:sp>
        <p:nvSpPr>
          <p:cNvPr id="23" name="shape">
            <a:extLst xmlns:a="http://schemas.openxmlformats.org/drawingml/2006/main">
              <a:ext uri="{FF2B5EF4-FFF2-40B4-BE49-F238E27FC236}">
                <a16:creationId xmlns:a16="http://schemas.microsoft.com/office/drawing/2014/main" id="{7DA91DAE-26FC-419E-8E89-E48249BC07B8}"/>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33D1D046-A855-4BAB-BF06-37CB8C69A597}"/>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variation.</a:t>
            </a:r>
          </a:p>
        </p:txBody>
      </p:sp>
      <p:sp>
        <p:nvSpPr>
          <p:cNvPr id="25" name="pupil-text">
            <a:extLst xmlns:a="http://schemas.openxmlformats.org/drawingml/2006/main">
              <a:ext uri="{FF2B5EF4-FFF2-40B4-BE49-F238E27FC236}">
                <a16:creationId xmlns:a16="http://schemas.microsoft.com/office/drawing/2014/main" id="{AC10A3E6-21F2-4966-8064-1BA108D5E8CD}"/>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E46B9DD6-87DE-474E-AED6-1FAFF2709BBF}"/>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E921CD3B-2652-423B-B4F3-0379AB3D7A02}"/>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next step and help.</a:t>
            </a:r>
          </a:p>
        </p:txBody>
      </p:sp>
    </p:spTree>
    <p:extLst>
      <p:ext uri="{BB962C8B-B14F-4D97-AF65-F5344CB8AC3E}">
        <p14:creationId xmlns:p14="http://schemas.microsoft.com/office/powerpoint/2010/main" val="2692870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41EFC0FD-86AA-4CD9-A34C-66FB5262669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8528132E-C921-4F0B-B0FA-CB00EDBDAF3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54EF25C4-6668-4108-8E05-2C6CC7D9BF3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after first try</a:t>
            </a:r>
          </a:p>
        </p:txBody>
      </p:sp>
      <p:sp>
        <p:nvSpPr>
          <p:cNvPr id="4" name="shape">
            <a:extLst xmlns:a="http://schemas.openxmlformats.org/drawingml/2006/main">
              <a:ext uri="{FF2B5EF4-FFF2-40B4-BE49-F238E27FC236}">
                <a16:creationId xmlns:a16="http://schemas.microsoft.com/office/drawing/2014/main" id="{A103BE17-C8DE-47CF-B563-FC4B329155BE}"/>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B970D7A-2279-4C48-840A-C421562752A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A13D6BA-C7D5-4912-8C58-CB22EDF3468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D2B4055-F2EC-4701-A0FF-D931622C209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64C73E6-CB58-47D5-8884-F376C6F9232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3829A57-A795-400E-BBD3-3A73F0E7651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BF53157-9D4A-4FB6-A998-8F448371BAE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60C19C84-BC40-4103-87DA-EE06497DA11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AA4A1B1-A6E9-41D1-866F-09D8B138442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FB549B64-80A1-450C-9D68-52984CA0111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38</a:t>
            </a:r>
          </a:p>
        </p:txBody>
      </p:sp>
      <p:sp>
        <p:nvSpPr>
          <p:cNvPr id="14" name="licence-footer">
            <a:extLst xmlns:a="http://schemas.openxmlformats.org/drawingml/2006/main">
              <a:ext uri="{FF2B5EF4-FFF2-40B4-BE49-F238E27FC236}">
                <a16:creationId xmlns:a16="http://schemas.microsoft.com/office/drawing/2014/main" id="{703B0E15-43E9-4613-904F-9955093E725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4C37451-F123-47D2-838A-171A6BABBFD7}"/>
              </a:ext>
            </a:extLst>
          </p:cNvPr>
          <p:cNvPicPr>
            <a:picLocks xmlns:a="http://schemas.openxmlformats.org/drawingml/2006/main" noChangeAspect="1"/>
          </p:cNvPicPr>
          <p:nvPr/>
        </p:nvPicPr>
        <p:blipFill>
          <a:blip xmlns:r="http://schemas.openxmlformats.org/officeDocument/2006/relationships" xmlns:a="http://schemas.openxmlformats.org/drawingml/2006/main" r:embed="Rcccc412bc83e436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15EFA80-2B44-4F4F-A5B4-C78BD6E44B5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Last lesson compared a Christian care account and a humanist ethical account. Both could support</a:t>
            </a:r>
          </a:p>
        </p:txBody>
      </p:sp>
      <p:sp>
        <p:nvSpPr>
          <p:cNvPr id="17" name="pupil-text">
            <a:extLst xmlns:a="http://schemas.openxmlformats.org/drawingml/2006/main">
              <a:ext uri="{FF2B5EF4-FFF2-40B4-BE49-F238E27FC236}">
                <a16:creationId xmlns:a16="http://schemas.microsoft.com/office/drawing/2014/main" id="{FFF997CA-4F7D-4FCC-BE88-48114361BF12}"/>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while their stated authorities differed. Shared actions did not prove identical reasons. We</a:t>
            </a:r>
          </a:p>
        </p:txBody>
      </p:sp>
      <p:sp>
        <p:nvSpPr>
          <p:cNvPr id="18" name="pupil-text">
            <a:extLst xmlns:a="http://schemas.openxmlformats.org/drawingml/2006/main">
              <a:ext uri="{FF2B5EF4-FFF2-40B4-BE49-F238E27FC236}">
                <a16:creationId xmlns:a16="http://schemas.microsoft.com/office/drawing/2014/main" id="{EA22B17A-181D-4EEA-9B66-27CB4F49B871}"/>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used some believers/this account and did not assume every member agreed.</a:t>
            </a:r>
          </a:p>
        </p:txBody>
      </p:sp>
      <p:sp>
        <p:nvSpPr>
          <p:cNvPr id="19" name="shape">
            <a:extLst xmlns:a="http://schemas.openxmlformats.org/drawingml/2006/main">
              <a:ext uri="{FF2B5EF4-FFF2-40B4-BE49-F238E27FC236}">
                <a16:creationId xmlns:a16="http://schemas.microsoft.com/office/drawing/2014/main" id="{BA0D65F2-6408-44A7-98DE-B36AC3A7FD5C}"/>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875A5520-2509-4CDA-8CF9-2D3438D14D72}"/>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Tree>
    <p:extLst>
      <p:ext uri="{BB962C8B-B14F-4D97-AF65-F5344CB8AC3E}">
        <p14:creationId xmlns:p14="http://schemas.microsoft.com/office/powerpoint/2010/main" val="153430201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39A753D7-92CA-4C3A-9800-6BEFACA68DB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7359611F-E922-4558-B166-7041E100523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FCD00737-CB47-442C-864C-CC8FD121D4E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B90A6B66-8449-4C66-B34A-027F164E2BB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0E38967-69A4-486F-B2AF-2329EEF64844}"/>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0FB34B6-244C-493E-B03B-DB4D5E93765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AD381C6-D21C-4D76-BF84-931539613E2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E89BC7F-04E3-45F9-AAF3-876B5C5F4E1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69C63E9-7B34-46B6-B913-FB57C8117C9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ADDB2D9-28A6-4503-B5E1-9796D73E061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DDFC954E-E4EE-4035-83A9-FB82B6D0C21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47F76AB-24DB-45BC-B861-ED88CB4FB13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EE23D32D-8523-4BD9-AA1B-F17756492F4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38</a:t>
            </a:r>
          </a:p>
        </p:txBody>
      </p:sp>
      <p:sp>
        <p:nvSpPr>
          <p:cNvPr id="14" name="licence-footer">
            <a:extLst xmlns:a="http://schemas.openxmlformats.org/drawingml/2006/main">
              <a:ext uri="{FF2B5EF4-FFF2-40B4-BE49-F238E27FC236}">
                <a16:creationId xmlns:a16="http://schemas.microsoft.com/office/drawing/2014/main" id="{7CDEE752-D8BB-4577-A275-9E59DA60859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8499E17-3EF6-4FB9-AEDA-75844BBA45EC}"/>
              </a:ext>
            </a:extLst>
          </p:cNvPr>
          <p:cNvPicPr>
            <a:picLocks xmlns:a="http://schemas.openxmlformats.org/drawingml/2006/main" noChangeAspect="1"/>
          </p:cNvPicPr>
          <p:nvPr/>
        </p:nvPicPr>
        <p:blipFill>
          <a:blip xmlns:r="http://schemas.openxmlformats.org/officeDocument/2006/relationships" xmlns:a="http://schemas.openxmlformats.org/drawingml/2006/main" r:embed="Rd1dce9f5c53c441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2CFADB6-81AB-44A9-A35C-A2C8C057071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brief choice or reason, unless passing.</a:t>
            </a:r>
          </a:p>
        </p:txBody>
      </p:sp>
      <p:sp>
        <p:nvSpPr>
          <p:cNvPr id="17" name="pupil-text">
            <a:extLst xmlns:a="http://schemas.openxmlformats.org/drawingml/2006/main">
              <a:ext uri="{FF2B5EF4-FFF2-40B4-BE49-F238E27FC236}">
                <a16:creationId xmlns:a16="http://schemas.microsoft.com/office/drawing/2014/main" id="{EA3B15EB-BB85-4D12-B975-E96648AD738F}"/>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Authored planning statements: “We can try a checked, smaller step” and “Nothing can ever go wrong</a:t>
            </a:r>
          </a:p>
        </p:txBody>
      </p:sp>
      <p:sp>
        <p:nvSpPr>
          <p:cNvPr id="18" name="pupil-text">
            <a:extLst xmlns:a="http://schemas.openxmlformats.org/drawingml/2006/main">
              <a:ext uri="{FF2B5EF4-FFF2-40B4-BE49-F238E27FC236}">
                <a16:creationId xmlns:a16="http://schemas.microsoft.com/office/drawing/2014/main" id="{7F08EEC6-6D54-4B19-8C3D-E41EC2CC0BE3}"/>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if we believe.”</a:t>
            </a:r>
          </a:p>
        </p:txBody>
      </p:sp>
      <p:sp>
        <p:nvSpPr>
          <p:cNvPr id="19" name="pupil-text">
            <a:extLst xmlns:a="http://schemas.openxmlformats.org/drawingml/2006/main">
              <a:ext uri="{FF2B5EF4-FFF2-40B4-BE49-F238E27FC236}">
                <a16:creationId xmlns:a16="http://schemas.microsoft.com/office/drawing/2014/main" id="{A1B79542-814C-4EA2-A615-A54A9EABBD4B}"/>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Question: Which statement allows hope while recognising uncertainty?</a:t>
            </a:r>
          </a:p>
        </p:txBody>
      </p:sp>
    </p:spTree>
    <p:extLst>
      <p:ext uri="{BB962C8B-B14F-4D97-AF65-F5344CB8AC3E}">
        <p14:creationId xmlns:p14="http://schemas.microsoft.com/office/powerpoint/2010/main" val="14489774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95485B33-0D92-457D-9FEF-A3BC27FABB4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461D6E7C-B1A9-4F74-B049-67FE041E523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06671F3A-9A56-4D78-BE36-315BD42232D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52F266C0-C972-4A17-A5E2-1DE1E8481B2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89BB4E9-9F76-4BB0-BBAF-52C8935E572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600E694-CFB6-47A7-A679-D337EB0D8E16}"/>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C805E31-5E6D-4E49-AED0-2BEE0D474DD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A093445-95C7-4A8D-BDA5-C7F7085004F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E09A21C-D998-45BC-8F7A-E9C701A7A7A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15D1C9F-05F5-49E7-9944-0C6AA7991D7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6B7B88BA-0F00-490A-AB96-E8150FC53DD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41B53F6C-F777-42FA-A7C1-CFC08B034B0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2D4F1A02-0E28-4025-B360-FC6D5E93885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38</a:t>
            </a:r>
          </a:p>
        </p:txBody>
      </p:sp>
      <p:sp>
        <p:nvSpPr>
          <p:cNvPr id="14" name="licence-footer">
            <a:extLst xmlns:a="http://schemas.openxmlformats.org/drawingml/2006/main">
              <a:ext uri="{FF2B5EF4-FFF2-40B4-BE49-F238E27FC236}">
                <a16:creationId xmlns:a16="http://schemas.microsoft.com/office/drawing/2014/main" id="{059DFDD9-ADEB-44AF-A8CF-710C71AE7CE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D1A7B1F-F51D-4856-90F8-562181723467}"/>
              </a:ext>
            </a:extLst>
          </p:cNvPr>
          <p:cNvPicPr>
            <a:picLocks xmlns:a="http://schemas.openxmlformats.org/drawingml/2006/main" noChangeAspect="1"/>
          </p:cNvPicPr>
          <p:nvPr/>
        </p:nvPicPr>
        <p:blipFill>
          <a:blip xmlns:r="http://schemas.openxmlformats.org/officeDocument/2006/relationships" xmlns:a="http://schemas.openxmlformats.org/drawingml/2006/main" r:embed="R7f703a1002984c4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38BF6B7-892B-4713-BB54-283607CC64C9}"/>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F4998B47-5CDB-464E-8D92-027D631E9CB7}"/>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0043FB3E-0AC2-4B51-B81B-A3F0F5F8855B}"/>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670CE4DE-0DA0-4317-9D19-C9DB5E924A6F}"/>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1BA0A11E-0ADE-4286-A34B-677C1199C0D7}"/>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23D6AA33-62C8-4EE1-AB0D-95850252735D}"/>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5E917AEC-CC90-4F61-B53F-056D55AD07C4}"/>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resilience</a:t>
            </a:r>
          </a:p>
        </p:txBody>
      </p:sp>
      <p:sp>
        <p:nvSpPr>
          <p:cNvPr id="23" name="pupil-text">
            <a:extLst xmlns:a="http://schemas.openxmlformats.org/drawingml/2006/main">
              <a:ext uri="{FF2B5EF4-FFF2-40B4-BE49-F238E27FC236}">
                <a16:creationId xmlns:a16="http://schemas.microsoft.com/office/drawing/2014/main" id="{F0CDBF31-0D07-4938-8771-9D004659E315}"/>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responding to difficulty with support and adaptation; it does not</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mean never struggling</a:t>
            </a:r>
          </a:p>
        </p:txBody>
      </p:sp>
      <p:sp>
        <p:nvSpPr>
          <p:cNvPr id="24" name="picture-description">
            <a:extLst xmlns:a="http://schemas.openxmlformats.org/drawingml/2006/main">
              <a:ext uri="{FF2B5EF4-FFF2-40B4-BE49-F238E27FC236}">
                <a16:creationId xmlns:a16="http://schemas.microsoft.com/office/drawing/2014/main" id="{AE8D6EE9-E9F5-47CA-AB42-A49455208EA1}"/>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800FD153-6EBE-425A-9FF4-A1F90195D84A}"/>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21324774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40CC8AD5-E51B-4357-BD25-14E0DF7D5A2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43055F28-A3B0-462A-86B1-2285E3D01B1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1C45A664-B236-4D8B-85AA-25AE9724617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CBCBE6AA-CF8E-42A0-9A46-A587E04B643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98E7CBC-D1F4-439F-BFE0-473D4C75B09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9DC1D1D-2227-4D42-9E80-38738AF0C958}"/>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3B32678-B3C0-411E-831B-F4E2846361F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7C6C4C8-3F9B-4498-AA41-88110B6B19D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BC00E7D-ADB2-425B-B1FD-A960524B73D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AC33764-223C-48DA-A599-92498DCF52F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3E15820C-4304-483D-864F-AD31F1C8E38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5D1544A-D6CA-4CC4-9FB9-9BA5AE6115B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A5577D91-99E2-431D-B857-C8F3FAC96C0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38</a:t>
            </a:r>
          </a:p>
        </p:txBody>
      </p:sp>
      <p:sp>
        <p:nvSpPr>
          <p:cNvPr id="14" name="licence-footer">
            <a:extLst xmlns:a="http://schemas.openxmlformats.org/drawingml/2006/main">
              <a:ext uri="{FF2B5EF4-FFF2-40B4-BE49-F238E27FC236}">
                <a16:creationId xmlns:a16="http://schemas.microsoft.com/office/drawing/2014/main" id="{4D0E9185-8B1E-4E29-8425-A742A023513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A975B16-F6E7-49A3-9022-CF323B878823}"/>
              </a:ext>
            </a:extLst>
          </p:cNvPr>
          <p:cNvPicPr>
            <a:picLocks xmlns:a="http://schemas.openxmlformats.org/drawingml/2006/main" noChangeAspect="1"/>
          </p:cNvPicPr>
          <p:nvPr/>
        </p:nvPicPr>
        <p:blipFill>
          <a:blip xmlns:r="http://schemas.openxmlformats.org/officeDocument/2006/relationships" xmlns:a="http://schemas.openxmlformats.org/drawingml/2006/main" r:embed="R02c6505248c2436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360E962-DBFA-4EBB-BAE4-E9D55A0A8A13}"/>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03664325-DA50-4B89-8664-8155C72DB642}"/>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5D8BD33F-B603-4746-B352-D31DD5623D1D}"/>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18492260-666A-4486-BD1C-1A578A358EC4}"/>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2DAB2F40-487C-47E6-8783-713BA01AD554}"/>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1AFC894F-BDAA-40AD-B018-9B000D47EF83}"/>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9EAC0AEC-09B4-44E3-A5BE-7F17444A5A44}"/>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hope</a:t>
            </a:r>
          </a:p>
        </p:txBody>
      </p:sp>
      <p:sp>
        <p:nvSpPr>
          <p:cNvPr id="23" name="pupil-text">
            <a:extLst xmlns:a="http://schemas.openxmlformats.org/drawingml/2006/main">
              <a:ext uri="{FF2B5EF4-FFF2-40B4-BE49-F238E27FC236}">
                <a16:creationId xmlns:a16="http://schemas.microsoft.com/office/drawing/2014/main" id="{BE2A12E8-5FB8-4B69-98A7-B9926C5317FA}"/>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reason to see worthwhile possibilities ahead</a:t>
            </a:r>
          </a:p>
        </p:txBody>
      </p:sp>
      <p:sp>
        <p:nvSpPr>
          <p:cNvPr id="24" name="picture-description">
            <a:extLst xmlns:a="http://schemas.openxmlformats.org/drawingml/2006/main">
              <a:ext uri="{FF2B5EF4-FFF2-40B4-BE49-F238E27FC236}">
                <a16:creationId xmlns:a16="http://schemas.microsoft.com/office/drawing/2014/main" id="{01D01D77-71FD-428B-9B85-09B76EE61E81}"/>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0B40B16F-B22D-48A0-8926-9D66A453FD69}"/>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65022902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8C3E05CD-214B-476E-92E7-EBDCB8B6CF9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8756CF84-F4D0-4CF1-8090-A4DD7E97D7E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7AA2E69A-859D-4DD8-BC03-8E1CA5FF33C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783EDCB1-5ABB-451D-A26A-8464704629C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6D6B80A-C41F-40D5-8138-A28BE05543C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EB07279-2FA0-42B6-86A0-1EA9AA84AFAF}"/>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79EDF55-E6AC-4C81-9AF7-CEBE83B4B9F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83ACB50-308D-4F8F-B1E8-298F6C0CA7D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89B31B2-9518-40D4-99A8-30FC48F080C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554B453-ECED-4BBB-9503-D9BA5E4FB26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BF04F845-6804-40E2-B9F4-CBABEEBF9BA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F1D1DFE6-7194-4A53-8D68-B278E9614C2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2B1CBBC2-D6E5-4416-A649-F6842555A10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38</a:t>
            </a:r>
          </a:p>
        </p:txBody>
      </p:sp>
      <p:sp>
        <p:nvSpPr>
          <p:cNvPr id="14" name="licence-footer">
            <a:extLst xmlns:a="http://schemas.openxmlformats.org/drawingml/2006/main">
              <a:ext uri="{FF2B5EF4-FFF2-40B4-BE49-F238E27FC236}">
                <a16:creationId xmlns:a16="http://schemas.microsoft.com/office/drawing/2014/main" id="{3AC95D43-E53D-426F-A876-E76DF328FBB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9DD24E9-C438-4299-BF4B-E8CEE3B40A61}"/>
              </a:ext>
            </a:extLst>
          </p:cNvPr>
          <p:cNvPicPr>
            <a:picLocks xmlns:a="http://schemas.openxmlformats.org/drawingml/2006/main" noChangeAspect="1"/>
          </p:cNvPicPr>
          <p:nvPr/>
        </p:nvPicPr>
        <p:blipFill>
          <a:blip xmlns:r="http://schemas.openxmlformats.org/officeDocument/2006/relationships" xmlns:a="http://schemas.openxmlformats.org/drawingml/2006/main" r:embed="R506fa23033fe472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C3856AB5-2303-4AB6-B9AA-E933DC59F7CA}"/>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AF7328FD-6729-4328-9EE9-48D09C8FE112}"/>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83AF3532-4BC7-41CC-B40A-9AED43E87D6D}"/>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BCFB979D-E85E-4564-B3DD-E204CF6804CD}"/>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4CC46E9A-7CDB-4B0D-9AAD-41016367859F}"/>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28A382CC-F4E4-4BBC-9800-A4E3A4EABD32}"/>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23B1DE6E-43CF-48C5-A2FC-38D352E272BF}"/>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belief</a:t>
            </a:r>
          </a:p>
        </p:txBody>
      </p:sp>
      <p:sp>
        <p:nvSpPr>
          <p:cNvPr id="23" name="pupil-text">
            <a:extLst xmlns:a="http://schemas.openxmlformats.org/drawingml/2006/main">
              <a:ext uri="{FF2B5EF4-FFF2-40B4-BE49-F238E27FC236}">
                <a16:creationId xmlns:a16="http://schemas.microsoft.com/office/drawing/2014/main" id="{75061382-64B3-40C3-B968-EA09D3C5BB47}"/>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something a person accepts as true or important</a:t>
            </a:r>
          </a:p>
        </p:txBody>
      </p:sp>
      <p:sp>
        <p:nvSpPr>
          <p:cNvPr id="24" name="picture-description">
            <a:extLst xmlns:a="http://schemas.openxmlformats.org/drawingml/2006/main">
              <a:ext uri="{FF2B5EF4-FFF2-40B4-BE49-F238E27FC236}">
                <a16:creationId xmlns:a16="http://schemas.microsoft.com/office/drawing/2014/main" id="{9D1BB82F-EFC9-4104-968A-A5881F12A010}"/>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317E0AC3-3438-4299-89C8-D94966517D8C}"/>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20403070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9000487F-BE30-4E37-B6C4-655D7032EE7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0CF6C900-7255-496D-97B9-3DBC6B3640F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4B3CCEFA-689E-4252-AF14-003B6657777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40DFEA45-16C0-4C50-9770-A0E41686A37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706275E-68C5-4CDB-9ACF-CE6B8C01FC9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41ADE32-2A0B-442E-9C90-8541B947F02B}"/>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1AD95A8-2006-4640-8615-1D4FA012878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A087DE3-28DE-4944-B369-0FB7C24B096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F13874C-D650-451F-A527-6FB90F9B1A5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FE370D8-0131-4B5E-A34A-2245B8A560C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06C100E8-A3D4-4323-B5B6-B0C26D5CEA6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AB26EDD2-F97C-41FD-89DE-886615E8A9D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AE090F66-9E04-47BB-A229-00C3F437AD1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38</a:t>
            </a:r>
          </a:p>
        </p:txBody>
      </p:sp>
      <p:sp>
        <p:nvSpPr>
          <p:cNvPr id="14" name="licence-footer">
            <a:extLst xmlns:a="http://schemas.openxmlformats.org/drawingml/2006/main">
              <a:ext uri="{FF2B5EF4-FFF2-40B4-BE49-F238E27FC236}">
                <a16:creationId xmlns:a16="http://schemas.microsoft.com/office/drawing/2014/main" id="{4186CA97-6DE1-47AD-B40C-3B9DD46C632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A638C38-8D89-4C7B-91DC-969487D08A19}"/>
              </a:ext>
            </a:extLst>
          </p:cNvPr>
          <p:cNvPicPr>
            <a:picLocks xmlns:a="http://schemas.openxmlformats.org/drawingml/2006/main" noChangeAspect="1"/>
          </p:cNvPicPr>
          <p:nvPr/>
        </p:nvPicPr>
        <p:blipFill>
          <a:blip xmlns:r="http://schemas.openxmlformats.org/officeDocument/2006/relationships" xmlns:a="http://schemas.openxmlformats.org/drawingml/2006/main" r:embed="Rc71b605016e74ce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41395B1-D691-4C58-A9C9-4FA328F8ED6D}"/>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B213894D-1801-4E8D-BF54-FAB276284432}"/>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1E0FC33B-7075-4F2A-8107-E3F26F684054}"/>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9D841BBF-6BC8-47C5-A07A-86259E1B71E6}"/>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FB352F1C-DAA7-406A-AEA3-4CE095B8CC1F}"/>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51B8B4DD-4632-4E00-8737-5DEDA5D666FF}"/>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519DC995-89A2-4DD8-8041-C4F9D8B9E740}"/>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support</a:t>
            </a:r>
          </a:p>
        </p:txBody>
      </p:sp>
      <p:sp>
        <p:nvSpPr>
          <p:cNvPr id="23" name="pupil-text">
            <a:extLst xmlns:a="http://schemas.openxmlformats.org/drawingml/2006/main">
              <a:ext uri="{FF2B5EF4-FFF2-40B4-BE49-F238E27FC236}">
                <a16:creationId xmlns:a16="http://schemas.microsoft.com/office/drawing/2014/main" id="{BBFC8126-058D-4554-9F1A-6983D14E6727}"/>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help or conditions that enable someone to continue or adapt</a:t>
            </a:r>
          </a:p>
        </p:txBody>
      </p:sp>
      <p:sp>
        <p:nvSpPr>
          <p:cNvPr id="24" name="picture-description">
            <a:extLst xmlns:a="http://schemas.openxmlformats.org/drawingml/2006/main">
              <a:ext uri="{FF2B5EF4-FFF2-40B4-BE49-F238E27FC236}">
                <a16:creationId xmlns:a16="http://schemas.microsoft.com/office/drawing/2014/main" id="{32DFD614-F3D2-4B16-B65B-2E0E53D268BD}"/>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072ADFA2-FBF1-4448-8D74-F5C790D596A0}"/>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2366226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5FC7E67C-7963-4048-A2C6-531DB09819D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5A090115-E2C0-4B6F-BB21-7293C025729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3F057B1E-2364-49B5-B95D-5EC77BFF5F3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017206AD-68E7-4D59-B2FB-CAE933FA061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D99CD90-C583-4CE7-B4A3-20840603970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B80568A-97F0-4B12-9240-596244ACC41B}"/>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6EAE766-59A0-46C7-AD15-2EA67B8E564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D8CF234-C38D-455E-A1E3-377A6D4C85D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6798281-7324-4005-B9E3-13F4D49103F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4C883A4-D0EF-4A38-9A32-EFE983626AA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D0EC88AF-8F0B-4773-8C19-BE5E52ED2D4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91433B4-0569-48CC-9C90-C9DFFA8DB20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4C02E60F-7851-4385-9D9C-1B0214FD9E4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38</a:t>
            </a:r>
          </a:p>
        </p:txBody>
      </p:sp>
      <p:sp>
        <p:nvSpPr>
          <p:cNvPr id="14" name="licence-footer">
            <a:extLst xmlns:a="http://schemas.openxmlformats.org/drawingml/2006/main">
              <a:ext uri="{FF2B5EF4-FFF2-40B4-BE49-F238E27FC236}">
                <a16:creationId xmlns:a16="http://schemas.microsoft.com/office/drawing/2014/main" id="{54C27844-EEC4-4BAA-8DD2-95BF860168E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3FE0C7A-158B-4FDB-9446-F5C569D34EAC}"/>
              </a:ext>
            </a:extLst>
          </p:cNvPr>
          <p:cNvPicPr>
            <a:picLocks xmlns:a="http://schemas.openxmlformats.org/drawingml/2006/main" noChangeAspect="1"/>
          </p:cNvPicPr>
          <p:nvPr/>
        </p:nvPicPr>
        <p:blipFill>
          <a:blip xmlns:r="http://schemas.openxmlformats.org/officeDocument/2006/relationships" xmlns:a="http://schemas.openxmlformats.org/drawingml/2006/main" r:embed="R1600d4c584df4d7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FFDC487-4379-42F3-8150-87AF6A54B1A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link or vocabulary note, marked “model”; no copying is required.</a:t>
            </a:r>
          </a:p>
        </p:txBody>
      </p:sp>
      <p:sp>
        <p:nvSpPr>
          <p:cNvPr id="17" name="pupil-text">
            <a:extLst xmlns:a="http://schemas.openxmlformats.org/drawingml/2006/main">
              <a:ext uri="{FF2B5EF4-FFF2-40B4-BE49-F238E27FC236}">
                <a16:creationId xmlns:a16="http://schemas.microsoft.com/office/drawing/2014/main" id="{EE9A25E1-1F12-4485-980F-1C33233A3918}"/>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Attend to one model. Locate its claim, evidence and explanation.</a:t>
            </a:r>
          </a:p>
        </p:txBody>
      </p:sp>
    </p:spTree>
    <p:extLst>
      <p:ext uri="{BB962C8B-B14F-4D97-AF65-F5344CB8AC3E}">
        <p14:creationId xmlns:p14="http://schemas.microsoft.com/office/powerpoint/2010/main" val="21276913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5194C5A3-060B-4436-A940-FC14EB4D147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D4BD2FA7-E629-4787-A7DA-6C4FC0AF093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412FC837-1532-4FE7-8786-B5C25398E44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0937BE08-473F-4020-90EC-61E108B71E2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8A1820C-F160-46F8-8F2D-CF0D1C89F55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5849721-F100-4574-B4F2-7D003FC0EB86}"/>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E771B73-0451-4329-9E97-AD203D7B603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B355F47-2129-46B0-95B0-51448E31F26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CC13CF9-15DC-4028-8559-0557706F896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CF964A4-F041-46BF-A892-DCC2E4977EF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DB68ED3F-CE99-4AAB-A9F0-E6A943BBC95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64DBA79-0F58-4351-BC36-5EA6FF56089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DF8953E3-9760-4FC7-8EC4-E206699AE56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38</a:t>
            </a:r>
          </a:p>
        </p:txBody>
      </p:sp>
      <p:sp>
        <p:nvSpPr>
          <p:cNvPr id="14" name="licence-footer">
            <a:extLst xmlns:a="http://schemas.openxmlformats.org/drawingml/2006/main">
              <a:ext uri="{FF2B5EF4-FFF2-40B4-BE49-F238E27FC236}">
                <a16:creationId xmlns:a16="http://schemas.microsoft.com/office/drawing/2014/main" id="{A01C01A4-93E1-49AF-A5C0-756FB88285D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9B1A961-CD13-4370-9B31-4DF23C5E5008}"/>
              </a:ext>
            </a:extLst>
          </p:cNvPr>
          <p:cNvPicPr>
            <a:picLocks xmlns:a="http://schemas.openxmlformats.org/drawingml/2006/main" noChangeAspect="1"/>
          </p:cNvPicPr>
          <p:nvPr/>
        </p:nvPicPr>
        <p:blipFill>
          <a:blip xmlns:r="http://schemas.openxmlformats.org/officeDocument/2006/relationships" xmlns:a="http://schemas.openxmlformats.org/drawingml/2006/main" r:embed="R60fa9562680f488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87448D9-D6A3-491D-95C7-2E566C7C528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link or vocabulary note, marked “model”; no copying is required.</a:t>
            </a:r>
          </a:p>
        </p:txBody>
      </p:sp>
      <p:sp>
        <p:nvSpPr>
          <p:cNvPr id="17" name="answer-text">
            <a:extLst xmlns:a="http://schemas.openxmlformats.org/drawingml/2006/main">
              <a:ext uri="{FF2B5EF4-FFF2-40B4-BE49-F238E27FC236}">
                <a16:creationId xmlns:a16="http://schemas.microsoft.com/office/drawing/2014/main" id="{2C106D38-D422-4330-967C-EC180B478A49}"/>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separate authored reading-project example has only enough material for one clear sign. A hopeful</a:t>
            </a:r>
          </a:p>
        </p:txBody>
      </p:sp>
      <p:sp>
        <p:nvSpPr>
          <p:cNvPr id="18" name="answer-text">
            <a:extLst xmlns:a="http://schemas.openxmlformats.org/drawingml/2006/main">
              <a:ext uri="{FF2B5EF4-FFF2-40B4-BE49-F238E27FC236}">
                <a16:creationId xmlns:a16="http://schemas.microsoft.com/office/drawing/2014/main" id="{E8A262B7-C35B-43DD-A6D6-1389058521A5}"/>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response is to make one useful sign, ask readers whether it helps and revise. This combines a</a:t>
            </a:r>
          </a:p>
        </p:txBody>
      </p:sp>
      <p:sp>
        <p:nvSpPr>
          <p:cNvPr id="19" name="answer-text">
            <a:extLst xmlns:a="http://schemas.openxmlformats.org/drawingml/2006/main">
              <a:ext uri="{FF2B5EF4-FFF2-40B4-BE49-F238E27FC236}">
                <a16:creationId xmlns:a16="http://schemas.microsoft.com/office/drawing/2014/main" id="{2145E608-4A28-4CD0-8545-FB749C6118BC}"/>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worthwhile goal, support and evidence. It does not prove that every difficulty will be solved or that</a:t>
            </a:r>
          </a:p>
        </p:txBody>
      </p:sp>
      <p:sp>
        <p:nvSpPr>
          <p:cNvPr id="20" name="answer-text">
            <a:extLst xmlns:a="http://schemas.openxmlformats.org/drawingml/2006/main">
              <a:ext uri="{FF2B5EF4-FFF2-40B4-BE49-F238E27FC236}">
                <a16:creationId xmlns:a16="http://schemas.microsoft.com/office/drawing/2014/main" id="{C1D86FC3-B8D8-49D3-9EAA-F2A2CFC8FA8B}"/>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person who pauses has failed.</a:t>
            </a:r>
          </a:p>
        </p:txBody>
      </p:sp>
    </p:spTree>
    <p:extLst>
      <p:ext uri="{BB962C8B-B14F-4D97-AF65-F5344CB8AC3E}">
        <p14:creationId xmlns:p14="http://schemas.microsoft.com/office/powerpoint/2010/main" val="76911692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esson-header">
            <a:extLst xmlns:a="http://schemas.openxmlformats.org/drawingml/2006/main">
              <a:ext uri="{FF2B5EF4-FFF2-40B4-BE49-F238E27FC236}">
                <a16:creationId xmlns:a16="http://schemas.microsoft.com/office/drawing/2014/main" id="{256AF0C1-98D4-4E30-8105-85069946D0D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43BDDAD2-43F6-45A0-B92C-6D8E24F873C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C4AA80A9-5F06-4E5E-867D-E89CAF8A3E1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H2 · Christian parable account</a:t>
            </a:r>
          </a:p>
        </p:txBody>
      </p:sp>
      <p:sp>
        <p:nvSpPr>
          <p:cNvPr id="4" name="shape">
            <a:extLst xmlns:a="http://schemas.openxmlformats.org/drawingml/2006/main">
              <a:ext uri="{FF2B5EF4-FFF2-40B4-BE49-F238E27FC236}">
                <a16:creationId xmlns:a16="http://schemas.microsoft.com/office/drawing/2014/main" id="{3E6F0924-A2C4-42D6-A7D6-B9746FF7719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F426A7E-7F27-46C4-982D-20B4A114B51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2C54E66-B7D9-4C1F-90FB-BD7998F139C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18F7F4F-641B-4BD7-8C89-106CB95CFEF2}"/>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E26F5A0-1284-49AB-804A-C81E3C57708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18E2AC1-7D49-45F2-BFB2-1E8435A4440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A58C162-8F11-4CA5-B20A-714F5F802A1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DD8C250F-98C4-417A-99C5-D361D2A098D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15490F80-F91E-4C9E-8248-86F66267744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20388BAC-0D9B-41A0-9B7B-5871E723398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38</a:t>
            </a:r>
          </a:p>
        </p:txBody>
      </p:sp>
      <p:sp>
        <p:nvSpPr>
          <p:cNvPr id="14" name="licence-footer">
            <a:extLst xmlns:a="http://schemas.openxmlformats.org/drawingml/2006/main">
              <a:ext uri="{FF2B5EF4-FFF2-40B4-BE49-F238E27FC236}">
                <a16:creationId xmlns:a16="http://schemas.microsoft.com/office/drawing/2014/main" id="{72DE75E0-466B-4BF1-B245-4F3A0169448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51884E0-7627-48D6-AB5F-8CF7C7EF7510}"/>
              </a:ext>
            </a:extLst>
          </p:cNvPr>
          <p:cNvPicPr>
            <a:picLocks xmlns:a="http://schemas.openxmlformats.org/drawingml/2006/main" noChangeAspect="1"/>
          </p:cNvPicPr>
          <p:nvPr/>
        </p:nvPicPr>
        <p:blipFill>
          <a:blip xmlns:r="http://schemas.openxmlformats.org/officeDocument/2006/relationships" xmlns:a="http://schemas.openxmlformats.org/drawingml/2006/main" r:embed="Rcc79ba2d9b8e4b5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5417E8A-633D-4EA6-AFCD-49E359848AE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a Christian parable, a person persistently asks an unjust judge for justice. The judge</a:t>
            </a:r>
          </a:p>
        </p:txBody>
      </p:sp>
      <p:sp>
        <p:nvSpPr>
          <p:cNvPr id="17" name="pupil-text">
            <a:extLst xmlns:a="http://schemas.openxmlformats.org/drawingml/2006/main">
              <a:ext uri="{FF2B5EF4-FFF2-40B4-BE49-F238E27FC236}">
                <a16:creationId xmlns:a16="http://schemas.microsoft.com/office/drawing/2014/main" id="{E0D9C89C-67E3-4B2A-8366-E8EEF747A221}"/>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eventually responds because of the persistence. The text connects the story with perseverance in</a:t>
            </a:r>
          </a:p>
        </p:txBody>
      </p:sp>
      <p:sp>
        <p:nvSpPr>
          <p:cNvPr id="18" name="pupil-text">
            <a:extLst xmlns:a="http://schemas.openxmlformats.org/drawingml/2006/main">
              <a:ext uri="{FF2B5EF4-FFF2-40B4-BE49-F238E27FC236}">
                <a16:creationId xmlns:a16="http://schemas.microsoft.com/office/drawing/2014/main" id="{93B60B90-96A4-440C-9B9D-B0C6880C593C}"/>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prayer. Some believers interpret it as encouragement to persist in seeking justice. The class</a:t>
            </a:r>
          </a:p>
        </p:txBody>
      </p:sp>
      <p:sp>
        <p:nvSpPr>
          <p:cNvPr id="19" name="pupil-text">
            <a:extLst xmlns:a="http://schemas.openxmlformats.org/drawingml/2006/main">
              <a:ext uri="{FF2B5EF4-FFF2-40B4-BE49-F238E27FC236}">
                <a16:creationId xmlns:a16="http://schemas.microsoft.com/office/drawing/2014/main" id="{39C45A40-30EB-4ED4-ABEE-4AE658513C44}"/>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studies the story; nobody prays or imitates its roles. Real efforts do not always succeed, and lack</a:t>
            </a:r>
          </a:p>
        </p:txBody>
      </p:sp>
      <p:sp>
        <p:nvSpPr>
          <p:cNvPr id="20" name="pupil-text">
            <a:extLst xmlns:a="http://schemas.openxmlformats.org/drawingml/2006/main">
              <a:ext uri="{FF2B5EF4-FFF2-40B4-BE49-F238E27FC236}">
                <a16:creationId xmlns:a16="http://schemas.microsoft.com/office/drawing/2014/main" id="{61D62174-2F0A-4B77-98E2-59DFDD3AA8C4}"/>
              </a:ext>
            </a:extLst>
          </p:cNvPr>
          <p:cNvSpPr>
            <a:spLocks xmlns:a="http://schemas.openxmlformats.org/drawingml/2006/main" noGrp="1"/>
          </p:cNvSpPr>
          <p:nvPr/>
        </p:nvSpPr>
        <p:spPr>
          <a:xfrm xmlns:a="http://schemas.openxmlformats.org/drawingml/2006/main">
            <a:off x="457200" y="2933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of success does not mean weak belief.</a:t>
            </a:r>
          </a:p>
        </p:txBody>
      </p:sp>
      <p:sp>
        <p:nvSpPr>
          <p:cNvPr id="21" name="shape">
            <a:extLst xmlns:a="http://schemas.openxmlformats.org/drawingml/2006/main">
              <a:ext uri="{FF2B5EF4-FFF2-40B4-BE49-F238E27FC236}">
                <a16:creationId xmlns:a16="http://schemas.microsoft.com/office/drawing/2014/main" id="{301A718A-4145-4A65-9402-64B8CC9192B0}"/>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B991D637-7171-4048-9F1E-57BBF3D9FE64}"/>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Tree>
    <p:extLst>
      <p:ext uri="{BB962C8B-B14F-4D97-AF65-F5344CB8AC3E}">
        <p14:creationId xmlns:p14="http://schemas.microsoft.com/office/powerpoint/2010/main" val="196892807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B21B90B9-C5EC-4626-9D33-36C53A0AEB2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967B2AAF-7336-4CD1-A149-02BD8F16AF8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F93CA16E-FBFC-4957-9723-E0594E7FA96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H4 · Authored community case; not testimony</a:t>
            </a:r>
          </a:p>
        </p:txBody>
      </p:sp>
      <p:sp>
        <p:nvSpPr>
          <p:cNvPr id="4" name="shape">
            <a:extLst xmlns:a="http://schemas.openxmlformats.org/drawingml/2006/main">
              <a:ext uri="{FF2B5EF4-FFF2-40B4-BE49-F238E27FC236}">
                <a16:creationId xmlns:a16="http://schemas.microsoft.com/office/drawing/2014/main" id="{FEA5A146-83CE-43B8-8D48-7E150BD38CF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E735F9B-6FAF-4400-AE22-C50A150C19B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858135E-E5D3-4722-B0EA-399B984154E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1A86C7A-1C76-499C-A1EB-2B14D13ECB58}"/>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D65FD0E-D525-4E36-98E2-4528C317BDF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441541D-80DD-45E2-B350-4C2DC3A9F3A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5001F68-5D3D-49B0-892B-0FBA5F3A9A9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5579AF07-A191-4266-9D98-9EBDEA35927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41D7E3D-035B-41C5-8F08-BF5D1FB3BC9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25326129-FB13-43EE-8F1D-A10F49310AA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38</a:t>
            </a:r>
          </a:p>
        </p:txBody>
      </p:sp>
      <p:sp>
        <p:nvSpPr>
          <p:cNvPr id="14" name="licence-footer">
            <a:extLst xmlns:a="http://schemas.openxmlformats.org/drawingml/2006/main">
              <a:ext uri="{FF2B5EF4-FFF2-40B4-BE49-F238E27FC236}">
                <a16:creationId xmlns:a16="http://schemas.microsoft.com/office/drawing/2014/main" id="{010CA399-B6AD-499C-9828-21B3F988BF1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1A6E8C0-B9BF-4F26-9BAF-B94AFAFEEF03}"/>
              </a:ext>
            </a:extLst>
          </p:cNvPr>
          <p:cNvPicPr>
            <a:picLocks xmlns:a="http://schemas.openxmlformats.org/drawingml/2006/main" noChangeAspect="1"/>
          </p:cNvPicPr>
          <p:nvPr/>
        </p:nvPicPr>
        <p:blipFill>
          <a:blip xmlns:r="http://schemas.openxmlformats.org/officeDocument/2006/relationships" xmlns:a="http://schemas.openxmlformats.org/drawingml/2006/main" r:embed="Rb2c301af984b478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8EBE41C-6FDF-4DF1-BCEB-B84C482FEC3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storm damages the labels and small beds in a community garden project. Nobody is hurt. The</a:t>
            </a:r>
          </a:p>
        </p:txBody>
      </p:sp>
      <p:sp>
        <p:nvSpPr>
          <p:cNvPr id="17" name="pupil-text">
            <a:extLst xmlns:a="http://schemas.openxmlformats.org/drawingml/2006/main">
              <a:ext uri="{FF2B5EF4-FFF2-40B4-BE49-F238E27FC236}">
                <a16:creationId xmlns:a16="http://schemas.microsoft.com/office/drawing/2014/main" id="{9B1C203F-74CA-4EFA-BDF7-E22856ED3E7D}"/>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organiser closes the damaged area until it is checked. Some volunteers want to restart immediately;</a:t>
            </a:r>
          </a:p>
        </p:txBody>
      </p:sp>
      <p:sp>
        <p:nvSpPr>
          <p:cNvPr id="18" name="pupil-text">
            <a:extLst xmlns:a="http://schemas.openxmlformats.org/drawingml/2006/main">
              <a:ext uri="{FF2B5EF4-FFF2-40B4-BE49-F238E27FC236}">
                <a16:creationId xmlns:a16="http://schemas.microsoft.com/office/drawing/2014/main" id="{09EEDD10-FE39-43FA-B567-7E318A19332E}"/>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others want a smaller plan after repairs. There are spare materials for one bed, and a trained adult</a:t>
            </a:r>
          </a:p>
        </p:txBody>
      </p:sp>
      <p:sp>
        <p:nvSpPr>
          <p:cNvPr id="19" name="pupil-text">
            <a:extLst xmlns:a="http://schemas.openxmlformats.org/drawingml/2006/main">
              <a:ext uri="{FF2B5EF4-FFF2-40B4-BE49-F238E27FC236}">
                <a16:creationId xmlns:a16="http://schemas.microsoft.com/office/drawing/2014/main" id="{BC96AB0D-A87D-4A63-8CBE-508ACAF58969}"/>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can check it tomorrow. No outcome has yet occurred.</a:t>
            </a:r>
          </a:p>
        </p:txBody>
      </p:sp>
      <p:sp>
        <p:nvSpPr>
          <p:cNvPr id="20" name="shape">
            <a:extLst xmlns:a="http://schemas.openxmlformats.org/drawingml/2006/main">
              <a:ext uri="{FF2B5EF4-FFF2-40B4-BE49-F238E27FC236}">
                <a16:creationId xmlns:a16="http://schemas.microsoft.com/office/drawing/2014/main" id="{419D2193-3B73-4E55-8BE8-88C660C07BD9}"/>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F2A61D8-3243-4466-B5A1-C8B2D29D741F}"/>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Tree>
    <p:extLst>
      <p:ext uri="{BB962C8B-B14F-4D97-AF65-F5344CB8AC3E}">
        <p14:creationId xmlns:p14="http://schemas.microsoft.com/office/powerpoint/2010/main" val="22111530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A1A06C8D-01AD-4D90-866D-84139672852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DE59E6B9-1EAD-4792-80CA-4C80398F8B0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83B7466A-63A0-4E2E-ACBC-6741EE7342F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188BE2C9-CE66-4295-808A-A599C0D7D47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18021BB-5D31-4780-B13B-D29D771049A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165295E-0CEE-4347-B0CE-4E996AB5455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4E3A5C8-6AC6-4E30-9304-F68711070970}"/>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6178B03-183B-4CDF-BAB9-6AD8F8AA407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C55FCED-E122-4594-A7FB-1A254F37948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A7A41D5-6AD3-44C9-9C44-F645E6FBB33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763346BF-8C20-4F2D-B439-0C8657D88ED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F3B04654-B817-4A5D-92D5-A011B8C5304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FAC10EA2-0F56-4299-B9F5-00DDA43BD4A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38</a:t>
            </a:r>
          </a:p>
        </p:txBody>
      </p:sp>
      <p:sp>
        <p:nvSpPr>
          <p:cNvPr id="14" name="licence-footer">
            <a:extLst xmlns:a="http://schemas.openxmlformats.org/drawingml/2006/main">
              <a:ext uri="{FF2B5EF4-FFF2-40B4-BE49-F238E27FC236}">
                <a16:creationId xmlns:a16="http://schemas.microsoft.com/office/drawing/2014/main" id="{0F2F259A-FFDC-41A7-921B-ACE19FC8853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383DF2B-33E9-47DE-84AC-34238F53EC1D}"/>
              </a:ext>
            </a:extLst>
          </p:cNvPr>
          <p:cNvPicPr>
            <a:picLocks xmlns:a="http://schemas.openxmlformats.org/drawingml/2006/main" noChangeAspect="1"/>
          </p:cNvPicPr>
          <p:nvPr/>
        </p:nvPicPr>
        <p:blipFill>
          <a:blip xmlns:r="http://schemas.openxmlformats.org/officeDocument/2006/relationships" xmlns:a="http://schemas.openxmlformats.org/drawingml/2006/main" r:embed="R5f9a44877114423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D1B8DF0-5E01-4201-A9F9-3D4E541F780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
        <p:nvSpPr>
          <p:cNvPr id="17" name="pupil-text">
            <a:extLst xmlns:a="http://schemas.openxmlformats.org/drawingml/2006/main">
              <a:ext uri="{FF2B5EF4-FFF2-40B4-BE49-F238E27FC236}">
                <a16:creationId xmlns:a16="http://schemas.microsoft.com/office/drawing/2014/main" id="{B17E1AF0-9625-43D3-BAF6-37242CB3D85F}"/>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Use H2 and H4. Identify what the story may encourage and what it cannot guarantee.</a:t>
            </a:r>
          </a:p>
        </p:txBody>
      </p:sp>
      <p:sp>
        <p:nvSpPr>
          <p:cNvPr id="18" name="pupil-text">
            <a:extLst xmlns:a="http://schemas.openxmlformats.org/drawingml/2006/main">
              <a:ext uri="{FF2B5EF4-FFF2-40B4-BE49-F238E27FC236}">
                <a16:creationId xmlns:a16="http://schemas.microsoft.com/office/drawing/2014/main" id="{9DF56D28-E15A-44BF-99F1-C780ECC836C7}"/>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2. Record one safe, achievable next step for the garden and one source-based reason.</a:t>
            </a:r>
          </a:p>
        </p:txBody>
      </p:sp>
      <p:sp>
        <p:nvSpPr>
          <p:cNvPr id="19" name="pupil-text">
            <a:extLst xmlns:a="http://schemas.openxmlformats.org/drawingml/2006/main">
              <a:ext uri="{FF2B5EF4-FFF2-40B4-BE49-F238E27FC236}">
                <a16:creationId xmlns:a16="http://schemas.microsoft.com/office/drawing/2014/main" id="{55DCE990-14D3-49CC-A6CA-C94F648742A8}"/>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3. Name the practical support needed and a boundary that respects a person who pauses.</a:t>
            </a:r>
          </a:p>
        </p:txBody>
      </p:sp>
    </p:spTree>
    <p:extLst>
      <p:ext uri="{BB962C8B-B14F-4D97-AF65-F5344CB8AC3E}">
        <p14:creationId xmlns:p14="http://schemas.microsoft.com/office/powerpoint/2010/main" val="201043843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E2B79E74-6EAC-4D69-82F3-720C46B3021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CD81A7CC-AA51-403F-AB49-8DC750AE1E0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6304F7E0-C72C-43AE-BA31-A74C7B72D4D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AB776EFD-6BB9-4AFC-9B65-F8B80D17122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CF02434-D6BF-4941-BC35-2C255266DDB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BED1ED5-1757-465F-A6D3-B77939D4E2C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1471634-EF6B-4CD8-B822-FE04CE30E998}"/>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50839CA-22E6-4B51-B1B4-2F523E77617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894E138-8568-4D8E-8627-CF3A7D93D14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74DC167-D30A-414D-804A-0B6FA3003D5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16FFA19D-3399-430B-AAB2-2B2A989DE78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630F7DDB-FF71-4CC9-B5F6-F5046961FE8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46D37D72-2165-4B71-B91C-BB61D137E15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38</a:t>
            </a:r>
          </a:p>
        </p:txBody>
      </p:sp>
      <p:sp>
        <p:nvSpPr>
          <p:cNvPr id="14" name="licence-footer">
            <a:extLst xmlns:a="http://schemas.openxmlformats.org/drawingml/2006/main">
              <a:ext uri="{FF2B5EF4-FFF2-40B4-BE49-F238E27FC236}">
                <a16:creationId xmlns:a16="http://schemas.microsoft.com/office/drawing/2014/main" id="{D7559289-75B5-4366-8543-E56BD78D3F5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7F181DE-2155-4CDA-9B18-0BF570D1F3AF}"/>
              </a:ext>
            </a:extLst>
          </p:cNvPr>
          <p:cNvPicPr>
            <a:picLocks xmlns:a="http://schemas.openxmlformats.org/drawingml/2006/main" noChangeAspect="1"/>
          </p:cNvPicPr>
          <p:nvPr/>
        </p:nvPicPr>
        <p:blipFill>
          <a:blip xmlns:r="http://schemas.openxmlformats.org/officeDocument/2006/relationships" xmlns:a="http://schemas.openxmlformats.org/drawingml/2006/main" r:embed="R1df1b44808a94ef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1E04E8CF-0E21-4988-9A57-065D43C8F30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H2 may encourage persistence in justice, but the story does not predict the garden’s outcome or</a:t>
            </a:r>
          </a:p>
        </p:txBody>
      </p:sp>
      <p:sp>
        <p:nvSpPr>
          <p:cNvPr id="17" name="answer-text">
            <a:extLst xmlns:a="http://schemas.openxmlformats.org/drawingml/2006/main">
              <a:ext uri="{FF2B5EF4-FFF2-40B4-BE49-F238E27FC236}">
                <a16:creationId xmlns:a16="http://schemas.microsoft.com/office/drawing/2014/main" id="{17AEAB24-DED0-47E4-AF72-E811D85FDE99}"/>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prove effort always succeeds. H4 supports a safety check and one repaired bed using available</a:t>
            </a:r>
          </a:p>
        </p:txBody>
      </p:sp>
      <p:sp>
        <p:nvSpPr>
          <p:cNvPr id="18" name="answer-text">
            <a:extLst xmlns:a="http://schemas.openxmlformats.org/drawingml/2006/main">
              <a:ext uri="{FF2B5EF4-FFF2-40B4-BE49-F238E27FC236}">
                <a16:creationId xmlns:a16="http://schemas.microsoft.com/office/drawing/2014/main" id="{E07FC07C-7059-4864-8FF3-96C0B1DA3273}"/>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materials. H1/H3 can supply meaning/care/cooperation; help and permission to pause matter. Do not</a:t>
            </a:r>
          </a:p>
        </p:txBody>
      </p:sp>
      <p:sp>
        <p:nvSpPr>
          <p:cNvPr id="19" name="answer-text">
            <a:extLst xmlns:a="http://schemas.openxmlformats.org/drawingml/2006/main">
              <a:ext uri="{FF2B5EF4-FFF2-40B4-BE49-F238E27FC236}">
                <a16:creationId xmlns:a16="http://schemas.microsoft.com/office/drawing/2014/main" id="{9D7A2AB4-32FB-4695-A574-1A2A688CAF85}"/>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call immediate unsafe return resilience.</a:t>
            </a:r>
          </a:p>
        </p:txBody>
      </p:sp>
    </p:spTree>
    <p:extLst>
      <p:ext uri="{BB962C8B-B14F-4D97-AF65-F5344CB8AC3E}">
        <p14:creationId xmlns:p14="http://schemas.microsoft.com/office/powerpoint/2010/main" val="12904843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E72E4C66-9C6E-4306-816E-B0DC9EF86B1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DD9ED64F-2CB4-4540-86F3-7A7D44562CB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E427BA0D-CA08-437C-9DDB-FD48C3C4781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H1 · Christian hope account</a:t>
            </a:r>
          </a:p>
        </p:txBody>
      </p:sp>
      <p:sp>
        <p:nvSpPr>
          <p:cNvPr id="4" name="shape">
            <a:extLst xmlns:a="http://schemas.openxmlformats.org/drawingml/2006/main">
              <a:ext uri="{FF2B5EF4-FFF2-40B4-BE49-F238E27FC236}">
                <a16:creationId xmlns:a16="http://schemas.microsoft.com/office/drawing/2014/main" id="{138C4D4F-BA53-4255-A7B8-1ED02058ABA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1BA98F7-A42C-4B65-975B-DBCA510F996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F5A954C-5C82-47A7-BE4D-B6C1C440C48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E3B9A69-293C-4AEE-86DF-05628BE0830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10C94E3-D95D-4752-B893-DB41B451DDD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85C41A1-F192-4892-B00A-DFC414BF8F0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A54816E-AD35-4B01-8CA0-24CF249944E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60F8AC58-EC62-404B-BAB5-B9104805E9C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F523108D-E8E5-4DC4-A397-1AAB6B9B310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FC8EF388-A6B6-4F4B-B0FD-8471A7F9E29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38</a:t>
            </a:r>
          </a:p>
        </p:txBody>
      </p:sp>
      <p:sp>
        <p:nvSpPr>
          <p:cNvPr id="14" name="licence-footer">
            <a:extLst xmlns:a="http://schemas.openxmlformats.org/drawingml/2006/main">
              <a:ext uri="{FF2B5EF4-FFF2-40B4-BE49-F238E27FC236}">
                <a16:creationId xmlns:a16="http://schemas.microsoft.com/office/drawing/2014/main" id="{0D7BE828-75C3-4975-AF93-97C84296378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2C423AD-8E25-4C4E-B829-D32C35037B39}"/>
              </a:ext>
            </a:extLst>
          </p:cNvPr>
          <p:cNvPicPr>
            <a:picLocks xmlns:a="http://schemas.openxmlformats.org/drawingml/2006/main" noChangeAspect="1"/>
          </p:cNvPicPr>
          <p:nvPr/>
        </p:nvPicPr>
        <p:blipFill>
          <a:blip xmlns:r="http://schemas.openxmlformats.org/officeDocument/2006/relationships" xmlns:a="http://schemas.openxmlformats.org/drawingml/2006/main" r:embed="Raf77788da18240d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07B6E16-57CF-45CF-B813-5A2D68A54FA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Christian account links hope with belief in the resurrection of the central teacher of</a:t>
            </a:r>
          </a:p>
        </p:txBody>
      </p:sp>
      <p:sp>
        <p:nvSpPr>
          <p:cNvPr id="17" name="pupil-text">
            <a:extLst xmlns:a="http://schemas.openxmlformats.org/drawingml/2006/main">
              <a:ext uri="{FF2B5EF4-FFF2-40B4-BE49-F238E27FC236}">
                <a16:creationId xmlns:a16="http://schemas.microsoft.com/office/drawing/2014/main" id="{9FA86DC1-8239-40AE-8E44-2F869B1B05C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Christianity, and with forgiveness, kindness and care. Some believers draw meaning and</a:t>
            </a:r>
          </a:p>
        </p:txBody>
      </p:sp>
      <p:sp>
        <p:nvSpPr>
          <p:cNvPr id="18" name="pupil-text">
            <a:extLst xmlns:a="http://schemas.openxmlformats.org/drawingml/2006/main">
              <a:ext uri="{FF2B5EF4-FFF2-40B4-BE49-F238E27FC236}">
                <a16:creationId xmlns:a16="http://schemas.microsoft.com/office/drawing/2014/main" id="{24737D0A-87B8-4405-BDF9-66CD9640C423}"/>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encouragement from this belief and their community. This is a Christian belief claim, not a classroom</a:t>
            </a:r>
          </a:p>
        </p:txBody>
      </p:sp>
      <p:sp>
        <p:nvSpPr>
          <p:cNvPr id="19" name="pupil-text">
            <a:extLst xmlns:a="http://schemas.openxmlformats.org/drawingml/2006/main">
              <a:ext uri="{FF2B5EF4-FFF2-40B4-BE49-F238E27FC236}">
                <a16:creationId xmlns:a16="http://schemas.microsoft.com/office/drawing/2014/main" id="{A6021AF5-EAAF-4FC7-A10D-D3821401A819}"/>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proof or a promise that hardship will disappear.</a:t>
            </a:r>
          </a:p>
        </p:txBody>
      </p:sp>
      <p:sp>
        <p:nvSpPr>
          <p:cNvPr id="20" name="shape">
            <a:extLst xmlns:a="http://schemas.openxmlformats.org/drawingml/2006/main">
              <a:ext uri="{FF2B5EF4-FFF2-40B4-BE49-F238E27FC236}">
                <a16:creationId xmlns:a16="http://schemas.microsoft.com/office/drawing/2014/main" id="{07458A31-F445-4D53-88D9-AD137E197D81}"/>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123EC479-61EE-4B94-9F9F-C5BD1191EDD3}"/>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22" name="shape">
            <a:extLst xmlns:a="http://schemas.openxmlformats.org/drawingml/2006/main">
              <a:ext uri="{FF2B5EF4-FFF2-40B4-BE49-F238E27FC236}">
                <a16:creationId xmlns:a16="http://schemas.microsoft.com/office/drawing/2014/main" id="{5071594C-32C8-4CEF-9C44-76FE8A381C49}"/>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0A7F4DA3-3E9D-4978-8A0A-67104A199DDA}"/>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Tree>
    <p:extLst>
      <p:ext uri="{BB962C8B-B14F-4D97-AF65-F5344CB8AC3E}">
        <p14:creationId xmlns:p14="http://schemas.microsoft.com/office/powerpoint/2010/main" val="70999504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50E09BC5-1AA4-4FF2-A510-3BE73CD87C3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F71A599D-8FE2-484C-B89D-A3C8C8F3F61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E7993177-15ED-4FC1-A0A2-637361AAA66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H3 · Humanist account</a:t>
            </a:r>
          </a:p>
        </p:txBody>
      </p:sp>
      <p:sp>
        <p:nvSpPr>
          <p:cNvPr id="4" name="shape">
            <a:extLst xmlns:a="http://schemas.openxmlformats.org/drawingml/2006/main">
              <a:ext uri="{FF2B5EF4-FFF2-40B4-BE49-F238E27FC236}">
                <a16:creationId xmlns:a16="http://schemas.microsoft.com/office/drawing/2014/main" id="{D13FD164-D251-4BFD-B3C3-048E890B31C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7D4FED3-1F7D-416A-BB3A-73C91A9AE9A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12BAF85-2EFE-4429-A77E-8F818295FDF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80B67E1-F458-44EA-A567-0E098DB7ECA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3C6B07A-5955-4FE3-A65A-F4FAA689D7CA}"/>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4D385E4-DF5B-4B1A-B520-9DD6DBFD287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1A70B0E-46DB-4FAF-AD3F-35105B37170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B3ED43FC-7357-49EF-83A3-1FEAD779CA7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1989B96-150A-48DE-BB68-0D12CC2B0FC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F9479D5A-958D-4134-9AC7-DAED8375BEC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38</a:t>
            </a:r>
          </a:p>
        </p:txBody>
      </p:sp>
      <p:sp>
        <p:nvSpPr>
          <p:cNvPr id="14" name="licence-footer">
            <a:extLst xmlns:a="http://schemas.openxmlformats.org/drawingml/2006/main">
              <a:ext uri="{FF2B5EF4-FFF2-40B4-BE49-F238E27FC236}">
                <a16:creationId xmlns:a16="http://schemas.microsoft.com/office/drawing/2014/main" id="{0A3C986E-E53B-4FF9-B921-BF82A9D742C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780B662-CD06-454C-BFCD-BFFECECB9275}"/>
              </a:ext>
            </a:extLst>
          </p:cNvPr>
          <p:cNvPicPr>
            <a:picLocks xmlns:a="http://schemas.openxmlformats.org/drawingml/2006/main" noChangeAspect="1"/>
          </p:cNvPicPr>
          <p:nvPr/>
        </p:nvPicPr>
        <p:blipFill>
          <a:blip xmlns:r="http://schemas.openxmlformats.org/officeDocument/2006/relationships" xmlns:a="http://schemas.openxmlformats.org/drawingml/2006/main" r:embed="R4b1c175a9b354e1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C7860C0-8CC4-4A15-9F3E-661980BD456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humanist account locates meaning in this life and values reason, evidence and concern for</a:t>
            </a:r>
          </a:p>
        </p:txBody>
      </p:sp>
      <p:sp>
        <p:nvSpPr>
          <p:cNvPr id="17" name="pupil-text">
            <a:extLst xmlns:a="http://schemas.openxmlformats.org/drawingml/2006/main">
              <a:ext uri="{FF2B5EF4-FFF2-40B4-BE49-F238E27FC236}">
                <a16:creationId xmlns:a16="http://schemas.microsoft.com/office/drawing/2014/main" id="{D5A43F30-A0F2-48E8-9141-472D2D931139}"/>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people and the world. Some humanists may find hope in practical cooperation and achievable change.</a:t>
            </a:r>
          </a:p>
        </p:txBody>
      </p:sp>
      <p:sp>
        <p:nvSpPr>
          <p:cNvPr id="18" name="pupil-text">
            <a:extLst xmlns:a="http://schemas.openxmlformats.org/drawingml/2006/main">
              <a:ext uri="{FF2B5EF4-FFF2-40B4-BE49-F238E27FC236}">
                <a16:creationId xmlns:a16="http://schemas.microsoft.com/office/drawing/2014/main" id="{428000AA-B26C-4A02-B0CC-261B104DE51E}"/>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is a possible application of the account, not a claim that humanists cannot feel despair or need</a:t>
            </a:r>
          </a:p>
        </p:txBody>
      </p:sp>
      <p:sp>
        <p:nvSpPr>
          <p:cNvPr id="19" name="pupil-text">
            <a:extLst xmlns:a="http://schemas.openxmlformats.org/drawingml/2006/main">
              <a:ext uri="{FF2B5EF4-FFF2-40B4-BE49-F238E27FC236}">
                <a16:creationId xmlns:a16="http://schemas.microsoft.com/office/drawing/2014/main" id="{810EEFF7-1B08-4BD1-B68A-93DFE5E3AAA0}"/>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a:t>
            </a:r>
          </a:p>
        </p:txBody>
      </p:sp>
      <p:sp>
        <p:nvSpPr>
          <p:cNvPr id="20" name="shape">
            <a:extLst xmlns:a="http://schemas.openxmlformats.org/drawingml/2006/main">
              <a:ext uri="{FF2B5EF4-FFF2-40B4-BE49-F238E27FC236}">
                <a16:creationId xmlns:a16="http://schemas.microsoft.com/office/drawing/2014/main" id="{63C53E67-B987-4E89-A87D-1EB682252690}"/>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4C4CF77-E3B2-4E91-8E36-C06F2C20F61F}"/>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22" name="shape">
            <a:extLst xmlns:a="http://schemas.openxmlformats.org/drawingml/2006/main">
              <a:ext uri="{FF2B5EF4-FFF2-40B4-BE49-F238E27FC236}">
                <a16:creationId xmlns:a16="http://schemas.microsoft.com/office/drawing/2014/main" id="{F2FE9F96-827E-4EE5-A3E5-47A13763E28B}"/>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D3DDB842-4297-491A-8877-0FC52D2739DE}"/>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Tree>
    <p:extLst>
      <p:ext uri="{BB962C8B-B14F-4D97-AF65-F5344CB8AC3E}">
        <p14:creationId xmlns:p14="http://schemas.microsoft.com/office/powerpoint/2010/main" val="157246501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F42AE021-52AB-4B2B-8A65-B9F69EC5157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8AE47E0D-1F4D-4CB4-8BB2-65B0794E366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CAC2415E-57DE-4681-A250-02D45676885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H5 · Response options</a:t>
            </a:r>
          </a:p>
        </p:txBody>
      </p:sp>
      <p:sp>
        <p:nvSpPr>
          <p:cNvPr id="4" name="shape">
            <a:extLst xmlns:a="http://schemas.openxmlformats.org/drawingml/2006/main">
              <a:ext uri="{FF2B5EF4-FFF2-40B4-BE49-F238E27FC236}">
                <a16:creationId xmlns:a16="http://schemas.microsoft.com/office/drawing/2014/main" id="{1142007F-EB44-4689-AAD8-9B168FFD337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450AA33-7799-4B89-98DE-44ACCAC010F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DEA5F0A-A6A4-4866-BF1C-335BB4CA1A1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E0F86A7-1FE3-4EC2-8FE4-53CF74E7D44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8791FFC-36B7-4D13-9406-F3FAC7DE68C9}"/>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8B6E0C1-EA97-478E-8B4E-20860A53FC9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382F515-8D0A-4C16-99C3-B19955AF519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805ECAF0-C920-4F81-97EF-5420BDF7F1D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51FF25C-78F8-4E73-A66A-33FF9AD316D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15035639-642C-4766-8264-5C6381B2636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38</a:t>
            </a:r>
          </a:p>
        </p:txBody>
      </p:sp>
      <p:sp>
        <p:nvSpPr>
          <p:cNvPr id="14" name="licence-footer">
            <a:extLst xmlns:a="http://schemas.openxmlformats.org/drawingml/2006/main">
              <a:ext uri="{FF2B5EF4-FFF2-40B4-BE49-F238E27FC236}">
                <a16:creationId xmlns:a16="http://schemas.microsoft.com/office/drawing/2014/main" id="{0F54B9A4-5868-4C4B-B188-37B7C85CD59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464F224-0BCF-49B9-98B0-7D1903295D62}"/>
              </a:ext>
            </a:extLst>
          </p:cNvPr>
          <p:cNvPicPr>
            <a:picLocks xmlns:a="http://schemas.openxmlformats.org/drawingml/2006/main" noChangeAspect="1"/>
          </p:cNvPicPr>
          <p:nvPr/>
        </p:nvPicPr>
        <p:blipFill>
          <a:blip xmlns:r="http://schemas.openxmlformats.org/officeDocument/2006/relationships" xmlns:a="http://schemas.openxmlformats.org/drawingml/2006/main" r:embed="R9e11c4bca8524e3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64DAB73-D2CF-4298-A08E-E76166B1349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insist everyone returns at once because hope guarantees success. B: agree a pause, request the</a:t>
            </a:r>
          </a:p>
        </p:txBody>
      </p:sp>
      <p:sp>
        <p:nvSpPr>
          <p:cNvPr id="17" name="pupil-text">
            <a:extLst xmlns:a="http://schemas.openxmlformats.org/drawingml/2006/main">
              <a:ext uri="{FF2B5EF4-FFF2-40B4-BE49-F238E27FC236}">
                <a16:creationId xmlns:a16="http://schemas.microsoft.com/office/drawing/2014/main" id="{55B0BECD-0296-4E86-9DCB-909D338F31A9}"/>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safety check and plan one achievable repaired bed. C: say the whole project can never be useful</a:t>
            </a:r>
          </a:p>
        </p:txBody>
      </p:sp>
      <p:sp>
        <p:nvSpPr>
          <p:cNvPr id="18" name="pupil-text">
            <a:extLst xmlns:a="http://schemas.openxmlformats.org/drawingml/2006/main">
              <a:ext uri="{FF2B5EF4-FFF2-40B4-BE49-F238E27FC236}">
                <a16:creationId xmlns:a16="http://schemas.microsoft.com/office/drawing/2014/main" id="{7C3D5E9A-DDF6-4EF1-A9F1-6C60C8FC05B5}"/>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again. Evaluate the reasons and evidence. A person may step back or change the goal without being</a:t>
            </a:r>
          </a:p>
        </p:txBody>
      </p:sp>
      <p:sp>
        <p:nvSpPr>
          <p:cNvPr id="19" name="pupil-text">
            <a:extLst xmlns:a="http://schemas.openxmlformats.org/drawingml/2006/main">
              <a:ext uri="{FF2B5EF4-FFF2-40B4-BE49-F238E27FC236}">
                <a16:creationId xmlns:a16="http://schemas.microsoft.com/office/drawing/2014/main" id="{90E40FD8-6267-45E1-B27E-7FED309D89AB}"/>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blamed for lacking resilience.</a:t>
            </a:r>
          </a:p>
        </p:txBody>
      </p:sp>
      <p:sp>
        <p:nvSpPr>
          <p:cNvPr id="20" name="shape">
            <a:extLst xmlns:a="http://schemas.openxmlformats.org/drawingml/2006/main">
              <a:ext uri="{FF2B5EF4-FFF2-40B4-BE49-F238E27FC236}">
                <a16:creationId xmlns:a16="http://schemas.microsoft.com/office/drawing/2014/main" id="{735B93E7-42AA-4D43-90C0-0D436F508225}"/>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C1E4CDC7-D5DA-4671-A634-96DCA545E9F2}"/>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22" name="shape">
            <a:extLst xmlns:a="http://schemas.openxmlformats.org/drawingml/2006/main">
              <a:ext uri="{FF2B5EF4-FFF2-40B4-BE49-F238E27FC236}">
                <a16:creationId xmlns:a16="http://schemas.microsoft.com/office/drawing/2014/main" id="{045C2636-2D2D-45F1-B52D-900FD0E133C3}"/>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5F5BD8C9-894E-4150-B2FC-BF97FA68FF8B}"/>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Tree>
    <p:extLst>
      <p:ext uri="{BB962C8B-B14F-4D97-AF65-F5344CB8AC3E}">
        <p14:creationId xmlns:p14="http://schemas.microsoft.com/office/powerpoint/2010/main" val="32601415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0C262CB4-2D1B-4DE8-86B5-92358CDE6FA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5F93D156-B4F8-4A5F-81AF-EAB75D34B3A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2F66E50-4588-40A1-8845-F22DE2B0A0B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47334B28-A731-48CD-A663-8A46C56EA8E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DDBF0B0-2BE7-46A1-B322-922AE327586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DF7A43C-63DB-4A3A-9442-0D4CABB1D42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A27BD7A-020A-4D73-8754-721F980D70A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30F9D90-41C5-46AA-A47D-4ACFFA87E917}"/>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09725AF-89B2-45C1-A836-B58889F7B57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B9FF68B-0381-4591-B84B-47B200F6478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9277DE31-8123-4AFE-98AF-707D7D91950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E3726A3-EA90-434E-97D2-1DCFEB9BEDC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4B6F4570-FB8C-4875-9F10-9EC14AC6074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38</a:t>
            </a:r>
          </a:p>
        </p:txBody>
      </p:sp>
      <p:sp>
        <p:nvSpPr>
          <p:cNvPr id="14" name="licence-footer">
            <a:extLst xmlns:a="http://schemas.openxmlformats.org/drawingml/2006/main">
              <a:ext uri="{FF2B5EF4-FFF2-40B4-BE49-F238E27FC236}">
                <a16:creationId xmlns:a16="http://schemas.microsoft.com/office/drawing/2014/main" id="{F6971840-138F-46F6-AC18-ADAE5666266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AF92143-D7F1-44EB-A158-434241BF74FB}"/>
              </a:ext>
            </a:extLst>
          </p:cNvPr>
          <p:cNvPicPr>
            <a:picLocks xmlns:a="http://schemas.openxmlformats.org/drawingml/2006/main" noChangeAspect="1"/>
          </p:cNvPicPr>
          <p:nvPr/>
        </p:nvPicPr>
        <p:blipFill>
          <a:blip xmlns:r="http://schemas.openxmlformats.org/officeDocument/2006/relationships" xmlns:a="http://schemas.openxmlformats.org/drawingml/2006/main" r:embed="Ref66465d2a4a4f0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A4F1A80-9261-4527-84F3-C0DDA0CA927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17" name="pupil-text">
            <a:extLst xmlns:a="http://schemas.openxmlformats.org/drawingml/2006/main">
              <a:ext uri="{FF2B5EF4-FFF2-40B4-BE49-F238E27FC236}">
                <a16:creationId xmlns:a16="http://schemas.microsoft.com/office/drawing/2014/main" id="{C3CAFA5B-F287-42A3-B62A-C3C87A0546F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
        <p:nvSpPr>
          <p:cNvPr id="18" name="pupil-text">
            <a:extLst xmlns:a="http://schemas.openxmlformats.org/drawingml/2006/main">
              <a:ext uri="{FF2B5EF4-FFF2-40B4-BE49-F238E27FC236}">
                <a16:creationId xmlns:a16="http://schemas.microsoft.com/office/drawing/2014/main" id="{F4E9E525-9B0A-44C1-AFC9-61D640C9088A}"/>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9" name="pupil-text">
            <a:extLst xmlns:a="http://schemas.openxmlformats.org/drawingml/2006/main">
              <a:ext uri="{FF2B5EF4-FFF2-40B4-BE49-F238E27FC236}">
                <a16:creationId xmlns:a16="http://schemas.microsoft.com/office/drawing/2014/main" id="{7F43855F-4517-400B-9695-4BB948363F3E}"/>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Try the independent task first; use support if it helps. Aspire is an extension after the core task.</a:t>
            </a:r>
          </a:p>
        </p:txBody>
      </p:sp>
    </p:spTree>
    <p:extLst>
      <p:ext uri="{BB962C8B-B14F-4D97-AF65-F5344CB8AC3E}">
        <p14:creationId xmlns:p14="http://schemas.microsoft.com/office/powerpoint/2010/main" val="183018144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3ABDFFE8-061E-4BAF-94BF-8E4CD38AA68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50DC858D-BE0B-4FF2-9154-233B261DC73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C23B9E9E-414B-4E3A-A155-108FA1F547F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6C4A993-71AD-4A70-B6C9-77FB667F51A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A50E7EB-18F8-447E-8A69-2D3ADC74788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867574A-4D9F-429E-BCCF-68C72262EDE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C5CE75A-F613-436C-B6D2-16370B1B504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01719A2-BCA6-4A05-8ADE-3E3960E47E12}"/>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F45A946-9A28-46DE-BF80-68186EBB747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6BA1EBA-2998-417F-9E8A-97ECAB0558A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3BFE1B90-C936-4ADA-AB12-E4CF487E816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FB7F802-D5FF-4283-BF3A-0981C876B28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4721E4C-3996-43ED-83EC-EB1CE341322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38</a:t>
            </a:r>
          </a:p>
        </p:txBody>
      </p:sp>
      <p:sp>
        <p:nvSpPr>
          <p:cNvPr id="14" name="licence-footer">
            <a:extLst xmlns:a="http://schemas.openxmlformats.org/drawingml/2006/main">
              <a:ext uri="{FF2B5EF4-FFF2-40B4-BE49-F238E27FC236}">
                <a16:creationId xmlns:a16="http://schemas.microsoft.com/office/drawing/2014/main" id="{C71A3866-8FFF-4B41-B00C-E4C9726089E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C17E080-B8A0-4071-95FB-8A1756D6EF52}"/>
              </a:ext>
            </a:extLst>
          </p:cNvPr>
          <p:cNvPicPr>
            <a:picLocks xmlns:a="http://schemas.openxmlformats.org/drawingml/2006/main" noChangeAspect="1"/>
          </p:cNvPicPr>
          <p:nvPr/>
        </p:nvPicPr>
        <p:blipFill>
          <a:blip xmlns:r="http://schemas.openxmlformats.org/officeDocument/2006/relationships" xmlns:a="http://schemas.openxmlformats.org/drawingml/2006/main" r:embed="Rd07360f77fd04ce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046150E-86D5-410E-94A5-2E691AA9F43F}"/>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EE3A303-B365-46E7-A213-D4EBCF4E8843}"/>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72C619BE-7F11-42CD-9403-582A484D2598}"/>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346E479F-E423-467B-B2A3-8750D8F9174C}"/>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44AED44D-E18D-4B8F-8786-A9A8C4417904}"/>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FD2053D2-C5D5-422F-811C-FD2A5859532A}"/>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B756CD8A-2A9B-45B0-A979-15C8C9120ED2}"/>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3C88B83F-B0AE-48C6-96E0-95A2F8151641}"/>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a possible response to H4 using H1 or H2 and H3. Link a belief to hope or resilience, identify</a:t>
            </a:r>
          </a:p>
        </p:txBody>
      </p:sp>
      <p:sp>
        <p:nvSpPr>
          <p:cNvPr id="24" name="shape">
            <a:extLst xmlns:a="http://schemas.openxmlformats.org/drawingml/2006/main">
              <a:ext uri="{FF2B5EF4-FFF2-40B4-BE49-F238E27FC236}">
                <a16:creationId xmlns:a16="http://schemas.microsoft.com/office/drawing/2014/main" id="{082ECC39-E817-445E-9BCA-DD4FDE2943B0}"/>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F2C6FF63-5CAE-40BE-B23A-45A0EBB814CC}"/>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practical support and evaluate one limit. Use resilience, hope, belief and support. You may evaluate</a:t>
            </a:r>
          </a:p>
        </p:txBody>
      </p:sp>
      <p:sp>
        <p:nvSpPr>
          <p:cNvPr id="26" name="shape">
            <a:extLst xmlns:a="http://schemas.openxmlformats.org/drawingml/2006/main">
              <a:ext uri="{FF2B5EF4-FFF2-40B4-BE49-F238E27FC236}">
                <a16:creationId xmlns:a16="http://schemas.microsoft.com/office/drawing/2014/main" id="{D570A16D-6DD1-438F-86CF-62151ACD9595}"/>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2E5AE5D-015F-438B-8A19-F0B1A8F61113}"/>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these supplied accounts without describing your own beliefs or hardship. A neutral route analyses</a:t>
            </a:r>
          </a:p>
        </p:txBody>
      </p:sp>
      <p:sp>
        <p:nvSpPr>
          <p:cNvPr id="28" name="shape">
            <a:extLst xmlns:a="http://schemas.openxmlformats.org/drawingml/2006/main">
              <a:ext uri="{FF2B5EF4-FFF2-40B4-BE49-F238E27FC236}">
                <a16:creationId xmlns:a16="http://schemas.microsoft.com/office/drawing/2014/main" id="{A5A37D74-674E-42B6-BA40-CFC1BCF47800}"/>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80E971A7-7EFE-41AB-B873-B198F503703D}"/>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community plan and its stated reasons.</a:t>
            </a:r>
          </a:p>
        </p:txBody>
      </p:sp>
      <p:sp>
        <p:nvSpPr>
          <p:cNvPr id="30" name="shape">
            <a:extLst xmlns:a="http://schemas.openxmlformats.org/drawingml/2006/main">
              <a:ext uri="{FF2B5EF4-FFF2-40B4-BE49-F238E27FC236}">
                <a16:creationId xmlns:a16="http://schemas.microsoft.com/office/drawing/2014/main" id="{4B2BDC74-A36E-4A51-9F69-B0F03638CF7F}"/>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FBAEB0BF-4B66-4823-B089-86994D6BAAD2}"/>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Use “may support this person” rather than “must work for everyone”. Distinguish</a:t>
            </a:r>
          </a:p>
        </p:txBody>
      </p:sp>
      <p:sp>
        <p:nvSpPr>
          <p:cNvPr id="32" name="shape">
            <a:extLst xmlns:a="http://schemas.openxmlformats.org/drawingml/2006/main">
              <a:ext uri="{FF2B5EF4-FFF2-40B4-BE49-F238E27FC236}">
                <a16:creationId xmlns:a16="http://schemas.microsoft.com/office/drawing/2014/main" id="{DDFAC074-301A-4484-A2C0-98AEBA49966E}"/>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119E6719-1CC9-4784-AD4A-90B5B71B1E03}"/>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encouragement from prediction. Point to a case detail before explaining a plan.</a:t>
            </a:r>
          </a:p>
        </p:txBody>
      </p:sp>
    </p:spTree>
    <p:extLst>
      <p:ext uri="{BB962C8B-B14F-4D97-AF65-F5344CB8AC3E}">
        <p14:creationId xmlns:p14="http://schemas.microsoft.com/office/powerpoint/2010/main" val="127872931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891ED465-8E59-4F27-BF72-863932913F4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02634354-F77B-4D34-A090-73A826626FE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A741B22F-5F3A-4D25-8D8C-B9061B2E138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2EB9C6E-A6B9-452A-97F4-C4D27C8F325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A185882-A131-47E1-97A6-5FBEC865B26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DE51C10-5731-4F06-AE6B-A95C6BB55A2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997030D-B8FB-4074-809B-6D4D27878DD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C18DA9B-7701-48F1-AD5E-E793F39A87EB}"/>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AC0CB2A-C985-4253-8D2A-91B8A2C365B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6D3617D-E4C9-4A14-8878-A9368DE9D56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E529F21B-976A-4247-8F5F-D8244C4718F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DAEB0F1-074B-46C2-8D05-F90D9CD0A4C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A8E0BC45-241F-42D2-8B49-C1071FB0107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38</a:t>
            </a:r>
          </a:p>
        </p:txBody>
      </p:sp>
      <p:sp>
        <p:nvSpPr>
          <p:cNvPr id="14" name="licence-footer">
            <a:extLst xmlns:a="http://schemas.openxmlformats.org/drawingml/2006/main">
              <a:ext uri="{FF2B5EF4-FFF2-40B4-BE49-F238E27FC236}">
                <a16:creationId xmlns:a16="http://schemas.microsoft.com/office/drawing/2014/main" id="{30B20BA3-B5BB-4858-9F61-801A8C9D6B0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A2DDF1B-8B5D-426E-A54B-E487837FE31E}"/>
              </a:ext>
            </a:extLst>
          </p:cNvPr>
          <p:cNvPicPr>
            <a:picLocks xmlns:a="http://schemas.openxmlformats.org/drawingml/2006/main" noChangeAspect="1"/>
          </p:cNvPicPr>
          <p:nvPr/>
        </p:nvPicPr>
        <p:blipFill>
          <a:blip xmlns:r="http://schemas.openxmlformats.org/officeDocument/2006/relationships" xmlns:a="http://schemas.openxmlformats.org/drawingml/2006/main" r:embed="R4c7df42d8513418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CDF9E3F-0236-4203-B86D-D0E3A6B6C988}"/>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C22036B-4206-419D-BEFC-872D152A8FF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Source belief and ID [ ] / Possible response [ ] / Case evidence [ ] / Practical</a:t>
            </a:r>
          </a:p>
        </p:txBody>
      </p:sp>
      <p:sp>
        <p:nvSpPr>
          <p:cNvPr id="18" name="shape">
            <a:extLst xmlns:a="http://schemas.openxmlformats.org/drawingml/2006/main">
              <a:ext uri="{FF2B5EF4-FFF2-40B4-BE49-F238E27FC236}">
                <a16:creationId xmlns:a16="http://schemas.microsoft.com/office/drawing/2014/main" id="{21BAD72D-2E2F-412C-BDF1-05C7AA25D61A}"/>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DF45C2D5-A72F-4C12-B7E2-57FD7C00D4DC}"/>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support [ ] / Limit to the claim [ ] / Respectful boundary [ ].</a:t>
            </a:r>
          </a:p>
        </p:txBody>
      </p:sp>
      <p:sp>
        <p:nvSpPr>
          <p:cNvPr id="20" name="shape">
            <a:extLst xmlns:a="http://schemas.openxmlformats.org/drawingml/2006/main">
              <a:ext uri="{FF2B5EF4-FFF2-40B4-BE49-F238E27FC236}">
                <a16:creationId xmlns:a16="http://schemas.microsoft.com/office/drawing/2014/main" id="{803751A2-4991-491F-A776-1DA90299644C}"/>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E569FC88-0174-4E6B-924C-1B2E586ECD1F}"/>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for a guaranteed outcome or blame. Revise it into a source-linked</a:t>
            </a:r>
          </a:p>
        </p:txBody>
      </p:sp>
      <p:sp>
        <p:nvSpPr>
          <p:cNvPr id="22" name="shape">
            <a:extLst xmlns:a="http://schemas.openxmlformats.org/drawingml/2006/main">
              <a:ext uri="{FF2B5EF4-FFF2-40B4-BE49-F238E27FC236}">
                <a16:creationId xmlns:a16="http://schemas.microsoft.com/office/drawing/2014/main" id="{1B6964A5-9EC5-4AAD-B078-C14339EBBAF6}"/>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A3EDBAFD-C60A-465E-9A89-C0F07A3A4EC7}"/>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possibility with practical support and a limit.</a:t>
            </a:r>
          </a:p>
        </p:txBody>
      </p:sp>
      <p:sp>
        <p:nvSpPr>
          <p:cNvPr id="24" name="shape">
            <a:extLst xmlns:a="http://schemas.openxmlformats.org/drawingml/2006/main">
              <a:ext uri="{FF2B5EF4-FFF2-40B4-BE49-F238E27FC236}">
                <a16:creationId xmlns:a16="http://schemas.microsoft.com/office/drawing/2014/main" id="{F83F7B1B-A1C1-4EAD-BA06-BDFC4F4B713D}"/>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08B3E272-C380-428A-BCAA-631DDC185EF2}"/>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2012166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EAE7F5D3-CB01-471D-A47E-E304F0D6A68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27EF7612-37C7-4F9A-9A45-F68CD2EDDA3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A8B6C3F-A84A-43C9-9935-5386945DDFF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A7CBA01-D345-4E52-8F35-A6BF2D42E56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F982E65-A715-4CEE-BB57-1C6801094F1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BD65F51-0D5B-4486-9455-72C234E335C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D854E0B-4F61-4FB7-8A32-F0F125B11E7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DB39BF9-A70F-48D1-893E-5FF90BD94B9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6123491-806B-4FEA-84EF-BE2D4C9F7A0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C13C905-AC03-4CC0-B79E-03730C4C2D0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B0463FD2-D73E-4F4C-A6F4-FE308304B6A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009946CA-7C02-4EB2-86CA-9205B146190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7510E5F8-D277-4083-A8ED-15AC2BE9981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38</a:t>
            </a:r>
          </a:p>
        </p:txBody>
      </p:sp>
      <p:sp>
        <p:nvSpPr>
          <p:cNvPr id="14" name="licence-footer">
            <a:extLst xmlns:a="http://schemas.openxmlformats.org/drawingml/2006/main">
              <a:ext uri="{FF2B5EF4-FFF2-40B4-BE49-F238E27FC236}">
                <a16:creationId xmlns:a16="http://schemas.microsoft.com/office/drawing/2014/main" id="{F620287A-5FE1-4BD1-BC45-1F44ADFF0E8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0CC4B81-AA12-473A-AD23-E4DEE2D51ACF}"/>
              </a:ext>
            </a:extLst>
          </p:cNvPr>
          <p:cNvPicPr>
            <a:picLocks xmlns:a="http://schemas.openxmlformats.org/drawingml/2006/main" noChangeAspect="1"/>
          </p:cNvPicPr>
          <p:nvPr/>
        </p:nvPicPr>
        <p:blipFill>
          <a:blip xmlns:r="http://schemas.openxmlformats.org/officeDocument/2006/relationships" xmlns:a="http://schemas.openxmlformats.org/drawingml/2006/main" r:embed="R1b789fd1c2cc424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16965ECF-9B07-4954-8A82-ADBD9B1C0968}"/>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F85DF4E5-C502-412D-A189-BF78F36B6A8B}"/>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E172118C-83F0-46AD-BF79-21563C8D0C72}"/>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DA393DB8-401E-4D90-B983-31677B1D129B}"/>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6DFAB9E1-2BAA-46DC-A6D5-DFCF4D3C6F96}"/>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7B36CEA-78EC-4F6B-9420-9697C94B8657}"/>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D15A1278-0EB7-4E7C-8140-26B3BE832260}"/>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E62C0314-500F-43D6-96B6-3E411D973B2F}"/>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a possible response to H4 using H1 or H2 and H3. Link a belief to hope or resilience, identify</a:t>
            </a:r>
          </a:p>
        </p:txBody>
      </p:sp>
      <p:sp>
        <p:nvSpPr>
          <p:cNvPr id="24" name="shape">
            <a:extLst xmlns:a="http://schemas.openxmlformats.org/drawingml/2006/main">
              <a:ext uri="{FF2B5EF4-FFF2-40B4-BE49-F238E27FC236}">
                <a16:creationId xmlns:a16="http://schemas.microsoft.com/office/drawing/2014/main" id="{F61C2A71-AEA1-4CA9-AA05-47A18A7CB020}"/>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DA76AC4C-D7AA-47B8-BF0B-BCCB97A03B16}"/>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practical support and evaluate one limit. Use resilience, hope, belief and support. You may evaluate</a:t>
            </a:r>
          </a:p>
        </p:txBody>
      </p:sp>
      <p:sp>
        <p:nvSpPr>
          <p:cNvPr id="26" name="shape">
            <a:extLst xmlns:a="http://schemas.openxmlformats.org/drawingml/2006/main">
              <a:ext uri="{FF2B5EF4-FFF2-40B4-BE49-F238E27FC236}">
                <a16:creationId xmlns:a16="http://schemas.microsoft.com/office/drawing/2014/main" id="{C269F381-F182-4945-A0C3-5752AFB1932F}"/>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72DE943C-9807-482F-8F43-D23445F9DC34}"/>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these supplied accounts without describing your own beliefs or hardship. A neutral route analyses</a:t>
            </a:r>
          </a:p>
        </p:txBody>
      </p:sp>
      <p:sp>
        <p:nvSpPr>
          <p:cNvPr id="28" name="shape">
            <a:extLst xmlns:a="http://schemas.openxmlformats.org/drawingml/2006/main">
              <a:ext uri="{FF2B5EF4-FFF2-40B4-BE49-F238E27FC236}">
                <a16:creationId xmlns:a16="http://schemas.microsoft.com/office/drawing/2014/main" id="{7FDAEC38-8BB8-485D-80C6-4663CC350A19}"/>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E6C0C64C-827A-4553-A4FD-3270FEE76602}"/>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community plan and its stated reasons.</a:t>
            </a:r>
          </a:p>
        </p:txBody>
      </p:sp>
      <p:sp>
        <p:nvSpPr>
          <p:cNvPr id="30" name="shape">
            <a:extLst xmlns:a="http://schemas.openxmlformats.org/drawingml/2006/main">
              <a:ext uri="{FF2B5EF4-FFF2-40B4-BE49-F238E27FC236}">
                <a16:creationId xmlns:a16="http://schemas.microsoft.com/office/drawing/2014/main" id="{3DFD8506-A309-4B57-B21C-1DE2F6DF9139}"/>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2F14A52C-43CF-4046-B18B-85718F74372C}"/>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Steps: 1. Read one source strip. 2. Select the relevant detail. 3. Record your claim. 4. Explain its</a:t>
            </a:r>
          </a:p>
        </p:txBody>
      </p:sp>
      <p:sp>
        <p:nvSpPr>
          <p:cNvPr id="32" name="shape">
            <a:extLst xmlns:a="http://schemas.openxmlformats.org/drawingml/2006/main">
              <a:ext uri="{FF2B5EF4-FFF2-40B4-BE49-F238E27FC236}">
                <a16:creationId xmlns:a16="http://schemas.microsoft.com/office/drawing/2014/main" id="{9858AD73-8F9D-400D-AD1E-65C460FF3E5D}"/>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6D2C2CC9-30BA-4CB6-9C86-F69B15AF20D3}"/>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link. 5. Check one limit.</a:t>
            </a:r>
          </a:p>
        </p:txBody>
      </p:sp>
      <p:sp>
        <p:nvSpPr>
          <p:cNvPr id="34" name="shape">
            <a:extLst xmlns:a="http://schemas.openxmlformats.org/drawingml/2006/main">
              <a:ext uri="{FF2B5EF4-FFF2-40B4-BE49-F238E27FC236}">
                <a16:creationId xmlns:a16="http://schemas.microsoft.com/office/drawing/2014/main" id="{F31025DE-DD0A-4583-9067-18861CDDD9F0}"/>
              </a:ext>
            </a:extLst>
          </p:cNvPr>
          <p:cNvSpPr>
            <a:spLocks xmlns:a="http://schemas.openxmlformats.org/drawingml/2006/main" noGrp="1"/>
          </p:cNvSpPr>
          <p:nvPr/>
        </p:nvSpPr>
        <p:spPr>
          <a:xfrm xmlns:a="http://schemas.openxmlformats.org/drawingml/2006/main">
            <a:off x="409575" y="48101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97F761A0-BB93-470A-8845-AC88D4356C07}"/>
              </a:ext>
            </a:extLst>
          </p:cNvPr>
          <p:cNvSpPr>
            <a:spLocks xmlns:a="http://schemas.openxmlformats.org/drawingml/2006/main" noGrp="1"/>
          </p:cNvSpPr>
          <p:nvPr/>
        </p:nvSpPr>
        <p:spPr>
          <a:xfrm xmlns:a="http://schemas.openxmlformats.org/drawingml/2006/main">
            <a:off x="457200" y="4819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Planning words: resilience, hope, belief, support.</a:t>
            </a:r>
          </a:p>
        </p:txBody>
      </p:sp>
    </p:spTree>
    <p:extLst>
      <p:ext uri="{BB962C8B-B14F-4D97-AF65-F5344CB8AC3E}">
        <p14:creationId xmlns:p14="http://schemas.microsoft.com/office/powerpoint/2010/main" val="156805763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65D0AD48-94BC-4FF8-98B5-00D80B9F0AC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DD2A19B5-6831-486F-9A56-36B61ACC6F2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7A51750-3EE1-438C-BD1F-C9AFC922C68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1785FED4-C4B1-4EBC-9438-024A9075DA6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69BBA9F-772D-451C-979E-8C7734B940C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547AB43-1ED8-48D3-B0D3-FCE08123B3B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E084C41-DC0D-4C73-AB88-F917347C6B2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A8F7C45-E060-4F04-8F1F-8B44BF22E7CB}"/>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D4ED839-0D6A-445A-8F38-3B05ECCE296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29F03C2-798A-4029-A506-D41CEC0B65A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DE745E8F-DFC3-43F4-97F5-8B9B8D9A50B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B374986-62C5-493E-A341-BA44E0415E7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A682AE9F-BAC8-4908-80C1-E9EE196E8AD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38</a:t>
            </a:r>
          </a:p>
        </p:txBody>
      </p:sp>
      <p:sp>
        <p:nvSpPr>
          <p:cNvPr id="14" name="licence-footer">
            <a:extLst xmlns:a="http://schemas.openxmlformats.org/drawingml/2006/main">
              <a:ext uri="{FF2B5EF4-FFF2-40B4-BE49-F238E27FC236}">
                <a16:creationId xmlns:a16="http://schemas.microsoft.com/office/drawing/2014/main" id="{70D5E3DC-6AA5-4518-B212-51F9D145BD7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5D33307-45E1-4820-AB14-E7BB4A2562D7}"/>
              </a:ext>
            </a:extLst>
          </p:cNvPr>
          <p:cNvPicPr>
            <a:picLocks xmlns:a="http://schemas.openxmlformats.org/drawingml/2006/main" noChangeAspect="1"/>
          </p:cNvPicPr>
          <p:nvPr/>
        </p:nvPicPr>
        <p:blipFill>
          <a:blip xmlns:r="http://schemas.openxmlformats.org/officeDocument/2006/relationships" xmlns:a="http://schemas.openxmlformats.org/drawingml/2006/main" r:embed="R66bd63adc4bb45e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3CD81ED-2007-4466-99FE-117B16CDA1FF}"/>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A17202F5-8260-44BD-A39C-E518C6E3FD0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Use “may support this person” rather than “must work for everyone”. Distinguish</a:t>
            </a:r>
          </a:p>
        </p:txBody>
      </p:sp>
      <p:sp>
        <p:nvSpPr>
          <p:cNvPr id="18" name="shape">
            <a:extLst xmlns:a="http://schemas.openxmlformats.org/drawingml/2006/main">
              <a:ext uri="{FF2B5EF4-FFF2-40B4-BE49-F238E27FC236}">
                <a16:creationId xmlns:a16="http://schemas.microsoft.com/office/drawing/2014/main" id="{C32F3AEE-AF84-4643-8F40-F511AC26BEB0}"/>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4736CCDB-B543-40F8-A194-A4032BCCE118}"/>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encouragement from prediction. Point to a case detail before explaining a plan.</a:t>
            </a:r>
          </a:p>
        </p:txBody>
      </p:sp>
      <p:sp>
        <p:nvSpPr>
          <p:cNvPr id="20" name="shape">
            <a:extLst xmlns:a="http://schemas.openxmlformats.org/drawingml/2006/main">
              <a:ext uri="{FF2B5EF4-FFF2-40B4-BE49-F238E27FC236}">
                <a16:creationId xmlns:a16="http://schemas.microsoft.com/office/drawing/2014/main" id="{8524C7D9-FC65-4224-80FA-8194FCAC95AB}"/>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A61A7D16-D610-4831-B213-07B02D4CFCB6}"/>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Source belief and ID [ ] / Possible response [ ] / Case evidence [ ] / Practical</a:t>
            </a:r>
          </a:p>
        </p:txBody>
      </p:sp>
      <p:sp>
        <p:nvSpPr>
          <p:cNvPr id="22" name="shape">
            <a:extLst xmlns:a="http://schemas.openxmlformats.org/drawingml/2006/main">
              <a:ext uri="{FF2B5EF4-FFF2-40B4-BE49-F238E27FC236}">
                <a16:creationId xmlns:a16="http://schemas.microsoft.com/office/drawing/2014/main" id="{7353A19D-0417-4C01-86F8-EC2EDF1673FE}"/>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7A712BB3-52E3-40EE-A747-254F3EF74F86}"/>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support [ ] / Limit to the claim [ ] / Respectful boundary [ ].</a:t>
            </a:r>
          </a:p>
        </p:txBody>
      </p:sp>
      <p:sp>
        <p:nvSpPr>
          <p:cNvPr id="24" name="shape">
            <a:extLst xmlns:a="http://schemas.openxmlformats.org/drawingml/2006/main">
              <a:ext uri="{FF2B5EF4-FFF2-40B4-BE49-F238E27FC236}">
                <a16:creationId xmlns:a16="http://schemas.microsoft.com/office/drawing/2014/main" id="{1C18EE24-889C-49E0-8FC0-F3AB7310DF6F}"/>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07F5D57C-6E4D-4038-BADF-60FEDAE177CF}"/>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for a guaranteed outcome or blame. Revise it into a source-linked</a:t>
            </a:r>
          </a:p>
        </p:txBody>
      </p:sp>
      <p:sp>
        <p:nvSpPr>
          <p:cNvPr id="26" name="shape">
            <a:extLst xmlns:a="http://schemas.openxmlformats.org/drawingml/2006/main">
              <a:ext uri="{FF2B5EF4-FFF2-40B4-BE49-F238E27FC236}">
                <a16:creationId xmlns:a16="http://schemas.microsoft.com/office/drawing/2014/main" id="{D8D2E5CB-640C-485F-A3F2-8BCDCBC8724D}"/>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EF891031-C489-4212-B88E-C64B8EE969DC}"/>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possibility with practical support and a limit.</a:t>
            </a:r>
          </a:p>
        </p:txBody>
      </p:sp>
      <p:sp>
        <p:nvSpPr>
          <p:cNvPr id="28" name="shape">
            <a:extLst xmlns:a="http://schemas.openxmlformats.org/drawingml/2006/main">
              <a:ext uri="{FF2B5EF4-FFF2-40B4-BE49-F238E27FC236}">
                <a16:creationId xmlns:a16="http://schemas.microsoft.com/office/drawing/2014/main" id="{A874714A-A050-4592-8E3C-6FD990571BAC}"/>
              </a:ext>
            </a:extLst>
          </p:cNvPr>
          <p:cNvSpPr>
            <a:spLocks xmlns:a="http://schemas.openxmlformats.org/drawingml/2006/main" noGrp="1"/>
          </p:cNvSpPr>
          <p:nvPr/>
        </p:nvSpPr>
        <p:spPr>
          <a:xfrm xmlns:a="http://schemas.openxmlformats.org/drawingml/2006/main">
            <a:off x="409575" y="38004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E2F3F508-36D5-476A-9A84-D1B84433FEBF}"/>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209489363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46BDF770-2A1F-42A1-B1CC-10E053EC454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3F35A1D2-67E1-4655-8C60-7C90E1E4EBA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5153381B-CBC3-44AB-AC6B-BF20313A3BB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3BD8482C-C9DF-4636-8EFD-6F813A9D448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8E4E0E9-D22E-4FC1-9EF5-BC90B02298F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814F289-8F1E-4A34-AA77-5F36E0F6F12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F148CD6-6FD5-446C-BF52-ECEF9A0C924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39EF03D-CAD9-4B5E-A3C1-9628CBF7BE09}"/>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8801505-B41E-4435-A4F6-879547578C4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6ACCDC1-1361-4A16-8FC1-D93EE570897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24666895-0A7F-40B5-B3BF-3FFFF0DD34D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4105A9D-C593-47CB-8672-DD992B2FA46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086F24FF-D248-45A8-9231-B2DE98E7DD1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38</a:t>
            </a:r>
          </a:p>
        </p:txBody>
      </p:sp>
      <p:sp>
        <p:nvSpPr>
          <p:cNvPr id="14" name="licence-footer">
            <a:extLst xmlns:a="http://schemas.openxmlformats.org/drawingml/2006/main">
              <a:ext uri="{FF2B5EF4-FFF2-40B4-BE49-F238E27FC236}">
                <a16:creationId xmlns:a16="http://schemas.microsoft.com/office/drawing/2014/main" id="{BB8FD5C5-FE29-4215-BF03-7E7FEF72A0D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A47B4B1-CFDD-4D45-8E53-9D5936F8C5EB}"/>
              </a:ext>
            </a:extLst>
          </p:cNvPr>
          <p:cNvPicPr>
            <a:picLocks xmlns:a="http://schemas.openxmlformats.org/drawingml/2006/main" noChangeAspect="1"/>
          </p:cNvPicPr>
          <p:nvPr/>
        </p:nvPicPr>
        <p:blipFill>
          <a:blip xmlns:r="http://schemas.openxmlformats.org/officeDocument/2006/relationships" xmlns:a="http://schemas.openxmlformats.org/drawingml/2006/main" r:embed="Rc3fd4a300e8447f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17D40F9A-A10C-4822-9F89-9DA9FB27059A}"/>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0A6D3BCB-B2AA-473B-93D5-520411C3F4A9}"/>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6C6F0B10-951D-4900-803D-BBB0AAA26154}"/>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BB0339C8-514F-47EF-AA38-883D7D658202}"/>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84E1E1B8-6C0E-49CC-AC94-43B5FAE9C9C3}"/>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D20652C-C1B2-4233-8630-C5479148FFA6}"/>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229AC03E-2BCC-42E3-9779-2C7F6D95C0C5}"/>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80AD43EA-3359-4915-B1C0-98AD02CAA760}"/>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a possible response to H4 using H1 or H2 and H3. Link a belief to hope or resilience, identify</a:t>
            </a:r>
          </a:p>
        </p:txBody>
      </p:sp>
      <p:sp>
        <p:nvSpPr>
          <p:cNvPr id="24" name="shape">
            <a:extLst xmlns:a="http://schemas.openxmlformats.org/drawingml/2006/main">
              <a:ext uri="{FF2B5EF4-FFF2-40B4-BE49-F238E27FC236}">
                <a16:creationId xmlns:a16="http://schemas.microsoft.com/office/drawing/2014/main" id="{6D9CBABE-E607-4343-AA81-C29B8615D7B0}"/>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0CF8E450-C290-4CCA-A08D-E388616980CA}"/>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practical support and evaluate one limit. Use resilience, hope, belief and support. You may evaluate</a:t>
            </a:r>
          </a:p>
        </p:txBody>
      </p:sp>
      <p:sp>
        <p:nvSpPr>
          <p:cNvPr id="26" name="shape">
            <a:extLst xmlns:a="http://schemas.openxmlformats.org/drawingml/2006/main">
              <a:ext uri="{FF2B5EF4-FFF2-40B4-BE49-F238E27FC236}">
                <a16:creationId xmlns:a16="http://schemas.microsoft.com/office/drawing/2014/main" id="{C2A890F8-1F55-49DB-A603-1A00C4D41F2A}"/>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2674622E-35C0-461C-B1DF-826F8CD451CA}"/>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these supplied accounts without describing your own beliefs or hardship. A neutral route analyses</a:t>
            </a:r>
          </a:p>
        </p:txBody>
      </p:sp>
      <p:sp>
        <p:nvSpPr>
          <p:cNvPr id="28" name="shape">
            <a:extLst xmlns:a="http://schemas.openxmlformats.org/drawingml/2006/main">
              <a:ext uri="{FF2B5EF4-FFF2-40B4-BE49-F238E27FC236}">
                <a16:creationId xmlns:a16="http://schemas.microsoft.com/office/drawing/2014/main" id="{903D6F4C-D65C-4191-9C9A-F8902D689971}"/>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AC4970E2-8CCB-440F-BF90-C9FBF23D56C1}"/>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community plan and its stated reasons.</a:t>
            </a:r>
          </a:p>
        </p:txBody>
      </p:sp>
      <p:sp>
        <p:nvSpPr>
          <p:cNvPr id="30" name="shape">
            <a:extLst xmlns:a="http://schemas.openxmlformats.org/drawingml/2006/main">
              <a:ext uri="{FF2B5EF4-FFF2-40B4-BE49-F238E27FC236}">
                <a16:creationId xmlns:a16="http://schemas.microsoft.com/office/drawing/2014/main" id="{467A75A9-933B-455E-8CC8-28147C39BF1B}"/>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D2D0AB9E-2BC5-4ACA-9B42-4160FEB7F2F9}"/>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plan to evaluate: A / B / C. Select one source reason and one H4 fact. Add your own</a:t>
            </a:r>
          </a:p>
        </p:txBody>
      </p:sp>
      <p:sp>
        <p:nvSpPr>
          <p:cNvPr id="32" name="shape">
            <a:extLst xmlns:a="http://schemas.openxmlformats.org/drawingml/2006/main">
              <a:ext uri="{FF2B5EF4-FFF2-40B4-BE49-F238E27FC236}">
                <a16:creationId xmlns:a16="http://schemas.microsoft.com/office/drawing/2014/main" id="{208F86A5-BE68-4C65-9A0F-5EE8212FC043}"/>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2EFFDC66-D59C-486C-B3D2-A7167C2AEB00}"/>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explanation of how they fit, then state one thing the belief cannot guarantee.</a:t>
            </a:r>
          </a:p>
        </p:txBody>
      </p:sp>
    </p:spTree>
    <p:extLst>
      <p:ext uri="{BB962C8B-B14F-4D97-AF65-F5344CB8AC3E}">
        <p14:creationId xmlns:p14="http://schemas.microsoft.com/office/powerpoint/2010/main" val="198420651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BC33919E-CF72-409B-8031-DECB39375AD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041A91E8-C99B-4152-B15A-BB5C2A4AF39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FD6D15D-42F5-44C0-B472-587411BE2A9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86F4D50A-C197-4544-8E7F-91DA58EE3F9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1FBC29F-D75C-4CF6-B7DF-C457650D45E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2BFA56D-3C49-4161-9AFD-51846962003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7EE15A8-1EE7-4800-BD1E-7AA49F5CCF1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66BD2B8-3D36-41CB-A513-BFB84C323C65}"/>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7551FB3-C77D-4D53-B6EE-816BB055A7C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25F373B-B764-42BF-A7B3-5428853F62B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77769E69-DA64-4E91-A6B0-D7F61A6F409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07712F8-E42E-49BE-B7D4-FFC44813A98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BD9B2E21-7DD6-4C04-90FA-EEDCEB24403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38</a:t>
            </a:r>
          </a:p>
        </p:txBody>
      </p:sp>
      <p:sp>
        <p:nvSpPr>
          <p:cNvPr id="14" name="licence-footer">
            <a:extLst xmlns:a="http://schemas.openxmlformats.org/drawingml/2006/main">
              <a:ext uri="{FF2B5EF4-FFF2-40B4-BE49-F238E27FC236}">
                <a16:creationId xmlns:a16="http://schemas.microsoft.com/office/drawing/2014/main" id="{7DC4484E-7D57-47C9-80EB-A4A9619D112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96E9ACB-5F29-41ED-BA90-8D8CB16F03D5}"/>
              </a:ext>
            </a:extLst>
          </p:cNvPr>
          <p:cNvPicPr>
            <a:picLocks xmlns:a="http://schemas.openxmlformats.org/drawingml/2006/main" noChangeAspect="1"/>
          </p:cNvPicPr>
          <p:nvPr/>
        </p:nvPicPr>
        <p:blipFill>
          <a:blip xmlns:r="http://schemas.openxmlformats.org/officeDocument/2006/relationships" xmlns:a="http://schemas.openxmlformats.org/drawingml/2006/main" r:embed="R1b519d71060f469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7A61C1A1-D8CC-4CD7-A5DF-C8DDBDD0E230}"/>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6C6EBEA0-D53D-4485-8B1B-3F8876146C0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Use “may support this person” rather than “must work for everyone”. Distinguish</a:t>
            </a:r>
          </a:p>
        </p:txBody>
      </p:sp>
      <p:sp>
        <p:nvSpPr>
          <p:cNvPr id="18" name="shape">
            <a:extLst xmlns:a="http://schemas.openxmlformats.org/drawingml/2006/main">
              <a:ext uri="{FF2B5EF4-FFF2-40B4-BE49-F238E27FC236}">
                <a16:creationId xmlns:a16="http://schemas.microsoft.com/office/drawing/2014/main" id="{87447FC0-9904-4EB6-9872-9F277E344BE4}"/>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4678430-837D-485B-97A1-461F0C2BFF92}"/>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encouragement from prediction. Point to a case detail before explaining a plan.</a:t>
            </a:r>
          </a:p>
        </p:txBody>
      </p:sp>
      <p:sp>
        <p:nvSpPr>
          <p:cNvPr id="20" name="shape">
            <a:extLst xmlns:a="http://schemas.openxmlformats.org/drawingml/2006/main">
              <a:ext uri="{FF2B5EF4-FFF2-40B4-BE49-F238E27FC236}">
                <a16:creationId xmlns:a16="http://schemas.microsoft.com/office/drawing/2014/main" id="{66B42FE7-5F81-4AA7-B6EB-6E29F3E96929}"/>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8A8AD7A-5B15-4F10-8064-866B9771DE59}"/>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Source belief and ID [ ] / Possible response [ ] / Case evidence [ ] / Practical</a:t>
            </a:r>
          </a:p>
        </p:txBody>
      </p:sp>
      <p:sp>
        <p:nvSpPr>
          <p:cNvPr id="22" name="shape">
            <a:extLst xmlns:a="http://schemas.openxmlformats.org/drawingml/2006/main">
              <a:ext uri="{FF2B5EF4-FFF2-40B4-BE49-F238E27FC236}">
                <a16:creationId xmlns:a16="http://schemas.microsoft.com/office/drawing/2014/main" id="{943B9BE0-6B24-4642-8AEE-BCF7126556FC}"/>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4D93BA61-12B1-4C6E-9E51-4661E46B1400}"/>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support [ ] / Limit to the claim [ ] / Respectful boundary [ ].</a:t>
            </a:r>
          </a:p>
        </p:txBody>
      </p:sp>
      <p:sp>
        <p:nvSpPr>
          <p:cNvPr id="24" name="shape">
            <a:extLst xmlns:a="http://schemas.openxmlformats.org/drawingml/2006/main">
              <a:ext uri="{FF2B5EF4-FFF2-40B4-BE49-F238E27FC236}">
                <a16:creationId xmlns:a16="http://schemas.microsoft.com/office/drawing/2014/main" id="{BD70BB41-9FB9-4E51-BF5F-5136388535C6}"/>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3D08B57-B7C6-499E-BF95-FADE58B151ED}"/>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for a guaranteed outcome or blame. Revise it into a source-linked</a:t>
            </a:r>
          </a:p>
        </p:txBody>
      </p:sp>
      <p:sp>
        <p:nvSpPr>
          <p:cNvPr id="26" name="shape">
            <a:extLst xmlns:a="http://schemas.openxmlformats.org/drawingml/2006/main">
              <a:ext uri="{FF2B5EF4-FFF2-40B4-BE49-F238E27FC236}">
                <a16:creationId xmlns:a16="http://schemas.microsoft.com/office/drawing/2014/main" id="{00CEEB9A-02B3-4171-80F1-E473C5C6470C}"/>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664F848-7C0A-4783-A105-AECFC36E8B6C}"/>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possibility with practical support and a limit.</a:t>
            </a:r>
          </a:p>
        </p:txBody>
      </p:sp>
      <p:sp>
        <p:nvSpPr>
          <p:cNvPr id="28" name="shape">
            <a:extLst xmlns:a="http://schemas.openxmlformats.org/drawingml/2006/main">
              <a:ext uri="{FF2B5EF4-FFF2-40B4-BE49-F238E27FC236}">
                <a16:creationId xmlns:a16="http://schemas.microsoft.com/office/drawing/2014/main" id="{B901FBBC-FB10-4A0C-9063-33C2C0EF32D7}"/>
              </a:ext>
            </a:extLst>
          </p:cNvPr>
          <p:cNvSpPr>
            <a:spLocks xmlns:a="http://schemas.openxmlformats.org/drawingml/2006/main" noGrp="1"/>
          </p:cNvSpPr>
          <p:nvPr/>
        </p:nvSpPr>
        <p:spPr>
          <a:xfrm xmlns:a="http://schemas.openxmlformats.org/drawingml/2006/main">
            <a:off x="409575" y="38004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AA4D161B-39C0-4DD3-B799-9733CB0CFFDC}"/>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23610842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EBAB6FD2-C924-4FE6-8619-82B0D637B26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34A0059F-D985-48FD-914A-B2F265FB834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8FD211C-A482-43DC-B73F-93A8CA337E0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175EAC5-BBEB-42E2-AA04-D40C27DE1B7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C15ACED-7F75-4201-80FB-4A26A15DA14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4FB0710-F756-4E30-8ADF-80FD8F222B2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F4E6363-363F-4B48-818F-69FEFFFD7CD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1101579-55DB-41C9-B0EB-966C3B0453D0}"/>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09CC8FD-D739-4E96-9A16-292BC1AD3AD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0D98C76-1C97-4892-8E4E-CCD2D3F3224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66505376-C1FB-42E2-927A-78929F828E8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F109453-E299-4D5A-8DE6-414ADEE46CF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8FF55DC0-A237-4E0D-8274-8C411B857B5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38</a:t>
            </a:r>
          </a:p>
        </p:txBody>
      </p:sp>
      <p:sp>
        <p:nvSpPr>
          <p:cNvPr id="14" name="licence-footer">
            <a:extLst xmlns:a="http://schemas.openxmlformats.org/drawingml/2006/main">
              <a:ext uri="{FF2B5EF4-FFF2-40B4-BE49-F238E27FC236}">
                <a16:creationId xmlns:a16="http://schemas.microsoft.com/office/drawing/2014/main" id="{7822079A-0CEA-472F-9F93-7F502300479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52263BE-96AD-4667-AAB4-3265873535D8}"/>
              </a:ext>
            </a:extLst>
          </p:cNvPr>
          <p:cNvPicPr>
            <a:picLocks xmlns:a="http://schemas.openxmlformats.org/drawingml/2006/main" noChangeAspect="1"/>
          </p:cNvPicPr>
          <p:nvPr/>
        </p:nvPicPr>
        <p:blipFill>
          <a:blip xmlns:r="http://schemas.openxmlformats.org/officeDocument/2006/relationships" xmlns:a="http://schemas.openxmlformats.org/drawingml/2006/main" r:embed="R0b31ed69b10c4ef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18484F1-310B-4477-A08F-2504C5280A7D}"/>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AC8EBFD-F4B6-4C83-ABC9-58CD15A31F53}"/>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6B85BE37-9FA6-4FD0-A909-90EBBDB417E3}"/>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AEB990CB-7FA2-46E8-87C0-AF7292549E0D}"/>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1F0CDE4B-F774-4E64-9913-6D6A28B62C2D}"/>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DC092AE8-54CB-4C19-BD6B-3234574B862F}"/>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4634F7BF-1FA7-4AB4-B705-8DE8FF1A21B8}"/>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BA9EA6B8-D4C7-4139-88A9-92AA07FE93AA}"/>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a possible response to H4 using H1 or H2 and H3. Link a belief to hope or resilience, identify</a:t>
            </a:r>
          </a:p>
        </p:txBody>
      </p:sp>
      <p:sp>
        <p:nvSpPr>
          <p:cNvPr id="24" name="shape">
            <a:extLst xmlns:a="http://schemas.openxmlformats.org/drawingml/2006/main">
              <a:ext uri="{FF2B5EF4-FFF2-40B4-BE49-F238E27FC236}">
                <a16:creationId xmlns:a16="http://schemas.microsoft.com/office/drawing/2014/main" id="{7DC4A948-C10B-4FC5-989F-72EE294BC423}"/>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91FED5B8-9157-41CC-B078-C056423AE17D}"/>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practical support and evaluate one limit. Use resilience, hope, belief and support. You may evaluate</a:t>
            </a:r>
          </a:p>
        </p:txBody>
      </p:sp>
      <p:sp>
        <p:nvSpPr>
          <p:cNvPr id="26" name="shape">
            <a:extLst xmlns:a="http://schemas.openxmlformats.org/drawingml/2006/main">
              <a:ext uri="{FF2B5EF4-FFF2-40B4-BE49-F238E27FC236}">
                <a16:creationId xmlns:a16="http://schemas.microsoft.com/office/drawing/2014/main" id="{40F82278-BD5C-4233-9317-9227E0E2B579}"/>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63EE0A7-213B-4DE3-AF60-555531238A12}"/>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these supplied accounts without describing your own beliefs or hardship. A neutral route analyses</a:t>
            </a:r>
          </a:p>
        </p:txBody>
      </p:sp>
      <p:sp>
        <p:nvSpPr>
          <p:cNvPr id="28" name="shape">
            <a:extLst xmlns:a="http://schemas.openxmlformats.org/drawingml/2006/main">
              <a:ext uri="{FF2B5EF4-FFF2-40B4-BE49-F238E27FC236}">
                <a16:creationId xmlns:a16="http://schemas.microsoft.com/office/drawing/2014/main" id="{922309C6-0472-4806-BA47-AE26126210AB}"/>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2A8727D2-88A4-4713-8408-3DCF33919905}"/>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community plan and its stated reasons.</a:t>
            </a:r>
          </a:p>
        </p:txBody>
      </p:sp>
      <p:sp>
        <p:nvSpPr>
          <p:cNvPr id="30" name="shape">
            <a:extLst xmlns:a="http://schemas.openxmlformats.org/drawingml/2006/main">
              <a:ext uri="{FF2B5EF4-FFF2-40B4-BE49-F238E27FC236}">
                <a16:creationId xmlns:a16="http://schemas.microsoft.com/office/drawing/2014/main" id="{EB83C8E2-0C5F-483C-8FA9-B879C290BD5F}"/>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2A131C78-4D43-414C-ADF9-44BD1817BF92}"/>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Aspire: Evaluate why resilience can include changing a goal or accepting help. Use the source and</a:t>
            </a:r>
          </a:p>
        </p:txBody>
      </p:sp>
      <p:sp>
        <p:nvSpPr>
          <p:cNvPr id="32" name="shape">
            <a:extLst xmlns:a="http://schemas.openxmlformats.org/drawingml/2006/main">
              <a:ext uri="{FF2B5EF4-FFF2-40B4-BE49-F238E27FC236}">
                <a16:creationId xmlns:a16="http://schemas.microsoft.com/office/drawing/2014/main" id="{DF7F3C18-5046-4E38-A7CE-0573AEEA0F99}"/>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1886C079-1A69-44CA-9FF7-B69954F7BC57}"/>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case to challenge an unsupported demand for constant persistence.</a:t>
            </a:r>
          </a:p>
        </p:txBody>
      </p:sp>
    </p:spTree>
    <p:extLst>
      <p:ext uri="{BB962C8B-B14F-4D97-AF65-F5344CB8AC3E}">
        <p14:creationId xmlns:p14="http://schemas.microsoft.com/office/powerpoint/2010/main" val="170733329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F0C1D4D8-E80F-4542-BC5D-6BF57DFC601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C447E1E0-72E1-403E-A61C-024BB6AB790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3477684B-F5A3-4673-B757-E5DE5CCE379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20BF299-9806-4A59-A89E-EAEFA397EEB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FBF4E51-6F83-41FF-8CFD-BB1950DB73A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88C4303-1EF1-4B78-9C34-C4323F8A526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2FDE40F-5142-4E3F-A9E5-DC64D2B6958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D0447C6-4CE3-4CED-AFE2-FBEA1D086CC6}"/>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2DC6058-898F-4F35-8BB1-5050490D967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F9284D5-4245-4E52-B11F-7E3313EB7C7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C6980210-14BB-4726-AC73-7205532FF3E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220A6EF-2968-4F22-93F7-48033264376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B7A05E9B-5439-4261-A487-36F789FED2E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38</a:t>
            </a:r>
          </a:p>
        </p:txBody>
      </p:sp>
      <p:sp>
        <p:nvSpPr>
          <p:cNvPr id="14" name="licence-footer">
            <a:extLst xmlns:a="http://schemas.openxmlformats.org/drawingml/2006/main">
              <a:ext uri="{FF2B5EF4-FFF2-40B4-BE49-F238E27FC236}">
                <a16:creationId xmlns:a16="http://schemas.microsoft.com/office/drawing/2014/main" id="{11A62BBC-0257-4D21-AFF0-610F049A858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EDA40DA-2A95-4929-917C-3F61333AF7FB}"/>
              </a:ext>
            </a:extLst>
          </p:cNvPr>
          <p:cNvPicPr>
            <a:picLocks xmlns:a="http://schemas.openxmlformats.org/drawingml/2006/main" noChangeAspect="1"/>
          </p:cNvPicPr>
          <p:nvPr/>
        </p:nvPicPr>
        <p:blipFill>
          <a:blip xmlns:r="http://schemas.openxmlformats.org/officeDocument/2006/relationships" xmlns:a="http://schemas.openxmlformats.org/drawingml/2006/main" r:embed="R8f257d2d94ea4a1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B12708BB-3A49-4C4C-A97C-D837333DF810}"/>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DB6ED6CB-1351-4EB3-BA49-CB8EB26C9A6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Use “may support this person” rather than “must work for everyone”. Distinguish</a:t>
            </a:r>
          </a:p>
        </p:txBody>
      </p:sp>
      <p:sp>
        <p:nvSpPr>
          <p:cNvPr id="18" name="shape">
            <a:extLst xmlns:a="http://schemas.openxmlformats.org/drawingml/2006/main">
              <a:ext uri="{FF2B5EF4-FFF2-40B4-BE49-F238E27FC236}">
                <a16:creationId xmlns:a16="http://schemas.microsoft.com/office/drawing/2014/main" id="{0AC3F78F-BC1E-42BD-BE4D-5125BE958862}"/>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26C73CB6-5C1A-4D1E-8234-B3358A52F471}"/>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encouragement from prediction. Point to a case detail before explaining a plan.</a:t>
            </a:r>
          </a:p>
        </p:txBody>
      </p:sp>
      <p:sp>
        <p:nvSpPr>
          <p:cNvPr id="20" name="shape">
            <a:extLst xmlns:a="http://schemas.openxmlformats.org/drawingml/2006/main">
              <a:ext uri="{FF2B5EF4-FFF2-40B4-BE49-F238E27FC236}">
                <a16:creationId xmlns:a16="http://schemas.microsoft.com/office/drawing/2014/main" id="{40881FAA-CA45-4242-AFA6-0E02FF7C353C}"/>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BF09A8D-E2B7-4C8F-90B3-50B8CCA8179C}"/>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Source belief and ID [ ] / Possible response [ ] / Case evidence [ ] / Practical</a:t>
            </a:r>
          </a:p>
        </p:txBody>
      </p:sp>
      <p:sp>
        <p:nvSpPr>
          <p:cNvPr id="22" name="shape">
            <a:extLst xmlns:a="http://schemas.openxmlformats.org/drawingml/2006/main">
              <a:ext uri="{FF2B5EF4-FFF2-40B4-BE49-F238E27FC236}">
                <a16:creationId xmlns:a16="http://schemas.microsoft.com/office/drawing/2014/main" id="{46F550F4-0E4E-447F-A9E0-E6EEEB053DA7}"/>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2046D36A-268D-4D9A-9C43-8E03A5F241C5}"/>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support [ ] / Limit to the claim [ ] / Respectful boundary [ ].</a:t>
            </a:r>
          </a:p>
        </p:txBody>
      </p:sp>
      <p:sp>
        <p:nvSpPr>
          <p:cNvPr id="24" name="shape">
            <a:extLst xmlns:a="http://schemas.openxmlformats.org/drawingml/2006/main">
              <a:ext uri="{FF2B5EF4-FFF2-40B4-BE49-F238E27FC236}">
                <a16:creationId xmlns:a16="http://schemas.microsoft.com/office/drawing/2014/main" id="{EBD5DCFB-B578-4675-9D37-6578E4EF9DE8}"/>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5500E5B-C11A-49BD-A962-4C0A3F4514C7}"/>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for a guaranteed outcome or blame. Revise it into a source-linked</a:t>
            </a:r>
          </a:p>
        </p:txBody>
      </p:sp>
      <p:sp>
        <p:nvSpPr>
          <p:cNvPr id="26" name="shape">
            <a:extLst xmlns:a="http://schemas.openxmlformats.org/drawingml/2006/main">
              <a:ext uri="{FF2B5EF4-FFF2-40B4-BE49-F238E27FC236}">
                <a16:creationId xmlns:a16="http://schemas.microsoft.com/office/drawing/2014/main" id="{F7DAA2FB-D569-47E7-A39D-3291D6E386D5}"/>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E48F227F-5828-4855-AADA-A196C8512818}"/>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possibility with practical support and a limit.</a:t>
            </a:r>
          </a:p>
        </p:txBody>
      </p:sp>
      <p:sp>
        <p:nvSpPr>
          <p:cNvPr id="28" name="shape">
            <a:extLst xmlns:a="http://schemas.openxmlformats.org/drawingml/2006/main">
              <a:ext uri="{FF2B5EF4-FFF2-40B4-BE49-F238E27FC236}">
                <a16:creationId xmlns:a16="http://schemas.microsoft.com/office/drawing/2014/main" id="{2A3FD3BB-4F09-449F-95C1-E91196692B68}"/>
              </a:ext>
            </a:extLst>
          </p:cNvPr>
          <p:cNvSpPr>
            <a:spLocks xmlns:a="http://schemas.openxmlformats.org/drawingml/2006/main" noGrp="1"/>
          </p:cNvSpPr>
          <p:nvPr/>
        </p:nvSpPr>
        <p:spPr>
          <a:xfrm xmlns:a="http://schemas.openxmlformats.org/drawingml/2006/main">
            <a:off x="409575" y="38004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1B8776F4-7A6A-44AA-9E9D-902C33A3BA95}"/>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70447656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3EEEAF94-8E47-44F5-A4A2-8A0DFE3B259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1E476C8F-ABE8-48D4-8F3B-B317ADF2BDF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EB844E28-DDC6-44CA-80C7-4BA21128F72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29C725D6-03B3-4289-B010-2BEE7EB6570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D929284-98DE-4E2D-8B91-45338BFB1FA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E5DAC45-4F98-406C-86D6-778CD801D08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1A1BBD0-F494-4D09-B723-EA0F4AD7974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AF6BB8D-BEA9-419E-BA07-4651A7B8767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9AC08B6-5F59-4623-81B0-35AB890518B6}"/>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82541C3-888D-4296-A491-B64A2E27A7C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577A5733-1090-4F80-98C5-72A339E56E6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40F8C4A1-E5AB-412C-A7B2-589984C7655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FA2A7084-AC50-4382-9C6B-0AAE986869D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38</a:t>
            </a:r>
          </a:p>
        </p:txBody>
      </p:sp>
      <p:sp>
        <p:nvSpPr>
          <p:cNvPr id="14" name="licence-footer">
            <a:extLst xmlns:a="http://schemas.openxmlformats.org/drawingml/2006/main">
              <a:ext uri="{FF2B5EF4-FFF2-40B4-BE49-F238E27FC236}">
                <a16:creationId xmlns:a16="http://schemas.microsoft.com/office/drawing/2014/main" id="{47AFA7CD-7367-48C0-8846-984B0D09351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D5ECC79-5DAC-47AA-AA51-6C244A58F17B}"/>
              </a:ext>
            </a:extLst>
          </p:cNvPr>
          <p:cNvPicPr>
            <a:picLocks xmlns:a="http://schemas.openxmlformats.org/drawingml/2006/main" noChangeAspect="1"/>
          </p:cNvPicPr>
          <p:nvPr/>
        </p:nvPicPr>
        <p:blipFill>
          <a:blip xmlns:r="http://schemas.openxmlformats.org/officeDocument/2006/relationships" xmlns:a="http://schemas.openxmlformats.org/drawingml/2006/main" r:embed="R5446289e18e14b5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030A13F-A6F0-4A45-9849-6EED4247531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B623EAC5-E298-4F7F-A658-268F4598563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Authored fresh case X4: a community project loses its booked room. An organiser</a:t>
            </a:r>
          </a:p>
        </p:txBody>
      </p:sp>
      <p:sp>
        <p:nvSpPr>
          <p:cNvPr id="18" name="pupil-text">
            <a:extLst xmlns:a="http://schemas.openxmlformats.org/drawingml/2006/main">
              <a:ext uri="{FF2B5EF4-FFF2-40B4-BE49-F238E27FC236}">
                <a16:creationId xmlns:a16="http://schemas.microsoft.com/office/drawing/2014/main" id="{6942527F-CF70-462E-8FD1-AF876B464C3E}"/>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says a care belief gives this person a reason to continue. The group asks for help and plans one</a:t>
            </a:r>
          </a:p>
        </p:txBody>
      </p:sp>
      <p:sp>
        <p:nvSpPr>
          <p:cNvPr id="19" name="pupil-text">
            <a:extLst xmlns:a="http://schemas.openxmlformats.org/drawingml/2006/main">
              <a:ext uri="{FF2B5EF4-FFF2-40B4-BE49-F238E27FC236}">
                <a16:creationId xmlns:a16="http://schemas.microsoft.com/office/drawing/2014/main" id="{1CB215D5-8314-4213-8E4D-FCE361D2BE5B}"/>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smaller activity in an available room. A participant chooses to pause. The later outcome is unknown.</a:t>
            </a:r>
          </a:p>
        </p:txBody>
      </p:sp>
      <p:sp>
        <p:nvSpPr>
          <p:cNvPr id="20" name="pupil-text">
            <a:extLst xmlns:a="http://schemas.openxmlformats.org/drawingml/2006/main">
              <a:ext uri="{FF2B5EF4-FFF2-40B4-BE49-F238E27FC236}">
                <a16:creationId xmlns:a16="http://schemas.microsoft.com/office/drawing/2014/main" id="{3F299681-5FD7-4CD5-9006-DE7812BD272D}"/>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Confidence: 1 / 2 / 3. Choose one.</a:t>
            </a:r>
          </a:p>
        </p:txBody>
      </p:sp>
    </p:spTree>
    <p:extLst>
      <p:ext uri="{BB962C8B-B14F-4D97-AF65-F5344CB8AC3E}">
        <p14:creationId xmlns:p14="http://schemas.microsoft.com/office/powerpoint/2010/main" val="187579055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3B52BA63-6044-40AC-90EF-58ADC2F3EF4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51593D67-239C-481D-9765-99722024E45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AFBC46F8-527F-4B6F-96E4-3C1679E9A04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9959F572-2D91-46E7-85FD-AF0D2557F12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F12283F-D441-4734-8F67-6B76379AE52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D5C17CF-EC32-4670-BF9B-3816AFCB70D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729E0D4-4142-4AF0-BC30-9B347CDB2C8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BAE1E86-802A-4DA2-B1E5-35C5E63E101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583B80F-B67F-4D08-BFDE-DE02CC3314BB}"/>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A7AA536-F538-4046-9920-BE23165BBF7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74923AF8-8B0D-4F57-B68D-89349EA2C56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2A97A0E-77F0-40D0-8A5C-4DF4BB98C78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8F22651B-98D0-4B75-ACB2-6C6CED74AD2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38</a:t>
            </a:r>
          </a:p>
        </p:txBody>
      </p:sp>
      <p:sp>
        <p:nvSpPr>
          <p:cNvPr id="14" name="licence-footer">
            <a:extLst xmlns:a="http://schemas.openxmlformats.org/drawingml/2006/main">
              <a:ext uri="{FF2B5EF4-FFF2-40B4-BE49-F238E27FC236}">
                <a16:creationId xmlns:a16="http://schemas.microsoft.com/office/drawing/2014/main" id="{C63E4A31-9B05-42D7-A451-949080D2625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C169268-B0E2-4E61-B79F-2C64726B19D4}"/>
              </a:ext>
            </a:extLst>
          </p:cNvPr>
          <p:cNvPicPr>
            <a:picLocks xmlns:a="http://schemas.openxmlformats.org/drawingml/2006/main" noChangeAspect="1"/>
          </p:cNvPicPr>
          <p:nvPr/>
        </p:nvPicPr>
        <p:blipFill>
          <a:blip xmlns:r="http://schemas.openxmlformats.org/officeDocument/2006/relationships" xmlns:a="http://schemas.openxmlformats.org/drawingml/2006/main" r:embed="Rfb278b181b37406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126E847-6B5A-4060-8678-87AB29531A0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Authored fresh case X4: a community project loses its booked room. An organiser</a:t>
            </a:r>
          </a:p>
        </p:txBody>
      </p:sp>
      <p:sp>
        <p:nvSpPr>
          <p:cNvPr id="17" name="pupil-text">
            <a:extLst xmlns:a="http://schemas.openxmlformats.org/drawingml/2006/main">
              <a:ext uri="{FF2B5EF4-FFF2-40B4-BE49-F238E27FC236}">
                <a16:creationId xmlns:a16="http://schemas.microsoft.com/office/drawing/2014/main" id="{8664EFC7-B8FB-44A1-B3D1-50505111CE1D}"/>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says a care belief gives this person a reason to continue. The group asks for help and plans one</a:t>
            </a:r>
          </a:p>
        </p:txBody>
      </p:sp>
      <p:sp>
        <p:nvSpPr>
          <p:cNvPr id="18" name="pupil-text">
            <a:extLst xmlns:a="http://schemas.openxmlformats.org/drawingml/2006/main">
              <a:ext uri="{FF2B5EF4-FFF2-40B4-BE49-F238E27FC236}">
                <a16:creationId xmlns:a16="http://schemas.microsoft.com/office/drawing/2014/main" id="{0A44D7D6-D091-45B1-91B8-15D513E8327F}"/>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smaller activity in an available room. A participant chooses to pause. The later outcome is unknown.</a:t>
            </a:r>
          </a:p>
        </p:txBody>
      </p:sp>
      <p:sp>
        <p:nvSpPr>
          <p:cNvPr id="19" name="shape">
            <a:extLst xmlns:a="http://schemas.openxmlformats.org/drawingml/2006/main">
              <a:ext uri="{FF2B5EF4-FFF2-40B4-BE49-F238E27FC236}">
                <a16:creationId xmlns:a16="http://schemas.microsoft.com/office/drawing/2014/main" id="{1C40691E-3E32-4E60-A26D-CE26D098AA3D}"/>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2A55D313-7287-4511-9175-5BC3A11CC3A9}"/>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Tree>
    <p:extLst>
      <p:ext uri="{BB962C8B-B14F-4D97-AF65-F5344CB8AC3E}">
        <p14:creationId xmlns:p14="http://schemas.microsoft.com/office/powerpoint/2010/main" val="97100554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A6C642A6-3FB0-4F8F-B55A-4E5FB51A953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F45906CD-274B-4269-9982-9362DC3CC89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461180C0-EDAB-48C4-B9A9-EA479B09254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56B276C4-5E70-4213-A37B-4735E20D68B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F7A93F3-A68F-4628-BE40-16EA2485D21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BA805F3-D53C-49A7-B487-F9EBB1E7DA8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C80A7D7-3418-4E91-B560-9D0EDCFC774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B9AB784-A212-4C4B-BCC0-8E882E48582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A4B8C74-7617-4EAC-A126-A7EEC31D37FF}"/>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A4121F5-1417-476D-BAAF-4B858C51325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BFBBD659-5414-4FC7-AC13-38CA7A8624E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A92C8E7-1249-416E-ADE3-5A15E0177B7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178413A-0538-4CC9-81F1-38151109F14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38</a:t>
            </a:r>
          </a:p>
        </p:txBody>
      </p:sp>
      <p:sp>
        <p:nvSpPr>
          <p:cNvPr id="14" name="licence-footer">
            <a:extLst xmlns:a="http://schemas.openxmlformats.org/drawingml/2006/main">
              <a:ext uri="{FF2B5EF4-FFF2-40B4-BE49-F238E27FC236}">
                <a16:creationId xmlns:a16="http://schemas.microsoft.com/office/drawing/2014/main" id="{68DBC2F7-E1ED-4B53-90ED-A366979C3AE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E64EE61-BA84-48AD-A0BD-ABCB38E93979}"/>
              </a:ext>
            </a:extLst>
          </p:cNvPr>
          <p:cNvPicPr>
            <a:picLocks xmlns:a="http://schemas.openxmlformats.org/drawingml/2006/main" noChangeAspect="1"/>
          </p:cNvPicPr>
          <p:nvPr/>
        </p:nvPicPr>
        <p:blipFill>
          <a:blip xmlns:r="http://schemas.openxmlformats.org/officeDocument/2006/relationships" xmlns:a="http://schemas.openxmlformats.org/drawingml/2006/main" r:embed="R1936eaa19bed463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842E1E5-D5C5-4724-8013-7E3ACA1BA46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70CDE1DD-BD14-4944-9559-853A30606C93}"/>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49A7AC55-7DCA-4396-8C4F-87261164391D}"/>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Name one practical support or adaptation in X4.</a:t>
            </a:r>
          </a:p>
        </p:txBody>
      </p:sp>
      <p:sp>
        <p:nvSpPr>
          <p:cNvPr id="19" name="pupil-text">
            <a:extLst xmlns:a="http://schemas.openxmlformats.org/drawingml/2006/main">
              <a:ext uri="{FF2B5EF4-FFF2-40B4-BE49-F238E27FC236}">
                <a16:creationId xmlns:a16="http://schemas.microsoft.com/office/drawing/2014/main" id="{34ADD043-A9B4-4431-BA69-5E04DD86A5DD}"/>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B1BE07C6-1559-460E-B7E3-9EB646B169F5}"/>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Does the account prove the plan will succeed? Give a reason.</a:t>
            </a:r>
          </a:p>
        </p:txBody>
      </p:sp>
    </p:spTree>
    <p:extLst>
      <p:ext uri="{BB962C8B-B14F-4D97-AF65-F5344CB8AC3E}">
        <p14:creationId xmlns:p14="http://schemas.microsoft.com/office/powerpoint/2010/main" val="79504638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A2ECAB08-763F-4AE1-8080-6BC301E3CAF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24EC3E2D-2931-4E05-A0B6-444C88DDAC9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38B30834-FE33-4D1B-8279-90771565D9D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2BCDD6F4-A39D-4DFE-873F-57D7FCBAFDA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4A25C00-FD4E-4919-9249-0022C3AE9A7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15F1347-FF0F-40E1-A781-526CFADD996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E9FC022-8CE2-44DF-BC6C-271421BA434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9BC1E8E-4501-40A9-93FD-CD4CDB14D2B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047B8CD-ABF6-4F1D-A899-38DC263CC87B}"/>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4E6DF4C-7EFE-410C-BBEF-AD982752253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50874CAF-E94B-49EE-91E5-678DF5D9B65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C4474632-E360-4E24-87EF-E31D96D97A3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5911EBCE-5449-4EE2-99BD-F23D50718FF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37 / 38</a:t>
            </a:r>
          </a:p>
        </p:txBody>
      </p:sp>
      <p:sp>
        <p:nvSpPr>
          <p:cNvPr id="14" name="licence-footer">
            <a:extLst xmlns:a="http://schemas.openxmlformats.org/drawingml/2006/main">
              <a:ext uri="{FF2B5EF4-FFF2-40B4-BE49-F238E27FC236}">
                <a16:creationId xmlns:a16="http://schemas.microsoft.com/office/drawing/2014/main" id="{0B5DAEC7-2285-4206-8FBD-1BF4D6F1A89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F18870D-1AA2-4056-9942-A0F43EFCE92B}"/>
              </a:ext>
            </a:extLst>
          </p:cNvPr>
          <p:cNvPicPr>
            <a:picLocks xmlns:a="http://schemas.openxmlformats.org/drawingml/2006/main" noChangeAspect="1"/>
          </p:cNvPicPr>
          <p:nvPr/>
        </p:nvPicPr>
        <p:blipFill>
          <a:blip xmlns:r="http://schemas.openxmlformats.org/officeDocument/2006/relationships" xmlns:a="http://schemas.openxmlformats.org/drawingml/2006/main" r:embed="R655dd8e6a370454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42451B5-64F6-4432-9B73-9CED3EACEF9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3CEB6062-8952-47FF-8A91-F40880D04C4E}"/>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B914625D-376C-4824-95F5-C89D148EA0CA}"/>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how belief and practical action work together in X4.</a:t>
            </a:r>
          </a:p>
        </p:txBody>
      </p:sp>
      <p:sp>
        <p:nvSpPr>
          <p:cNvPr id="19" name="pupil-text">
            <a:extLst xmlns:a="http://schemas.openxmlformats.org/drawingml/2006/main">
              <a:ext uri="{FF2B5EF4-FFF2-40B4-BE49-F238E27FC236}">
                <a16:creationId xmlns:a16="http://schemas.microsoft.com/office/drawing/2014/main" id="{4EFDF1E3-80F0-4DC9-9BC9-B629018FC5EE}"/>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CE8D6349-7412-44F0-B0EB-53F3B4D3C5B1}"/>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why the participant’s pause does not by itself show a lack of resilience.</a:t>
            </a:r>
          </a:p>
        </p:txBody>
      </p:sp>
    </p:spTree>
    <p:extLst>
      <p:ext uri="{BB962C8B-B14F-4D97-AF65-F5344CB8AC3E}">
        <p14:creationId xmlns:p14="http://schemas.microsoft.com/office/powerpoint/2010/main" val="89914502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0EC6CF84-5FAF-4106-ADC2-9AF4319C261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4</a:t>
            </a:r>
          </a:p>
        </p:txBody>
      </p:sp>
      <p:sp>
        <p:nvSpPr>
          <p:cNvPr id="2" name="stage-clock">
            <a:extLst xmlns:a="http://schemas.openxmlformats.org/drawingml/2006/main">
              <a:ext uri="{FF2B5EF4-FFF2-40B4-BE49-F238E27FC236}">
                <a16:creationId xmlns:a16="http://schemas.microsoft.com/office/drawing/2014/main" id="{41CE8F27-03E4-4261-8161-24FB96666AD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B94EA0C9-8335-4435-9F9C-F34F0CB7CA6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D82178CF-F11B-4D62-9758-6742455D544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5CF6414-6F28-41DF-B17E-D6F5800DFA2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A80636C-514E-47B7-B7D1-0F833438250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A6A85FD-CDFA-48D1-8582-290F3C299A6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0BDB782-C761-4573-83F0-42EBA1BE68C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B35E4F2-3A59-4751-98BB-636BB8487135}"/>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BB772C5-62AC-48C2-9663-1BC430D1057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support resilience and hope while recognising limits and practical needs.</a:t>
            </a:r>
          </a:p>
        </p:txBody>
      </p:sp>
      <p:sp>
        <p:nvSpPr>
          <p:cNvPr id="11" name="re-framing">
            <a:extLst xmlns:a="http://schemas.openxmlformats.org/drawingml/2006/main">
              <a:ext uri="{FF2B5EF4-FFF2-40B4-BE49-F238E27FC236}">
                <a16:creationId xmlns:a16="http://schemas.microsoft.com/office/drawing/2014/main" id="{89284613-07C5-4968-A07E-52BEB054EBF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43602199-D88D-4CBD-8386-5ECB947A6B3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0A6E1742-1300-4078-86FE-6D31A69462C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38 / 38</a:t>
            </a:r>
          </a:p>
        </p:txBody>
      </p:sp>
      <p:sp>
        <p:nvSpPr>
          <p:cNvPr id="14" name="licence-footer">
            <a:extLst xmlns:a="http://schemas.openxmlformats.org/drawingml/2006/main">
              <a:ext uri="{FF2B5EF4-FFF2-40B4-BE49-F238E27FC236}">
                <a16:creationId xmlns:a16="http://schemas.microsoft.com/office/drawing/2014/main" id="{9FC8D8D9-7C5F-434D-B4EF-80B5D17343D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005FC44-2030-4A32-800B-8F3AC05D204C}"/>
              </a:ext>
            </a:extLst>
          </p:cNvPr>
          <p:cNvPicPr>
            <a:picLocks xmlns:a="http://schemas.openxmlformats.org/drawingml/2006/main" noChangeAspect="1"/>
          </p:cNvPicPr>
          <p:nvPr/>
        </p:nvPicPr>
        <p:blipFill>
          <a:blip xmlns:r="http://schemas.openxmlformats.org/officeDocument/2006/relationships" xmlns:a="http://schemas.openxmlformats.org/drawingml/2006/main" r:embed="Ra8a9588a275a435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84A4703-6676-4315-BC45-07DF5057638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0CD97152-606C-42C9-B3C0-A865865F5A51}"/>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126861B9-8603-418F-8837-2697DFE43084}"/>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Evaluate what X4 supports about belief and resilience, using the action and unknown outcome.</a:t>
            </a:r>
          </a:p>
        </p:txBody>
      </p:sp>
      <p:sp>
        <p:nvSpPr>
          <p:cNvPr id="19" name="pupil-text">
            <a:extLst xmlns:a="http://schemas.openxmlformats.org/drawingml/2006/main">
              <a:ext uri="{FF2B5EF4-FFF2-40B4-BE49-F238E27FC236}">
                <a16:creationId xmlns:a16="http://schemas.microsoft.com/office/drawing/2014/main" id="{0351A73F-233D-40D0-A943-3E5D24A55E78}"/>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FEAFD2BE-9430-44C2-80C2-4BE4D1E3DCA3}"/>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qualified judgement that respects the pause and the limits of the evidence.</a:t>
            </a:r>
          </a:p>
        </p:txBody>
      </p:sp>
    </p:spTree>
    <p:extLst>
      <p:ext uri="{BB962C8B-B14F-4D97-AF65-F5344CB8AC3E}">
        <p14:creationId xmlns:p14="http://schemas.microsoft.com/office/powerpoint/2010/main" val="982375744"/>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How can belief support resilience without promising an easy outcome?</dc:title>
  <dcterms:created xsi:type="dcterms:W3CDTF">2026-10-14T09:50:14.1310000Z</dcterms:created>
  <dcterms:modified xsi:type="dcterms:W3CDTF">2026-10-14T09:50:14.1310000Z</dcterms:modified>
  <dc:subject>LAUNCH-RE-S1-W04</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