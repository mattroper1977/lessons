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9660bfe86e4b18" /><Relationship Type="http://schemas.openxmlformats.org/officeDocument/2006/relationships/extended-properties" Target="/docProps/app.xml" Id="Rb8b969d5543a43ae" /><Relationship Type="http://schemas.openxmlformats.org/officeDocument/2006/relationships/officeDocument" Target="/ppt/presentation.xml" Id="R0089887e6a514a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434dbde044950"/>
  </p:sldMasterIdLst>
  <p:notesMasterIdLst>
    <p:notesMasterId xmlns:r="http://schemas.openxmlformats.org/officeDocument/2006/relationships" r:id="Rf82998ba8c974cdc"/>
  </p:notesMasterIdLst>
  <p:sldIdLst>
    <p:sldId xmlns:r="http://schemas.openxmlformats.org/officeDocument/2006/relationships" id="256" r:id="R5dd10728d0364e57"/>
    <p:sldId xmlns:r="http://schemas.openxmlformats.org/officeDocument/2006/relationships" id="257" r:id="Re5a30289750a419a"/>
    <p:sldId xmlns:r="http://schemas.openxmlformats.org/officeDocument/2006/relationships" id="258" r:id="R7c608549b0f44ac9"/>
    <p:sldId xmlns:r="http://schemas.openxmlformats.org/officeDocument/2006/relationships" id="259" r:id="R65403ecf63cd4340"/>
    <p:sldId xmlns:r="http://schemas.openxmlformats.org/officeDocument/2006/relationships" id="260" r:id="R10505cc6370545c4"/>
    <p:sldId xmlns:r="http://schemas.openxmlformats.org/officeDocument/2006/relationships" id="261" r:id="R7ad266ab5e534052"/>
    <p:sldId xmlns:r="http://schemas.openxmlformats.org/officeDocument/2006/relationships" id="262" r:id="Rec25ffd9c4c74376"/>
    <p:sldId xmlns:r="http://schemas.openxmlformats.org/officeDocument/2006/relationships" id="263" r:id="R486cfcc062854536"/>
    <p:sldId xmlns:r="http://schemas.openxmlformats.org/officeDocument/2006/relationships" id="264" r:id="R55175692cc6547c3"/>
    <p:sldId xmlns:r="http://schemas.openxmlformats.org/officeDocument/2006/relationships" id="265" r:id="R51db60f316204e68"/>
    <p:sldId xmlns:r="http://schemas.openxmlformats.org/officeDocument/2006/relationships" id="266" r:id="Rf3b3e61de75f4f66"/>
    <p:sldId xmlns:r="http://schemas.openxmlformats.org/officeDocument/2006/relationships" id="267" r:id="Re3369caeb4a24a9d"/>
    <p:sldId xmlns:r="http://schemas.openxmlformats.org/officeDocument/2006/relationships" id="268" r:id="R4fa838dd24594648"/>
    <p:sldId xmlns:r="http://schemas.openxmlformats.org/officeDocument/2006/relationships" id="269" r:id="Rdbc7b1a5bea44502"/>
    <p:sldId xmlns:r="http://schemas.openxmlformats.org/officeDocument/2006/relationships" id="270" r:id="R8852077ca3bd42c6"/>
    <p:sldId xmlns:r="http://schemas.openxmlformats.org/officeDocument/2006/relationships" id="271" r:id="Rc529218ef13e40a3"/>
    <p:sldId xmlns:r="http://schemas.openxmlformats.org/officeDocument/2006/relationships" id="272" r:id="R272a7aa43e57480e"/>
    <p:sldId xmlns:r="http://schemas.openxmlformats.org/officeDocument/2006/relationships" id="273" r:id="R87e2eb99b8a448f4"/>
    <p:sldId xmlns:r="http://schemas.openxmlformats.org/officeDocument/2006/relationships" id="274" r:id="R20d4a539c13a4067"/>
    <p:sldId xmlns:r="http://schemas.openxmlformats.org/officeDocument/2006/relationships" id="275" r:id="R16fa621482ef4e90"/>
    <p:sldId xmlns:r="http://schemas.openxmlformats.org/officeDocument/2006/relationships" id="276" r:id="Rbef16a85dd774b3d"/>
    <p:sldId xmlns:r="http://schemas.openxmlformats.org/officeDocument/2006/relationships" id="277" r:id="Ra2a88b7398124a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9e5da86af4b2e" /><Relationship Type="http://schemas.openxmlformats.org/officeDocument/2006/relationships/slideMaster" Target="/ppt/slideMasters/slideMaster1.xml" Id="R256434dbde044950" /><Relationship Type="http://schemas.openxmlformats.org/officeDocument/2006/relationships/notesMaster" Target="/ppt/notesMasters/notesMaster1.xml" Id="Rf82998ba8c974cdc" /><Relationship Type="http://schemas.openxmlformats.org/officeDocument/2006/relationships/presProps" Target="/ppt/presProps.xml" Id="Rfbdc3f4fcb794d72" /><Relationship Type="http://schemas.openxmlformats.org/officeDocument/2006/relationships/tableStyles" Target="/ppt/tableStyles.xml" Id="Rfc62710bff6a4ae7" /><Relationship Type="http://schemas.openxmlformats.org/officeDocument/2006/relationships/slide" Target="/ppt/slides/slide1.xml" Id="R5dd10728d0364e57" /><Relationship Type="http://schemas.openxmlformats.org/officeDocument/2006/relationships/slide" Target="/ppt/slides/slide2.xml" Id="Re5a30289750a419a" /><Relationship Type="http://schemas.openxmlformats.org/officeDocument/2006/relationships/slide" Target="/ppt/slides/slide3.xml" Id="R7c608549b0f44ac9" /><Relationship Type="http://schemas.openxmlformats.org/officeDocument/2006/relationships/slide" Target="/ppt/slides/slide4.xml" Id="R65403ecf63cd4340" /><Relationship Type="http://schemas.openxmlformats.org/officeDocument/2006/relationships/slide" Target="/ppt/slides/slide5.xml" Id="R10505cc6370545c4" /><Relationship Type="http://schemas.openxmlformats.org/officeDocument/2006/relationships/slide" Target="/ppt/slides/slide6.xml" Id="R7ad266ab5e534052" /><Relationship Type="http://schemas.openxmlformats.org/officeDocument/2006/relationships/slide" Target="/ppt/slides/slide7.xml" Id="Rec25ffd9c4c74376" /><Relationship Type="http://schemas.openxmlformats.org/officeDocument/2006/relationships/slide" Target="/ppt/slides/slide8.xml" Id="R486cfcc062854536" /><Relationship Type="http://schemas.openxmlformats.org/officeDocument/2006/relationships/slide" Target="/ppt/slides/slide9.xml" Id="R55175692cc6547c3" /><Relationship Type="http://schemas.openxmlformats.org/officeDocument/2006/relationships/slide" Target="/ppt/slides/slide10.xml" Id="R51db60f316204e68" /><Relationship Type="http://schemas.openxmlformats.org/officeDocument/2006/relationships/slide" Target="/ppt/slides/slide11.xml" Id="Rf3b3e61de75f4f66" /><Relationship Type="http://schemas.openxmlformats.org/officeDocument/2006/relationships/slide" Target="/ppt/slides/slide12.xml" Id="Re3369caeb4a24a9d" /><Relationship Type="http://schemas.openxmlformats.org/officeDocument/2006/relationships/slide" Target="/ppt/slides/slide13.xml" Id="R4fa838dd24594648" /><Relationship Type="http://schemas.openxmlformats.org/officeDocument/2006/relationships/slide" Target="/ppt/slides/slide14.xml" Id="Rdbc7b1a5bea44502" /><Relationship Type="http://schemas.openxmlformats.org/officeDocument/2006/relationships/slide" Target="/ppt/slides/slide15.xml" Id="R8852077ca3bd42c6" /><Relationship Type="http://schemas.openxmlformats.org/officeDocument/2006/relationships/slide" Target="/ppt/slides/slide16.xml" Id="Rc529218ef13e40a3" /><Relationship Type="http://schemas.openxmlformats.org/officeDocument/2006/relationships/slide" Target="/ppt/slides/slide17.xml" Id="R272a7aa43e57480e" /><Relationship Type="http://schemas.openxmlformats.org/officeDocument/2006/relationships/slide" Target="/ppt/slides/slide18.xml" Id="R87e2eb99b8a448f4" /><Relationship Type="http://schemas.openxmlformats.org/officeDocument/2006/relationships/slide" Target="/ppt/slides/slide19.xml" Id="R20d4a539c13a4067" /><Relationship Type="http://schemas.openxmlformats.org/officeDocument/2006/relationships/slide" Target="/ppt/slides/slide20.xml" Id="R16fa621482ef4e90" /><Relationship Type="http://schemas.openxmlformats.org/officeDocument/2006/relationships/slide" Target="/ppt/slides/slide21.xml" Id="Rbef16a85dd774b3d" /><Relationship Type="http://schemas.openxmlformats.org/officeDocument/2006/relationships/slide" Target="/ppt/slides/slide22.xml" Id="Ra2a88b7398124a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50df8cc1874f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a1c541c9e54f78" /><Relationship Type="http://schemas.openxmlformats.org/officeDocument/2006/relationships/notesMaster" Target="/ppt/notesMasters/notesMaster1.xml" Id="R2ec0ad542a7645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f8c63454314640" /><Relationship Type="http://schemas.openxmlformats.org/officeDocument/2006/relationships/notesMaster" Target="/ppt/notesMasters/notesMaster1.xml" Id="R0efbdb5bb0bf4f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796c4593db44c1" /><Relationship Type="http://schemas.openxmlformats.org/officeDocument/2006/relationships/notesMaster" Target="/ppt/notesMasters/notesMaster1.xml" Id="Ree28a242b1de44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bcd7550f347c8" /><Relationship Type="http://schemas.openxmlformats.org/officeDocument/2006/relationships/notesMaster" Target="/ppt/notesMasters/notesMaster1.xml" Id="Rdf379fe60a3047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dc9ba35b8748f1" /><Relationship Type="http://schemas.openxmlformats.org/officeDocument/2006/relationships/notesMaster" Target="/ppt/notesMasters/notesMaster1.xml" Id="R880112257a1544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a219372167499a" /><Relationship Type="http://schemas.openxmlformats.org/officeDocument/2006/relationships/notesMaster" Target="/ppt/notesMasters/notesMaster1.xml" Id="R128bb13238ab4a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0620a64fe3406d" /><Relationship Type="http://schemas.openxmlformats.org/officeDocument/2006/relationships/notesMaster" Target="/ppt/notesMasters/notesMaster1.xml" Id="R395930cfa98849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af8ce56c1942e4" /><Relationship Type="http://schemas.openxmlformats.org/officeDocument/2006/relationships/notesMaster" Target="/ppt/notesMasters/notesMaster1.xml" Id="Re089a39769064a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4cf909b4f94314" /><Relationship Type="http://schemas.openxmlformats.org/officeDocument/2006/relationships/notesMaster" Target="/ppt/notesMasters/notesMaster1.xml" Id="Rc59ea7a94fe540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9989c0028d450c" /><Relationship Type="http://schemas.openxmlformats.org/officeDocument/2006/relationships/notesMaster" Target="/ppt/notesMasters/notesMaster1.xml" Id="Re12e066937d245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bda33021044726" /><Relationship Type="http://schemas.openxmlformats.org/officeDocument/2006/relationships/notesMaster" Target="/ppt/notesMasters/notesMaster1.xml" Id="Rd326043e01a14e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43d51617f44321" /><Relationship Type="http://schemas.openxmlformats.org/officeDocument/2006/relationships/notesMaster" Target="/ppt/notesMasters/notesMaster1.xml" Id="Rd68fa5cef5224d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d90a20aafb4511" /><Relationship Type="http://schemas.openxmlformats.org/officeDocument/2006/relationships/notesMaster" Target="/ppt/notesMasters/notesMaster1.xml" Id="R5e074c38533b48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a99726b31f4393" /><Relationship Type="http://schemas.openxmlformats.org/officeDocument/2006/relationships/notesMaster" Target="/ppt/notesMasters/notesMaster1.xml" Id="R8d32e439394941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0c83b6cdc345a5" /><Relationship Type="http://schemas.openxmlformats.org/officeDocument/2006/relationships/notesMaster" Target="/ppt/notesMasters/notesMaster1.xml" Id="R759ef0231de248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57f8b4b2fb41d3" /><Relationship Type="http://schemas.openxmlformats.org/officeDocument/2006/relationships/notesMaster" Target="/ppt/notesMasters/notesMaster1.xml" Id="Rbc8390d8f0c340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eb6983bc644d5e" /><Relationship Type="http://schemas.openxmlformats.org/officeDocument/2006/relationships/notesMaster" Target="/ppt/notesMasters/notesMaster1.xml" Id="R943bf252c4524f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8bf48d42e94789" /><Relationship Type="http://schemas.openxmlformats.org/officeDocument/2006/relationships/notesMaster" Target="/ppt/notesMasters/notesMaster1.xml" Id="R73994692e9974a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20f338ad2345a0" /><Relationship Type="http://schemas.openxmlformats.org/officeDocument/2006/relationships/notesMaster" Target="/ppt/notesMasters/notesMaster1.xml" Id="Rb7e395a4083c44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7c07cb627745de" /><Relationship Type="http://schemas.openxmlformats.org/officeDocument/2006/relationships/notesMaster" Target="/ppt/notesMasters/notesMaster1.xml" Id="Rccca58cec57840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6a4f52c2ee4b93" /><Relationship Type="http://schemas.openxmlformats.org/officeDocument/2006/relationships/notesMaster" Target="/ppt/notesMasters/notesMaster1.xml" Id="R93ca0f41a1754d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aa0ad52b2bb4f31" /><Relationship Type="http://schemas.openxmlformats.org/officeDocument/2006/relationships/notesMaster" Target="/ppt/notesMasters/notesMaster1.xml" Id="R83a428d98bf249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1948; the gap is 24 years.</a:t>
            </a:r>
          </a:p>
          <a:p xmlns:a="http://schemas.openxmlformats.org/drawingml/2006/main">
            <a:r>
              <a:t>A reason something happened</a:t>
            </a:r>
          </a:p>
          <a:p xmlns:a="http://schemas.openxmlformats.org/drawingml/2006/main">
            <a:r>
              <a:t>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1948; the gap is 24 years.</a:t>
            </a:r>
          </a:p>
          <a:p xmlns:a="http://schemas.openxmlformats.org/drawingml/2006/main">
            <a:r>
              <a:t>A reason something happened Accept a relevant example.</a:t>
            </a:r>
          </a:p>
          <a:p xmlns:a="http://schemas.openxmlformats.org/drawingml/2006/main">
            <a:r>
              <a:t>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 Accept an accurate contextual sentence.</a:t>
            </a:r>
          </a:p>
          <a:p xmlns:a="http://schemas.openxmlformats.org/drawingml/2006/main">
            <a:r>
              <a:t>1948; the gap is 24 years.</a:t>
            </a:r>
          </a:p>
          <a:p xmlns:a="http://schemas.openxmlformats.org/drawingml/2006/main">
            <a:r>
              <a:t>A reason something happened Accept a supported connection.</a:t>
            </a:r>
          </a:p>
          <a:p xmlns:a="http://schemas.openxmlformats.org/drawingml/2006/main">
            <a:r>
              <a:t>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1948; the gap is 24 years.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1948; the gap is 24 years. 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1948; the gap is 24 years. 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1948; the gap is 24 years. 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1948; the gap is 24 years. 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 work hopes — 1 — A dates the telegram to May 1948.</a:t>
            </a:r>
          </a:p>
          <a:p xmlns:a="http://schemas.openxmlformats.org/drawingml/2006/main">
            <a:r>
              <a:t>1972 expulsion discussed — 2 — C records the 1972 discussion.</a:t>
            </a:r>
          </a:p>
          <a:p xmlns:a="http://schemas.openxmlformats.org/drawingml/2006/main">
            <a:r>
              <a:t>1973 support requested — 3 — D is a later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1948; the gap is 24 years. 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1948; the gap is 24 years. 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1948; the gap is 24 years. 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GROW_A1_W01, page 15. F: chronology check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57022ac4d4c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dc5b7272db43cc" /><Relationship Type="http://schemas.openxmlformats.org/officeDocument/2006/relationships/slideLayout" Target="/ppt/slideLayouts/slideLayout1.xml" Id="Rd54e89db9796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4e89db9796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ad5d19a094a3b" /><Relationship Type="http://schemas.openxmlformats.org/officeDocument/2006/relationships/notesSlide" Target="/ppt/notesSlides/notesSlide1.xml" Id="R62594090ce07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3363a28e54e52" /><Relationship Type="http://schemas.openxmlformats.org/officeDocument/2006/relationships/notesSlide" Target="/ppt/notesSlides/notesSlide2.xml" Id="R1a9fcaa726af4f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fe333a6244b6a" /><Relationship Type="http://schemas.openxmlformats.org/officeDocument/2006/relationships/notesSlide" Target="/ppt/notesSlides/notesSlide3.xml" Id="R0e08658df991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f45cd7caa4317" /><Relationship Type="http://schemas.openxmlformats.org/officeDocument/2006/relationships/notesSlide" Target="/ppt/notesSlides/notesSlide4.xml" Id="R29e1865a047b4b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62907bd0d4096" /><Relationship Type="http://schemas.openxmlformats.org/officeDocument/2006/relationships/notesSlide" Target="/ppt/notesSlides/notesSlide5.xml" Id="Rc7ab90e462e44f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d5f459afb431c" /><Relationship Type="http://schemas.openxmlformats.org/officeDocument/2006/relationships/notesSlide" Target="/ppt/notesSlides/notesSlide6.xml" Id="R590b855993cc42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0dbb4185b4054" /><Relationship Type="http://schemas.openxmlformats.org/officeDocument/2006/relationships/notesSlide" Target="/ppt/notesSlides/notesSlide7.xml" Id="R94ed61b8a50346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6b566399445aa" /><Relationship Type="http://schemas.openxmlformats.org/officeDocument/2006/relationships/notesSlide" Target="/ppt/notesSlides/notesSlide8.xml" Id="R48647fc5a6b54b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ee585145c4677" /><Relationship Type="http://schemas.openxmlformats.org/officeDocument/2006/relationships/notesSlide" Target="/ppt/notesSlides/notesSlide9.xml" Id="R2e9f4f30e2c544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b5d9d745344bd" /><Relationship Type="http://schemas.openxmlformats.org/officeDocument/2006/relationships/notesSlide" Target="/ppt/notesSlides/notesSlide10.xml" Id="R106b50aff52f4d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94bc05d914aeb" /><Relationship Type="http://schemas.openxmlformats.org/officeDocument/2006/relationships/notesSlide" Target="/ppt/notesSlides/notesSlide11.xml" Id="R9eac447d544046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12bedc7db4ea2" /><Relationship Type="http://schemas.openxmlformats.org/officeDocument/2006/relationships/notesSlide" Target="/ppt/notesSlides/notesSlide12.xml" Id="R93a2a621456c46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4726938e747d9" /><Relationship Type="http://schemas.openxmlformats.org/officeDocument/2006/relationships/notesSlide" Target="/ppt/notesSlides/notesSlide13.xml" Id="Ra708ba5544fc4a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3877c810848ca" /><Relationship Type="http://schemas.openxmlformats.org/officeDocument/2006/relationships/notesSlide" Target="/ppt/notesSlides/notesSlide14.xml" Id="R8f5e0aecb36945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3aa2b68204857" /><Relationship Type="http://schemas.openxmlformats.org/officeDocument/2006/relationships/notesSlide" Target="/ppt/notesSlides/notesSlide15.xml" Id="Rcb015f5800d94a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1fcac4dd9410c" /><Relationship Type="http://schemas.openxmlformats.org/officeDocument/2006/relationships/notesSlide" Target="/ppt/notesSlides/notesSlide16.xml" Id="Rc72112ab741641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aecb157e34f7f" /><Relationship Type="http://schemas.openxmlformats.org/officeDocument/2006/relationships/notesSlide" Target="/ppt/notesSlides/notesSlide17.xml" Id="R340e0016291447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22287eeda4666" /><Relationship Type="http://schemas.openxmlformats.org/officeDocument/2006/relationships/notesSlide" Target="/ppt/notesSlides/notesSlide18.xml" Id="R6a63b9d6484740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4eec3102b4fe4" /><Relationship Type="http://schemas.openxmlformats.org/officeDocument/2006/relationships/notesSlide" Target="/ppt/notesSlides/notesSlide19.xml" Id="Re8239e25498941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7d678e04f47cd" /><Relationship Type="http://schemas.openxmlformats.org/officeDocument/2006/relationships/notesSlide" Target="/ppt/notesSlides/notesSlide20.xml" Id="R3892b969245340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67872a63f40fe" /><Relationship Type="http://schemas.openxmlformats.org/officeDocument/2006/relationships/notesSlide" Target="/ppt/notesSlides/notesSlide21.xml" Id="Re193c55266d24f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4bb8959c04bd5" /><Relationship Type="http://schemas.openxmlformats.org/officeDocument/2006/relationships/notesSlide" Target="/ppt/notesSlides/notesSlide22.xml" Id="R760cb726eae143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8979E-FB19-4734-A408-B68B8287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98196-FD9A-4DC1-BB51-51C0ACC3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81855-08DD-4A61-99EF-43F39FD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Migration on a 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ED196-A9B5-46B5-BB2D-4060ADA7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7AF2D-A793-467F-BEAF-C53BC6D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Place migration events on a timeline.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03DDE-5129-4683-B1EC-1965356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How has migration shaped identity in Britain?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sequence events, use a source, explain a reason for migration and describe a contribution or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FD4A8-F043-4061-B186-04B04194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22</a:t>
            </a:r>
          </a:p>
        </p:txBody>
      </p:sp>
    </p:spTree>
    <p:extLst>
      <p:ext uri="{BB962C8B-B14F-4D97-AF65-F5344CB8AC3E}">
        <p14:creationId xmlns:p14="http://schemas.microsoft.com/office/powerpoint/2010/main" val="1682223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555AD-7BC6-4C3D-841F-866615DE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9029F-2EB3-46DF-B31D-837B071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6FCBA-9322-44C0-A3A1-16F2778B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05618-0EDA-44B4-85DA-7A98EB37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2EF91-5188-4773-9385-DB589CDA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25F75-A617-46A2-876C-046ECD0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Match “migration” to its meaning.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two word cards shown: migration and cause. Match the meaning to the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Which is earlier, 1948 or 1972?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“cause” in word help. What does it mean?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a later date prove an event was caused by an earlier event?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71CA0-ECB9-4089-B6F6-FC7CE625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22</a:t>
            </a:r>
          </a:p>
        </p:txBody>
      </p:sp>
    </p:spTree>
    <p:extLst>
      <p:ext uri="{BB962C8B-B14F-4D97-AF65-F5344CB8AC3E}">
        <p14:creationId xmlns:p14="http://schemas.microsoft.com/office/powerpoint/2010/main" val="1772656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8D571-2C11-470D-9EB5-E1292DC8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9F3F4-FBD1-4F15-9D61-BC7D2F92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66519-45C7-479A-8B98-5292F9DB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1910D-265D-4F92-AF8D-4F1B0BDB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0A63F-E0EE-41D9-B66B-4F9F496D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61FC0-9952-4529-B7A4-09F46233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migration mean?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bank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Which is earlier, 1948 or 1972?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cause using an example.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a later date prove an event was caused by an earlier event?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19915-1FEC-4B92-A48F-9D51B486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22</a:t>
            </a:r>
          </a:p>
        </p:txBody>
      </p:sp>
    </p:spTree>
    <p:extLst>
      <p:ext uri="{BB962C8B-B14F-4D97-AF65-F5344CB8AC3E}">
        <p14:creationId xmlns:p14="http://schemas.microsoft.com/office/powerpoint/2010/main" val="742828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F3D71-29B2-4960-BFEE-9C7F63C3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15A05-7A7C-45CA-9DAD-B69B61D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65AD-E5B6-4743-8B88-6223224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D1437-53E7-4945-8D71-460759B6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7BC66-D8D5-45A2-AAAA-97D0922C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4AB55-848E-464E-8095-5485C806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migration accurately in a sentence.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Keep the source context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Which is earlier, 1948 or 1972? Give supporting evidence.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cause help answer today’s enquiry?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a later date prove an event was caused by an earlier event? Explain a limit or further check.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DF89A-9E0E-4EB8-84A5-F3161343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22</a:t>
            </a:r>
          </a:p>
        </p:txBody>
      </p:sp>
    </p:spTree>
    <p:extLst>
      <p:ext uri="{BB962C8B-B14F-4D97-AF65-F5344CB8AC3E}">
        <p14:creationId xmlns:p14="http://schemas.microsoft.com/office/powerpoint/2010/main" val="1727357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8464F-846F-444D-B65C-2F70916B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F7EFA-523A-4E93-9F50-80125798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61B42-1DDB-42AC-ACFF-FBE53F8B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644D3-BB8F-4964-BBC0-A7071A1C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44884-F96F-4841-AE85-1EA6A5F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Which is earlier, 1948 or 1972?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25036-D59F-4C75-825C-37D1F8A5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migration: Moving to live in another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cause: A reason something happened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consequence: Something that happened as a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provenance: A source’s origin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B4542-71DC-46DE-BED6-43B11F87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5 / 22</a:t>
            </a:r>
          </a:p>
        </p:txBody>
      </p:sp>
    </p:spTree>
    <p:extLst>
      <p:ext uri="{BB962C8B-B14F-4D97-AF65-F5344CB8AC3E}">
        <p14:creationId xmlns:p14="http://schemas.microsoft.com/office/powerpoint/2010/main" val="980515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E6F0D-08AC-4FE9-8810-73856D8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29824-23BB-44CA-A935-0EF3A9C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400A9-885D-486B-8258-E65E5812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3BFD2-4B01-4DF9-93F0-41AB253C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4BEE0-1FC3-4E8D-BB82-40EDB139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11 May 1948 telegram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02870-4584-4AD6-8E4E-ACE1F5BD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49523-5BE8-46E0-83AC-206978D1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6 / 22</a:t>
            </a:r>
          </a:p>
        </p:txBody>
      </p:sp>
    </p:spTree>
    <p:extLst>
      <p:ext uri="{BB962C8B-B14F-4D97-AF65-F5344CB8AC3E}">
        <p14:creationId xmlns:p14="http://schemas.microsoft.com/office/powerpoint/2010/main" val="229403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78F9-5BBA-4B30-9CD0-60B30F03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86E43-9F26-4D93-B236-39B360C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C90AB-8A9E-407E-9CD0-5E26EC2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8DC75-EBE0-49CF-84B8-3F20550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73EC0-71F4-40B3-B4A4-CDD4E7B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1947 to 1948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F22A3-D0B4-467F-A506-175D79C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3C10A-F4AA-41C3-B7AE-18B15AE2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22</a:t>
            </a:r>
          </a:p>
        </p:txBody>
      </p:sp>
    </p:spTree>
    <p:extLst>
      <p:ext uri="{BB962C8B-B14F-4D97-AF65-F5344CB8AC3E}">
        <p14:creationId xmlns:p14="http://schemas.microsoft.com/office/powerpoint/2010/main" val="1266304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1B7F8-2A32-4EA6-AFB8-A1FD521A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4C8B0-EFE5-4657-966B-4FCA4583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CC0D7-30BD-48BA-A948-C3EAD079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B8A95-2948-4827-89A0-760E113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72AF6-4E30-4333-ABF3-FC0201EF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8 August 1972 Cabinet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733F6-EA9B-4B55-912B-352C3083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B826E-A5FA-465D-9E84-2CD9C48D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22</a:t>
            </a:r>
          </a:p>
        </p:txBody>
      </p:sp>
    </p:spTree>
    <p:extLst>
      <p:ext uri="{BB962C8B-B14F-4D97-AF65-F5344CB8AC3E}">
        <p14:creationId xmlns:p14="http://schemas.microsoft.com/office/powerpoint/2010/main" val="1607335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A9C2D-F1FF-48BF-8BBB-F9844B54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DB33F-6080-4680-9454-4CFC8431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0B4E9-3FA3-4835-96BE-C00A5301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332C6-35DC-4995-B39E-62AC6684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B4F3F-804A-41C7-B7A9-11CF3A0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March 1973 support letter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CB435-D573-4121-80E8-D1480679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B1177-0A16-4459-B066-7BC57F9A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22</a:t>
            </a:r>
          </a:p>
        </p:txBody>
      </p:sp>
    </p:spTree>
    <p:extLst>
      <p:ext uri="{BB962C8B-B14F-4D97-AF65-F5344CB8AC3E}">
        <p14:creationId xmlns:p14="http://schemas.microsoft.com/office/powerpoint/2010/main" val="1301770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7C7E2-8AE4-49BF-9FB6-00903082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2394F-5003-405C-B383-15AE0BEE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6F969-8369-431C-9510-52664F4D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A46F3-2397-4820-98B2-0651708A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067EC-3393-4AE6-8120-D0ABA5FC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CB520-B6B6-4823-A2CB-448981F8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Which is earlier, 1948 or 1972?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5670B-B32F-4576-8DF7-37393A32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22</a:t>
            </a:r>
          </a:p>
        </p:txBody>
      </p:sp>
    </p:spTree>
    <p:extLst>
      <p:ext uri="{BB962C8B-B14F-4D97-AF65-F5344CB8AC3E}">
        <p14:creationId xmlns:p14="http://schemas.microsoft.com/office/powerpoint/2010/main" val="2439959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01C9C-447D-46FB-8C27-5F57B50B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2DF4B-6B1E-4249-811E-A54F1EAE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E9B4E-F348-4D20-865F-50D8C3C5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E1861-183F-4432-B56D-3B90C8A1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0A17B-B318-4DCC-A4FE-5FFABB7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55A01-FE95-4B91-B1E8-50D4FF7C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Use the date, key and source labels on the visual resource.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38C45-BDDB-43BE-9C10-FDD36DA5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22</a:t>
            </a:r>
          </a:p>
        </p:txBody>
      </p:sp>
    </p:spTree>
    <p:extLst>
      <p:ext uri="{BB962C8B-B14F-4D97-AF65-F5344CB8AC3E}">
        <p14:creationId xmlns:p14="http://schemas.microsoft.com/office/powerpoint/2010/main" val="1108514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B2F73-1093-46E4-9C28-AC6A7D04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BC33F-A410-4E77-B369-8F8A7774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2F89D-210F-4947-B351-82840AB0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2A262-F9C3-44AE-9D67-76252958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7B551-2C85-495D-9C7C-23FB9231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34964-F246-4534-B389-7B657803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1948; the gap is 24 years.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0DF27-44D0-45AE-B1B5-38A87B3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22</a:t>
            </a:r>
          </a:p>
        </p:txBody>
      </p:sp>
    </p:spTree>
    <p:extLst>
      <p:ext uri="{BB962C8B-B14F-4D97-AF65-F5344CB8AC3E}">
        <p14:creationId xmlns:p14="http://schemas.microsoft.com/office/powerpoint/2010/main" val="18671874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F453E-6217-483C-AB57-EA8717DA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03239-6ACE-4F30-9FB6-4E246070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5F23A-74C5-4C75-94C8-4C52EB9B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9E390-7553-4480-BB21-F2C6518C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DF491-2442-4763-8A3C-D326825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056C9-146C-4C5D-8B85-6F805023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No. A causal link needs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976D9-4615-4013-81E7-EE3C0A72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22</a:t>
            </a:r>
          </a:p>
        </p:txBody>
      </p:sp>
    </p:spTree>
    <p:extLst>
      <p:ext uri="{BB962C8B-B14F-4D97-AF65-F5344CB8AC3E}">
        <p14:creationId xmlns:p14="http://schemas.microsoft.com/office/powerpoint/2010/main" val="12662764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28396-B0C2-43A9-8B8E-FD14E015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89B8A-241E-41FF-B86C-2BAD2B92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4BF00-797D-4E32-9D6F-5F2B4E12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8C5F3-4ECE-485E-9C98-68B3C4DC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76DD2-B36C-476F-A660-92668919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dates on A, C and D. Place events before checking the gap in years.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6DC0A-A503-4B28-A543-09AEA111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1948 work hopes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1972 expulsion discussed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1973 support requested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11A29-944F-4F2B-A935-817F0E29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14 / 22</a:t>
            </a:r>
          </a:p>
        </p:txBody>
      </p:sp>
    </p:spTree>
    <p:extLst>
      <p:ext uri="{BB962C8B-B14F-4D97-AF65-F5344CB8AC3E}">
        <p14:creationId xmlns:p14="http://schemas.microsoft.com/office/powerpoint/2010/main" val="6812078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5E874-F81B-45A1-9860-A3EB2ACA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70B26-17FC-442F-A41C-1D2739F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0F639-CD80-4F2B-9354-0F6EC0C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2A43E-730A-4EF6-BDAA-D03EBF6D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9E437-7605-4BB8-9EA8-90E1604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5BE7D-03FA-4B53-8F11-C58AA9A2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Start with two cards and highlight the date or time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Order the set, then explain one placement using its time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Distinguish a chronological link from a causal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60CC9-7389-41DF-A55A-6D3C9606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22</a:t>
            </a:r>
          </a:p>
        </p:txBody>
      </p:sp>
    </p:spTree>
    <p:extLst>
      <p:ext uri="{BB962C8B-B14F-4D97-AF65-F5344CB8AC3E}">
        <p14:creationId xmlns:p14="http://schemas.microsoft.com/office/powerpoint/2010/main" val="20138225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C3A60-7B24-4636-8360-82A0C5BA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21426-DEB5-4C03-B4DB-35FBE8EA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9E004-31F7-4593-B7B2-345C966D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D5F64-B610-415D-A1FD-3ABCB30E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4A48E-07B3-4498-858F-DE0FA3C2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Place migration events on a timeline.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D22F7-E5C7-4C25-999B-7DEE83B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an annotated timeline of 1948, 1972 and 1973.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Write two captions explaining what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two chronology checks without moving the dates to fit a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In ___, ___. This was before or after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74BB7-F927-40B2-ACB0-A480705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16 / 22</a:t>
            </a:r>
          </a:p>
        </p:txBody>
      </p:sp>
    </p:spTree>
    <p:extLst>
      <p:ext uri="{BB962C8B-B14F-4D97-AF65-F5344CB8AC3E}">
        <p14:creationId xmlns:p14="http://schemas.microsoft.com/office/powerpoint/2010/main" val="9531286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2BC7B-186E-4E48-9C04-2A8DD341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B48B2-F54D-4B66-842D-B344C37A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8CA82-B8FC-4AE5-9874-30F18DBA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352AB-AC6B-4BFF-989B-2739A205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C3CE1-E817-48A2-90FA-4EA95AD7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Place migration events on a timeline.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55A1C-CFDE-42F6-9D21-9B46050B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an annotated timeline of 1948, 1972 and 1973.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Write two captions explaining what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two chronology checks without moving the dates to fit a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In ___, ___. This was before or after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F6A64-5595-43D7-9757-1F02769D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22</a:t>
            </a:r>
          </a:p>
        </p:txBody>
      </p:sp>
    </p:spTree>
    <p:extLst>
      <p:ext uri="{BB962C8B-B14F-4D97-AF65-F5344CB8AC3E}">
        <p14:creationId xmlns:p14="http://schemas.microsoft.com/office/powerpoint/2010/main" val="5951774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C5CB3-8AD5-49BB-AEC0-293FF9AF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DD3C1-F669-40C6-AC1F-F765816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08C5F-3756-485F-B110-5154E7AF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6A0EB-5060-4F89-A802-355713E4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49735-3AC6-49B3-BAA6-3002DD5B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Place migration events on a timeline.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43213-9FE2-4E62-A938-8FBEB75A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an annotated timeline of 1948, 1972 and 1973.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Write two captions explaining what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two chronology checks without moving the dates to fit a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why chronological order alone does not establish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933C7-3669-4543-AE22-02277A13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22</a:t>
            </a:r>
          </a:p>
        </p:txBody>
      </p:sp>
    </p:spTree>
    <p:extLst>
      <p:ext uri="{BB962C8B-B14F-4D97-AF65-F5344CB8AC3E}">
        <p14:creationId xmlns:p14="http://schemas.microsoft.com/office/powerpoint/2010/main" val="20091698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1C39A-8082-4B43-8E32-D5D22014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E325B-6566-4A6E-B5FA-F5D208BE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A1FCA-C725-426C-8E1E-C849C27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94763-597A-49F7-9D54-92A973DF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904A0-C428-430D-B60B-F061CEBF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chronology check and two exit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FE35C-4301-4904-90AF-C9F061E0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No. A causal link needs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F2933-A962-4BA7-8D30-FBB71FCF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19 / 22</a:t>
            </a:r>
          </a:p>
        </p:txBody>
      </p:sp>
    </p:spTree>
    <p:extLst>
      <p:ext uri="{BB962C8B-B14F-4D97-AF65-F5344CB8AC3E}">
        <p14:creationId xmlns:p14="http://schemas.microsoft.com/office/powerpoint/2010/main" val="18335617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BEFE9-434D-4447-ABE5-70C56453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EEB24-1B21-4232-8DC3-2FA3A83F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71353-8CDF-4985-879E-A4BEA31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B7249-00AA-4923-8A74-D309A28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E7F44-4611-4521-891B-054C5BB5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4EC64-9A5C-4A50-AFD7-66BD3BF6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is earlier, 1948 or 1972?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In ___, ___. This was before or after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later date prove an event was caused by an earlier event?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3C824-5B79-4497-8DEB-145484C1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20 / 22</a:t>
            </a:r>
          </a:p>
        </p:txBody>
      </p:sp>
    </p:spTree>
    <p:extLst>
      <p:ext uri="{BB962C8B-B14F-4D97-AF65-F5344CB8AC3E}">
        <p14:creationId xmlns:p14="http://schemas.microsoft.com/office/powerpoint/2010/main" val="4887027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A67AB-1BC3-47BE-9725-039966DC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7FE95-12F6-4868-8FB2-E00D473E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19076-2BC9-471A-8ACE-B7A4DA6F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EACE5-B00A-421F-B2D9-62DBF93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7B77D-376B-4E87-BE0F-5ED5572F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1DD86-3661-4E2B-9747-4170C7C3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is earlier, 1948 or 1972?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later date prove an event was caused by an earlier event?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C0AC1-DDE3-4EFA-9FE7-398B46AB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22</a:t>
            </a:r>
          </a:p>
        </p:txBody>
      </p:sp>
    </p:spTree>
    <p:extLst>
      <p:ext uri="{BB962C8B-B14F-4D97-AF65-F5344CB8AC3E}">
        <p14:creationId xmlns:p14="http://schemas.microsoft.com/office/powerpoint/2010/main" val="21216166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4B7E5-6FB4-423E-AE01-511E3EB9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7EFEA-C904-4760-9843-204AC70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A2822-E957-4DB3-9EBD-FF048592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AF476-02E0-414C-97C2-15833FD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BD75D-E4A5-460C-8EE7-00600312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18CCF-C9E8-471E-B86C-ECE08FCD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is earlier, 1948 or 1972?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later date prove an event was caused by an earlier event?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8F042-7A81-4188-8D5D-616E681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22</a:t>
            </a:r>
          </a:p>
        </p:txBody>
      </p:sp>
    </p:spTree>
    <p:extLst>
      <p:ext uri="{BB962C8B-B14F-4D97-AF65-F5344CB8AC3E}">
        <p14:creationId xmlns:p14="http://schemas.microsoft.com/office/powerpoint/2010/main" val="1826019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2026-09-19T15:11:07.4410000Z</dcterms:created>
  <dcterms:modified xsi:type="dcterms:W3CDTF">2026-09-19T15:11:07.4410000Z</dcterms:modified>
</coreProperties>
</file>