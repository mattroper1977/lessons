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792cf858c4153" /><Relationship Type="http://schemas.openxmlformats.org/officeDocument/2006/relationships/extended-properties" Target="/docProps/app.xml" Id="R92e68f5f324b4007" /><Relationship Type="http://schemas.openxmlformats.org/officeDocument/2006/relationships/officeDocument" Target="/ppt/presentation.xml" Id="R13d42e44b55742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7ec524564420a"/>
  </p:sldMasterIdLst>
  <p:notesMasterIdLst>
    <p:notesMasterId xmlns:r="http://schemas.openxmlformats.org/officeDocument/2006/relationships" r:id="Rf075a736dc1b4fe1"/>
  </p:notesMasterIdLst>
  <p:sldIdLst>
    <p:sldId xmlns:r="http://schemas.openxmlformats.org/officeDocument/2006/relationships" id="256" r:id="R08039cabf63d4f0f"/>
    <p:sldId xmlns:r="http://schemas.openxmlformats.org/officeDocument/2006/relationships" id="257" r:id="R259ab5a957e84d28"/>
    <p:sldId xmlns:r="http://schemas.openxmlformats.org/officeDocument/2006/relationships" id="258" r:id="R122f1b5bc4e441d0"/>
    <p:sldId xmlns:r="http://schemas.openxmlformats.org/officeDocument/2006/relationships" id="259" r:id="R8a4c7f0ac03f4e40"/>
    <p:sldId xmlns:r="http://schemas.openxmlformats.org/officeDocument/2006/relationships" id="260" r:id="Rdb67eb9894a84e84"/>
    <p:sldId xmlns:r="http://schemas.openxmlformats.org/officeDocument/2006/relationships" id="261" r:id="R448c6de0713a4ee0"/>
    <p:sldId xmlns:r="http://schemas.openxmlformats.org/officeDocument/2006/relationships" id="262" r:id="R48611dca4a7c4925"/>
    <p:sldId xmlns:r="http://schemas.openxmlformats.org/officeDocument/2006/relationships" id="263" r:id="Rb12abc31d4e242c6"/>
    <p:sldId xmlns:r="http://schemas.openxmlformats.org/officeDocument/2006/relationships" id="264" r:id="R5ffe8bd613804e27"/>
    <p:sldId xmlns:r="http://schemas.openxmlformats.org/officeDocument/2006/relationships" id="265" r:id="R5e2dcf259b2a4181"/>
    <p:sldId xmlns:r="http://schemas.openxmlformats.org/officeDocument/2006/relationships" id="266" r:id="R6c2604509795470d"/>
    <p:sldId xmlns:r="http://schemas.openxmlformats.org/officeDocument/2006/relationships" id="267" r:id="R8d2f15af0f18406f"/>
    <p:sldId xmlns:r="http://schemas.openxmlformats.org/officeDocument/2006/relationships" id="268" r:id="R2c69206d4ab64f92"/>
    <p:sldId xmlns:r="http://schemas.openxmlformats.org/officeDocument/2006/relationships" id="269" r:id="R2ac16c0616134510"/>
    <p:sldId xmlns:r="http://schemas.openxmlformats.org/officeDocument/2006/relationships" id="270" r:id="R33e1cf3acc7f4388"/>
    <p:sldId xmlns:r="http://schemas.openxmlformats.org/officeDocument/2006/relationships" id="271" r:id="R3f25bdb5c9e84ae5"/>
    <p:sldId xmlns:r="http://schemas.openxmlformats.org/officeDocument/2006/relationships" id="272" r:id="R1beabae32d5e43b2"/>
    <p:sldId xmlns:r="http://schemas.openxmlformats.org/officeDocument/2006/relationships" id="273" r:id="R0b39f2bdd9e34218"/>
    <p:sldId xmlns:r="http://schemas.openxmlformats.org/officeDocument/2006/relationships" id="274" r:id="R431b90a170ac4966"/>
    <p:sldId xmlns:r="http://schemas.openxmlformats.org/officeDocument/2006/relationships" id="275" r:id="R7387113261e24f03"/>
    <p:sldId xmlns:r="http://schemas.openxmlformats.org/officeDocument/2006/relationships" id="276" r:id="Rbc4c734ba4cb480c"/>
    <p:sldId xmlns:r="http://schemas.openxmlformats.org/officeDocument/2006/relationships" id="277" r:id="R2ae38d88a0cf4f1a"/>
    <p:sldId xmlns:r="http://schemas.openxmlformats.org/officeDocument/2006/relationships" id="278" r:id="Rf81df4aa3ead44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d9843fb45d465b" /><Relationship Type="http://schemas.openxmlformats.org/officeDocument/2006/relationships/slideMaster" Target="/ppt/slideMasters/slideMaster1.xml" Id="R1c37ec524564420a" /><Relationship Type="http://schemas.openxmlformats.org/officeDocument/2006/relationships/notesMaster" Target="/ppt/notesMasters/notesMaster1.xml" Id="Rf075a736dc1b4fe1" /><Relationship Type="http://schemas.openxmlformats.org/officeDocument/2006/relationships/presProps" Target="/ppt/presProps.xml" Id="Rc2bd52f90acb496c" /><Relationship Type="http://schemas.openxmlformats.org/officeDocument/2006/relationships/tableStyles" Target="/ppt/tableStyles.xml" Id="R0c73e0b7089a4e2a" /><Relationship Type="http://schemas.openxmlformats.org/officeDocument/2006/relationships/slide" Target="/ppt/slides/slide1.xml" Id="R08039cabf63d4f0f" /><Relationship Type="http://schemas.openxmlformats.org/officeDocument/2006/relationships/slide" Target="/ppt/slides/slide2.xml" Id="R259ab5a957e84d28" /><Relationship Type="http://schemas.openxmlformats.org/officeDocument/2006/relationships/slide" Target="/ppt/slides/slide3.xml" Id="R122f1b5bc4e441d0" /><Relationship Type="http://schemas.openxmlformats.org/officeDocument/2006/relationships/slide" Target="/ppt/slides/slide4.xml" Id="R8a4c7f0ac03f4e40" /><Relationship Type="http://schemas.openxmlformats.org/officeDocument/2006/relationships/slide" Target="/ppt/slides/slide5.xml" Id="Rdb67eb9894a84e84" /><Relationship Type="http://schemas.openxmlformats.org/officeDocument/2006/relationships/slide" Target="/ppt/slides/slide6.xml" Id="R448c6de0713a4ee0" /><Relationship Type="http://schemas.openxmlformats.org/officeDocument/2006/relationships/slide" Target="/ppt/slides/slide7.xml" Id="R48611dca4a7c4925" /><Relationship Type="http://schemas.openxmlformats.org/officeDocument/2006/relationships/slide" Target="/ppt/slides/slide8.xml" Id="Rb12abc31d4e242c6" /><Relationship Type="http://schemas.openxmlformats.org/officeDocument/2006/relationships/slide" Target="/ppt/slides/slide9.xml" Id="R5ffe8bd613804e27" /><Relationship Type="http://schemas.openxmlformats.org/officeDocument/2006/relationships/slide" Target="/ppt/slides/slide10.xml" Id="R5e2dcf259b2a4181" /><Relationship Type="http://schemas.openxmlformats.org/officeDocument/2006/relationships/slide" Target="/ppt/slides/slide11.xml" Id="R6c2604509795470d" /><Relationship Type="http://schemas.openxmlformats.org/officeDocument/2006/relationships/slide" Target="/ppt/slides/slide12.xml" Id="R8d2f15af0f18406f" /><Relationship Type="http://schemas.openxmlformats.org/officeDocument/2006/relationships/slide" Target="/ppt/slides/slide13.xml" Id="R2c69206d4ab64f92" /><Relationship Type="http://schemas.openxmlformats.org/officeDocument/2006/relationships/slide" Target="/ppt/slides/slide14.xml" Id="R2ac16c0616134510" /><Relationship Type="http://schemas.openxmlformats.org/officeDocument/2006/relationships/slide" Target="/ppt/slides/slide15.xml" Id="R33e1cf3acc7f4388" /><Relationship Type="http://schemas.openxmlformats.org/officeDocument/2006/relationships/slide" Target="/ppt/slides/slide16.xml" Id="R3f25bdb5c9e84ae5" /><Relationship Type="http://schemas.openxmlformats.org/officeDocument/2006/relationships/slide" Target="/ppt/slides/slide17.xml" Id="R1beabae32d5e43b2" /><Relationship Type="http://schemas.openxmlformats.org/officeDocument/2006/relationships/slide" Target="/ppt/slides/slide18.xml" Id="R0b39f2bdd9e34218" /><Relationship Type="http://schemas.openxmlformats.org/officeDocument/2006/relationships/slide" Target="/ppt/slides/slide19.xml" Id="R431b90a170ac4966" /><Relationship Type="http://schemas.openxmlformats.org/officeDocument/2006/relationships/slide" Target="/ppt/slides/slide20.xml" Id="R7387113261e24f03" /><Relationship Type="http://schemas.openxmlformats.org/officeDocument/2006/relationships/slide" Target="/ppt/slides/slide21.xml" Id="Rbc4c734ba4cb480c" /><Relationship Type="http://schemas.openxmlformats.org/officeDocument/2006/relationships/slide" Target="/ppt/slides/slide22.xml" Id="R2ae38d88a0cf4f1a" /><Relationship Type="http://schemas.openxmlformats.org/officeDocument/2006/relationships/slide" Target="/ppt/slides/slide23.xml" Id="Rf81df4aa3ead44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8443e824b64d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c3de3077d64474" /><Relationship Type="http://schemas.openxmlformats.org/officeDocument/2006/relationships/notesMaster" Target="/ppt/notesMasters/notesMaster1.xml" Id="R9bafa4d8cf23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9da489fac94c84" /><Relationship Type="http://schemas.openxmlformats.org/officeDocument/2006/relationships/notesMaster" Target="/ppt/notesMasters/notesMaster1.xml" Id="R244338ec0d184c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0328303e2b467f" /><Relationship Type="http://schemas.openxmlformats.org/officeDocument/2006/relationships/notesMaster" Target="/ppt/notesMasters/notesMaster1.xml" Id="R44e30061748146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687916eff74241" /><Relationship Type="http://schemas.openxmlformats.org/officeDocument/2006/relationships/notesMaster" Target="/ppt/notesMasters/notesMaster1.xml" Id="R85f883d8c1aa4f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2cb25ec6c5459c" /><Relationship Type="http://schemas.openxmlformats.org/officeDocument/2006/relationships/notesMaster" Target="/ppt/notesMasters/notesMaster1.xml" Id="Rc2911bf20993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17b7e7e07b483a" /><Relationship Type="http://schemas.openxmlformats.org/officeDocument/2006/relationships/notesMaster" Target="/ppt/notesMasters/notesMaster1.xml" Id="R6c59d796403c4f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f03c4885f44af" /><Relationship Type="http://schemas.openxmlformats.org/officeDocument/2006/relationships/notesMaster" Target="/ppt/notesMasters/notesMaster1.xml" Id="R60f3f551713747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3da3d866314e0b" /><Relationship Type="http://schemas.openxmlformats.org/officeDocument/2006/relationships/notesMaster" Target="/ppt/notesMasters/notesMaster1.xml" Id="R01f5f3ce09594b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016b43f3404c7e" /><Relationship Type="http://schemas.openxmlformats.org/officeDocument/2006/relationships/notesMaster" Target="/ppt/notesMasters/notesMaster1.xml" Id="R6f589b2b9c394c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2a0e5d92e34007" /><Relationship Type="http://schemas.openxmlformats.org/officeDocument/2006/relationships/notesMaster" Target="/ppt/notesMasters/notesMaster1.xml" Id="R7fabea2542fe45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58a20db9e24529" /><Relationship Type="http://schemas.openxmlformats.org/officeDocument/2006/relationships/notesMaster" Target="/ppt/notesMasters/notesMaster1.xml" Id="R3292f7328b7641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0436d24a09400d" /><Relationship Type="http://schemas.openxmlformats.org/officeDocument/2006/relationships/notesMaster" Target="/ppt/notesMasters/notesMaster1.xml" Id="Rf0692874592640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617098150248c3" /><Relationship Type="http://schemas.openxmlformats.org/officeDocument/2006/relationships/notesMaster" Target="/ppt/notesMasters/notesMaster1.xml" Id="Rcb973581d00949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4a923b637345ec" /><Relationship Type="http://schemas.openxmlformats.org/officeDocument/2006/relationships/notesMaster" Target="/ppt/notesMasters/notesMaster1.xml" Id="R2cb33a53fc754c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0f10c1f0724a21" /><Relationship Type="http://schemas.openxmlformats.org/officeDocument/2006/relationships/notesMaster" Target="/ppt/notesMasters/notesMaster1.xml" Id="Reae1918a224143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8ed778f1034e3c" /><Relationship Type="http://schemas.openxmlformats.org/officeDocument/2006/relationships/notesMaster" Target="/ppt/notesMasters/notesMaster1.xml" Id="R2f9800176c044e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7e6c6e0e5841d0" /><Relationship Type="http://schemas.openxmlformats.org/officeDocument/2006/relationships/notesMaster" Target="/ppt/notesMasters/notesMaster1.xml" Id="R98951bd2732a49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4b498af83749b8" /><Relationship Type="http://schemas.openxmlformats.org/officeDocument/2006/relationships/notesMaster" Target="/ppt/notesMasters/notesMaster1.xml" Id="R0a43aedef13143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a19eb696cd4b7b" /><Relationship Type="http://schemas.openxmlformats.org/officeDocument/2006/relationships/notesMaster" Target="/ppt/notesMasters/notesMaster1.xml" Id="Rf6e061f4040441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2490388b6b47c7" /><Relationship Type="http://schemas.openxmlformats.org/officeDocument/2006/relationships/notesMaster" Target="/ppt/notesMasters/notesMaster1.xml" Id="R2bf77b1f27e54b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4416ace2c64380" /><Relationship Type="http://schemas.openxmlformats.org/officeDocument/2006/relationships/notesMaster" Target="/ppt/notesMasters/notesMaster1.xml" Id="Re2c9da13cb1a48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8c6ac129374341" /><Relationship Type="http://schemas.openxmlformats.org/officeDocument/2006/relationships/notesMaster" Target="/ppt/notesMasters/notesMaster1.xml" Id="Rac423cf03cac405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fe26d3f908e4f95" /><Relationship Type="http://schemas.openxmlformats.org/officeDocument/2006/relationships/notesMaster" Target="/ppt/notesMasters/notesMaster1.xml" Id="Ra6ad1940f7e34a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teaching pictures, not historical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Yes, for example drawing, sport or helping the community.</a:t>
            </a:r>
          </a:p>
          <a:p xmlns:a="http://schemas.openxmlformats.org/drawingml/2006/main">
            <a:r>
              <a:t>An action that meets a need</a:t>
            </a:r>
          </a:p>
          <a:p xmlns:a="http://schemas.openxmlformats.org/drawingml/2006/main">
            <a:r>
              <a:t>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Yes, for example drawing, sport or helping the community.</a:t>
            </a:r>
          </a:p>
          <a:p xmlns:a="http://schemas.openxmlformats.org/drawingml/2006/main">
            <a:r>
              <a:t>An action that meets a need Accept a relevant example.</a:t>
            </a:r>
          </a:p>
          <a:p xmlns:a="http://schemas.openxmlformats.org/drawingml/2006/main">
            <a:r>
              <a:t>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 It cannot establish a real person’s whole experience or belief.</a:t>
            </a:r>
          </a:p>
          <a:p xmlns:a="http://schemas.openxmlformats.org/drawingml/2006/main">
            <a:r>
              <a:t>Yes, for example drawing, sport or helping the community.</a:t>
            </a:r>
          </a:p>
          <a:p xmlns:a="http://schemas.openxmlformats.org/drawingml/2006/main">
            <a:r>
              <a:t>An action that meets a need Accept a supported connection.</a:t>
            </a:r>
          </a:p>
          <a:p xmlns:a="http://schemas.openxmlformats.org/drawingml/2006/main">
            <a:r>
              <a:t>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 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 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 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 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 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 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for example drawing, sport or helping the community. 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BUILD_A1_W07, page 4. S: belonging outcome against unit criteria; retain best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7aeca83a4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d395a3d1142cb" /><Relationship Type="http://schemas.openxmlformats.org/officeDocument/2006/relationships/slideLayout" Target="/ppt/slideLayouts/slideLayout1.xml" Id="R9f68a734b82e4f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68a734b82e4f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40d8e671945f0" /><Relationship Type="http://schemas.openxmlformats.org/officeDocument/2006/relationships/notesSlide" Target="/ppt/notesSlides/notesSlide1.xml" Id="R51ac3db6158e46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33f0d1d0b47dc" /><Relationship Type="http://schemas.openxmlformats.org/officeDocument/2006/relationships/image" Target="/ppt/media/image.png" Id="R37fd2ef243344775" /><Relationship Type="http://schemas.openxmlformats.org/officeDocument/2006/relationships/notesSlide" Target="/ppt/notesSlides/notesSlide2.xml" Id="R301c1ddd3db0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1635633ed46b1" /><Relationship Type="http://schemas.openxmlformats.org/officeDocument/2006/relationships/notesSlide" Target="/ppt/notesSlides/notesSlide3.xml" Id="Rfef14e7f589a45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2951fbfb64fd6" /><Relationship Type="http://schemas.openxmlformats.org/officeDocument/2006/relationships/notesSlide" Target="/ppt/notesSlides/notesSlide4.xml" Id="R74949ec8689a47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f02ff05374b43" /><Relationship Type="http://schemas.openxmlformats.org/officeDocument/2006/relationships/notesSlide" Target="/ppt/notesSlides/notesSlide5.xml" Id="R6a37c35d808c48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21a5766a64159" /><Relationship Type="http://schemas.openxmlformats.org/officeDocument/2006/relationships/notesSlide" Target="/ppt/notesSlides/notesSlide6.xml" Id="R40399e14c193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cddea46064be9" /><Relationship Type="http://schemas.openxmlformats.org/officeDocument/2006/relationships/notesSlide" Target="/ppt/notesSlides/notesSlide7.xml" Id="R866fdfa6354541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91cfe33b247f1" /><Relationship Type="http://schemas.openxmlformats.org/officeDocument/2006/relationships/notesSlide" Target="/ppt/notesSlides/notesSlide8.xml" Id="R27fc85ec0ba8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012cb1a7f4982" /><Relationship Type="http://schemas.openxmlformats.org/officeDocument/2006/relationships/notesSlide" Target="/ppt/notesSlides/notesSlide9.xml" Id="R05a00d280ee648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ab849dc564d3b" /><Relationship Type="http://schemas.openxmlformats.org/officeDocument/2006/relationships/notesSlide" Target="/ppt/notesSlides/notesSlide10.xml" Id="Rbe24de6c8c1149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1bb7092184206" /><Relationship Type="http://schemas.openxmlformats.org/officeDocument/2006/relationships/notesSlide" Target="/ppt/notesSlides/notesSlide11.xml" Id="R9509be06ca6842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d1d867b314855" /><Relationship Type="http://schemas.openxmlformats.org/officeDocument/2006/relationships/notesSlide" Target="/ppt/notesSlides/notesSlide12.xml" Id="R0457070b038c46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cccb1fa754fa6" /><Relationship Type="http://schemas.openxmlformats.org/officeDocument/2006/relationships/notesSlide" Target="/ppt/notesSlides/notesSlide13.xml" Id="R226cd4740d5d4c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596a9fc6d417e" /><Relationship Type="http://schemas.openxmlformats.org/officeDocument/2006/relationships/notesSlide" Target="/ppt/notesSlides/notesSlide14.xml" Id="R676cddcc1c6a48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81c71cb834a9c" /><Relationship Type="http://schemas.openxmlformats.org/officeDocument/2006/relationships/notesSlide" Target="/ppt/notesSlides/notesSlide15.xml" Id="R4190c32464b843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a4eea4cc8411d" /><Relationship Type="http://schemas.openxmlformats.org/officeDocument/2006/relationships/notesSlide" Target="/ppt/notesSlides/notesSlide16.xml" Id="R01a11a493f5647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b24b06a444203" /><Relationship Type="http://schemas.openxmlformats.org/officeDocument/2006/relationships/notesSlide" Target="/ppt/notesSlides/notesSlide17.xml" Id="R10adf1b6ea3b45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0603f3f8d44e2" /><Relationship Type="http://schemas.openxmlformats.org/officeDocument/2006/relationships/notesSlide" Target="/ppt/notesSlides/notesSlide18.xml" Id="R3b3a5b9e7b9440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6b61fb22745ab" /><Relationship Type="http://schemas.openxmlformats.org/officeDocument/2006/relationships/notesSlide" Target="/ppt/notesSlides/notesSlide19.xml" Id="Ra97caa3c2f7a4b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a09ece8e64596" /><Relationship Type="http://schemas.openxmlformats.org/officeDocument/2006/relationships/notesSlide" Target="/ppt/notesSlides/notesSlide20.xml" Id="Rb4ed22d015bf4a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cd07bf601406c" /><Relationship Type="http://schemas.openxmlformats.org/officeDocument/2006/relationships/notesSlide" Target="/ppt/notesSlides/notesSlide21.xml" Id="Rfb9a50875e6f4e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6585d49ad4388" /><Relationship Type="http://schemas.openxmlformats.org/officeDocument/2006/relationships/notesSlide" Target="/ppt/notesSlides/notesSlide22.xml" Id="R9589ab02295548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26e42f1294d65" /><Relationship Type="http://schemas.openxmlformats.org/officeDocument/2006/relationships/notesSlide" Target="/ppt/notesSlides/notesSlide23.xml" Id="R6c82e3b1dd114d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05FF9-311E-4A1F-B47A-E7CAA1B1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EFAD3-46BB-4EDB-B635-8C8D975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FCEC2-BBAD-4726-8EEE-3DE1FA73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Groups we belong 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15F91-C93B-43B8-95B1-DBCEBF7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EFDC5-0D15-4AF2-9926-199EC5F4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 a group team or community I belong 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4D7AB-0F5D-4360-B696-1C2F8693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helps us belong to a community?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identify important people and places, describe a change, and explain one way I belong.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C1E09-8E56-4138-8A88-8D92975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23</a:t>
            </a:r>
          </a:p>
        </p:txBody>
      </p:sp>
    </p:spTree>
    <p:extLst>
      <p:ext uri="{BB962C8B-B14F-4D97-AF65-F5344CB8AC3E}">
        <p14:creationId xmlns:p14="http://schemas.microsoft.com/office/powerpoint/2010/main" val="1397129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377DE-4735-42C4-B7C3-2E76C3C0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87D3-3430-4904-94AC-D78D940C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ED3BC-55E3-4AC0-9C70-0FBF5B87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Picture choices for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9889E-24D3-4F5E-B185-CC412483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5300A-D51C-480A-BB6B-6F559A49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Point, choose or explain. Revisit this visual beside your chosen route.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d2ef243344775"/>
          <a:stretch xmlns:a="http://schemas.openxmlformats.org/drawingml/2006/main"/>
        </p:blipFill>
        <p:spPr>
          <a:xfrm xmlns:a="http://schemas.openxmlformats.org/drawingml/2006/main">
            <a:off x="762000" y="3028950"/>
            <a:ext cx="10668000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B9B2C-4242-4C0C-8033-8DEAD584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23</a:t>
            </a:r>
          </a:p>
        </p:txBody>
      </p:sp>
    </p:spTree>
    <p:extLst>
      <p:ext uri="{BB962C8B-B14F-4D97-AF65-F5344CB8AC3E}">
        <p14:creationId xmlns:p14="http://schemas.microsoft.com/office/powerpoint/2010/main" val="1616647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5EA73-A245-4103-B24E-AF0023CA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A5F44-272D-42A5-83C0-6BAB9FA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AA545-4EC5-4294-AACB-85668184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53D1A-9E68-4537-88BF-F073A81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BFBE5-48BA-48F0-8DC1-777F4A4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0C9C8-61F3-41F0-88E1-291573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Can belonging involve a shared activity?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“care”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What evidence should the final outcome include?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E4372-C139-48E9-BCAD-66743A05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23</a:t>
            </a:r>
          </a:p>
        </p:txBody>
      </p:sp>
    </p:spTree>
    <p:extLst>
      <p:ext uri="{BB962C8B-B14F-4D97-AF65-F5344CB8AC3E}">
        <p14:creationId xmlns:p14="http://schemas.microsoft.com/office/powerpoint/2010/main" val="655294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07E2D-3DFA-4823-BD75-722EDCB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53C23-510B-4B49-BCA0-0C243A7B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4134B-CD4C-4F49-96EB-2D0F80B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A1D4C-8345-4145-B0BE-157B240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062BF-AD98-4A00-83F1-A835DE94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6081D-3D5F-4F17-956F-ED75202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Explain your choice.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Can belonging involve a shared activity?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care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What evidence should the final outcome include?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21429-956E-4094-BA67-76F6EEFD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23</a:t>
            </a:r>
          </a:p>
        </p:txBody>
      </p:sp>
    </p:spTree>
    <p:extLst>
      <p:ext uri="{BB962C8B-B14F-4D97-AF65-F5344CB8AC3E}">
        <p14:creationId xmlns:p14="http://schemas.microsoft.com/office/powerpoint/2010/main" val="826685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5BCB4-C28C-4B20-AC3F-88F160EE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90A32-E2FC-4AFD-A203-9058958A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43D1B-5A6C-4F48-8A42-A787697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716BD-232C-4B62-94EC-8516DEA2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F8382-9FD3-44D7-A094-CD1C4C05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6B26E-5636-4313-975E-E5499ADC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What can this teaching picture not tell us?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Separate the illustration from historical or personal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Can belonging involve a shared activity?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care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What evidence should the final outcome include?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DD7B1-0D61-4186-833A-00FB8BB7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5 / 23</a:t>
            </a:r>
          </a:p>
        </p:txBody>
      </p:sp>
    </p:spTree>
    <p:extLst>
      <p:ext uri="{BB962C8B-B14F-4D97-AF65-F5344CB8AC3E}">
        <p14:creationId xmlns:p14="http://schemas.microsoft.com/office/powerpoint/2010/main" val="2064755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DFE86-DAEE-4C24-8F33-EA64B37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EF2A6-A5E3-44B1-8F1B-640CF50E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95D16-6D04-4F28-BD01-DD849742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087E7-81EE-4B9A-8AF3-18106C0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102F1-1D8A-48F2-AF94-A60FAEB8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Can belonging involve a shared activity?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03A06-54FB-416F-AA8A-FCDBA443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community: People linked by a place or activity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care: An action that meets a need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belong: Feel included in a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service: Work that helps people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1B7E8-1886-4D52-88C4-D885AB40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6 / 23</a:t>
            </a:r>
          </a:p>
        </p:txBody>
      </p:sp>
    </p:spTree>
    <p:extLst>
      <p:ext uri="{BB962C8B-B14F-4D97-AF65-F5344CB8AC3E}">
        <p14:creationId xmlns:p14="http://schemas.microsoft.com/office/powerpoint/2010/main" val="1499412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DEF4B-6222-49CF-8267-383837A5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BA536-C84F-4F2B-9DA9-C2703F9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FDAA6-6C46-43B7-A16C-4DC7A40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8896D-9B26-4ADD-AE7B-588A5813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582AA-C399-4764-821E-2F649E99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Alex and Sam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AA043-35EB-4CD4-B731-7F327CD8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Fictional case: Alex is new to the youth club. Sam, a trusted club worker, explains the choices and shows Alex a quiet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E5019-E96F-48AB-99D2-E5D19D6C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23</a:t>
            </a:r>
          </a:p>
        </p:txBody>
      </p:sp>
    </p:spTree>
    <p:extLst>
      <p:ext uri="{BB962C8B-B14F-4D97-AF65-F5344CB8AC3E}">
        <p14:creationId xmlns:p14="http://schemas.microsoft.com/office/powerpoint/2010/main" val="686958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C8805-BEC2-4963-98C0-519135A4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61DF1-2F29-4B91-AE7E-C429356F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405EC-7674-4129-A300-686005C5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67911-C19F-471A-ADD6-0A9E7E95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266F6-AC69-4F28-BD9A-D2B414F5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D79A6-AB42-4ACD-BAF8-AF3F88DA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library lends books and can offer space to read or find information. Our practice map puts the library in square 1021.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7310-8250-40CC-8E4A-F65B1160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23</a:t>
            </a:r>
          </a:p>
        </p:txBody>
      </p:sp>
    </p:spTree>
    <p:extLst>
      <p:ext uri="{BB962C8B-B14F-4D97-AF65-F5344CB8AC3E}">
        <p14:creationId xmlns:p14="http://schemas.microsoft.com/office/powerpoint/2010/main" val="2066527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DABFC-86BA-4A4A-B279-C0C46236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3CCAC-DC62-470D-A18F-6F3ECD86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2CB59-8CEF-438F-B84E-0A9DCF79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AA719-67B8-4D00-86CE-BE19F06E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3B151-DBF2-4143-89F7-75C09280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Health centre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773F1-ED00-4158-8F58-95A4701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practice health centre is in square 1221. A receptionist helps people arrange appointments; trained health staff provide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5B105-3D9A-4CBA-AD0C-93E7B5C5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23</a:t>
            </a:r>
          </a:p>
        </p:txBody>
      </p:sp>
    </p:spTree>
    <p:extLst>
      <p:ext uri="{BB962C8B-B14F-4D97-AF65-F5344CB8AC3E}">
        <p14:creationId xmlns:p14="http://schemas.microsoft.com/office/powerpoint/2010/main" val="467194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38E32-9929-47D7-936F-FB6135F8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D66FF-E7BD-485C-A784-B695BF8A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F4E50-A631-4E24-9861-E40D47ED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1ED82-767A-4BCD-8B5A-9D4ADE25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3B365-0D75-4FDE-B00C-7ED0755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Park and hall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BD8D5-0FAB-4414-9428-B61A3BC1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practice park is in 1122 and community hall in 1121. The hall hosts a drawing club with an optional quiet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C68BF-E965-4CB1-9567-2084E156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23</a:t>
            </a:r>
          </a:p>
        </p:txBody>
      </p:sp>
    </p:spTree>
    <p:extLst>
      <p:ext uri="{BB962C8B-B14F-4D97-AF65-F5344CB8AC3E}">
        <p14:creationId xmlns:p14="http://schemas.microsoft.com/office/powerpoint/2010/main" val="1407985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60456-A036-406F-B586-296F716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3C876-6C31-4C33-B95E-09D68AD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C9F4C-6107-4B04-9D1F-985ABF62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9F830-D37F-476B-85A7-A95D4B6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70E6C-D1A6-4AC9-8BCC-C7D69A40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17B4C-03CB-4F72-8C91-DE873216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Can belonging involve a shared activity?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AD9B2-6386-41D4-A2DF-4AFAF750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23</a:t>
            </a:r>
          </a:p>
        </p:txBody>
      </p:sp>
    </p:spTree>
    <p:extLst>
      <p:ext uri="{BB962C8B-B14F-4D97-AF65-F5344CB8AC3E}">
        <p14:creationId xmlns:p14="http://schemas.microsoft.com/office/powerpoint/2010/main" val="596344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44E89-147B-41C6-8AAE-6771F1A5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EBE5A-D3C1-4CBC-8CA7-4E9563A5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1554B-DE4E-4A7F-95FA-8D383BC2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6951A-9974-4215-96D9-8740F9B8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1FADD-5209-4145-8596-2DD03B50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1D3DB-FAB8-4EC9-9EE7-B65C81F0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Fictional case: Alex is new to the youth club. Sam, a trusted club worker, explains the choices and shows Alex a quiet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804CE-71DA-49A7-894A-A127862B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23</a:t>
            </a:r>
          </a:p>
        </p:txBody>
      </p:sp>
    </p:spTree>
    <p:extLst>
      <p:ext uri="{BB962C8B-B14F-4D97-AF65-F5344CB8AC3E}">
        <p14:creationId xmlns:p14="http://schemas.microsoft.com/office/powerpoint/2010/main" val="976273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07735-B6F9-4E27-8070-72046080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B1014-85FB-4A97-BCA7-ADACCD87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0CC23-4E95-4197-9A00-262CF201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EE302-9569-4808-B8DA-D2361860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45345-F82C-47B9-8A43-AE917E8E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2B074-48E4-48D5-82D7-5FBD401D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Yes, for example drawing, sport or helping the community.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9C6CD-8F2F-4CB2-B1FB-910123C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23</a:t>
            </a:r>
          </a:p>
        </p:txBody>
      </p:sp>
    </p:spTree>
    <p:extLst>
      <p:ext uri="{BB962C8B-B14F-4D97-AF65-F5344CB8AC3E}">
        <p14:creationId xmlns:p14="http://schemas.microsoft.com/office/powerpoint/2010/main" val="805728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62B95-A9D0-49F8-88F6-25DFAB49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C9A2E-2276-41B0-AD60-A805CD8E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F75C3-322A-4870-92BE-96DF872F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694A8-FDA8-4F3F-B742-1218DE96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EDBA5-90B6-4469-920A-AA6FBEAF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44E60-7AF2-470E-BB48-37D7855B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The learner’s symbol or drawing and a short explanation of belonging.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52316-D4B8-48D5-B509-2326F3C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14 / 23</a:t>
            </a:r>
          </a:p>
        </p:txBody>
      </p:sp>
    </p:spTree>
    <p:extLst>
      <p:ext uri="{BB962C8B-B14F-4D97-AF65-F5344CB8AC3E}">
        <p14:creationId xmlns:p14="http://schemas.microsoft.com/office/powerpoint/2010/main" val="17492591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90F67-D2B9-4194-9444-B4DF1822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62DA1-7324-436E-98AB-4575E49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88C13-7CA1-47A2-AA7E-1DF44B80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541B0-F60A-4331-AFC9-1EA2C3A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8C439-B082-4AAB-855F-84D186D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a short introduction for the fictional drawing club. Choose an image, a purpose and an inclusion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18879-F37C-4D52-BA81-135C388C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group is ___. People ___. Someone can belong by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48AA3-5FA2-411A-A6DE-4F6A1D0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23</a:t>
            </a:r>
          </a:p>
        </p:txBody>
      </p:sp>
    </p:spTree>
    <p:extLst>
      <p:ext uri="{BB962C8B-B14F-4D97-AF65-F5344CB8AC3E}">
        <p14:creationId xmlns:p14="http://schemas.microsoft.com/office/powerpoint/2010/main" val="1905591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DF939-7F51-49B8-9C6C-8BB21140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114F0-AD9F-46A0-8A3F-7FAEEA9F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FF2BA-1827-4223-9681-FFB80516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BBC82-2ED7-484F-AA95-FB41AD52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0F32B-E5BA-4CA4-9324-EA4FD05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AD007-CF48-4610-8BC6-D8DC38F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Rehearse one point with a trusted adult and keep the frame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Explain three linked points with evidence, then answer a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Answer a challenge about the limits or selection of the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B9333-A7A0-4574-9639-F0D29D65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16 / 23</a:t>
            </a:r>
          </a:p>
        </p:txBody>
      </p:sp>
    </p:spTree>
    <p:extLst>
      <p:ext uri="{BB962C8B-B14F-4D97-AF65-F5344CB8AC3E}">
        <p14:creationId xmlns:p14="http://schemas.microsoft.com/office/powerpoint/2010/main" val="552749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EE218-A48F-47A2-A3CB-5AF86C6C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D8CAC-C400-455D-9CBE-A487F245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13FBE-3B05-491A-BECA-6459DB52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3EDE5-F885-482E-A1F7-D1F5ED6C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947ED-F9F3-4BB4-A605-1F152C40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 a group team or community I belong 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20975-BE7F-4C52-BCDF-BD8ACC2B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symbol or drawing of a real or fictional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its purpose and one way people can belong.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Share live, privately, through a recording or exact adult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This group is ___. People ___. Someone can belong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105A-0E5A-4D24-AC96-4C7D83CC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23</a:t>
            </a:r>
          </a:p>
        </p:txBody>
      </p:sp>
    </p:spTree>
    <p:extLst>
      <p:ext uri="{BB962C8B-B14F-4D97-AF65-F5344CB8AC3E}">
        <p14:creationId xmlns:p14="http://schemas.microsoft.com/office/powerpoint/2010/main" val="14714053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CBD08-6A56-4C20-8B3E-2CB6108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0F73D-9216-4554-969F-B139B0EA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C3B75-9BDB-4D16-831E-2BBCDD1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55082-C8E5-4931-A51E-5D95695F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9ECA-9F6D-4621-AC7B-E4869CCF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 a group team or community I belong 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74A87-8220-4A8C-958F-B67AB5C7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symbol or drawing of a real or fictional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its purpose and one way people can belong.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Share live, privately, through a recording or exact adult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This group is ___. People ___. Someone can belong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C78A2-C1A7-4A0C-A9F9-B8EB8171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23</a:t>
            </a:r>
          </a:p>
        </p:txBody>
      </p:sp>
    </p:spTree>
    <p:extLst>
      <p:ext uri="{BB962C8B-B14F-4D97-AF65-F5344CB8AC3E}">
        <p14:creationId xmlns:p14="http://schemas.microsoft.com/office/powerpoint/2010/main" val="2424217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250A9-DAB0-4B25-AC93-5751D5F5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E80FE-2779-49C2-9A05-5E256AC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97475-9AA7-4340-8275-D3ED6A06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D9BFB-4A34-412E-B2FF-45834C2C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32595-32E0-4763-9DD7-4AE846DE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 a group team or community I belong 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DD254-FF94-4D73-ADA5-5B3A982F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symbol or drawing of a real or fictional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its purpose and one way people can belong.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Share live, privately, through a recording or exact adult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how the group could include someone with a different support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F210B-DAA4-4027-998E-4B088FE2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19 / 23</a:t>
            </a:r>
          </a:p>
        </p:txBody>
      </p:sp>
    </p:spTree>
    <p:extLst>
      <p:ext uri="{BB962C8B-B14F-4D97-AF65-F5344CB8AC3E}">
        <p14:creationId xmlns:p14="http://schemas.microsoft.com/office/powerpoint/2010/main" val="2057926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C2669-0903-4A3B-B334-2C492D93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A4146-01CD-48A0-8393-1445209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4C222-4A43-4E14-95F2-AEBBFE60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EDA87-5015-4940-B4F9-2A2B5151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3E2F1-EF51-48A8-BFCC-E3CC8A6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belonging outcome against unit criteria; retain best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5F46D-5345-4770-B27B-C2A29AD7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learner’s symbol or drawing and a short explanation of belonging.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A4EA-EBDE-4787-A8CD-04D39E56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20 / 23</a:t>
            </a:r>
          </a:p>
        </p:txBody>
      </p:sp>
    </p:spTree>
    <p:extLst>
      <p:ext uri="{BB962C8B-B14F-4D97-AF65-F5344CB8AC3E}">
        <p14:creationId xmlns:p14="http://schemas.microsoft.com/office/powerpoint/2010/main" val="16019597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80F54-1963-40D7-98A1-308DD33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70E34-91EC-41F2-BBF9-68D43096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63A1E-1991-46D2-9421-2D764427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3BDF3-6C99-496B-9BC5-1745749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7BC21-67AD-4D95-AA8C-46910D6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66B8B-4EF8-4B72-A2F1-F08406CB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Can belonging involve a shared activity?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This group is ___. People ___. Someone can belong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evidence should the final outcome include?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3304-D31F-4B27-B3F5-9112BAA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23</a:t>
            </a:r>
          </a:p>
        </p:txBody>
      </p:sp>
    </p:spTree>
    <p:extLst>
      <p:ext uri="{BB962C8B-B14F-4D97-AF65-F5344CB8AC3E}">
        <p14:creationId xmlns:p14="http://schemas.microsoft.com/office/powerpoint/2010/main" val="1480903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B4FF5-E52A-4878-B6FD-EA30DCC5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879A7-C57A-4E7D-8BDB-09D57927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CB6CD-B76F-4590-B13D-13DD52D5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3B61E-EA45-4598-8E6B-3C122F09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5EA1B-24A3-489A-B5FF-35B117C0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968E7-8E72-43E2-8496-5B6F1D0B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Can belonging involve a shared activity?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evidence should the final outcome include?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57034-CCC4-448B-89FE-9C5B980F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23</a:t>
            </a:r>
          </a:p>
        </p:txBody>
      </p:sp>
    </p:spTree>
    <p:extLst>
      <p:ext uri="{BB962C8B-B14F-4D97-AF65-F5344CB8AC3E}">
        <p14:creationId xmlns:p14="http://schemas.microsoft.com/office/powerpoint/2010/main" val="14172005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2E66E-8374-434F-A5AB-C3724E78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288C8-088B-4F69-8AE1-D3D5F91B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1D141-16AF-49DA-83B1-A19A1D8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AF626-4273-4C09-BE8C-412867D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90D1D-B76D-480E-8F86-F7C5B307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29BF2-350E-4CAB-8D04-5312AFB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Can belonging involve a shared activity?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evidence should the final outcome include?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05B52-E91B-47EA-94EA-33F52880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23 / 23</a:t>
            </a:r>
          </a:p>
        </p:txBody>
      </p:sp>
    </p:spTree>
    <p:extLst>
      <p:ext uri="{BB962C8B-B14F-4D97-AF65-F5344CB8AC3E}">
        <p14:creationId xmlns:p14="http://schemas.microsoft.com/office/powerpoint/2010/main" val="31532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2026-09-19T15:02:26.8880000Z</dcterms:created>
  <dcterms:modified xsi:type="dcterms:W3CDTF">2026-09-19T15:02:26.8880000Z</dcterms:modified>
</coreProperties>
</file>