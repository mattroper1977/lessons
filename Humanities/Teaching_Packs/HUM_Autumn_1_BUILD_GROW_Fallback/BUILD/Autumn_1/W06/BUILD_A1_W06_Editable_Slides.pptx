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ea24cd88304c6e" /><Relationship Type="http://schemas.openxmlformats.org/officeDocument/2006/relationships/extended-properties" Target="/docProps/app.xml" Id="Rd562f41ff6474c17" /><Relationship Type="http://schemas.openxmlformats.org/officeDocument/2006/relationships/officeDocument" Target="/ppt/presentation.xml" Id="R8f3ab83d49f2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e926dda0254e50"/>
  </p:sldMasterIdLst>
  <p:notesMasterIdLst>
    <p:notesMasterId xmlns:r="http://schemas.openxmlformats.org/officeDocument/2006/relationships" r:id="R7cfea1c2da8c4d61"/>
  </p:notesMasterIdLst>
  <p:sldIdLst>
    <p:sldId xmlns:r="http://schemas.openxmlformats.org/officeDocument/2006/relationships" id="256" r:id="R56b589e2062f4bb3"/>
    <p:sldId xmlns:r="http://schemas.openxmlformats.org/officeDocument/2006/relationships" id="257" r:id="R2f810cf86cda47b8"/>
    <p:sldId xmlns:r="http://schemas.openxmlformats.org/officeDocument/2006/relationships" id="258" r:id="R2ca0236ae2764730"/>
    <p:sldId xmlns:r="http://schemas.openxmlformats.org/officeDocument/2006/relationships" id="259" r:id="R0b1fafa597c549ad"/>
    <p:sldId xmlns:r="http://schemas.openxmlformats.org/officeDocument/2006/relationships" id="260" r:id="R9f4bd09841de4075"/>
    <p:sldId xmlns:r="http://schemas.openxmlformats.org/officeDocument/2006/relationships" id="261" r:id="R4a50dbc6a2314279"/>
    <p:sldId xmlns:r="http://schemas.openxmlformats.org/officeDocument/2006/relationships" id="262" r:id="Re558319e46d3418f"/>
    <p:sldId xmlns:r="http://schemas.openxmlformats.org/officeDocument/2006/relationships" id="263" r:id="Ra654c9f54ab34de2"/>
    <p:sldId xmlns:r="http://schemas.openxmlformats.org/officeDocument/2006/relationships" id="264" r:id="Rd799167a71d34c91"/>
    <p:sldId xmlns:r="http://schemas.openxmlformats.org/officeDocument/2006/relationships" id="265" r:id="Rbc1363c702ff477c"/>
    <p:sldId xmlns:r="http://schemas.openxmlformats.org/officeDocument/2006/relationships" id="266" r:id="R4462a6b18df84d53"/>
    <p:sldId xmlns:r="http://schemas.openxmlformats.org/officeDocument/2006/relationships" id="267" r:id="Rc715f84ff9d44d2f"/>
    <p:sldId xmlns:r="http://schemas.openxmlformats.org/officeDocument/2006/relationships" id="268" r:id="R4a745d078b564437"/>
    <p:sldId xmlns:r="http://schemas.openxmlformats.org/officeDocument/2006/relationships" id="269" r:id="Rd5e0327e315f4c33"/>
    <p:sldId xmlns:r="http://schemas.openxmlformats.org/officeDocument/2006/relationships" id="270" r:id="R0f823db31bd04e21"/>
    <p:sldId xmlns:r="http://schemas.openxmlformats.org/officeDocument/2006/relationships" id="271" r:id="Rc7e1d67bc57d4671"/>
    <p:sldId xmlns:r="http://schemas.openxmlformats.org/officeDocument/2006/relationships" id="272" r:id="Rc4cb2923d6fb4b8b"/>
    <p:sldId xmlns:r="http://schemas.openxmlformats.org/officeDocument/2006/relationships" id="273" r:id="R60d7274e4a4b4670"/>
    <p:sldId xmlns:r="http://schemas.openxmlformats.org/officeDocument/2006/relationships" id="274" r:id="R9d6a6105728044c4"/>
    <p:sldId xmlns:r="http://schemas.openxmlformats.org/officeDocument/2006/relationships" id="275" r:id="R3832e84cb9b045e8"/>
    <p:sldId xmlns:r="http://schemas.openxmlformats.org/officeDocument/2006/relationships" id="276" r:id="Rf63a71416a7f4472"/>
    <p:sldId xmlns:r="http://schemas.openxmlformats.org/officeDocument/2006/relationships" id="277" r:id="Ra423187189c14bb3"/>
    <p:sldId xmlns:r="http://schemas.openxmlformats.org/officeDocument/2006/relationships" id="278" r:id="Rfe8d765faee149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fb5029d3ab408f" /><Relationship Type="http://schemas.openxmlformats.org/officeDocument/2006/relationships/slideMaster" Target="/ppt/slideMasters/slideMaster1.xml" Id="R2ee926dda0254e50" /><Relationship Type="http://schemas.openxmlformats.org/officeDocument/2006/relationships/notesMaster" Target="/ppt/notesMasters/notesMaster1.xml" Id="R7cfea1c2da8c4d61" /><Relationship Type="http://schemas.openxmlformats.org/officeDocument/2006/relationships/presProps" Target="/ppt/presProps.xml" Id="R4f1bcb34880f4e0e" /><Relationship Type="http://schemas.openxmlformats.org/officeDocument/2006/relationships/tableStyles" Target="/ppt/tableStyles.xml" Id="R8593f77b937247d4" /><Relationship Type="http://schemas.openxmlformats.org/officeDocument/2006/relationships/slide" Target="/ppt/slides/slide1.xml" Id="R56b589e2062f4bb3" /><Relationship Type="http://schemas.openxmlformats.org/officeDocument/2006/relationships/slide" Target="/ppt/slides/slide2.xml" Id="R2f810cf86cda47b8" /><Relationship Type="http://schemas.openxmlformats.org/officeDocument/2006/relationships/slide" Target="/ppt/slides/slide3.xml" Id="R2ca0236ae2764730" /><Relationship Type="http://schemas.openxmlformats.org/officeDocument/2006/relationships/slide" Target="/ppt/slides/slide4.xml" Id="R0b1fafa597c549ad" /><Relationship Type="http://schemas.openxmlformats.org/officeDocument/2006/relationships/slide" Target="/ppt/slides/slide5.xml" Id="R9f4bd09841de4075" /><Relationship Type="http://schemas.openxmlformats.org/officeDocument/2006/relationships/slide" Target="/ppt/slides/slide6.xml" Id="R4a50dbc6a2314279" /><Relationship Type="http://schemas.openxmlformats.org/officeDocument/2006/relationships/slide" Target="/ppt/slides/slide7.xml" Id="Re558319e46d3418f" /><Relationship Type="http://schemas.openxmlformats.org/officeDocument/2006/relationships/slide" Target="/ppt/slides/slide8.xml" Id="Ra654c9f54ab34de2" /><Relationship Type="http://schemas.openxmlformats.org/officeDocument/2006/relationships/slide" Target="/ppt/slides/slide9.xml" Id="Rd799167a71d34c91" /><Relationship Type="http://schemas.openxmlformats.org/officeDocument/2006/relationships/slide" Target="/ppt/slides/slide10.xml" Id="Rbc1363c702ff477c" /><Relationship Type="http://schemas.openxmlformats.org/officeDocument/2006/relationships/slide" Target="/ppt/slides/slide11.xml" Id="R4462a6b18df84d53" /><Relationship Type="http://schemas.openxmlformats.org/officeDocument/2006/relationships/slide" Target="/ppt/slides/slide12.xml" Id="Rc715f84ff9d44d2f" /><Relationship Type="http://schemas.openxmlformats.org/officeDocument/2006/relationships/slide" Target="/ppt/slides/slide13.xml" Id="R4a745d078b564437" /><Relationship Type="http://schemas.openxmlformats.org/officeDocument/2006/relationships/slide" Target="/ppt/slides/slide14.xml" Id="Rd5e0327e315f4c33" /><Relationship Type="http://schemas.openxmlformats.org/officeDocument/2006/relationships/slide" Target="/ppt/slides/slide15.xml" Id="R0f823db31bd04e21" /><Relationship Type="http://schemas.openxmlformats.org/officeDocument/2006/relationships/slide" Target="/ppt/slides/slide16.xml" Id="Rc7e1d67bc57d4671" /><Relationship Type="http://schemas.openxmlformats.org/officeDocument/2006/relationships/slide" Target="/ppt/slides/slide17.xml" Id="Rc4cb2923d6fb4b8b" /><Relationship Type="http://schemas.openxmlformats.org/officeDocument/2006/relationships/slide" Target="/ppt/slides/slide18.xml" Id="R60d7274e4a4b4670" /><Relationship Type="http://schemas.openxmlformats.org/officeDocument/2006/relationships/slide" Target="/ppt/slides/slide19.xml" Id="R9d6a6105728044c4" /><Relationship Type="http://schemas.openxmlformats.org/officeDocument/2006/relationships/slide" Target="/ppt/slides/slide20.xml" Id="R3832e84cb9b045e8" /><Relationship Type="http://schemas.openxmlformats.org/officeDocument/2006/relationships/slide" Target="/ppt/slides/slide21.xml" Id="Rf63a71416a7f4472" /><Relationship Type="http://schemas.openxmlformats.org/officeDocument/2006/relationships/slide" Target="/ppt/slides/slide22.xml" Id="Ra423187189c14bb3" /><Relationship Type="http://schemas.openxmlformats.org/officeDocument/2006/relationships/slide" Target="/ppt/slides/slide23.xml" Id="Rfe8d765faee149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22e71c76f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36dbb0bbb643ac" /><Relationship Type="http://schemas.openxmlformats.org/officeDocument/2006/relationships/notesMaster" Target="/ppt/notesMasters/notesMaster1.xml" Id="R61b2afb4a3404f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211307062248d2" /><Relationship Type="http://schemas.openxmlformats.org/officeDocument/2006/relationships/notesMaster" Target="/ppt/notesMasters/notesMaster1.xml" Id="R9688480fc3e042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4ea229e13a4122" /><Relationship Type="http://schemas.openxmlformats.org/officeDocument/2006/relationships/notesMaster" Target="/ppt/notesMasters/notesMaster1.xml" Id="Rd5b6ac00cf0547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dab6b7e69b45ac" /><Relationship Type="http://schemas.openxmlformats.org/officeDocument/2006/relationships/notesMaster" Target="/ppt/notesMasters/notesMaster1.xml" Id="R35141dddff0048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78691ae5844706" /><Relationship Type="http://schemas.openxmlformats.org/officeDocument/2006/relationships/notesMaster" Target="/ppt/notesMasters/notesMaster1.xml" Id="R0e8b49c748704b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d75c0a293c407c" /><Relationship Type="http://schemas.openxmlformats.org/officeDocument/2006/relationships/notesMaster" Target="/ppt/notesMasters/notesMaster1.xml" Id="Re30d9ad83fdd48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4df3f6482446fc" /><Relationship Type="http://schemas.openxmlformats.org/officeDocument/2006/relationships/notesMaster" Target="/ppt/notesMasters/notesMaster1.xml" Id="R820613eee63148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1d57ebccf64b2a" /><Relationship Type="http://schemas.openxmlformats.org/officeDocument/2006/relationships/notesMaster" Target="/ppt/notesMasters/notesMaster1.xml" Id="R99d1434721b441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ba28ee03654424" /><Relationship Type="http://schemas.openxmlformats.org/officeDocument/2006/relationships/notesMaster" Target="/ppt/notesMasters/notesMaster1.xml" Id="Rb75135caa5914b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869cbe9d1a4e3b" /><Relationship Type="http://schemas.openxmlformats.org/officeDocument/2006/relationships/notesMaster" Target="/ppt/notesMasters/notesMaster1.xml" Id="R01811b95bf274a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3c3d38ea14420a" /><Relationship Type="http://schemas.openxmlformats.org/officeDocument/2006/relationships/notesMaster" Target="/ppt/notesMasters/notesMaster1.xml" Id="R631a51c5225b49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46662c903d49fe" /><Relationship Type="http://schemas.openxmlformats.org/officeDocument/2006/relationships/notesMaster" Target="/ppt/notesMasters/notesMaster1.xml" Id="R373ec9bee94143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a79b446c9b4542" /><Relationship Type="http://schemas.openxmlformats.org/officeDocument/2006/relationships/notesMaster" Target="/ppt/notesMasters/notesMaster1.xml" Id="R7ae88cf625f142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1aaaae0be94785" /><Relationship Type="http://schemas.openxmlformats.org/officeDocument/2006/relationships/notesMaster" Target="/ppt/notesMasters/notesMaster1.xml" Id="Rcf3cb82dddd1410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0feeedf4b24e1f" /><Relationship Type="http://schemas.openxmlformats.org/officeDocument/2006/relationships/notesMaster" Target="/ppt/notesMasters/notesMaster1.xml" Id="R32ee377fc7ec415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02ccbb569d4d78" /><Relationship Type="http://schemas.openxmlformats.org/officeDocument/2006/relationships/notesMaster" Target="/ppt/notesMasters/notesMaster1.xml" Id="Rd7465f0d975442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0cc2249749435e" /><Relationship Type="http://schemas.openxmlformats.org/officeDocument/2006/relationships/notesMaster" Target="/ppt/notesMasters/notesMaster1.xml" Id="Rfa907b3b414f4f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5bfe74791f48bc" /><Relationship Type="http://schemas.openxmlformats.org/officeDocument/2006/relationships/notesMaster" Target="/ppt/notesMasters/notesMaster1.xml" Id="R271f2b554cea42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eebe282f444b0f" /><Relationship Type="http://schemas.openxmlformats.org/officeDocument/2006/relationships/notesMaster" Target="/ppt/notesMasters/notesMaster1.xml" Id="Ra48489b1ed7144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b64c17d975d41b3" /><Relationship Type="http://schemas.openxmlformats.org/officeDocument/2006/relationships/notesMaster" Target="/ppt/notesMasters/notesMaster1.xml" Id="R6fdddcaa670646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49f7b94f9c47aa" /><Relationship Type="http://schemas.openxmlformats.org/officeDocument/2006/relationships/notesMaster" Target="/ppt/notesMasters/notesMaster1.xml" Id="R00fadeb4aff047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909ab5227e4883" /><Relationship Type="http://schemas.openxmlformats.org/officeDocument/2006/relationships/notesMaster" Target="/ppt/notesMasters/notesMaster1.xml" Id="R2acbd8117d264b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8cd81c95d94ffb" /><Relationship Type="http://schemas.openxmlformats.org/officeDocument/2006/relationships/notesMaster" Target="/ppt/notesMasters/notesMaster1.xml" Id="Rcc5d6b4814f647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Authored teaching pictures, not historical photographs.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The park, in square 1122.</a:t>
            </a:r>
          </a:p>
          <a:p xmlns:a="http://schemas.openxmlformats.org/drawingml/2006/main">
            <a:r>
              <a:t>An action that meets a need</a:t>
            </a:r>
          </a:p>
          <a:p xmlns:a="http://schemas.openxmlformats.org/drawingml/2006/main">
            <a:r>
              <a:t>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</a:t>
            </a:r>
          </a:p>
          <a:p xmlns:a="http://schemas.openxmlformats.org/drawingml/2006/main">
            <a:r>
              <a:t>The park, in square 1122.</a:t>
            </a:r>
          </a:p>
          <a:p xmlns:a="http://schemas.openxmlformats.org/drawingml/2006/main">
            <a:r>
              <a:t>An action that meets a need Accept a relevant example.</a:t>
            </a:r>
          </a:p>
          <a:p xmlns:a="http://schemas.openxmlformats.org/drawingml/2006/main">
            <a:r>
              <a:t>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A: the library books. It cannot establish a real person’s whole experience or belief.</a:t>
            </a:r>
          </a:p>
          <a:p xmlns:a="http://schemas.openxmlformats.org/drawingml/2006/main">
            <a:r>
              <a:t>The park, in square 1122.</a:t>
            </a:r>
          </a:p>
          <a:p xmlns:a="http://schemas.openxmlformats.org/drawingml/2006/main">
            <a:r>
              <a:t>An action that meets a need Accept a supported connection.</a:t>
            </a:r>
          </a:p>
          <a:p xmlns:a="http://schemas.openxmlformats.org/drawingml/2006/main">
            <a:r>
              <a:t>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 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 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 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 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 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 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park, in square 1122. 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BUILD_A1_W06, page 4. F: individual contribution plus one independent location/pattern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a5926ea11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f47a8b3cfd430b" /><Relationship Type="http://schemas.openxmlformats.org/officeDocument/2006/relationships/slideLayout" Target="/ppt/slideLayouts/slideLayout1.xml" Id="R60adabeb1b65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adabeb1b65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a3a11ed424df2" /><Relationship Type="http://schemas.openxmlformats.org/officeDocument/2006/relationships/notesSlide" Target="/ppt/notesSlides/notesSlide1.xml" Id="R9bf54d09c77641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6d42752934070" /><Relationship Type="http://schemas.openxmlformats.org/officeDocument/2006/relationships/image" Target="/ppt/media/image.png" Id="Rd9bea16a8b3a4372" /><Relationship Type="http://schemas.openxmlformats.org/officeDocument/2006/relationships/notesSlide" Target="/ppt/notesSlides/notesSlide2.xml" Id="Rbc1caa88e26647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2d16b479643c9" /><Relationship Type="http://schemas.openxmlformats.org/officeDocument/2006/relationships/notesSlide" Target="/ppt/notesSlides/notesSlide3.xml" Id="R83a698494b7b4c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d40d30b0c44a4" /><Relationship Type="http://schemas.openxmlformats.org/officeDocument/2006/relationships/notesSlide" Target="/ppt/notesSlides/notesSlide4.xml" Id="Rb537b18018804e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983c7c9664db3" /><Relationship Type="http://schemas.openxmlformats.org/officeDocument/2006/relationships/notesSlide" Target="/ppt/notesSlides/notesSlide5.xml" Id="Rd9ef1c849f1745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fecf5edfa4a74" /><Relationship Type="http://schemas.openxmlformats.org/officeDocument/2006/relationships/notesSlide" Target="/ppt/notesSlides/notesSlide6.xml" Id="Radaec0a7478d45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f1e8f050a4116" /><Relationship Type="http://schemas.openxmlformats.org/officeDocument/2006/relationships/notesSlide" Target="/ppt/notesSlides/notesSlide7.xml" Id="Rbb3a036c499140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ef7f3bde34c93" /><Relationship Type="http://schemas.openxmlformats.org/officeDocument/2006/relationships/notesSlide" Target="/ppt/notesSlides/notesSlide8.xml" Id="Rbe9a6616098549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b9a69badd443c" /><Relationship Type="http://schemas.openxmlformats.org/officeDocument/2006/relationships/notesSlide" Target="/ppt/notesSlides/notesSlide9.xml" Id="Rba4cb22ee27e46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2a849975b45c8" /><Relationship Type="http://schemas.openxmlformats.org/officeDocument/2006/relationships/notesSlide" Target="/ppt/notesSlides/notesSlide10.xml" Id="R897eeb7cf12a41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8860b3d1c4fbd" /><Relationship Type="http://schemas.openxmlformats.org/officeDocument/2006/relationships/notesSlide" Target="/ppt/notesSlides/notesSlide11.xml" Id="R5cf27400b05c43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e0b6033244385" /><Relationship Type="http://schemas.openxmlformats.org/officeDocument/2006/relationships/notesSlide" Target="/ppt/notesSlides/notesSlide12.xml" Id="R00338722ae134c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f886a510440b8" /><Relationship Type="http://schemas.openxmlformats.org/officeDocument/2006/relationships/notesSlide" Target="/ppt/notesSlides/notesSlide13.xml" Id="Rf912875c323d4f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a02f65014471a" /><Relationship Type="http://schemas.openxmlformats.org/officeDocument/2006/relationships/notesSlide" Target="/ppt/notesSlides/notesSlide14.xml" Id="R8b3c80f654bf46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6e7742aba4af5" /><Relationship Type="http://schemas.openxmlformats.org/officeDocument/2006/relationships/notesSlide" Target="/ppt/notesSlides/notesSlide15.xml" Id="R06c3ff56ac7247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709cc5dc47b4" /><Relationship Type="http://schemas.openxmlformats.org/officeDocument/2006/relationships/notesSlide" Target="/ppt/notesSlides/notesSlide16.xml" Id="Rbfd05b899f2443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676bfc2cc4dcb" /><Relationship Type="http://schemas.openxmlformats.org/officeDocument/2006/relationships/notesSlide" Target="/ppt/notesSlides/notesSlide17.xml" Id="R8856a28b7a0c42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1974e1a894223" /><Relationship Type="http://schemas.openxmlformats.org/officeDocument/2006/relationships/notesSlide" Target="/ppt/notesSlides/notesSlide18.xml" Id="R55e05ca7077843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eddf7a6af456f" /><Relationship Type="http://schemas.openxmlformats.org/officeDocument/2006/relationships/notesSlide" Target="/ppt/notesSlides/notesSlide19.xml" Id="R5f5f789cae664e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cfbd23c134564" /><Relationship Type="http://schemas.openxmlformats.org/officeDocument/2006/relationships/notesSlide" Target="/ppt/notesSlides/notesSlide20.xml" Id="Ra8cc1802a9fc49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83b55d766494f" /><Relationship Type="http://schemas.openxmlformats.org/officeDocument/2006/relationships/notesSlide" Target="/ppt/notesSlides/notesSlide21.xml" Id="R167fffb6ad164ea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c94b6ba4f47c3" /><Relationship Type="http://schemas.openxmlformats.org/officeDocument/2006/relationships/notesSlide" Target="/ppt/notesSlides/notesSlide22.xml" Id="R8147891039e840d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e590bd1a14bc2" /><Relationship Type="http://schemas.openxmlformats.org/officeDocument/2006/relationships/notesSlide" Target="/ppt/notesSlides/notesSlide23.xml" Id="Rb46abc06f9ae4c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68C5-B78D-4C05-B520-95A0D4C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AB04C-47BA-4B42-A897-CE4E0B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68D73-5E88-45C6-B859-3A32C7B7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class community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BDBF9-5666-4816-80ED-9357EB08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EA736-9B1C-425B-9520-72113BA2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Contribute to a class community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2B2BF-1BE9-4FA8-9951-720F7E81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Who helps us belong to a community?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identify important people and places, describe a change, and explain one way I belong.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E917-2B31-4E4D-B5B4-BC161841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23</a:t>
            </a:r>
          </a:p>
        </p:txBody>
      </p:sp>
    </p:spTree>
    <p:extLst>
      <p:ext uri="{BB962C8B-B14F-4D97-AF65-F5344CB8AC3E}">
        <p14:creationId xmlns:p14="http://schemas.microsoft.com/office/powerpoint/2010/main" val="108120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4C408-717C-4B30-BEED-12455AD9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B48D2-197F-41FA-B804-F49671B2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C505E-B67D-40BA-A8B7-36A61B6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Picture choices for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CC9E0-3D54-4ADB-97A3-92394EE2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801C0-302B-4A9F-B982-75A5E2D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Point, choose or explain. Revisit this visual beside your chosen route.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ea16a8b3a4372"/>
          <a:stretch xmlns:a="http://schemas.openxmlformats.org/drawingml/2006/main"/>
        </p:blipFill>
        <p:spPr>
          <a:xfrm xmlns:a="http://schemas.openxmlformats.org/drawingml/2006/main">
            <a:off x="762000" y="3028950"/>
            <a:ext cx="10668000" cy="2800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4F422-C662-4C57-B5BA-2B1C9FEB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23</a:t>
            </a:r>
          </a:p>
        </p:txBody>
      </p:sp>
    </p:spTree>
    <p:extLst>
      <p:ext uri="{BB962C8B-B14F-4D97-AF65-F5344CB8AC3E}">
        <p14:creationId xmlns:p14="http://schemas.microsoft.com/office/powerpoint/2010/main" val="14511616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4642B-08AC-4C0E-816A-3D6DD447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04DC9-EA26-4F9B-B441-982E3EFB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4B946-6632-47B2-94FF-068BA22C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5EB70-A7C3-48EE-8F74-98998227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45CC7-7B46-430E-9B48-8F07CE60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C5AE5-B39A-4C55-A547-F0C630A0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lies north of the hall?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“care”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keep an individual contribution?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999D9-F709-4461-ACB0-E619776A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23</a:t>
            </a:r>
          </a:p>
        </p:txBody>
      </p:sp>
    </p:spTree>
    <p:extLst>
      <p:ext uri="{BB962C8B-B14F-4D97-AF65-F5344CB8AC3E}">
        <p14:creationId xmlns:p14="http://schemas.microsoft.com/office/powerpoint/2010/main" val="12845911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32D0F-2DCC-42CC-A00A-BFE575CB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798F3-7202-4205-B21C-54CEC120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B73D6-854E-40E8-A726-7BFA77EC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4C1BB-DFC4-4D17-BE7F-C75112E2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0D20F-AE41-4239-A1F9-0C48CB8B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55B60-D306-4070-9504-A10E94E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Explain your choice.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 or B. Point first; an adult can record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lies north of the hall?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care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keep an individual contribution?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37A2D-AFEE-48EC-AD8D-9B499F32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23</a:t>
            </a:r>
          </a:p>
        </p:txBody>
      </p:sp>
    </p:spTree>
    <p:extLst>
      <p:ext uri="{BB962C8B-B14F-4D97-AF65-F5344CB8AC3E}">
        <p14:creationId xmlns:p14="http://schemas.microsoft.com/office/powerpoint/2010/main" val="1771223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8CE85-BB4E-4D6E-9F33-D7468C51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6224C-672F-470D-8420-77565C17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E3C69-91BC-459B-B355-7A0109AD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9AE54-CF9C-41A3-9C5A-FC2C3EC4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DDCC1-9F1F-49EF-8CD0-E397E82C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CBD7A-2678-4C69-AA3D-32F3B56D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Which picture can help someone find a book? What can this teaching picture not tell us?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Separate the illustration from historical or personal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lies north of the hall?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care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Why keep an individual contribution?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5954F-D4AD-4123-B758-E384D187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5 / 23</a:t>
            </a:r>
          </a:p>
        </p:txBody>
      </p:sp>
    </p:spTree>
    <p:extLst>
      <p:ext uri="{BB962C8B-B14F-4D97-AF65-F5344CB8AC3E}">
        <p14:creationId xmlns:p14="http://schemas.microsoft.com/office/powerpoint/2010/main" val="1532999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20A06-4D15-475D-8D0E-0EEA43EF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0BB4-BF6D-4727-92A9-17E4F2EB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AAA40E-23B7-4F39-AF3B-0E3FE1B8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5DAA3-73D1-4DAB-9490-5BD442D7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407E-DACE-4262-8D1E-010FB43C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lies north of the hall?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C26A3-02C6-4569-8340-DFFE257F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community: People linked by a place or activity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care: An action that meets a need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belong: Feel included in a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service: Work that helps people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66A2D-2537-4A60-8BAA-9FB0A2FA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6 / 23</a:t>
            </a:r>
          </a:p>
        </p:txBody>
      </p:sp>
    </p:spTree>
    <p:extLst>
      <p:ext uri="{BB962C8B-B14F-4D97-AF65-F5344CB8AC3E}">
        <p14:creationId xmlns:p14="http://schemas.microsoft.com/office/powerpoint/2010/main" val="8104698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5C41F-6EF0-4626-B254-83ACD7E3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6D919-7D7E-4901-8DE9-6CECD132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9840D-11E1-48A8-9A21-CBF4C73F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0C505-4AD2-45F0-825B-8E7D7A26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F4E0D-EAA5-40E7-87AB-160BA08B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Alex and Sam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CC5E6-9F7C-4FDC-8D1B-6F306C97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Fictional case: Alex is new to the youth club. Sam, a trusted club worker, explains the choices and shows Alex a quiet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B4116-F1CD-46EF-8C67-C06BDDA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23</a:t>
            </a:r>
          </a:p>
        </p:txBody>
      </p:sp>
    </p:spTree>
    <p:extLst>
      <p:ext uri="{BB962C8B-B14F-4D97-AF65-F5344CB8AC3E}">
        <p14:creationId xmlns:p14="http://schemas.microsoft.com/office/powerpoint/2010/main" val="1057989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F2785-7CD1-4A7D-BF48-A63163AD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92E4F-FB35-4C92-9621-81C0A7A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9DE40-8EDD-48E1-A945-799F0095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CACF1-F3B5-4541-9483-B60429DC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B0E82-973A-48A6-9FC0-02936025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09F42-D9E9-49E1-8053-F31E94FF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A library lends books and can offer space to read or find information. Our practice map puts the library in square 1021.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85837-4993-442F-96F6-39A204B9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23</a:t>
            </a:r>
          </a:p>
        </p:txBody>
      </p:sp>
    </p:spTree>
    <p:extLst>
      <p:ext uri="{BB962C8B-B14F-4D97-AF65-F5344CB8AC3E}">
        <p14:creationId xmlns:p14="http://schemas.microsoft.com/office/powerpoint/2010/main" val="539192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7690A-B468-4387-8684-50F8374F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DD876-70C4-48E7-AEE1-26ED8BD1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1E14F-80B7-4151-9DE2-9FFD4737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2274D-F6E3-4EC9-836D-9CD3A888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637DA-F233-42AC-A595-A192E4E4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Health centre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0D349-479D-46CA-A3AD-20178D98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practice health centre is in square 1221. A receptionist helps people arrange appointments; trained health staff provide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76646-70CE-44C3-9E67-E62CEAE7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23</a:t>
            </a:r>
          </a:p>
        </p:txBody>
      </p:sp>
    </p:spTree>
    <p:extLst>
      <p:ext uri="{BB962C8B-B14F-4D97-AF65-F5344CB8AC3E}">
        <p14:creationId xmlns:p14="http://schemas.microsoft.com/office/powerpoint/2010/main" val="677411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027C4-6E86-4446-8D44-2C92CD94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D29F0-5B8C-4146-B984-F680EBDF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41634-F98F-4229-AA87-D737185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F8C07-2E1B-42B0-9462-9E75E513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4C776-6EE2-435E-ACE9-39571F7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Park and hall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4655A-D3B0-4130-90E9-4B6B76F0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Our practice park is in 1122 and community hall in 1121. The hall hosts a drawing club with an optional quiet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5DE45-1ABD-49C5-94A3-A4C4808E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23</a:t>
            </a:r>
          </a:p>
        </p:txBody>
      </p:sp>
    </p:spTree>
    <p:extLst>
      <p:ext uri="{BB962C8B-B14F-4D97-AF65-F5344CB8AC3E}">
        <p14:creationId xmlns:p14="http://schemas.microsoft.com/office/powerpoint/2010/main" val="401703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3C0E0-BDCD-4836-A9C7-0EBFB96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26FC1-AC93-4B6A-8070-B9CF5820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06D6B-5A8E-4AF3-AC56-10B3634A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73A48-6579-4EE9-80EC-E258AC0A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53799-57FE-4179-9430-9C4EB220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00309-695F-4327-9D32-DFA575F1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lies north of the hall?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94DAE-145E-423B-B613-6B05B6AB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23</a:t>
            </a:r>
          </a:p>
        </p:txBody>
      </p:sp>
    </p:spTree>
    <p:extLst>
      <p:ext uri="{BB962C8B-B14F-4D97-AF65-F5344CB8AC3E}">
        <p14:creationId xmlns:p14="http://schemas.microsoft.com/office/powerpoint/2010/main" val="1565629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C5202-39F3-4EF4-B223-29EB4B4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B04AC-59E3-4DA7-8898-5B07FEDF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416F3-3638-485C-919F-B4CBBA0D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1F5F6-9093-44C3-91FC-BD8D22D3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283C0-8C1F-44B6-B31D-B30FEDC3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5F41B-27E1-49F8-BEDE-13DB743C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Use the date, key and source labels on the visual resource.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A609A-715B-4281-B399-9A7339FE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23</a:t>
            </a:r>
          </a:p>
        </p:txBody>
      </p:sp>
    </p:spTree>
    <p:extLst>
      <p:ext uri="{BB962C8B-B14F-4D97-AF65-F5344CB8AC3E}">
        <p14:creationId xmlns:p14="http://schemas.microsoft.com/office/powerpoint/2010/main" val="13976732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9C262-8D9B-4BC3-BD2D-D6654F9E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D8546-8D78-489B-AFFB-A215B47D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D0C56-BE76-4C3E-911F-FD83F1EA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32057-E521-44EB-A0C8-F2C1C37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40CD6-D2D8-4B1A-9666-B308F0F4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19129-DE5B-4858-B7D3-DACB0DBD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The park, in square 1122.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820CC-28EE-4E46-944A-DC09A074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23</a:t>
            </a:r>
          </a:p>
        </p:txBody>
      </p:sp>
    </p:spTree>
    <p:extLst>
      <p:ext uri="{BB962C8B-B14F-4D97-AF65-F5344CB8AC3E}">
        <p14:creationId xmlns:p14="http://schemas.microsoft.com/office/powerpoint/2010/main" val="1686831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72D97-3558-4E41-B3AB-E525296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282D2-EF7C-4BAA-9C57-D01A66B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597819-EF1B-492F-99EA-341967E9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A3688-400A-4FC7-A0F1-B962F8C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87367-7413-41A6-AA58-B45E8D50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4C70B-966B-46A2-AD4E-0275E82A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It shows what each learner can locate and explain.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E8604-26C3-45F5-8D45-9EBA14A2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14 / 23</a:t>
            </a:r>
          </a:p>
        </p:txBody>
      </p:sp>
    </p:spTree>
    <p:extLst>
      <p:ext uri="{BB962C8B-B14F-4D97-AF65-F5344CB8AC3E}">
        <p14:creationId xmlns:p14="http://schemas.microsoft.com/office/powerpoint/2010/main" val="6601149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E64D2-7661-4CFA-8A1E-83363834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47395-E877-432C-89D7-78047D5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43957-454E-4C7D-B60C-1B6553E2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C79DC-63FA-422D-A754-BC6A1585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25B41-6062-40DE-ACC5-C815BCBA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Agree a map key. Each person adds or identifies one place without moving someone else’s contribution.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23E35-2AB3-4027-BF2B-7711E7BD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My contribution is ___. It matters because ___. North of the hall is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53830-11A4-4192-8348-1F80E17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23</a:t>
            </a:r>
          </a:p>
        </p:txBody>
      </p:sp>
    </p:spTree>
    <p:extLst>
      <p:ext uri="{BB962C8B-B14F-4D97-AF65-F5344CB8AC3E}">
        <p14:creationId xmlns:p14="http://schemas.microsoft.com/office/powerpoint/2010/main" val="8773168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E9334-A135-49D9-B4C4-66B68CAC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49D22-D614-4724-B893-808979EF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64374-6711-4899-AAC7-9D2D6042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368AC-0965-47FE-B6F0-F698C8F5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00CD4-5CA8-45A1-A50C-89308A3F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A1EBA-84D2-4574-9E64-A0E3E74F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Start with a labelled place and a reduced set of location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Use the key, direction and location clues before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Explain the effect of map scale or the limits of the location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E9712-24E6-48FA-8B9D-0AFD1429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16 / 23</a:t>
            </a:r>
          </a:p>
        </p:txBody>
      </p:sp>
    </p:spTree>
    <p:extLst>
      <p:ext uri="{BB962C8B-B14F-4D97-AF65-F5344CB8AC3E}">
        <p14:creationId xmlns:p14="http://schemas.microsoft.com/office/powerpoint/2010/main" val="10213527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4F81F-8AD9-4BC1-9D71-7EE5487C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AE7AD-746B-4DF0-98CD-13B81142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2120A-8DE4-4B73-BDF9-D731E01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8D4C8-71A4-4520-85C1-E8981F8E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AAA94-0F26-4302-BC6B-AB3A3BF6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Contribute to a class community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65FA1-F439-45EE-8C5B-56FF65D5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Add one place or helper to a class map, with your own labelled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why the place or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independently: what lies north of the hall on the practice map?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My contribution is ___. It matters because ___. North of the hall is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7D396-1D94-4BD1-A27E-82F02BA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23</a:t>
            </a:r>
          </a:p>
        </p:txBody>
      </p:sp>
    </p:spTree>
    <p:extLst>
      <p:ext uri="{BB962C8B-B14F-4D97-AF65-F5344CB8AC3E}">
        <p14:creationId xmlns:p14="http://schemas.microsoft.com/office/powerpoint/2010/main" val="17445726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6A4A0-202B-41BC-951D-0F58FFE6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9B548-4C0F-4E55-AE39-750B7ED9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E1338-13D6-48A2-B808-AD04B05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414CA-F6D7-484B-A285-FDFE4DE8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29CDC-A057-4032-8563-2A70398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Contribute to a class community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441F4-DDB0-49DA-923A-8235E4CB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Add one place or helper to a class map, with your own labelled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why the place or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independently: what lies north of the hall on the practice map?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My contribution is ___. It matters because ___. North of the hall is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D569C-381A-4DF1-8B27-50652B2F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23</a:t>
            </a:r>
          </a:p>
        </p:txBody>
      </p:sp>
    </p:spTree>
    <p:extLst>
      <p:ext uri="{BB962C8B-B14F-4D97-AF65-F5344CB8AC3E}">
        <p14:creationId xmlns:p14="http://schemas.microsoft.com/office/powerpoint/2010/main" val="3014867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80462-28F9-4739-9FC8-1E8F2789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09611-EEF1-4AE6-8E1C-51758B2B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FC005-B152-4756-A496-BE6CF81C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BF1EF-0C16-47F1-9E1E-640EA00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5FDA0-C6CA-456A-A6B7-7805CE7B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Contribute to a class community 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6C8AD-93A1-4A3D-8DC6-DC6A1D26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Add one place or helper to a class map, with your own labelled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Explain why the place or person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Answer independently: what lies north of the hall on the practice map?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whether the key lets another person understand the map; make one improvement.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F0F86-94FE-4461-8EE1-4F464B0C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19 / 23</a:t>
            </a:r>
          </a:p>
        </p:txBody>
      </p:sp>
    </p:spTree>
    <p:extLst>
      <p:ext uri="{BB962C8B-B14F-4D97-AF65-F5344CB8AC3E}">
        <p14:creationId xmlns:p14="http://schemas.microsoft.com/office/powerpoint/2010/main" val="110244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FB792-4B14-4E2A-AB3E-8D1CA3D7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19C96-24BB-4911-823C-84ADFE4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92FC3-38F5-4A6D-9602-15ADBE74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03EF2-519D-4562-8DC6-33C1AD16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2239B-40A2-4EFD-8BC6-3B508BD0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individual contribution plus one independent location/pattern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CF529-5EE2-401D-8D9C-0D0E6939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It shows what each learner can locate and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5FEED-82D8-4B77-A428-A0A5304A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20 / 23</a:t>
            </a:r>
          </a:p>
        </p:txBody>
      </p:sp>
    </p:spTree>
    <p:extLst>
      <p:ext uri="{BB962C8B-B14F-4D97-AF65-F5344CB8AC3E}">
        <p14:creationId xmlns:p14="http://schemas.microsoft.com/office/powerpoint/2010/main" val="188554516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5D955-6E6A-4D09-B611-9C942D00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A04EA-6B4D-4CBE-82FE-20E9FF0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3AC77-B300-426F-A1BA-18185BB6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F9CEA-B5D1-4C90-AC4F-1207D0A1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77220-18E1-403F-920B-CBB76F81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FBC14-2B37-4E13-A03F-35BED3C0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lies north of the hall?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My contribution is ___. It matters because ___. North of the hall is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keep an individual contribution?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4D045-8BCC-4681-93F1-C7960DB0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23</a:t>
            </a:r>
          </a:p>
        </p:txBody>
      </p:sp>
    </p:spTree>
    <p:extLst>
      <p:ext uri="{BB962C8B-B14F-4D97-AF65-F5344CB8AC3E}">
        <p14:creationId xmlns:p14="http://schemas.microsoft.com/office/powerpoint/2010/main" val="14870354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90D67-D21C-406E-A5F2-535630F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7F8F1-136F-4824-9D30-5C55123A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6E45E-0F34-4325-8DFF-47AF7958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32ED7-3AE9-42CC-9720-5E081D09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1293F-50F0-4A8A-BEE5-C1C3DFFF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89833-48CF-4A9B-B7A9-C83C84FF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lies north of the hall?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keep an individual contribution?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77E89-237E-4F57-A399-CAE7B93A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23</a:t>
            </a:r>
          </a:p>
        </p:txBody>
      </p:sp>
    </p:spTree>
    <p:extLst>
      <p:ext uri="{BB962C8B-B14F-4D97-AF65-F5344CB8AC3E}">
        <p14:creationId xmlns:p14="http://schemas.microsoft.com/office/powerpoint/2010/main" val="3788898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5DEB9-5337-4A54-A5BE-33032F94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88B53-2724-4A70-AA2D-3CF9B3E8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HUMANITIES  /  AUTUMN 1  /  WEEK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7EA93-2DE8-4C4F-BF37-71612E37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8840D-99E5-465C-BAA4-1EEE9C4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3266A-F83E-4662-80B5-D39CDA22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E6839-571B-4B78-955F-6D07926C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lies north of the hall?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Why keep an individual contribution?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39864-F312-429F-B1BA-385DA308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23 / 23</a:t>
            </a:r>
          </a:p>
        </p:txBody>
      </p:sp>
    </p:spTree>
    <p:extLst>
      <p:ext uri="{BB962C8B-B14F-4D97-AF65-F5344CB8AC3E}">
        <p14:creationId xmlns:p14="http://schemas.microsoft.com/office/powerpoint/2010/main" val="897787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2026-09-19T15:02:22.7540000Z</dcterms:created>
  <dcterms:modified xsi:type="dcterms:W3CDTF">2026-09-19T15:02:22.7540000Z</dcterms:modified>
</coreProperties>
</file>