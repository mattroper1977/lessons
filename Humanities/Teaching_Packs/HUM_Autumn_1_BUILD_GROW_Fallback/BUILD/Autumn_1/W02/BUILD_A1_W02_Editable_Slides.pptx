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6e3f664dd48d8" /><Relationship Type="http://schemas.openxmlformats.org/officeDocument/2006/relationships/extended-properties" Target="/docProps/app.xml" Id="Rfbed5ae48d234d43" /><Relationship Type="http://schemas.openxmlformats.org/officeDocument/2006/relationships/officeDocument" Target="/ppt/presentation.xml" Id="R2d8eb582a511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7f98d7ad314124"/>
  </p:sldMasterIdLst>
  <p:notesMasterIdLst>
    <p:notesMasterId xmlns:r="http://schemas.openxmlformats.org/officeDocument/2006/relationships" r:id="Rd45d2ea62fec4832"/>
  </p:notesMasterIdLst>
  <p:sldIdLst>
    <p:sldId xmlns:r="http://schemas.openxmlformats.org/officeDocument/2006/relationships" id="256" r:id="Raf6a7ab79a564470"/>
    <p:sldId xmlns:r="http://schemas.openxmlformats.org/officeDocument/2006/relationships" id="257" r:id="Rdd766b9340f94b15"/>
    <p:sldId xmlns:r="http://schemas.openxmlformats.org/officeDocument/2006/relationships" id="258" r:id="R1aa57d5005154c93"/>
    <p:sldId xmlns:r="http://schemas.openxmlformats.org/officeDocument/2006/relationships" id="259" r:id="Rb4d722a1a8d543d2"/>
    <p:sldId xmlns:r="http://schemas.openxmlformats.org/officeDocument/2006/relationships" id="260" r:id="R4baff0e46aca4241"/>
    <p:sldId xmlns:r="http://schemas.openxmlformats.org/officeDocument/2006/relationships" id="261" r:id="R3d64182d94e549b6"/>
    <p:sldId xmlns:r="http://schemas.openxmlformats.org/officeDocument/2006/relationships" id="262" r:id="R3b3d0e7883374144"/>
    <p:sldId xmlns:r="http://schemas.openxmlformats.org/officeDocument/2006/relationships" id="263" r:id="R875e903fb781430e"/>
    <p:sldId xmlns:r="http://schemas.openxmlformats.org/officeDocument/2006/relationships" id="264" r:id="R647e916f51584849"/>
    <p:sldId xmlns:r="http://schemas.openxmlformats.org/officeDocument/2006/relationships" id="265" r:id="R46a09594b74a49ff"/>
    <p:sldId xmlns:r="http://schemas.openxmlformats.org/officeDocument/2006/relationships" id="266" r:id="R3b0a4bec842143db"/>
    <p:sldId xmlns:r="http://schemas.openxmlformats.org/officeDocument/2006/relationships" id="267" r:id="Rea4a50e901384269"/>
    <p:sldId xmlns:r="http://schemas.openxmlformats.org/officeDocument/2006/relationships" id="268" r:id="R3682638ab6b64d6d"/>
    <p:sldId xmlns:r="http://schemas.openxmlformats.org/officeDocument/2006/relationships" id="269" r:id="R72051a3d60d640fc"/>
    <p:sldId xmlns:r="http://schemas.openxmlformats.org/officeDocument/2006/relationships" id="270" r:id="R83ad5b8b2caa4be9"/>
    <p:sldId xmlns:r="http://schemas.openxmlformats.org/officeDocument/2006/relationships" id="271" r:id="R19c8af07ae7241f7"/>
    <p:sldId xmlns:r="http://schemas.openxmlformats.org/officeDocument/2006/relationships" id="272" r:id="R7ad7204de5b84f68"/>
    <p:sldId xmlns:r="http://schemas.openxmlformats.org/officeDocument/2006/relationships" id="273" r:id="Rc370bd5107f94926"/>
    <p:sldId xmlns:r="http://schemas.openxmlformats.org/officeDocument/2006/relationships" id="274" r:id="R10c8fc41be3842b1"/>
    <p:sldId xmlns:r="http://schemas.openxmlformats.org/officeDocument/2006/relationships" id="275" r:id="R9f4dfeb992d34535"/>
    <p:sldId xmlns:r="http://schemas.openxmlformats.org/officeDocument/2006/relationships" id="276" r:id="R4a7ef0aea3b94dcc"/>
    <p:sldId xmlns:r="http://schemas.openxmlformats.org/officeDocument/2006/relationships" id="277" r:id="R1613ba09978c46e1"/>
    <p:sldId xmlns:r="http://schemas.openxmlformats.org/officeDocument/2006/relationships" id="278" r:id="R74d5ec4a94c248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bb0a7e23d34c6f" /><Relationship Type="http://schemas.openxmlformats.org/officeDocument/2006/relationships/slideMaster" Target="/ppt/slideMasters/slideMaster1.xml" Id="R727f98d7ad314124" /><Relationship Type="http://schemas.openxmlformats.org/officeDocument/2006/relationships/notesMaster" Target="/ppt/notesMasters/notesMaster1.xml" Id="Rd45d2ea62fec4832" /><Relationship Type="http://schemas.openxmlformats.org/officeDocument/2006/relationships/presProps" Target="/ppt/presProps.xml" Id="R6898af861caa4d02" /><Relationship Type="http://schemas.openxmlformats.org/officeDocument/2006/relationships/tableStyles" Target="/ppt/tableStyles.xml" Id="Rd1952bb2ef5c4030" /><Relationship Type="http://schemas.openxmlformats.org/officeDocument/2006/relationships/slide" Target="/ppt/slides/slide1.xml" Id="Raf6a7ab79a564470" /><Relationship Type="http://schemas.openxmlformats.org/officeDocument/2006/relationships/slide" Target="/ppt/slides/slide2.xml" Id="Rdd766b9340f94b15" /><Relationship Type="http://schemas.openxmlformats.org/officeDocument/2006/relationships/slide" Target="/ppt/slides/slide3.xml" Id="R1aa57d5005154c93" /><Relationship Type="http://schemas.openxmlformats.org/officeDocument/2006/relationships/slide" Target="/ppt/slides/slide4.xml" Id="Rb4d722a1a8d543d2" /><Relationship Type="http://schemas.openxmlformats.org/officeDocument/2006/relationships/slide" Target="/ppt/slides/slide5.xml" Id="R4baff0e46aca4241" /><Relationship Type="http://schemas.openxmlformats.org/officeDocument/2006/relationships/slide" Target="/ppt/slides/slide6.xml" Id="R3d64182d94e549b6" /><Relationship Type="http://schemas.openxmlformats.org/officeDocument/2006/relationships/slide" Target="/ppt/slides/slide7.xml" Id="R3b3d0e7883374144" /><Relationship Type="http://schemas.openxmlformats.org/officeDocument/2006/relationships/slide" Target="/ppt/slides/slide8.xml" Id="R875e903fb781430e" /><Relationship Type="http://schemas.openxmlformats.org/officeDocument/2006/relationships/slide" Target="/ppt/slides/slide9.xml" Id="R647e916f51584849" /><Relationship Type="http://schemas.openxmlformats.org/officeDocument/2006/relationships/slide" Target="/ppt/slides/slide10.xml" Id="R46a09594b74a49ff" /><Relationship Type="http://schemas.openxmlformats.org/officeDocument/2006/relationships/slide" Target="/ppt/slides/slide11.xml" Id="R3b0a4bec842143db" /><Relationship Type="http://schemas.openxmlformats.org/officeDocument/2006/relationships/slide" Target="/ppt/slides/slide12.xml" Id="Rea4a50e901384269" /><Relationship Type="http://schemas.openxmlformats.org/officeDocument/2006/relationships/slide" Target="/ppt/slides/slide13.xml" Id="R3682638ab6b64d6d" /><Relationship Type="http://schemas.openxmlformats.org/officeDocument/2006/relationships/slide" Target="/ppt/slides/slide14.xml" Id="R72051a3d60d640fc" /><Relationship Type="http://schemas.openxmlformats.org/officeDocument/2006/relationships/slide" Target="/ppt/slides/slide15.xml" Id="R83ad5b8b2caa4be9" /><Relationship Type="http://schemas.openxmlformats.org/officeDocument/2006/relationships/slide" Target="/ppt/slides/slide16.xml" Id="R19c8af07ae7241f7" /><Relationship Type="http://schemas.openxmlformats.org/officeDocument/2006/relationships/slide" Target="/ppt/slides/slide17.xml" Id="R7ad7204de5b84f68" /><Relationship Type="http://schemas.openxmlformats.org/officeDocument/2006/relationships/slide" Target="/ppt/slides/slide18.xml" Id="Rc370bd5107f94926" /><Relationship Type="http://schemas.openxmlformats.org/officeDocument/2006/relationships/slide" Target="/ppt/slides/slide19.xml" Id="R10c8fc41be3842b1" /><Relationship Type="http://schemas.openxmlformats.org/officeDocument/2006/relationships/slide" Target="/ppt/slides/slide20.xml" Id="R9f4dfeb992d34535" /><Relationship Type="http://schemas.openxmlformats.org/officeDocument/2006/relationships/slide" Target="/ppt/slides/slide21.xml" Id="R4a7ef0aea3b94dcc" /><Relationship Type="http://schemas.openxmlformats.org/officeDocument/2006/relationships/slide" Target="/ppt/slides/slide22.xml" Id="R1613ba09978c46e1" /><Relationship Type="http://schemas.openxmlformats.org/officeDocument/2006/relationships/slide" Target="/ppt/slides/slide23.xml" Id="R74d5ec4a94c248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33402a8b68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dda01772384d05" /><Relationship Type="http://schemas.openxmlformats.org/officeDocument/2006/relationships/notesMaster" Target="/ppt/notesMasters/notesMaster1.xml" Id="R5f71d9ce424342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8f183a5914a20" /><Relationship Type="http://schemas.openxmlformats.org/officeDocument/2006/relationships/notesMaster" Target="/ppt/notesMasters/notesMaster1.xml" Id="Rc49a1d73731940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a674d6da4f4a94" /><Relationship Type="http://schemas.openxmlformats.org/officeDocument/2006/relationships/notesMaster" Target="/ppt/notesMasters/notesMaster1.xml" Id="R85d1aecfd7ba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a7cde2de3f4c85" /><Relationship Type="http://schemas.openxmlformats.org/officeDocument/2006/relationships/notesMaster" Target="/ppt/notesMasters/notesMaster1.xml" Id="R8a1b176188f143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54cb6422944808" /><Relationship Type="http://schemas.openxmlformats.org/officeDocument/2006/relationships/notesMaster" Target="/ppt/notesMasters/notesMaster1.xml" Id="R0605e7df532144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e54575f35d4815" /><Relationship Type="http://schemas.openxmlformats.org/officeDocument/2006/relationships/notesMaster" Target="/ppt/notesMasters/notesMaster1.xml" Id="Rf470267f789542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8f3598e95d4e42" /><Relationship Type="http://schemas.openxmlformats.org/officeDocument/2006/relationships/notesMaster" Target="/ppt/notesMasters/notesMaster1.xml" Id="R0056626bcc424e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4a9edff1254859" /><Relationship Type="http://schemas.openxmlformats.org/officeDocument/2006/relationships/notesMaster" Target="/ppt/notesMasters/notesMaster1.xml" Id="R5c112f5647524a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04ca67a7c749d8" /><Relationship Type="http://schemas.openxmlformats.org/officeDocument/2006/relationships/notesMaster" Target="/ppt/notesMasters/notesMaster1.xml" Id="R41984bbe32204d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76acb291f840e0" /><Relationship Type="http://schemas.openxmlformats.org/officeDocument/2006/relationships/notesMaster" Target="/ppt/notesMasters/notesMaster1.xml" Id="R2733f444395847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e333bdfa9f484a" /><Relationship Type="http://schemas.openxmlformats.org/officeDocument/2006/relationships/notesMaster" Target="/ppt/notesMasters/notesMaster1.xml" Id="R1fc97ff6ebcb43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d001cc2af544c2" /><Relationship Type="http://schemas.openxmlformats.org/officeDocument/2006/relationships/notesMaster" Target="/ppt/notesMasters/notesMaster1.xml" Id="R04e6c829435548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c93f32b2c74ef1" /><Relationship Type="http://schemas.openxmlformats.org/officeDocument/2006/relationships/notesMaster" Target="/ppt/notesMasters/notesMaster1.xml" Id="Rf70886d68d744b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13e7baba5746c7" /><Relationship Type="http://schemas.openxmlformats.org/officeDocument/2006/relationships/notesMaster" Target="/ppt/notesMasters/notesMaster1.xml" Id="R6a003b6a30894c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8b3a25713948aa" /><Relationship Type="http://schemas.openxmlformats.org/officeDocument/2006/relationships/notesMaster" Target="/ppt/notesMasters/notesMaster1.xml" Id="R2e69d4826ccf43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33c235826b40a6" /><Relationship Type="http://schemas.openxmlformats.org/officeDocument/2006/relationships/notesMaster" Target="/ppt/notesMasters/notesMaster1.xml" Id="Ra632d12d34f242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ed1c2f4ea644ec" /><Relationship Type="http://schemas.openxmlformats.org/officeDocument/2006/relationships/notesMaster" Target="/ppt/notesMasters/notesMaster1.xml" Id="R26366f64d53347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ac1ae338b14e75" /><Relationship Type="http://schemas.openxmlformats.org/officeDocument/2006/relationships/notesMaster" Target="/ppt/notesMasters/notesMaster1.xml" Id="R39f7ad12fc6043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5dd6992b7345ac" /><Relationship Type="http://schemas.openxmlformats.org/officeDocument/2006/relationships/notesMaster" Target="/ppt/notesMasters/notesMaster1.xml" Id="Ra3a190e8913549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9b780fc273497c" /><Relationship Type="http://schemas.openxmlformats.org/officeDocument/2006/relationships/notesMaster" Target="/ppt/notesMasters/notesMaster1.xml" Id="R3ff2116a4b1241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a6f4f934ce4f19" /><Relationship Type="http://schemas.openxmlformats.org/officeDocument/2006/relationships/notesMaster" Target="/ppt/notesMasters/notesMaster1.xml" Id="Ra9ad7312893245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bd3244dbe24462" /><Relationship Type="http://schemas.openxmlformats.org/officeDocument/2006/relationships/notesMaster" Target="/ppt/notesMasters/notesMaster1.xml" Id="R3adb1d5482ad444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0c4734d424418a" /><Relationship Type="http://schemas.openxmlformats.org/officeDocument/2006/relationships/notesMaster" Target="/ppt/notesMasters/notesMaster1.xml" Id="R22a4b05a6ac943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teaching pictures, not historical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The library.</a:t>
            </a:r>
          </a:p>
          <a:p xmlns:a="http://schemas.openxmlformats.org/drawingml/2006/main">
            <a:r>
              <a:t>An action that meets a need</a:t>
            </a:r>
          </a:p>
          <a:p xmlns:a="http://schemas.openxmlformats.org/drawingml/2006/main">
            <a:r>
              <a:t>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The library.</a:t>
            </a:r>
          </a:p>
          <a:p xmlns:a="http://schemas.openxmlformats.org/drawingml/2006/main">
            <a:r>
              <a:t>An action that meets a need Accept a relevant example.</a:t>
            </a:r>
          </a:p>
          <a:p xmlns:a="http://schemas.openxmlformats.org/drawingml/2006/main">
            <a:r>
              <a:t>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 It cannot establish a real person’s whole experience or belief.</a:t>
            </a:r>
          </a:p>
          <a:p xmlns:a="http://schemas.openxmlformats.org/drawingml/2006/main">
            <a:r>
              <a:t>The library.</a:t>
            </a:r>
          </a:p>
          <a:p xmlns:a="http://schemas.openxmlformats.org/drawingml/2006/main">
            <a:r>
              <a:t>An action that meets a need Accept a supported connection.</a:t>
            </a:r>
          </a:p>
          <a:p xmlns:a="http://schemas.openxmlformats.org/drawingml/2006/main">
            <a:r>
              <a:t>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library. 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library. 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library. 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library. 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Borrow a book — Library — Libraries lend books.</a:t>
            </a:r>
          </a:p>
          <a:p xmlns:a="http://schemas.openxmlformats.org/drawingml/2006/main">
            <a:r>
              <a:t>Arrange a health appointment — Health centre — Reception staff can help arrange appointments.</a:t>
            </a:r>
          </a:p>
          <a:p xmlns:a="http://schemas.openxmlformats.org/drawingml/2006/main">
            <a:r>
              <a:t>Join the drawing group — Community hall — Our fictional group meets there.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library. 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library. 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library. 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BUILD_A1_W02, page 3. F: scenario choice and one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1a5f4b67045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853350bed34be3" /><Relationship Type="http://schemas.openxmlformats.org/officeDocument/2006/relationships/slideLayout" Target="/ppt/slideLayouts/slideLayout1.xml" Id="R1e670e24524d4f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70e24524d4f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033c4a1c84bf0" /><Relationship Type="http://schemas.openxmlformats.org/officeDocument/2006/relationships/notesSlide" Target="/ppt/notesSlides/notesSlide1.xml" Id="Rb9e18268013145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b27adc16946b4" /><Relationship Type="http://schemas.openxmlformats.org/officeDocument/2006/relationships/image" Target="/ppt/media/image.png" Id="R2265ab6e43854155" /><Relationship Type="http://schemas.openxmlformats.org/officeDocument/2006/relationships/notesSlide" Target="/ppt/notesSlides/notesSlide2.xml" Id="Rf70357923cc34d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eca5ba1ca4ca1" /><Relationship Type="http://schemas.openxmlformats.org/officeDocument/2006/relationships/notesSlide" Target="/ppt/notesSlides/notesSlide3.xml" Id="R26d0dc7329a94e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1963097204afb" /><Relationship Type="http://schemas.openxmlformats.org/officeDocument/2006/relationships/notesSlide" Target="/ppt/notesSlides/notesSlide4.xml" Id="Rc920c19a0b8646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3e9a9d9824fc8" /><Relationship Type="http://schemas.openxmlformats.org/officeDocument/2006/relationships/notesSlide" Target="/ppt/notesSlides/notesSlide5.xml" Id="Rcca4ef22db3147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55faf80c742a9" /><Relationship Type="http://schemas.openxmlformats.org/officeDocument/2006/relationships/notesSlide" Target="/ppt/notesSlides/notesSlide6.xml" Id="R1642987d26be4f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d9fd6fac74571" /><Relationship Type="http://schemas.openxmlformats.org/officeDocument/2006/relationships/notesSlide" Target="/ppt/notesSlides/notesSlide7.xml" Id="R3d0f3248218142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737e58c504db3" /><Relationship Type="http://schemas.openxmlformats.org/officeDocument/2006/relationships/notesSlide" Target="/ppt/notesSlides/notesSlide8.xml" Id="R9f64e3aeded640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b6803f2dc4b76" /><Relationship Type="http://schemas.openxmlformats.org/officeDocument/2006/relationships/notesSlide" Target="/ppt/notesSlides/notesSlide9.xml" Id="R798b1670503d45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f8d7be35b423e" /><Relationship Type="http://schemas.openxmlformats.org/officeDocument/2006/relationships/notesSlide" Target="/ppt/notesSlides/notesSlide10.xml" Id="Rb905131b14a74f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312f85d23463a" /><Relationship Type="http://schemas.openxmlformats.org/officeDocument/2006/relationships/notesSlide" Target="/ppt/notesSlides/notesSlide11.xml" Id="Rd6beba6854c94f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349cb6c64473c" /><Relationship Type="http://schemas.openxmlformats.org/officeDocument/2006/relationships/notesSlide" Target="/ppt/notesSlides/notesSlide12.xml" Id="R609cb003d1824b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1e0f708b348d2" /><Relationship Type="http://schemas.openxmlformats.org/officeDocument/2006/relationships/notesSlide" Target="/ppt/notesSlides/notesSlide13.xml" Id="R1ce0b0e4f87c4c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ed54c0961429e" /><Relationship Type="http://schemas.openxmlformats.org/officeDocument/2006/relationships/notesSlide" Target="/ppt/notesSlides/notesSlide14.xml" Id="Rf43543081c6a4e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14d4545784685" /><Relationship Type="http://schemas.openxmlformats.org/officeDocument/2006/relationships/notesSlide" Target="/ppt/notesSlides/notesSlide15.xml" Id="Ref66cd3940a745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147b78d194e06" /><Relationship Type="http://schemas.openxmlformats.org/officeDocument/2006/relationships/notesSlide" Target="/ppt/notesSlides/notesSlide16.xml" Id="R61fce6f0332c40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6b6e95fc14092" /><Relationship Type="http://schemas.openxmlformats.org/officeDocument/2006/relationships/notesSlide" Target="/ppt/notesSlides/notesSlide17.xml" Id="R1e3f4af4b38b4b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447b348984b8f" /><Relationship Type="http://schemas.openxmlformats.org/officeDocument/2006/relationships/notesSlide" Target="/ppt/notesSlides/notesSlide18.xml" Id="R5b15b496d5de4e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cb210192b4648" /><Relationship Type="http://schemas.openxmlformats.org/officeDocument/2006/relationships/notesSlide" Target="/ppt/notesSlides/notesSlide19.xml" Id="Rc2e27edeb81b49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6b170e67e4981" /><Relationship Type="http://schemas.openxmlformats.org/officeDocument/2006/relationships/notesSlide" Target="/ppt/notesSlides/notesSlide20.xml" Id="Rc4953274710443b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eeb9007b24857" /><Relationship Type="http://schemas.openxmlformats.org/officeDocument/2006/relationships/notesSlide" Target="/ppt/notesSlides/notesSlide21.xml" Id="Rc93a840594364c2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dbc88719542a8" /><Relationship Type="http://schemas.openxmlformats.org/officeDocument/2006/relationships/notesSlide" Target="/ppt/notesSlides/notesSlide22.xml" Id="Rf103de4b97d94c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5d46608764341" /><Relationship Type="http://schemas.openxmlformats.org/officeDocument/2006/relationships/notesSlide" Target="/ppt/notesSlides/notesSlide23.xml" Id="Re9228282a1db4b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23E5C-92B0-4684-AC44-FA3B221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3ECAC-8F82-4AD7-9479-2376FC5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E59CE-BCCB-486E-AF4B-27564574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People who help 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D2BCE-2737-450A-B96A-FD5F14EA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F5143-C537-487C-9964-FC4DCDC2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Identify people who help in the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70743-A687-4E21-B15B-31D9B49C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Who helps us belong to a community?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identify important people and places, describe a change, and explain one way I belong.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7D3E8-32E8-43E7-8713-6A905BF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23</a:t>
            </a:r>
          </a:p>
        </p:txBody>
      </p:sp>
    </p:spTree>
    <p:extLst>
      <p:ext uri="{BB962C8B-B14F-4D97-AF65-F5344CB8AC3E}">
        <p14:creationId xmlns:p14="http://schemas.microsoft.com/office/powerpoint/2010/main" val="2080497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53ED7-C409-4EE3-9138-4C4622E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81151-D542-4B0B-8FBB-569A8970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D3A3F-0FDF-4F9E-9357-3C6E95D0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Picture choices for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9CE31-040B-4674-8F37-EA775AAC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CB0E7-D77D-4311-ACE7-50330B35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Point, choose or explain. Revisit this visual beside your chosen route.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5ab6e43854155"/>
          <a:stretch xmlns:a="http://schemas.openxmlformats.org/drawingml/2006/main"/>
        </p:blipFill>
        <p:spPr>
          <a:xfrm xmlns:a="http://schemas.openxmlformats.org/drawingml/2006/main">
            <a:off x="762000" y="3028950"/>
            <a:ext cx="10668000" cy="2800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AB21A-3665-46C4-9A42-16F59567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23</a:t>
            </a:r>
          </a:p>
        </p:txBody>
      </p:sp>
    </p:spTree>
    <p:extLst>
      <p:ext uri="{BB962C8B-B14F-4D97-AF65-F5344CB8AC3E}">
        <p14:creationId xmlns:p14="http://schemas.microsoft.com/office/powerpoint/2010/main" val="1804676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7B2FC-6986-40E1-B8C6-1601FF2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757C3-3CA9-47BD-8C24-7FE27F6B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7F2C6-9621-41BB-B3DE-AD79AF3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96F08-DAD0-46CC-87B6-D1384E10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943CF-3483-487D-AED4-CBD80F35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6EF2E-2517-4A83-875E-218B578F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Which place could help someone borrow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“care”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should you explain a helper choice?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6BDA7-5102-403C-8094-72760955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23</a:t>
            </a:r>
          </a:p>
        </p:txBody>
      </p:sp>
    </p:spTree>
    <p:extLst>
      <p:ext uri="{BB962C8B-B14F-4D97-AF65-F5344CB8AC3E}">
        <p14:creationId xmlns:p14="http://schemas.microsoft.com/office/powerpoint/2010/main" val="2049434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FF659-BC67-4CB3-8C0F-B314743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6B6F9-DFAB-4CB4-B0E8-B540C27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7B833-22DA-4754-A1AA-1ACCF8EF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1ABEA-50D3-421D-9A41-2AB5600E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9D746-1C81-4DE6-8FA8-8A7A74C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BF790-AA51-4778-8F68-3ABDBB99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Explain your choice.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Which place could help someone borrow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care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should you explain a helper choice?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9E174-E6D2-4D99-A042-90B38A0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23</a:t>
            </a:r>
          </a:p>
        </p:txBody>
      </p:sp>
    </p:spTree>
    <p:extLst>
      <p:ext uri="{BB962C8B-B14F-4D97-AF65-F5344CB8AC3E}">
        <p14:creationId xmlns:p14="http://schemas.microsoft.com/office/powerpoint/2010/main" val="1616937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62A62-D420-47D2-ADB0-3E313F3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A5EDA-A5E1-4CC4-BAF0-5744304D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D52F6-2F28-4C85-A8FE-755CD40D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6768A-2C94-41BA-A7AC-DA3FFD9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0890F-3195-4B97-9516-370D739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7A184-0956-4A45-9D6F-0825A644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What can this teaching picture not tell us?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Separate the illustration from historical or personal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Which place could help someone borrow a book?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care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should you explain a helper choice?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B0F9D-AC83-4312-BB7B-375B6C2C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5 / 23</a:t>
            </a:r>
          </a:p>
        </p:txBody>
      </p:sp>
    </p:spTree>
    <p:extLst>
      <p:ext uri="{BB962C8B-B14F-4D97-AF65-F5344CB8AC3E}">
        <p14:creationId xmlns:p14="http://schemas.microsoft.com/office/powerpoint/2010/main" val="1989723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6B155-94E3-449A-83A7-38C4FF7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CDEF6-2CE5-42B2-91D8-AD7C63FC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65489-2A8D-4543-BFE6-00E0A1FE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D1B9B-13BA-4339-9127-2CC4A11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62EF-E84A-48E8-A922-845B7497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Which place could help someone borrow a book?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6026C-AA6D-4C00-95B6-C64C8775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community: People linked by a place or activity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care: An action that meets a need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belong: Feel included in a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service: Work that helps people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C2E14-D2E2-4F87-81C5-ABFA8ED3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6 / 23</a:t>
            </a:r>
          </a:p>
        </p:txBody>
      </p:sp>
    </p:spTree>
    <p:extLst>
      <p:ext uri="{BB962C8B-B14F-4D97-AF65-F5344CB8AC3E}">
        <p14:creationId xmlns:p14="http://schemas.microsoft.com/office/powerpoint/2010/main" val="56495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E1F4C-3E70-4E84-A389-9346EE8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E31E0-93B8-441F-9436-63574FAF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09D4D-527E-43AD-8774-C81D4990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7F87C-30A4-4615-8F2A-4A502D15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1A189-11E7-4106-A34F-8AAE8D5F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Alex and Sam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710DC-CB51-4821-A725-3ED9D6E0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Fictional case: Alex is new to the youth club. Sam, a trusted club worker, explains the choices and shows Alex a quiet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7C07F-CE8B-424C-94DB-EB36EC78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23</a:t>
            </a:r>
          </a:p>
        </p:txBody>
      </p:sp>
    </p:spTree>
    <p:extLst>
      <p:ext uri="{BB962C8B-B14F-4D97-AF65-F5344CB8AC3E}">
        <p14:creationId xmlns:p14="http://schemas.microsoft.com/office/powerpoint/2010/main" val="1900124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4B48A-96AB-486D-98FF-5E7FE858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5EC6B-2235-4E2C-860D-367E8790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BCDFD-3F0A-42C1-976E-FCABFBAF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BC64F-AE42-4AA2-89A4-D6BF073B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4AA53-3782-4B02-B62D-904DA6CF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81F7F-F854-4B0D-A2E1-D38F4937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library lends books and can offer space to read or find information. Our practice map puts the library in square 1021.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D2519-0C23-4C18-91A8-BF8F1A75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23</a:t>
            </a:r>
          </a:p>
        </p:txBody>
      </p:sp>
    </p:spTree>
    <p:extLst>
      <p:ext uri="{BB962C8B-B14F-4D97-AF65-F5344CB8AC3E}">
        <p14:creationId xmlns:p14="http://schemas.microsoft.com/office/powerpoint/2010/main" val="1990080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9AA9F-1802-4B1B-88AF-1EDCEAA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01B05-A27E-4538-A913-A47DA2C1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57609-9444-42E7-8607-90FA03CF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0EC8A-CE23-4D64-86D9-8F48659E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3AC65-8AB5-4BB7-A66E-5E832ED3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Health centre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368AA-C8E2-431C-9181-018555C8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practice health centre is in square 1221. A receptionist helps people arrange appointments; trained health staff provide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23CDA-4145-4ABE-A0CA-D947640C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23</a:t>
            </a:r>
          </a:p>
        </p:txBody>
      </p:sp>
    </p:spTree>
    <p:extLst>
      <p:ext uri="{BB962C8B-B14F-4D97-AF65-F5344CB8AC3E}">
        <p14:creationId xmlns:p14="http://schemas.microsoft.com/office/powerpoint/2010/main" val="826893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DFDDB-8C57-4C92-809E-AF6525E2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F810C-D5C1-4DC7-A11B-6C10B60D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C6469-A80D-4AC4-ADB5-BC4F505B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86FCE-05DA-4788-9C33-2242C14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822E-5597-4E9B-B21E-D1E4A18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Park and hall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21816-908A-4771-B109-64020FB4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Our practice park is in 1122 and community hall in 1121. The hall hosts a drawing club with an optional quiet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26DA8-C8D7-4B5E-BD2A-A0C99EE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23</a:t>
            </a:r>
          </a:p>
        </p:txBody>
      </p:sp>
    </p:spTree>
    <p:extLst>
      <p:ext uri="{BB962C8B-B14F-4D97-AF65-F5344CB8AC3E}">
        <p14:creationId xmlns:p14="http://schemas.microsoft.com/office/powerpoint/2010/main" val="1266369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D9EFF-2684-4EAB-880C-2402F777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12266-B287-47A9-A111-8D25BF62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EA00F-B5B8-4733-B170-C5D4F834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27C6E-9B12-4BA0-8873-DCFDED53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68E81-7644-4906-8EEB-A553BBE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5C5A5-72D3-4B5C-9DA4-7010669C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Which place could help someone borrow a book?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7548F-B123-49EA-8B2C-554DA050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23</a:t>
            </a:r>
          </a:p>
        </p:txBody>
      </p:sp>
    </p:spTree>
    <p:extLst>
      <p:ext uri="{BB962C8B-B14F-4D97-AF65-F5344CB8AC3E}">
        <p14:creationId xmlns:p14="http://schemas.microsoft.com/office/powerpoint/2010/main" val="40965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02D6B-CF3F-4CA2-8D09-9AF47A9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0B6CF-DFE8-43AB-81A3-B8839C26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5A66A-32F5-4BA3-B860-1AB24AA5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50E17-CBBC-48DB-B2AF-7D151DC5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2EC88-2F4C-46F2-A938-339445E7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453B3-B52C-402D-8F30-01E3DEE0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Fictional case: Alex is new to the youth club. Sam, a trusted club worker, explains the choices and shows Alex a quiet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6D649-8083-4FA0-80A0-6FCCF7C1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23</a:t>
            </a:r>
          </a:p>
        </p:txBody>
      </p:sp>
    </p:spTree>
    <p:extLst>
      <p:ext uri="{BB962C8B-B14F-4D97-AF65-F5344CB8AC3E}">
        <p14:creationId xmlns:p14="http://schemas.microsoft.com/office/powerpoint/2010/main" val="6291849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311F5-B28A-4C7E-94A3-46A9D51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0A051-C590-4426-BA15-1C34081E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5848E-212F-4872-BEF4-BD241D2E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A84FB-E17B-48B9-8BFD-2D937DB5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C5BF5-388D-4BB2-94EA-8BFE054A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1F198-D874-4104-B1B8-FB62D8E0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The library.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27080-0945-47CE-8313-18769E85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23</a:t>
            </a:r>
          </a:p>
        </p:txBody>
      </p:sp>
    </p:spTree>
    <p:extLst>
      <p:ext uri="{BB962C8B-B14F-4D97-AF65-F5344CB8AC3E}">
        <p14:creationId xmlns:p14="http://schemas.microsoft.com/office/powerpoint/2010/main" val="12893544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F339D-59BA-4106-B145-8B916995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A964B-8061-4D14-84B5-1B318B8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62A64-B913-4B2D-971A-4CD25A2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1EF97-D942-4348-9A8A-CBD596B4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3C7AB-8765-4C4A-9730-18B6E61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9166F-B83D-4529-83F5-4EDCD56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A reason shows how the service meets the particular need.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5AD9B-E94A-43D4-9650-FF8A546C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14 / 23</a:t>
            </a:r>
          </a:p>
        </p:txBody>
      </p:sp>
    </p:spTree>
    <p:extLst>
      <p:ext uri="{BB962C8B-B14F-4D97-AF65-F5344CB8AC3E}">
        <p14:creationId xmlns:p14="http://schemas.microsoft.com/office/powerpoint/2010/main" val="9839766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2D00A-AE47-4404-B87E-D2B69606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2772A-ACA8-4765-8303-189106BC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F01BB-77BE-41B9-BCFC-417A8ABE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EE77F-834D-41F9-8D43-F5C1459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9844C-B222-4918-B349-3208897F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help requests. Choose a service, then check what it actually offers.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DB6A3-DBA5-4E1F-AA63-272D5792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Borrow a book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Arrange a health appointment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Join the drawing 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1B8FB-1515-49E8-ACB6-728FF6B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23</a:t>
            </a:r>
          </a:p>
        </p:txBody>
      </p:sp>
    </p:spTree>
    <p:extLst>
      <p:ext uri="{BB962C8B-B14F-4D97-AF65-F5344CB8AC3E}">
        <p14:creationId xmlns:p14="http://schemas.microsoft.com/office/powerpoint/2010/main" val="17613732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336CE-E009-4EDD-B62D-29E3B83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EB45C-2950-4E33-B7C3-8ABC3979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96208-9CE5-4E10-B35F-7DEF65BF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7F1D5-6480-4C50-BBFF-8F8C9145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B2025-D08A-4A47-9B25-F896035E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0377A-8D23-4649-BC70-B6C598A4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Read one request. Choose between two options before explaining.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Choose an option and link it to the precise need or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Compare two defensible options and identify a trade-off.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D415B-2C9B-4571-BE93-2877EF2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16 / 23</a:t>
            </a:r>
          </a:p>
        </p:txBody>
      </p:sp>
    </p:spTree>
    <p:extLst>
      <p:ext uri="{BB962C8B-B14F-4D97-AF65-F5344CB8AC3E}">
        <p14:creationId xmlns:p14="http://schemas.microsoft.com/office/powerpoint/2010/main" val="12454510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B2026-64B1-433D-A8B3-CF7DD68D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39A5A-0A99-4201-9F1A-8B4C83DA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85B4C-8240-44E5-9D37-A591E7F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B85C0-8E74-4EB0-8DAD-BCF2976F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1667E-DB0F-405F-8274-456AB6CD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Identify people who help in the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126BA-EBCB-454C-9876-0955FA8B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Make a help-desk reply to one scenario: a book to borrow, an appointment to arrange or a club to join.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Choose a helper or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the match in a caption or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The request is ___. The ___ can help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CB77D-F1BD-4FC6-A4CE-9DE592C4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23</a:t>
            </a:r>
          </a:p>
        </p:txBody>
      </p:sp>
    </p:spTree>
    <p:extLst>
      <p:ext uri="{BB962C8B-B14F-4D97-AF65-F5344CB8AC3E}">
        <p14:creationId xmlns:p14="http://schemas.microsoft.com/office/powerpoint/2010/main" val="8121748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F40F6-3AC4-4442-A44A-CC0DB457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01CA0-C738-43F3-9C27-912C21A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93E12-7B0A-4659-AC32-5C573ED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29CC0-AD57-4BA8-B185-CDFE7C95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90C84-6B96-41FC-986C-754CA109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Identify people who help in the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B382B-F08B-4E46-A365-47110414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Make a help-desk reply to one scenario: a book to borrow, an appointment to arrange or a club to join.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Choose a helper or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the match in a caption or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request is ___. The ___ can help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B7B79-B57A-4A85-B6ED-FF74744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23</a:t>
            </a:r>
          </a:p>
        </p:txBody>
      </p:sp>
    </p:spTree>
    <p:extLst>
      <p:ext uri="{BB962C8B-B14F-4D97-AF65-F5344CB8AC3E}">
        <p14:creationId xmlns:p14="http://schemas.microsoft.com/office/powerpoint/2010/main" val="4786692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0EC4C-28D4-4C64-9C3C-2F8384A0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E4017-B069-4378-8937-68708D40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A49DF-638D-48F5-86E4-52BAD33E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DC067-11A1-458A-93D6-814B6AC1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38B4C-6579-4B42-B2D7-81CE501B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Identify people who help in the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2376C-6DA6-4FD6-944D-2591DE58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Make a help-desk reply to one scenario: a book to borrow, an appointment to arrange or a club to join.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Choose a helper or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the match in a caption or recorded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Give a second possible helper and explain when each would be useful.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86C29-7B03-4238-9896-6DD00EEC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19 / 23</a:t>
            </a:r>
          </a:p>
        </p:txBody>
      </p:sp>
    </p:spTree>
    <p:extLst>
      <p:ext uri="{BB962C8B-B14F-4D97-AF65-F5344CB8AC3E}">
        <p14:creationId xmlns:p14="http://schemas.microsoft.com/office/powerpoint/2010/main" val="6694592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8B9C2-EDD8-4AD8-928E-C9A29940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C753-2849-490C-86AA-B958AE20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4C31E-E8B1-43C6-9B38-211A577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6FC16-2137-4219-9297-443B6CE3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8A887-3D14-4662-8E26-6927A7CB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scenario choice and one recorded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2E85B-4893-4BFC-B2DD-76DF4F03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reason shows how the service meets the particular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C95E0-F392-4AFB-8B26-7B752F5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20 / 23</a:t>
            </a:r>
          </a:p>
        </p:txBody>
      </p:sp>
    </p:spTree>
    <p:extLst>
      <p:ext uri="{BB962C8B-B14F-4D97-AF65-F5344CB8AC3E}">
        <p14:creationId xmlns:p14="http://schemas.microsoft.com/office/powerpoint/2010/main" val="12015086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4AD78-F6C7-4B29-922B-00AB9DA6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13EB5-28CB-4988-A555-52DEAF27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1A266-509B-4F44-BB16-C6AC5A9B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753CA-FC98-40BE-97A8-7907F808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E3BA2-A18F-4837-9710-A7B41E36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B4D88-EDEA-4EFF-82D4-9362D907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place could help someone borrow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The request is ___. The ___ can help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should you explain a helper choice?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24181-F31D-4CB5-932F-AAEE7642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23</a:t>
            </a:r>
          </a:p>
        </p:txBody>
      </p:sp>
    </p:spTree>
    <p:extLst>
      <p:ext uri="{BB962C8B-B14F-4D97-AF65-F5344CB8AC3E}">
        <p14:creationId xmlns:p14="http://schemas.microsoft.com/office/powerpoint/2010/main" val="1829147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CF81D-85AB-4F4D-A81E-E9221D30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AB8F6-439D-4851-9F45-59C6E692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F4C73-03A9-4707-BD6C-7AA2904F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808A3-EFEF-494E-BC29-65A25D0B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22B19-B4CF-4C9A-ABDD-4233575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3B56A-127C-40E0-8836-B887A7F8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place could help someone borrow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should you explain a helper choice?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E14F4-D9F7-4611-8F3A-490C998B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23</a:t>
            </a:r>
          </a:p>
        </p:txBody>
      </p:sp>
    </p:spTree>
    <p:extLst>
      <p:ext uri="{BB962C8B-B14F-4D97-AF65-F5344CB8AC3E}">
        <p14:creationId xmlns:p14="http://schemas.microsoft.com/office/powerpoint/2010/main" val="6983511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01CA7-67C9-4EE6-BC97-24ACE018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3712C-C6D9-4C6E-9657-D948510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21BEB-48E0-480F-A1A9-EBAFA7AB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0A3C5-5222-4F40-AAA0-14181293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88844-3E25-40D0-B87E-CB599320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5106-3006-4B96-B250-B685C759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place could help someone borrow a book?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should you explain a helper choice?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9D04F-9DB0-4694-8672-CFC67D4B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23 / 23</a:t>
            </a:r>
          </a:p>
        </p:txBody>
      </p:sp>
    </p:spTree>
    <p:extLst>
      <p:ext uri="{BB962C8B-B14F-4D97-AF65-F5344CB8AC3E}">
        <p14:creationId xmlns:p14="http://schemas.microsoft.com/office/powerpoint/2010/main" val="2057279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2026-09-19T15:02:06.1960000Z</dcterms:created>
  <dcterms:modified xsi:type="dcterms:W3CDTF">2026-09-19T15:02:06.1960000Z</dcterms:modified>
</coreProperties>
</file>