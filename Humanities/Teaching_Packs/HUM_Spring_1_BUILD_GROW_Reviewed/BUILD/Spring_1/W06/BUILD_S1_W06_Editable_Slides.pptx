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6ba9df9795f4747" Type="http://schemas.openxmlformats.org/officeDocument/2006/relationships/extended-properties" Target="docProps/app.xml"/><Relationship Id="R65860c46cc5645b3" Type="http://schemas.openxmlformats.org/package/2006/relationships/metadata/core-properties" Target="docProps/core.xml"/><Relationship Id="Ra81be15a685d40a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457b141020459b"/>
  </p:sldMasterIdLst>
  <p:notesMasterIdLst>
    <p:notesMasterId xmlns:r="http://schemas.openxmlformats.org/officeDocument/2006/relationships" r:id="R9974686056dd4b4d"/>
  </p:notesMasterIdLst>
  <p:sldIdLst>
    <p:sldId xmlns:r="http://schemas.openxmlformats.org/officeDocument/2006/relationships" id="256" r:id="R908ef6d1375140de"/>
    <p:sldId xmlns:r="http://schemas.openxmlformats.org/officeDocument/2006/relationships" id="257" r:id="R6305ed274cbd4eed"/>
    <p:sldId xmlns:r="http://schemas.openxmlformats.org/officeDocument/2006/relationships" id="258" r:id="Rdc24fd0c5f0b44a0"/>
    <p:sldId xmlns:r="http://schemas.openxmlformats.org/officeDocument/2006/relationships" id="259" r:id="R62ccb153e91c40c8"/>
    <p:sldId xmlns:r="http://schemas.openxmlformats.org/officeDocument/2006/relationships" id="260" r:id="Rfa09f0a3ba554271"/>
    <p:sldId xmlns:r="http://schemas.openxmlformats.org/officeDocument/2006/relationships" id="261" r:id="Rd8ba42a27d6242cf"/>
    <p:sldId xmlns:r="http://schemas.openxmlformats.org/officeDocument/2006/relationships" id="262" r:id="R0ed2db7ac4244a6d"/>
    <p:sldId xmlns:r="http://schemas.openxmlformats.org/officeDocument/2006/relationships" id="263" r:id="R8d5a50f138484664"/>
    <p:sldId xmlns:r="http://schemas.openxmlformats.org/officeDocument/2006/relationships" id="264" r:id="R72c5885a62384f47"/>
    <p:sldId xmlns:r="http://schemas.openxmlformats.org/officeDocument/2006/relationships" id="265" r:id="R010d53666f65432e"/>
    <p:sldId xmlns:r="http://schemas.openxmlformats.org/officeDocument/2006/relationships" id="266" r:id="R2e6383803db34721"/>
    <p:sldId xmlns:r="http://schemas.openxmlformats.org/officeDocument/2006/relationships" id="267" r:id="R958c5ce406784529"/>
    <p:sldId xmlns:r="http://schemas.openxmlformats.org/officeDocument/2006/relationships" id="268" r:id="Rb919816fc6944553"/>
    <p:sldId xmlns:r="http://schemas.openxmlformats.org/officeDocument/2006/relationships" id="269" r:id="Rea68d21331e149a7"/>
    <p:sldId xmlns:r="http://schemas.openxmlformats.org/officeDocument/2006/relationships" id="270" r:id="Rbe25fb4b5b3c4c54"/>
    <p:sldId xmlns:r="http://schemas.openxmlformats.org/officeDocument/2006/relationships" id="271" r:id="R46c2b7c15bdc4410"/>
    <p:sldId xmlns:r="http://schemas.openxmlformats.org/officeDocument/2006/relationships" id="272" r:id="R9f4ced10a8344c1b"/>
    <p:sldId xmlns:r="http://schemas.openxmlformats.org/officeDocument/2006/relationships" id="273" r:id="R0c9c590cb8254062"/>
    <p:sldId xmlns:r="http://schemas.openxmlformats.org/officeDocument/2006/relationships" id="274" r:id="R323b6b2ae24d4a90"/>
    <p:sldId xmlns:r="http://schemas.openxmlformats.org/officeDocument/2006/relationships" id="275" r:id="R5ce2fe8139074de5"/>
    <p:sldId xmlns:r="http://schemas.openxmlformats.org/officeDocument/2006/relationships" id="276" r:id="Rcd130b08953944fb"/>
    <p:sldId xmlns:r="http://schemas.openxmlformats.org/officeDocument/2006/relationships" id="277" r:id="Rf9b5b9745f59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0d53666f65432e" Type="http://schemas.openxmlformats.org/officeDocument/2006/relationships/slide" Target="slides/slide10.xml"/><Relationship Id="R0c9c590cb8254062" Type="http://schemas.openxmlformats.org/officeDocument/2006/relationships/slide" Target="slides/slide18.xml"/><Relationship Id="R0ed2db7ac4244a6d" Type="http://schemas.openxmlformats.org/officeDocument/2006/relationships/slide" Target="slides/slide7.xml"/><Relationship Id="R2e6383803db34721" Type="http://schemas.openxmlformats.org/officeDocument/2006/relationships/slide" Target="slides/slide11.xml"/><Relationship Id="R30457b141020459b" Type="http://schemas.openxmlformats.org/officeDocument/2006/relationships/slideMaster" Target="slideMasters/slideMaster1.xml"/><Relationship Id="R323b6b2ae24d4a90" Type="http://schemas.openxmlformats.org/officeDocument/2006/relationships/slide" Target="slides/slide19.xml"/><Relationship Id="R46c2b7c15bdc4410" Type="http://schemas.openxmlformats.org/officeDocument/2006/relationships/slide" Target="slides/slide16.xml"/><Relationship Id="R5abfff21ae7d440a" Type="http://schemas.openxmlformats.org/officeDocument/2006/relationships/theme" Target="theme/theme1.xml"/><Relationship Id="R5ce2fe8139074de5" Type="http://schemas.openxmlformats.org/officeDocument/2006/relationships/slide" Target="slides/slide20.xml"/><Relationship Id="R62ccb153e91c40c8" Type="http://schemas.openxmlformats.org/officeDocument/2006/relationships/slide" Target="slides/slide4.xml"/><Relationship Id="R6305ed274cbd4eed" Type="http://schemas.openxmlformats.org/officeDocument/2006/relationships/slide" Target="slides/slide2.xml"/><Relationship Id="R72c5885a62384f47" Type="http://schemas.openxmlformats.org/officeDocument/2006/relationships/slide" Target="slides/slide9.xml"/><Relationship Id="R8d5a50f138484664" Type="http://schemas.openxmlformats.org/officeDocument/2006/relationships/slide" Target="slides/slide8.xml"/><Relationship Id="R908ef6d1375140de" Type="http://schemas.openxmlformats.org/officeDocument/2006/relationships/slide" Target="slides/slide1.xml"/><Relationship Id="R958c5ce406784529" Type="http://schemas.openxmlformats.org/officeDocument/2006/relationships/slide" Target="slides/slide12.xml"/><Relationship Id="R9974686056dd4b4d" Type="http://schemas.openxmlformats.org/officeDocument/2006/relationships/notesMaster" Target="notesMasters/notesMaster1.xml"/><Relationship Id="R9a780069fd4849ba" Type="http://schemas.openxmlformats.org/officeDocument/2006/relationships/presProps" Target="presProps.xml"/><Relationship Id="R9f4ced10a8344c1b" Type="http://schemas.openxmlformats.org/officeDocument/2006/relationships/slide" Target="slides/slide17.xml"/><Relationship Id="Rb04449ec61ac4bd7" Type="http://schemas.openxmlformats.org/officeDocument/2006/relationships/tableStyles" Target="tableStyles.xml"/><Relationship Id="Rb919816fc6944553" Type="http://schemas.openxmlformats.org/officeDocument/2006/relationships/slide" Target="slides/slide13.xml"/><Relationship Id="Rbe25fb4b5b3c4c54" Type="http://schemas.openxmlformats.org/officeDocument/2006/relationships/slide" Target="slides/slide15.xml"/><Relationship Id="Rcd130b08953944fb" Type="http://schemas.openxmlformats.org/officeDocument/2006/relationships/slide" Target="slides/slide21.xml"/><Relationship Id="Rd8ba42a27d6242cf" Type="http://schemas.openxmlformats.org/officeDocument/2006/relationships/slide" Target="slides/slide6.xml"/><Relationship Id="Rdc24fd0c5f0b44a0" Type="http://schemas.openxmlformats.org/officeDocument/2006/relationships/slide" Target="slides/slide3.xml"/><Relationship Id="Rea68d21331e149a7" Type="http://schemas.openxmlformats.org/officeDocument/2006/relationships/slide" Target="slides/slide14.xml"/><Relationship Id="Rf9b5b9745f59494a" Type="http://schemas.openxmlformats.org/officeDocument/2006/relationships/slide" Target="slides/slide22.xml"/><Relationship Id="Rfa09f0a3ba55427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5ce67a7f8a8a421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942fa2bc9d747f7" Type="http://schemas.openxmlformats.org/officeDocument/2006/relationships/notesMaster" Target="../notesMasters/notesMaster1.xml"/><Relationship Id="Rf6b19f66e71e4ef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85b92192025444a" Type="http://schemas.openxmlformats.org/officeDocument/2006/relationships/slide" Target="../slides/slide2.xml"/><Relationship Id="Ra158663aa7ce480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59d38c891a4415a" Type="http://schemas.openxmlformats.org/officeDocument/2006/relationships/notesMaster" Target="../notesMasters/notesMaster1.xml"/><Relationship Id="Rf68173bf575a4e6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beb221a29724cfe" Type="http://schemas.openxmlformats.org/officeDocument/2006/relationships/notesMaster" Target="../notesMasters/notesMaster1.xml"/><Relationship Id="R40cb7f87ba4f476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f286aa4d51d4309" Type="http://schemas.openxmlformats.org/officeDocument/2006/relationships/notesMaster" Target="../notesMasters/notesMaster1.xml"/><Relationship Id="R11b76b5346814e2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a8dfdda7e0b40ea" Type="http://schemas.openxmlformats.org/officeDocument/2006/relationships/slide" Target="../slides/slide6.xml"/><Relationship Id="Rb9b52e337d87482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808c17483d54c21" Type="http://schemas.openxmlformats.org/officeDocument/2006/relationships/notesMaster" Target="../notesMasters/notesMaster1.xml"/><Relationship Id="R2ee84d9ba92b40a5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08bcf6dfda3439d" Type="http://schemas.openxmlformats.org/officeDocument/2006/relationships/notesMaster" Target="../notesMasters/notesMaster1.xml"/><Relationship Id="Rcde7fcce193047a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639c773a444d87" Type="http://schemas.openxmlformats.org/officeDocument/2006/relationships/notesMaster" Target="../notesMasters/notesMaster1.xml"/><Relationship Id="R3b346f84da3740a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f56dd9325a64084" Type="http://schemas.openxmlformats.org/officeDocument/2006/relationships/slide" Target="../slides/slide10.xml"/><Relationship Id="Rd7795e022d3b4d1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59c3eed6a9f428b" Type="http://schemas.openxmlformats.org/officeDocument/2006/relationships/notesMaster" Target="../notesMasters/notesMaster1.xml"/><Relationship Id="Rf1528a7d86ba4c5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9ecb6f432c9446f" Type="http://schemas.openxmlformats.org/officeDocument/2006/relationships/slide" Target="../slides/slide12.xml"/><Relationship Id="R2161458651e341e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af98d99e549f41bb" Type="http://schemas.openxmlformats.org/officeDocument/2006/relationships/slide" Target="../slides/slide13.xml"/><Relationship Id="Rcdb811cd0c2f4e9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8ad99c912274f09" Type="http://schemas.openxmlformats.org/officeDocument/2006/relationships/notesMaster" Target="../notesMasters/notesMaster1.xml"/><Relationship Id="Rfe12b424bfc04e4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343f9856f0b4856" Type="http://schemas.openxmlformats.org/officeDocument/2006/relationships/slide" Target="../slides/slide15.xml"/><Relationship Id="R9e63773ce2f14c8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5bfa3cc165f422e" Type="http://schemas.openxmlformats.org/officeDocument/2006/relationships/notesMaster" Target="../notesMasters/notesMaster1.xml"/><Relationship Id="Rec1a8e94ab264c5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bb7a5294ff5c4dcf" Type="http://schemas.openxmlformats.org/officeDocument/2006/relationships/notesMaster" Target="../notesMasters/notesMaster1.xml"/><Relationship Id="Rdf93818af8c44b1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0d7df845a5a4534" Type="http://schemas.openxmlformats.org/officeDocument/2006/relationships/slide" Target="../slides/slide18.xml"/><Relationship Id="Rf9a428e2ce9f402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c14e3b78c624cbb" Type="http://schemas.openxmlformats.org/officeDocument/2006/relationships/slide" Target="../slides/slide19.xml"/><Relationship Id="R2121bd0a9e7a47a5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95e5304b1a084fe5" Type="http://schemas.openxmlformats.org/officeDocument/2006/relationships/slide" Target="../slides/slide20.xml"/><Relationship Id="Rbd1f60303a55444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89f24ab7a38943b7" Type="http://schemas.openxmlformats.org/officeDocument/2006/relationships/slide" Target="../slides/slide21.xml"/><Relationship Id="Rdfeca5bc820e472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850971d016e24e00" Type="http://schemas.openxmlformats.org/officeDocument/2006/relationships/notesMaster" Target="../notesMasters/notesMaster1.xml"/><Relationship Id="Re3126b6e301849ad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dated manufacturer’s catalogue or museum record.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A change and a continuity.</a:t>
            </a:r>
          </a:p>
          <a:p xmlns:a="http://schemas.openxmlformats.org/drawingml/2006/main">
            <a:r>
              <a:t>Give a reason when ready. Answer: It identifies the evidence and helps check dates and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Review a practice caption for evidence and accuracy. Say or show what helped you decide.</a:t>
            </a:r>
          </a:p>
          <a:p xmlns:a="http://schemas.openxmlformats.org/drawingml/2006/main">
            <a:r>
              <a:t>Add an enquiry question about a reason that the images do not establish.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a practice caption for evidence and accuracy. Identify the difference between a change and a reason for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Then ___. Later ___. A change is ___. A continuity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Then ___. Later ___. A change is ___. A continuity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Add an enquiry question about a reason that the images do not establish.</a:t>
            </a:r>
          </a:p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and a continuity.</a:t>
            </a:r>
          </a:p>
          <a:p xmlns:a="http://schemas.openxmlformats.org/drawingml/2006/main">
            <a:r>
              <a:t>It identifies the evidence and helps check dates and claims.</a:t>
            </a:r>
          </a:p>
          <a:p xmlns:a="http://schemas.openxmlformats.org/drawingml/2006/main">
            <a:r>
              <a:t>Support: Then ___. Later ___. A change is ___. A continuity is ___.</a:t>
            </a:r>
          </a:p>
          <a:p xmlns:a="http://schemas.openxmlformats.org/drawingml/2006/main">
            <a:r>
              <a:t>Extension: Add an enquiry question about a reason that the images do not establish.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outcome against unit criteria; retain best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cd3097798a34bd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a0ceb62ce5349c1" Type="http://schemas.openxmlformats.org/officeDocument/2006/relationships/slideLayout" Target="../slideLayouts/slideLayout1.xml"/><Relationship Id="R91c41b97386f4e3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ceb62ce5349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c4eccd57aae74993" Type="http://schemas.openxmlformats.org/officeDocument/2006/relationships/slideLayout" Target="../slideLayouts/slideLayout1.xml"/><Relationship Id="Rebbc5d1178de4c9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f537e6d375e45b5" Type="http://schemas.openxmlformats.org/officeDocument/2006/relationships/slideLayout" Target="../slideLayouts/slideLayout1.xml"/><Relationship Id="R618818f2045a4bf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9b89cc930c14849" Type="http://schemas.openxmlformats.org/officeDocument/2006/relationships/slideLayout" Target="../slideLayouts/slideLayout1.xml"/><Relationship Id="R1b3d2244e0f4443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a3f739e10b024af9" Type="http://schemas.openxmlformats.org/officeDocument/2006/relationships/slideLayout" Target="../slideLayouts/slideLayout1.xml"/><Relationship Id="Rb19349a011cd408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8bff6df47044b7b" Type="http://schemas.openxmlformats.org/officeDocument/2006/relationships/slideLayout" Target="../slideLayouts/slideLayout1.xml"/><Relationship Id="R55c6286d6f8445f8" Type="http://schemas.openxmlformats.org/officeDocument/2006/relationships/image" Target="../media/image.png"/><Relationship Id="R567a61d5e92048a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9fdefa3255041f4" Type="http://schemas.openxmlformats.org/officeDocument/2006/relationships/slideLayout" Target="../slideLayouts/slideLayout1.xml"/><Relationship Id="Rce61870949c4457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50d426bebdd4f74" Type="http://schemas.openxmlformats.org/officeDocument/2006/relationships/notesSlide" Target="../notesSlides/notesSlide7.xml"/><Relationship Id="R6fc01663aa61438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447494ace434c6e" Type="http://schemas.openxmlformats.org/officeDocument/2006/relationships/slideLayout" Target="../slideLayouts/slideLayout1.xml"/><Relationship Id="Rcbe70d5ec40a4be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7d39de4e2f8e438c" Type="http://schemas.openxmlformats.org/officeDocument/2006/relationships/notesSlide" Target="../notesSlides/notesSlide9.xml"/><Relationship Id="Rc9a1e1e3b6c848c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5a22c3b17a64dd9" Type="http://schemas.openxmlformats.org/officeDocument/2006/relationships/slideLayout" Target="../slideLayouts/slideLayout1.xml"/><Relationship Id="R932877c1343b4a8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87d242c4ddbe4059" Type="http://schemas.openxmlformats.org/officeDocument/2006/relationships/slideLayout" Target="../slideLayouts/slideLayout1.xml"/><Relationship Id="R895cd36adcf145b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3de79eb3a1d4fe0" Type="http://schemas.openxmlformats.org/officeDocument/2006/relationships/slideLayout" Target="../slideLayouts/slideLayout1.xml"/><Relationship Id="Rf79dc060a76a4fab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d0323f1ea0c4dde" Type="http://schemas.openxmlformats.org/officeDocument/2006/relationships/slideLayout" Target="../slideLayouts/slideLayout1.xml"/><Relationship Id="R65d907137af94de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bef263b0bcbd4f52" Type="http://schemas.openxmlformats.org/officeDocument/2006/relationships/notesSlide" Target="../notesSlides/notesSlide14.xml"/><Relationship Id="Rd567d51d00e6483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88df69513013481f" Type="http://schemas.openxmlformats.org/officeDocument/2006/relationships/slideLayout" Target="../slideLayouts/slideLayout1.xml"/><Relationship Id="R8eeaf5c6d69941b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9ef0ee6b60164d0d" Type="http://schemas.openxmlformats.org/officeDocument/2006/relationships/slideLayout" Target="../slideLayouts/slideLayout1.xml"/><Relationship Id="Re548642c91a348a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4000e77b7664b79" Type="http://schemas.openxmlformats.org/officeDocument/2006/relationships/slideLayout" Target="../slideLayouts/slideLayout1.xml"/><Relationship Id="Rca576907e37a4de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09a4b1f88b094b2b" Type="http://schemas.openxmlformats.org/officeDocument/2006/relationships/notesSlide" Target="../notesSlides/notesSlide18.xml"/><Relationship Id="R2f2a5fcb990b42d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395f5253ada4ad5" Type="http://schemas.openxmlformats.org/officeDocument/2006/relationships/notesSlide" Target="../notesSlides/notesSlide19.xml"/><Relationship Id="R433123d497b6477a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87eca1a40c64e68" Type="http://schemas.openxmlformats.org/officeDocument/2006/relationships/notesSlide" Target="../notesSlides/notesSlide20.xml"/><Relationship Id="R8eb04447192c480c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63483f78c25b497d" Type="http://schemas.openxmlformats.org/officeDocument/2006/relationships/image" Target="../media/image.jpeg"/><Relationship Id="Rb840d756d94142c4" Type="http://schemas.openxmlformats.org/officeDocument/2006/relationships/slideLayout" Target="../slideLayouts/slideLayout1.xml"/><Relationship Id="Rc7cbd663109644a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002a972a278745df" Type="http://schemas.openxmlformats.org/officeDocument/2006/relationships/image" Target="../media/image2.jpeg"/><Relationship Id="R8285a7b1a7c14f20" Type="http://schemas.openxmlformats.org/officeDocument/2006/relationships/notesSlide" Target="../notesSlides/notesSlide22.xml"/><Relationship Id="Rd321f73c28f7450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BD8BC-EF4C-432E-B9A1-A33DB7F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Then and now evidence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B84E8-0A86-4EB1-B6D7-B0BF1DA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612A1-8895-4B80-A4A4-E22157E9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then and now with photos and captions.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F5639-D5C3-4006-A6FE-A2D03428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37AC3-3339-4514-B0CE-A05BC9FE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1386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6AE19-6480-4ED2-B131-167887D7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A1F5-4C73-4BF1-A431-F022110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9201-959C-49C1-84EE-E703FC0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source could help date an old telephone?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0F1A-69CC-4CD7-A10F-E9D70B08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948183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BBA7A-6F88-47AE-8367-B144645E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0E9D2-9510-4E24-868F-45243595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B59CE-8D41-49F8-8899-7E507F2C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two comparisons should your final record include?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8F1F8-0EE8-4C54-A16C-CE5B151B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retain the source caption?</a:t>
            </a:r>
          </a:p>
        </p:txBody>
      </p:sp>
    </p:spTree>
    <p:extLst>
      <p:ext uri="{BB962C8B-B14F-4D97-AF65-F5344CB8AC3E}">
        <p14:creationId xmlns:p14="http://schemas.microsoft.com/office/powerpoint/2010/main" val="1066223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3D26-C5E0-4074-8361-561E1F4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1C9BF-BF98-4989-B34C-EA15E6D5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00988-9775-455A-8E7B-CA6D5F7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F06D8-4600-49A5-80D1-5059242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3EEF-509A-47B8-B43D-0ACC4BC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09006-E715-429D-A4C6-DCFDB40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34675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4B954-864C-4CEA-9211-55A5AA0A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0E306-90FE-4735-9BF4-5546FA4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6286d6f8445f8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589B4-B89D-4961-9FED-29B4D7EA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practice caption for evidence and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694C7-F1E8-4D73-A9B4-E2ADB46D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66E6A-64D4-4293-8185-1D1D355A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85336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FC6BB-7CEA-4142-8EBE-BF48ACF9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F20CE-313B-45EE-8C43-BD6FB2A0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462AB-B06C-4F94-A0B7-F25E4358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Write a careful comparison caption.</a:t>
            </a:r>
          </a:p>
        </p:txBody>
      </p:sp>
    </p:spTree>
    <p:extLst>
      <p:ext uri="{BB962C8B-B14F-4D97-AF65-F5344CB8AC3E}">
        <p14:creationId xmlns:p14="http://schemas.microsoft.com/office/powerpoint/2010/main" val="520728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4F97F-EB23-4619-8AC3-0C9B6D8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6735-33A1-4804-BCA5-C8AD4F87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6614C-DC0F-4398-B966-245C7902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Photo enquiry: Use the paired local photographs supplied with this unit. Read the captions and dates. Point to one feature in each image before deciding what changed.</a:t>
            </a:r>
          </a:p>
        </p:txBody>
      </p:sp>
    </p:spTree>
    <p:extLst>
      <p:ext uri="{BB962C8B-B14F-4D97-AF65-F5344CB8AC3E}">
        <p14:creationId xmlns:p14="http://schemas.microsoft.com/office/powerpoint/2010/main" val="776028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05FD-97D4-46A1-B441-6594A88D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0D657-987C-4F75-AB08-4DD939F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01B96-5F53-4E7A-9342-B81444A2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 photographs show the bridge. I use the dates to establish then and later, and point to a visible feature before naming a change.</a:t>
            </a:r>
          </a:p>
        </p:txBody>
      </p:sp>
    </p:spTree>
    <p:extLst>
      <p:ext uri="{BB962C8B-B14F-4D97-AF65-F5344CB8AC3E}">
        <p14:creationId xmlns:p14="http://schemas.microsoft.com/office/powerpoint/2010/main" val="1187387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0BE40-C5D1-42CA-9011-7C2A2B3A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642F7-A0C1-48EC-85D9-3306EF5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8B16-1D79-42FC-91F8-D51703D2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retain the source caption? It identifies the evidence and helps check dates and claims.</a:t>
            </a:r>
          </a:p>
        </p:txBody>
      </p:sp>
    </p:spTree>
    <p:extLst>
      <p:ext uri="{BB962C8B-B14F-4D97-AF65-F5344CB8AC3E}">
        <p14:creationId xmlns:p14="http://schemas.microsoft.com/office/powerpoint/2010/main" val="1417007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8412-BD10-4C73-B65D-A8734593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D21DC-4953-4610-BAB0-23480FA4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83F58-6D27-4E28-B033-F9288BD0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practice caption for evidence and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60193-2233-4FAD-9C7B-3DCD6755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difference between a change and a reason for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C6E00-0BC6-4AD3-BD12-AA0823B2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38224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28EB-3FF5-41B3-98F2-534E93C9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E56A-699A-4111-921D-6326E23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3D822-391A-456A-899D-6B77AA2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E05E-9B98-4553-B402-260CD25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D8CAD-21B5-4D90-9E4A-DA9257F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6AA89-B0F5-4C1D-993B-E77724A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199021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D294C-5E16-494C-97F1-922C3D0D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F3D62-B359-41A0-8DB2-76D1548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8093B-09E9-4AF1-BEBF-51AB9CB1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dated pair of photographs or object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A883C-3217-4EB0-879B-10D9B1C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short then-and-now record with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6944A-4FE0-42CF-B781-B8E53D1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change and one continuity, and name the source.</a:t>
            </a:r>
          </a:p>
        </p:txBody>
      </p:sp>
    </p:spTree>
    <p:extLst>
      <p:ext uri="{BB962C8B-B14F-4D97-AF65-F5344CB8AC3E}">
        <p14:creationId xmlns:p14="http://schemas.microsoft.com/office/powerpoint/2010/main" val="9680507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3A918-9696-4B7F-81F4-6841D9C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0B3BF-CA6F-414A-80E0-57741EB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A7AB8-CA68-45F7-A132-1E76EB9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dated pair of photographs or object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CD316-398B-4938-81B5-CF3BC63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short then-and-now record with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D74A0-C92B-4B0F-8D70-8FC0269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change and one continuity, and name the source.</a:t>
            </a:r>
          </a:p>
        </p:txBody>
      </p:sp>
    </p:spTree>
    <p:extLst>
      <p:ext uri="{BB962C8B-B14F-4D97-AF65-F5344CB8AC3E}">
        <p14:creationId xmlns:p14="http://schemas.microsoft.com/office/powerpoint/2010/main" val="128155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EFA5C-CF0A-4647-8357-A109B045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D0B20-4FBD-40F6-9DA0-9C98F37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3CC04-1A0D-4B2E-A31B-72107D2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dated pair of photographs or object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9C6E9-3595-4D63-9140-ED0E360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short then-and-now record with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F6972-848C-4553-835F-CD10B46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change and one continuity, and name the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0C4F9-64B7-4D04-A60B-0874077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an enquiry question about a reason that the images do not establish.</a:t>
            </a:r>
          </a:p>
        </p:txBody>
      </p:sp>
    </p:spTree>
    <p:extLst>
      <p:ext uri="{BB962C8B-B14F-4D97-AF65-F5344CB8AC3E}">
        <p14:creationId xmlns:p14="http://schemas.microsoft.com/office/powerpoint/2010/main" val="232903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CA20B-EF9C-472E-8F17-5A3A983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0143-7CE9-4DF8-B2FA-D6797A5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4673F-9ADF-42DA-9B83-4BAA1A38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outcome against unit criteria; retain best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01AA-F90D-4F0D-9D68-8381D77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E687B-0A61-40B9-97CA-EE1D1CD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812281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24A89-4C13-4FD6-91B9-E5FD2D8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C27DD-5F20-48EB-996E-6945E08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2AD16-6CD4-4F9C-8E78-6477243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two comparisons should your final record include?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2FC1E-968C-45D9-BAFE-6585E9EF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retain the source caption?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A0891-EE7D-4922-9EDA-EDA57604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573974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304D6-3266-424B-A536-963B320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67C7A-6B1E-4EDF-BBE3-699284EF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96DB6-B1DE-498A-A63C-E4276C07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EA489-DB95-4E21-AA50-990D5820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E0592-11AA-45A6-AB8C-B66F38C5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5838163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C0B9A-A7B9-4BDA-ACD4-AE330E01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93965-8CE3-41B4-BD83-4943E651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62900-2E59-41F2-8AD8-3EBD5536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AE3D-5B33-4DD9-87A5-24705E3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2F17D-2407-4F8F-ADE3-78344955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2388915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D0432-8177-41EB-9A48-ACD7243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AF19B-D543-423F-90B3-CBBADFF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87B90-D8B1-430B-998C-6A6B0CE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6C9FC-FAFC-43FD-B41C-D966A8A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324FD-2ABA-4A2F-BE5B-1540D50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15099489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DF40F-2C37-46A6-83BD-8655CC2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FF043-E911-402D-BF81-C1909E32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62674-E6EA-4040-A660-CF4875F3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7305E-CB30-4207-B317-3E8122B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1258D-826E-4448-92AC-FC537A13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0325362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F698-826E-43B9-8FCC-087D210A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C678A-11AF-49DF-9739-D9EF9D7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21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83f78c25b497d"/>
          <a:stretch xmlns:a="http://schemas.openxmlformats.org/drawingml/2006/main"/>
        </p:blipFill>
        <p:spPr>
          <a:xfrm xmlns:a="http://schemas.openxmlformats.org/drawingml/2006/main">
            <a:off x="2984500" y="1238250"/>
            <a:ext cx="62230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06D32-63A7-485B-B821-1653EE41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21 November 2008 · Oliver Dixon · CC BY-SA 2.0</a:t>
            </a:r>
          </a:p>
        </p:txBody>
      </p:sp>
    </p:spTree>
    <p:extLst>
      <p:ext uri="{BB962C8B-B14F-4D97-AF65-F5344CB8AC3E}">
        <p14:creationId xmlns:p14="http://schemas.microsoft.com/office/powerpoint/2010/main" val="3393878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A2F72-4663-42AD-8D0A-163C980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6BAEA-1BE0-426F-872F-2A1CE64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W6                                      22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a972a278745df"/>
          <a:stretch xmlns:a="http://schemas.openxmlformats.org/drawingml/2006/main"/>
        </p:blipFill>
        <p:spPr>
          <a:xfrm xmlns:a="http://schemas.openxmlformats.org/drawingml/2006/main">
            <a:off x="4345781" y="1238250"/>
            <a:ext cx="350043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DB1DB-FA31-4ABB-BC53-EE30291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31 January 2020 · Reading Tom · CC BY 2.0</a:t>
            </a:r>
          </a:p>
        </p:txBody>
      </p:sp>
    </p:spTree>
    <p:extLst>
      <p:ext uri="{BB962C8B-B14F-4D97-AF65-F5344CB8AC3E}">
        <p14:creationId xmlns:p14="http://schemas.microsoft.com/office/powerpoint/2010/main" val="549196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2026-09-19T18:38:31.1840000Z</dcterms:created>
  <dcterms:modified xsi:type="dcterms:W3CDTF">2026-09-19T18:38:31.1840000Z</dcterms:modified>
</coreProperties>
</file>