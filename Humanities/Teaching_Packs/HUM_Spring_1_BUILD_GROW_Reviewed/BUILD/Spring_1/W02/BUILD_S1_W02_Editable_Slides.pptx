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2877e4984304f63" Type="http://schemas.openxmlformats.org/package/2006/relationships/metadata/core-properties" Target="docProps/core.xml"/><Relationship Id="R0cd1ae5f807443d6" Type="http://schemas.openxmlformats.org/officeDocument/2006/relationships/extended-properties" Target="docProps/app.xml"/><Relationship Id="Red68bb01c439494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5dbf8c7a5465a"/>
  </p:sldMasterIdLst>
  <p:notesMasterIdLst>
    <p:notesMasterId xmlns:r="http://schemas.openxmlformats.org/officeDocument/2006/relationships" r:id="Rb515eca0d70c47c1"/>
  </p:notesMasterIdLst>
  <p:sldIdLst>
    <p:sldId xmlns:r="http://schemas.openxmlformats.org/officeDocument/2006/relationships" id="256" r:id="Rd580656c60ed4b18"/>
    <p:sldId xmlns:r="http://schemas.openxmlformats.org/officeDocument/2006/relationships" id="257" r:id="R31a4ba3deb66490c"/>
    <p:sldId xmlns:r="http://schemas.openxmlformats.org/officeDocument/2006/relationships" id="258" r:id="R2919800220514db4"/>
    <p:sldId xmlns:r="http://schemas.openxmlformats.org/officeDocument/2006/relationships" id="259" r:id="Rbffc25c8fa4248f8"/>
    <p:sldId xmlns:r="http://schemas.openxmlformats.org/officeDocument/2006/relationships" id="260" r:id="R57adf510796247e0"/>
    <p:sldId xmlns:r="http://schemas.openxmlformats.org/officeDocument/2006/relationships" id="261" r:id="R71a88ac41776426e"/>
    <p:sldId xmlns:r="http://schemas.openxmlformats.org/officeDocument/2006/relationships" id="262" r:id="R46ded430ed9b4069"/>
    <p:sldId xmlns:r="http://schemas.openxmlformats.org/officeDocument/2006/relationships" id="263" r:id="R4c3d86ab953842db"/>
    <p:sldId xmlns:r="http://schemas.openxmlformats.org/officeDocument/2006/relationships" id="264" r:id="R55e7d318ca5e45c7"/>
    <p:sldId xmlns:r="http://schemas.openxmlformats.org/officeDocument/2006/relationships" id="265" r:id="R1a334b5c37fd49c4"/>
    <p:sldId xmlns:r="http://schemas.openxmlformats.org/officeDocument/2006/relationships" id="266" r:id="R0fd19a8211c34de4"/>
    <p:sldId xmlns:r="http://schemas.openxmlformats.org/officeDocument/2006/relationships" id="267" r:id="R81a76130bddb41ea"/>
    <p:sldId xmlns:r="http://schemas.openxmlformats.org/officeDocument/2006/relationships" id="268" r:id="R80ced1f599514ae7"/>
    <p:sldId xmlns:r="http://schemas.openxmlformats.org/officeDocument/2006/relationships" id="269" r:id="Rcabb704680c7429c"/>
    <p:sldId xmlns:r="http://schemas.openxmlformats.org/officeDocument/2006/relationships" id="270" r:id="Rd03694fa68a54a9d"/>
    <p:sldId xmlns:r="http://schemas.openxmlformats.org/officeDocument/2006/relationships" id="271" r:id="R82f5e42e84eb4b35"/>
    <p:sldId xmlns:r="http://schemas.openxmlformats.org/officeDocument/2006/relationships" id="272" r:id="R7846b9f96a324123"/>
    <p:sldId xmlns:r="http://schemas.openxmlformats.org/officeDocument/2006/relationships" id="273" r:id="R9929045cf1364a1a"/>
    <p:sldId xmlns:r="http://schemas.openxmlformats.org/officeDocument/2006/relationships" id="274" r:id="R62803893a9e1494c"/>
    <p:sldId xmlns:r="http://schemas.openxmlformats.org/officeDocument/2006/relationships" id="275" r:id="R70dee48eed584dd0"/>
    <p:sldId xmlns:r="http://schemas.openxmlformats.org/officeDocument/2006/relationships" id="276" r:id="R8b7b5499402240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d19a8211c34de4" Type="http://schemas.openxmlformats.org/officeDocument/2006/relationships/slide" Target="slides/slide11.xml"/><Relationship Id="R1a334b5c37fd49c4" Type="http://schemas.openxmlformats.org/officeDocument/2006/relationships/slide" Target="slides/slide10.xml"/><Relationship Id="R1a77408674af4d61" Type="http://schemas.openxmlformats.org/officeDocument/2006/relationships/theme" Target="theme/theme1.xml"/><Relationship Id="R2919800220514db4" Type="http://schemas.openxmlformats.org/officeDocument/2006/relationships/slide" Target="slides/slide3.xml"/><Relationship Id="R31a4ba3deb66490c" Type="http://schemas.openxmlformats.org/officeDocument/2006/relationships/slide" Target="slides/slide2.xml"/><Relationship Id="R46ded430ed9b4069" Type="http://schemas.openxmlformats.org/officeDocument/2006/relationships/slide" Target="slides/slide7.xml"/><Relationship Id="R4889d97545c84577" Type="http://schemas.openxmlformats.org/officeDocument/2006/relationships/tableStyles" Target="tableStyles.xml"/><Relationship Id="R4c3d86ab953842db" Type="http://schemas.openxmlformats.org/officeDocument/2006/relationships/slide" Target="slides/slide8.xml"/><Relationship Id="R55e7d318ca5e45c7" Type="http://schemas.openxmlformats.org/officeDocument/2006/relationships/slide" Target="slides/slide9.xml"/><Relationship Id="R57adf510796247e0" Type="http://schemas.openxmlformats.org/officeDocument/2006/relationships/slide" Target="slides/slide5.xml"/><Relationship Id="R62803893a9e1494c" Type="http://schemas.openxmlformats.org/officeDocument/2006/relationships/slide" Target="slides/slide19.xml"/><Relationship Id="R70dee48eed584dd0" Type="http://schemas.openxmlformats.org/officeDocument/2006/relationships/slide" Target="slides/slide20.xml"/><Relationship Id="R71a88ac41776426e" Type="http://schemas.openxmlformats.org/officeDocument/2006/relationships/slide" Target="slides/slide6.xml"/><Relationship Id="R7846b9f96a324123" Type="http://schemas.openxmlformats.org/officeDocument/2006/relationships/slide" Target="slides/slide17.xml"/><Relationship Id="R80ced1f599514ae7" Type="http://schemas.openxmlformats.org/officeDocument/2006/relationships/slide" Target="slides/slide13.xml"/><Relationship Id="R81a76130bddb41ea" Type="http://schemas.openxmlformats.org/officeDocument/2006/relationships/slide" Target="slides/slide12.xml"/><Relationship Id="R82f5e42e84eb4b35" Type="http://schemas.openxmlformats.org/officeDocument/2006/relationships/slide" Target="slides/slide16.xml"/><Relationship Id="R83d5dbf8c7a5465a" Type="http://schemas.openxmlformats.org/officeDocument/2006/relationships/slideMaster" Target="slideMasters/slideMaster1.xml"/><Relationship Id="R8b7b5499402240e6" Type="http://schemas.openxmlformats.org/officeDocument/2006/relationships/slide" Target="slides/slide21.xml"/><Relationship Id="R9929045cf1364a1a" Type="http://schemas.openxmlformats.org/officeDocument/2006/relationships/slide" Target="slides/slide18.xml"/><Relationship Id="Rb515eca0d70c47c1" Type="http://schemas.openxmlformats.org/officeDocument/2006/relationships/notesMaster" Target="notesMasters/notesMaster1.xml"/><Relationship Id="Rbffc25c8fa4248f8" Type="http://schemas.openxmlformats.org/officeDocument/2006/relationships/slide" Target="slides/slide4.xml"/><Relationship Id="Rcabb704680c7429c" Type="http://schemas.openxmlformats.org/officeDocument/2006/relationships/slide" Target="slides/slide14.xml"/><Relationship Id="Rd03694fa68a54a9d" Type="http://schemas.openxmlformats.org/officeDocument/2006/relationships/slide" Target="slides/slide15.xml"/><Relationship Id="Rd580656c60ed4b18" Type="http://schemas.openxmlformats.org/officeDocument/2006/relationships/slide" Target="slides/slide1.xml"/><Relationship Id="Rf4f16cdb1f444c5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28d6e156df7d408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d64df28bce74abb" Type="http://schemas.openxmlformats.org/officeDocument/2006/relationships/slide" Target="../slides/slide1.xml"/><Relationship Id="R9e383017815b461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1c511ae3a404760" Type="http://schemas.openxmlformats.org/officeDocument/2006/relationships/notesMaster" Target="../notesMasters/notesMaster1.xml"/><Relationship Id="R2e6bf440a19b4a3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02332e5ac104a24" Type="http://schemas.openxmlformats.org/officeDocument/2006/relationships/notesMaster" Target="../notesMasters/notesMaster1.xml"/><Relationship Id="Rce242af24fa3440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37c97cbe3974b82" Type="http://schemas.openxmlformats.org/officeDocument/2006/relationships/notesMaster" Target="../notesMasters/notesMaster1.xml"/><Relationship Id="Rfb0b8f07ac134135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3884367ad9646bc" Type="http://schemas.openxmlformats.org/officeDocument/2006/relationships/slide" Target="../slides/slide5.xml"/><Relationship Id="Rb48cad4e751549f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15fdecd1aff4cf5" Type="http://schemas.openxmlformats.org/officeDocument/2006/relationships/slide" Target="../slides/slide6.xml"/><Relationship Id="Rafcac500ade5458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f59e65c245045de" Type="http://schemas.openxmlformats.org/officeDocument/2006/relationships/slide" Target="../slides/slide7.xml"/><Relationship Id="R7aa22e8d8fd24d0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6fa6c316c0c41de" Type="http://schemas.openxmlformats.org/officeDocument/2006/relationships/slide" Target="../slides/slide8.xml"/><Relationship Id="R7dc6f42cc3494d8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83fe7ca47264339" Type="http://schemas.openxmlformats.org/officeDocument/2006/relationships/slide" Target="../slides/slide9.xml"/><Relationship Id="Ra5c4a766aa94444d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3d889dec8a74f16" Type="http://schemas.openxmlformats.org/officeDocument/2006/relationships/slide" Target="../slides/slide10.xml"/><Relationship Id="Rd3c705f6bb594ba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46655aded864752" Type="http://schemas.openxmlformats.org/officeDocument/2006/relationships/notesMaster" Target="../notesMasters/notesMaster1.xml"/><Relationship Id="R5b09b788ee8c4cf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dc6cfd4ce8b430b" Type="http://schemas.openxmlformats.org/officeDocument/2006/relationships/notesMaster" Target="../notesMasters/notesMaster1.xml"/><Relationship Id="Rf8c9d428b555474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3bee95fc2c34300" Type="http://schemas.openxmlformats.org/officeDocument/2006/relationships/notesMaster" Target="../notesMasters/notesMaster1.xml"/><Relationship Id="Rb0e6f96565484ef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a2e3a146a6444c" Type="http://schemas.openxmlformats.org/officeDocument/2006/relationships/slide" Target="../slides/slide14.xml"/><Relationship Id="Rb528e2534976495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50cd7c7af47449f" Type="http://schemas.openxmlformats.org/officeDocument/2006/relationships/slide" Target="../slides/slide15.xml"/><Relationship Id="R83249b5806ee4fcc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83d49708fd742be" Type="http://schemas.openxmlformats.org/officeDocument/2006/relationships/notesMaster" Target="../notesMasters/notesMaster1.xml"/><Relationship Id="R71f79c18d2664df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d3b6caf453441f5" Type="http://schemas.openxmlformats.org/officeDocument/2006/relationships/slide" Target="../slides/slide17.xml"/><Relationship Id="Ra0bec562ada3491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c3765e40f844a83" Type="http://schemas.openxmlformats.org/officeDocument/2006/relationships/notesMaster" Target="../notesMasters/notesMaster1.xml"/><Relationship Id="Rd8fba76b5f9447de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77a888e5f2a04d25" Type="http://schemas.openxmlformats.org/officeDocument/2006/relationships/slide" Target="../slides/slide19.xml"/><Relationship Id="Rc44bcaf6a39b458f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5e1a33fa93842e6" Type="http://schemas.openxmlformats.org/officeDocument/2006/relationships/notesMaster" Target="../notesMasters/notesMaster1.xml"/><Relationship Id="R7ce71e67d38043b6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c1e8e76f459c4ab5" Type="http://schemas.openxmlformats.org/officeDocument/2006/relationships/slide" Target="../slides/slide21.xml"/><Relationship Id="Rf18b0d894a65433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Wednesday.</a:t>
            </a:r>
          </a:p>
          <a:p xmlns:a="http://schemas.openxmlformats.org/drawingml/2006/main">
            <a:r>
              <a:t>Choose: A time before now OR The time we are in now. Answer: A time before now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They allow a conversation over distance.</a:t>
            </a:r>
          </a:p>
          <a:p xmlns:a="http://schemas.openxmlformats.org/drawingml/2006/main">
            <a:r>
              <a:t>Give a reason when ready. Answer: No. Suitability depends on the user and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Pair-match a rotary telephone and smartphone. Say or show what helped you decide.</a:t>
            </a:r>
          </a:p>
          <a:p xmlns:a="http://schemas.openxmlformats.org/drawingml/2006/main">
            <a:r>
              <a:t>Explain why a different user might prefer one object for a particular purpose.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Pair-match a rotary telephone and smartphone. Sort visible differences from functions they share.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Both objects ___. One difference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objects ___. One difference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different user might prefer one object for a particular purpose.</a:t>
            </a:r>
          </a:p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allow a conversation over distance.</a:t>
            </a:r>
          </a:p>
          <a:p xmlns:a="http://schemas.openxmlformats.org/drawingml/2006/main">
            <a:r>
              <a:t>No. Suitability depends on the user and purpose.</a:t>
            </a:r>
          </a:p>
          <a:p xmlns:a="http://schemas.openxmlformats.org/drawingml/2006/main">
            <a:r>
              <a:t>Support: Both objects ___. One difference is ___.</a:t>
            </a:r>
          </a:p>
          <a:p xmlns:a="http://schemas.openxmlformats.org/drawingml/2006/main">
            <a:r>
              <a:t>Extension: Explain why a different user might prefer one object for a particular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and caption.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234ed3e12da4ee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cc58bc0d05347a0" Type="http://schemas.openxmlformats.org/officeDocument/2006/relationships/slideLayout" Target="../slideLayouts/slideLayout1.xml"/><Relationship Id="R2a2881edbaaa4f6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58bc0d05347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94ae281c91b49a9" Type="http://schemas.openxmlformats.org/officeDocument/2006/relationships/notesSlide" Target="../notesSlides/notesSlide1.xml"/><Relationship Id="R39a38fc507ea424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a555cfe2d4d479f" Type="http://schemas.openxmlformats.org/officeDocument/2006/relationships/slideLayout" Target="../slideLayouts/slideLayout1.xml"/><Relationship Id="Rd81aca8241cc459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979d6f8f301402f" Type="http://schemas.openxmlformats.org/officeDocument/2006/relationships/notesSlide" Target="../notesSlides/notesSlide3.xml"/><Relationship Id="R9e8fc11bdf1f4a6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1931201726940e8" Type="http://schemas.openxmlformats.org/officeDocument/2006/relationships/slideLayout" Target="../slideLayouts/slideLayout1.xml"/><Relationship Id="Rf98e6c29a51d424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4ac86b97ac74208" Type="http://schemas.openxmlformats.org/officeDocument/2006/relationships/slideLayout" Target="../slideLayouts/slideLayout1.xml"/><Relationship Id="R14c234a46c9a42eb" Type="http://schemas.openxmlformats.org/officeDocument/2006/relationships/notesSlide" Target="../notesSlides/notesSlide5.xml"/><Relationship Id="R975e3924813e4239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2adf931438044730" Type="http://schemas.openxmlformats.org/officeDocument/2006/relationships/slideLayout" Target="../slideLayouts/slideLayout1.xml"/><Relationship Id="R8373745f306e488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7a3f5d832e534d9a" Type="http://schemas.openxmlformats.org/officeDocument/2006/relationships/slideLayout" Target="../slideLayouts/slideLayout1.xml"/><Relationship Id="Rfb4b69e8e5574a4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c2c9bd10eb34402" Type="http://schemas.openxmlformats.org/officeDocument/2006/relationships/notesSlide" Target="../notesSlides/notesSlide8.xml"/><Relationship Id="Raae367e00baf430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2621524464c4122" Type="http://schemas.openxmlformats.org/officeDocument/2006/relationships/notesSlide" Target="../notesSlides/notesSlide9.xml"/><Relationship Id="Rc28377a59c19476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758656c8c7e4e40" Type="http://schemas.openxmlformats.org/officeDocument/2006/relationships/slideLayout" Target="../slideLayouts/slideLayout1.xml"/><Relationship Id="R6aa47b51fe43425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f395f3d651249cf" Type="http://schemas.openxmlformats.org/officeDocument/2006/relationships/slideLayout" Target="../slideLayouts/slideLayout1.xml"/><Relationship Id="R23e4d5410ba146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31bc89c16b04ec3" Type="http://schemas.openxmlformats.org/officeDocument/2006/relationships/notesSlide" Target="../notesSlides/notesSlide12.xml"/><Relationship Id="R8f988e5499c848b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6a57fd096de14fec" Type="http://schemas.openxmlformats.org/officeDocument/2006/relationships/notesSlide" Target="../notesSlides/notesSlide13.xml"/><Relationship Id="Rcbc04f653e8e4af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aae1e68a371c48b8" Type="http://schemas.openxmlformats.org/officeDocument/2006/relationships/slideLayout" Target="../slideLayouts/slideLayout1.xml"/><Relationship Id="Rc741e5672c9f47b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7822e44dd7be4095" Type="http://schemas.openxmlformats.org/officeDocument/2006/relationships/slideLayout" Target="../slideLayouts/slideLayout1.xml"/><Relationship Id="Ref4e03547f8545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9235d51245b34879" Type="http://schemas.openxmlformats.org/officeDocument/2006/relationships/notesSlide" Target="../notesSlides/notesSlide16.xml"/><Relationship Id="Rab5957bd2cdd49a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9ca7d9a520e4c27" Type="http://schemas.openxmlformats.org/officeDocument/2006/relationships/notesSlide" Target="../notesSlides/notesSlide17.xml"/><Relationship Id="Ra36b3f33452b4f7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dedc8b347494f41" Type="http://schemas.openxmlformats.org/officeDocument/2006/relationships/slideLayout" Target="../slideLayouts/slideLayout1.xml"/><Relationship Id="R6040c3c72b2245ea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2734cb62c5b849d3" Type="http://schemas.openxmlformats.org/officeDocument/2006/relationships/slideLayout" Target="../slideLayouts/slideLayout1.xml"/><Relationship Id="R9193125444c04de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9ca31d744a60458d" Type="http://schemas.openxmlformats.org/officeDocument/2006/relationships/notesSlide" Target="../notesSlides/notesSlide20.xml"/><Relationship Id="Rd98b56d539f44825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8a51cadf1494b52" Type="http://schemas.openxmlformats.org/officeDocument/2006/relationships/notesSlide" Target="../notesSlides/notesSlide21.xml"/><Relationship Id="R3d6314c0830748a3" Type="http://schemas.openxmlformats.org/officeDocument/2006/relationships/image" Target="../media/image2.png"/><Relationship Id="Rc6a0b92a14c2450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A78EA-5315-46A0-8876-D0861234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Old and new objects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B0D89-5A2D-4CA3-ACC4-2E29DF93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1B3F5-13BA-4E14-92E5-A8CBA5AA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old and new objects.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4E8E4-D07D-47FD-AF4E-90457ED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1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72AF0-610C-4012-9A3C-778DF88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54138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C15E0-A85F-42E4-9521-E0976AAD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1F258-BD32-42B5-BF6E-8AF3EB83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5C53D-C1F8-4031-BDC6-4463743F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comes first: Wednesday or Friday?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2CA55-0E73-4BB2-9BD2-21D93964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past?</a:t>
            </a:r>
          </a:p>
        </p:txBody>
      </p:sp>
    </p:spTree>
    <p:extLst>
      <p:ext uri="{BB962C8B-B14F-4D97-AF65-F5344CB8AC3E}">
        <p14:creationId xmlns:p14="http://schemas.microsoft.com/office/powerpoint/2010/main" val="43836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F5742-A1D6-4116-ACC8-5A1FF327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4F2FB-5C34-464B-A3F2-844DEF43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5F668-1B5F-4B68-8421-7B770DE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function do both phones share?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FE70B-D2D3-4DBE-A609-2DA774D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newer always mean better for everyone?</a:t>
            </a:r>
          </a:p>
        </p:txBody>
      </p:sp>
    </p:spTree>
    <p:extLst>
      <p:ext uri="{BB962C8B-B14F-4D97-AF65-F5344CB8AC3E}">
        <p14:creationId xmlns:p14="http://schemas.microsoft.com/office/powerpoint/2010/main" val="1659946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98B58-B527-4844-A165-8EC4D0B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D331D-5A49-4F53-8FF0-60783CA1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F6350-CC55-4CBD-AF63-961ECF59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time before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DE9CB-FDBE-48F5-9274-898462D5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time we are in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3786-81DA-45EF-8BCE-85F8C1C2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becomes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F1313-6F6B-4214-8A41-96B46FED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continuity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1430139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8B81D-90D8-4360-9972-F94B0986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E4941-83CC-4DF5-9AF8-BDD34202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e3924813e4239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75CE9-0F9B-408B-BB91-27FB39B4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Pair-match a rotary telephone and smartphone.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5C80D-FB4D-4210-9C4A-9F48AD8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0B5C7-09AC-4C4F-9103-1EFCA652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934295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1D83C-DF6D-44D8-B55E-9165D39A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EE7E5-622E-4F3B-AFC5-0356A81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4BEB4-157E-41D8-903D-02282FBB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function do both phones share?</a:t>
            </a:r>
          </a:p>
        </p:txBody>
      </p:sp>
    </p:spTree>
    <p:extLst>
      <p:ext uri="{BB962C8B-B14F-4D97-AF65-F5344CB8AC3E}">
        <p14:creationId xmlns:p14="http://schemas.microsoft.com/office/powerpoint/2010/main" val="1301269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9F724-920B-4E9C-8D2B-F8EA0176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CFE2-2C84-4213-84C4-3A30685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DD11D-DBE8-42D0-A0B0-B9AAA20B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Telephone comparison: A rotary telephone and a smartphone both support conversations over distance. A smartphone can also show a video call; a rotary dial selects numbers differently.</a:t>
            </a:r>
          </a:p>
        </p:txBody>
      </p:sp>
    </p:spTree>
    <p:extLst>
      <p:ext uri="{BB962C8B-B14F-4D97-AF65-F5344CB8AC3E}">
        <p14:creationId xmlns:p14="http://schemas.microsoft.com/office/powerpoint/2010/main" val="826499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37582-D6E6-4AFA-9980-2A5C0AC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9805E-A7FC-47CA-8C13-CB013A57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F734D-750C-4A82-8405-6DAEB81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They allow a conversation over distance.</a:t>
            </a:r>
          </a:p>
        </p:txBody>
      </p:sp>
    </p:spTree>
    <p:extLst>
      <p:ext uri="{BB962C8B-B14F-4D97-AF65-F5344CB8AC3E}">
        <p14:creationId xmlns:p14="http://schemas.microsoft.com/office/powerpoint/2010/main" val="2038885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2D8BE-3A34-49F8-966C-5DE1DFA1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D9DD3-5886-40F3-8C2F-16E3F35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5321-F616-40DF-B1A7-0FE87DD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newer always mean better for everyone? No. Suitability depends on the user and purpose.</a:t>
            </a:r>
          </a:p>
        </p:txBody>
      </p:sp>
    </p:spTree>
    <p:extLst>
      <p:ext uri="{BB962C8B-B14F-4D97-AF65-F5344CB8AC3E}">
        <p14:creationId xmlns:p14="http://schemas.microsoft.com/office/powerpoint/2010/main" val="1969161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BD3A-313F-4B89-86E3-B540CDD5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EC1C1-588C-4EAF-B9B2-167C83CE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18084-7240-482B-A8D9-F17FAB4B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Pair-match a rotary telephone and smartphone.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32762-C7D2-4EBB-BE8C-3876903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visible differences from functions they share.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917A1-E25F-4E72-ADCE-6067C958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713436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FCD61-55C7-4A87-98D0-227D937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7C293-76DD-424B-BF8A-0FBF30C3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B979D-7DAB-4838-8CFA-6F7CAFA3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first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2784B-2C5E-4AC9-B9CA-BFF6EB22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second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71B7C-A540-4CB7-9BD2-F8462D0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similarity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DFF4E-51CD-4488-817E-E0090FC8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difference or change</a:t>
            </a:r>
          </a:p>
        </p:txBody>
      </p:sp>
    </p:spTree>
    <p:extLst>
      <p:ext uri="{BB962C8B-B14F-4D97-AF65-F5344CB8AC3E}">
        <p14:creationId xmlns:p14="http://schemas.microsoft.com/office/powerpoint/2010/main" val="1866978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7C7AE-8037-4BB3-9D27-952ABD31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2B812-53FB-40E2-AD99-3D01FD7F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7635A-F11B-4061-9AEE-6ACE8E5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an object comparison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65E2A-71F6-4EE9-AF22-FABE5FA8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change and one thing unchanged.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50D90-411A-4007-AB44-3F549F07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caption based on a diagram or an object you can inspect.</a:t>
            </a:r>
          </a:p>
        </p:txBody>
      </p:sp>
    </p:spTree>
    <p:extLst>
      <p:ext uri="{BB962C8B-B14F-4D97-AF65-F5344CB8AC3E}">
        <p14:creationId xmlns:p14="http://schemas.microsoft.com/office/powerpoint/2010/main" val="10477584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C2178-9CAD-4718-BACE-F8B3B2A3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EFD0E-3657-4463-873C-DBC10EA2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4F27F-D5BE-41F0-8792-D8F7981B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an object comparison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5C1FE-6B54-4503-8518-6B5A02EF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change and one thing unchanged.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17DE3-B1BE-4FFA-84A7-A7DBE13B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caption based on a diagram or an object you can inspect.</a:t>
            </a:r>
          </a:p>
        </p:txBody>
      </p:sp>
    </p:spTree>
    <p:extLst>
      <p:ext uri="{BB962C8B-B14F-4D97-AF65-F5344CB8AC3E}">
        <p14:creationId xmlns:p14="http://schemas.microsoft.com/office/powerpoint/2010/main" val="1152434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1DB82-E31D-42E0-B00D-C61A2C2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6BF0-81C6-434B-B4D0-A59B0E19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C0017-A09A-49B7-82D3-FCA3DBBF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an object comparison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A2E8-4157-4AE4-9DBE-1A1051A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change and one thing unchanged.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D261D-98F3-4095-A808-A53E3FF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caption based on a diagram or an object you can inspect.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2225C-1B0D-40D0-950B-71B0FB4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different user might prefer one object for a particular purpose.</a:t>
            </a:r>
          </a:p>
        </p:txBody>
      </p:sp>
    </p:spTree>
    <p:extLst>
      <p:ext uri="{BB962C8B-B14F-4D97-AF65-F5344CB8AC3E}">
        <p14:creationId xmlns:p14="http://schemas.microsoft.com/office/powerpoint/2010/main" val="863014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2904E-173B-4CB2-BE66-D7838F9D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0EFD0-6F9E-405C-9446-DB3C07BE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C45FA-6433-4D74-8104-01BAD3A4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comparison and caption.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F52D1-5233-42EC-BAD2-BD799519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059D5-D3FA-460A-B5AD-EA349FEE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54112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3AB07-5491-4C79-8A00-5C226A1B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B1724-216A-4860-BBD1-CD527F06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D08A7-9516-4CAB-958B-F828D74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function do both phones share?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4C13E-6E5B-4D3F-95F1-B632DE9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newer always mean better for everyone?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76FD5-E1C6-4A5D-B7C7-2F84AD62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1238157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F372B-EB75-441F-9293-BF020E7C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 fictional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4D8B4-FE58-4877-B5EA-C2097535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8A91F-2B88-4993-A27B-BF0550E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3BD5D-8EB4-4BAA-B60D-10B4C23D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B9164-408B-4BBB-9CF0-A43CB90E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2023071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FFCE-FDB7-4B24-8BF9-ACF68A5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Telephone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D52A6-2A7F-4D6C-895A-33F1A076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EC942-4FAB-4899-ADC7-A6E7BFC3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A721-316B-45B9-9B11-8F55CBF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8E0A-1892-4461-9D34-3CE1FFD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</p:spTree>
    <p:extLst>
      <p:ext uri="{BB962C8B-B14F-4D97-AF65-F5344CB8AC3E}">
        <p14:creationId xmlns:p14="http://schemas.microsoft.com/office/powerpoint/2010/main" val="3336320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28EA-1987-487D-8E78-EDD593D9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Photo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3E0F3-371A-40B7-AB7E-1328D0CD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CC8EF-11E4-4D32-A716-D629962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0C621-D93E-41AF-BAC3-A06EBC5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DB531-5B05-45A8-B5FD-911D554A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17373701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CFB99-989E-46D4-96F0-FFD19D69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Questions worth 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9AEFF-093D-4B1D-99C7-AE11D0E5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16C19-3592-49D7-80CB-F7124631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361BD-32C4-48AA-BA10-4163B686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D8EFB-69DE-49D6-8E0C-90B7DA5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6872698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FB23F-1F4F-4D95-A95E-5FC2808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A7B43-EC8C-4FBD-AB66-F4B425A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W2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314c0830748a3"/>
          <a:stretch xmlns:a="http://schemas.openxmlformats.org/drawingml/2006/main"/>
        </p:blipFill>
        <p:spPr>
          <a:xfrm xmlns:a="http://schemas.openxmlformats.org/drawingml/2006/main">
            <a:off x="1047750" y="1368488"/>
            <a:ext cx="10096500" cy="45972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36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2026-09-19T18:37:00.6000000Z</dcterms:created>
  <dcterms:modified xsi:type="dcterms:W3CDTF">2026-09-19T18:37:00.6000000Z</dcterms:modified>
</coreProperties>
</file>