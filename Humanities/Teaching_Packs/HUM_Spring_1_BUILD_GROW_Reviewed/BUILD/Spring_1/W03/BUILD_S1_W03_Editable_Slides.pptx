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7c5857c87864ef5" Type="http://schemas.openxmlformats.org/officeDocument/2006/relationships/extended-properties" Target="docProps/app.xml"/><Relationship Id="Rc248a9541eed43a9" Type="http://schemas.openxmlformats.org/package/2006/relationships/metadata/core-properties" Target="docProps/core.xml"/><Relationship Id="Rf356a52119844759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0103091e834b6d"/>
  </p:sldMasterIdLst>
  <p:notesMasterIdLst>
    <p:notesMasterId xmlns:r="http://schemas.openxmlformats.org/officeDocument/2006/relationships" r:id="Rb0d4c71286134d0d"/>
  </p:notesMasterIdLst>
  <p:sldIdLst>
    <p:sldId xmlns:r="http://schemas.openxmlformats.org/officeDocument/2006/relationships" id="256" r:id="Rf8ab6094259841a3"/>
    <p:sldId xmlns:r="http://schemas.openxmlformats.org/officeDocument/2006/relationships" id="257" r:id="Rc57b628bb79d411e"/>
    <p:sldId xmlns:r="http://schemas.openxmlformats.org/officeDocument/2006/relationships" id="258" r:id="R9d58ac35db074cc5"/>
    <p:sldId xmlns:r="http://schemas.openxmlformats.org/officeDocument/2006/relationships" id="259" r:id="Rcaa636b0e27548fb"/>
    <p:sldId xmlns:r="http://schemas.openxmlformats.org/officeDocument/2006/relationships" id="260" r:id="R68e39c1b607f4d99"/>
    <p:sldId xmlns:r="http://schemas.openxmlformats.org/officeDocument/2006/relationships" id="261" r:id="R4e55dfcbfe6847a2"/>
    <p:sldId xmlns:r="http://schemas.openxmlformats.org/officeDocument/2006/relationships" id="262" r:id="R5a1e4bc54ace4cb9"/>
    <p:sldId xmlns:r="http://schemas.openxmlformats.org/officeDocument/2006/relationships" id="263" r:id="R1b6b95fbf5344460"/>
    <p:sldId xmlns:r="http://schemas.openxmlformats.org/officeDocument/2006/relationships" id="264" r:id="R6177c22901064248"/>
    <p:sldId xmlns:r="http://schemas.openxmlformats.org/officeDocument/2006/relationships" id="265" r:id="R85c0cb71ea624bfe"/>
    <p:sldId xmlns:r="http://schemas.openxmlformats.org/officeDocument/2006/relationships" id="266" r:id="R9afdab0a8d90446b"/>
    <p:sldId xmlns:r="http://schemas.openxmlformats.org/officeDocument/2006/relationships" id="267" r:id="R85a39efc75e74f6d"/>
    <p:sldId xmlns:r="http://schemas.openxmlformats.org/officeDocument/2006/relationships" id="268" r:id="R51ee9ea322a84313"/>
    <p:sldId xmlns:r="http://schemas.openxmlformats.org/officeDocument/2006/relationships" id="269" r:id="R3bdfb37ad69a43b0"/>
    <p:sldId xmlns:r="http://schemas.openxmlformats.org/officeDocument/2006/relationships" id="270" r:id="R47b06d4928b54c18"/>
    <p:sldId xmlns:r="http://schemas.openxmlformats.org/officeDocument/2006/relationships" id="271" r:id="R010564fff1fd4708"/>
    <p:sldId xmlns:r="http://schemas.openxmlformats.org/officeDocument/2006/relationships" id="272" r:id="Rfaff73e9968a4b7c"/>
    <p:sldId xmlns:r="http://schemas.openxmlformats.org/officeDocument/2006/relationships" id="273" r:id="Rd556e0ecc8d5467f"/>
    <p:sldId xmlns:r="http://schemas.openxmlformats.org/officeDocument/2006/relationships" id="274" r:id="R6b5fc5466eb1451d"/>
    <p:sldId xmlns:r="http://schemas.openxmlformats.org/officeDocument/2006/relationships" id="275" r:id="R32606c1b2b264f2d"/>
    <p:sldId xmlns:r="http://schemas.openxmlformats.org/officeDocument/2006/relationships" id="276" r:id="R682c6366a41144e3"/>
    <p:sldId xmlns:r="http://schemas.openxmlformats.org/officeDocument/2006/relationships" id="277" r:id="R036668bd605543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10564fff1fd4708" Type="http://schemas.openxmlformats.org/officeDocument/2006/relationships/slide" Target="slides/slide16.xml"/><Relationship Id="R036668bd6055435a" Type="http://schemas.openxmlformats.org/officeDocument/2006/relationships/slide" Target="slides/slide22.xml"/><Relationship Id="R1a0103091e834b6d" Type="http://schemas.openxmlformats.org/officeDocument/2006/relationships/slideMaster" Target="slideMasters/slideMaster1.xml"/><Relationship Id="R1b6b95fbf5344460" Type="http://schemas.openxmlformats.org/officeDocument/2006/relationships/slide" Target="slides/slide8.xml"/><Relationship Id="R32606c1b2b264f2d" Type="http://schemas.openxmlformats.org/officeDocument/2006/relationships/slide" Target="slides/slide20.xml"/><Relationship Id="R35ed01f7c29d4407" Type="http://schemas.openxmlformats.org/officeDocument/2006/relationships/tableStyles" Target="tableStyles.xml"/><Relationship Id="R3bdfb37ad69a43b0" Type="http://schemas.openxmlformats.org/officeDocument/2006/relationships/slide" Target="slides/slide14.xml"/><Relationship Id="R47b06d4928b54c18" Type="http://schemas.openxmlformats.org/officeDocument/2006/relationships/slide" Target="slides/slide15.xml"/><Relationship Id="R4e55dfcbfe6847a2" Type="http://schemas.openxmlformats.org/officeDocument/2006/relationships/slide" Target="slides/slide6.xml"/><Relationship Id="R51ee9ea322a84313" Type="http://schemas.openxmlformats.org/officeDocument/2006/relationships/slide" Target="slides/slide13.xml"/><Relationship Id="R5a1e4bc54ace4cb9" Type="http://schemas.openxmlformats.org/officeDocument/2006/relationships/slide" Target="slides/slide7.xml"/><Relationship Id="R6177c22901064248" Type="http://schemas.openxmlformats.org/officeDocument/2006/relationships/slide" Target="slides/slide9.xml"/><Relationship Id="R682c6366a41144e3" Type="http://schemas.openxmlformats.org/officeDocument/2006/relationships/slide" Target="slides/slide21.xml"/><Relationship Id="R68e39c1b607f4d99" Type="http://schemas.openxmlformats.org/officeDocument/2006/relationships/slide" Target="slides/slide5.xml"/><Relationship Id="R6b5fc5466eb1451d" Type="http://schemas.openxmlformats.org/officeDocument/2006/relationships/slide" Target="slides/slide19.xml"/><Relationship Id="R85a39efc75e74f6d" Type="http://schemas.openxmlformats.org/officeDocument/2006/relationships/slide" Target="slides/slide12.xml"/><Relationship Id="R85c0cb71ea624bfe" Type="http://schemas.openxmlformats.org/officeDocument/2006/relationships/slide" Target="slides/slide10.xml"/><Relationship Id="R9afdab0a8d90446b" Type="http://schemas.openxmlformats.org/officeDocument/2006/relationships/slide" Target="slides/slide11.xml"/><Relationship Id="R9d58ac35db074cc5" Type="http://schemas.openxmlformats.org/officeDocument/2006/relationships/slide" Target="slides/slide3.xml"/><Relationship Id="Rb0d4c71286134d0d" Type="http://schemas.openxmlformats.org/officeDocument/2006/relationships/notesMaster" Target="notesMasters/notesMaster1.xml"/><Relationship Id="Rc57b628bb79d411e" Type="http://schemas.openxmlformats.org/officeDocument/2006/relationships/slide" Target="slides/slide2.xml"/><Relationship Id="Rc58659e1c454495a" Type="http://schemas.openxmlformats.org/officeDocument/2006/relationships/presProps" Target="presProps.xml"/><Relationship Id="Rcaa636b0e27548fb" Type="http://schemas.openxmlformats.org/officeDocument/2006/relationships/slide" Target="slides/slide4.xml"/><Relationship Id="Rd556e0ecc8d5467f" Type="http://schemas.openxmlformats.org/officeDocument/2006/relationships/slide" Target="slides/slide18.xml"/><Relationship Id="Re585cb8ae3f64495" Type="http://schemas.openxmlformats.org/officeDocument/2006/relationships/theme" Target="theme/theme1.xml"/><Relationship Id="Rf8ab6094259841a3" Type="http://schemas.openxmlformats.org/officeDocument/2006/relationships/slide" Target="slides/slide1.xml"/><Relationship Id="Rfaff73e9968a4b7c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06c1f9a6050143d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8d1f00ba3f224ed2" Type="http://schemas.openxmlformats.org/officeDocument/2006/relationships/notesMaster" Target="../notesMasters/notesMaster1.xml"/><Relationship Id="Rb8d99f3bf64d4079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c2c5e85c72b4346" Type="http://schemas.openxmlformats.org/officeDocument/2006/relationships/slide" Target="../slides/slide2.xml"/><Relationship Id="R278d319974954577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440edf865e934224" Type="http://schemas.openxmlformats.org/officeDocument/2006/relationships/slide" Target="../slides/slide3.xml"/><Relationship Id="R8129ce0c87534b45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b9008f29ef04020" Type="http://schemas.openxmlformats.org/officeDocument/2006/relationships/notesMaster" Target="../notesMasters/notesMaster1.xml"/><Relationship Id="R4a93497f652f49c8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64bc368701764e9b" Type="http://schemas.openxmlformats.org/officeDocument/2006/relationships/notesMaster" Target="../notesMasters/notesMaster1.xml"/><Relationship Id="Rf93d75ab07cb4c9d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7df69df3ddf479c" Type="http://schemas.openxmlformats.org/officeDocument/2006/relationships/slide" Target="../slides/slide6.xml"/><Relationship Id="R80788a659bc34c9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a62e008f64c94771" Type="http://schemas.openxmlformats.org/officeDocument/2006/relationships/notesMaster" Target="../notesMasters/notesMaster1.xml"/><Relationship Id="Rc4bcf5f2ffe3428d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fa12b1178ad24809" Type="http://schemas.openxmlformats.org/officeDocument/2006/relationships/notesMaster" Target="../notesMasters/notesMaster1.xml"/><Relationship Id="Rfed63fac9ff34e7e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51cbe016b3414b99" Type="http://schemas.openxmlformats.org/officeDocument/2006/relationships/slide" Target="../slides/slide9.xml"/><Relationship Id="R9687c02961a7431a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cb8b051bfb424afd" Type="http://schemas.openxmlformats.org/officeDocument/2006/relationships/notesMaster" Target="../notesMasters/notesMaster1.xml"/><Relationship Id="Rf03c9084e91740f6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2f71f65f380f46c5" Type="http://schemas.openxmlformats.org/officeDocument/2006/relationships/notesMaster" Target="../notesMasters/notesMaster1.xml"/><Relationship Id="R7486c3cc7db8449c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3b41c494ab7545b2" Type="http://schemas.openxmlformats.org/officeDocument/2006/relationships/notesMaster" Target="../notesMasters/notesMaster1.xml"/><Relationship Id="R9cc067be45c04f5c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9e45f6506556423f" Type="http://schemas.openxmlformats.org/officeDocument/2006/relationships/notesMaster" Target="../notesMasters/notesMaster1.xml"/><Relationship Id="Ra43e49137cdc4676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a5e84dc980424299" Type="http://schemas.openxmlformats.org/officeDocument/2006/relationships/slide" Target="../slides/slide14.xml"/><Relationship Id="Rdcc9f7efea264a78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6ffeb848aa5c42e6" Type="http://schemas.openxmlformats.org/officeDocument/2006/relationships/notesMaster" Target="../notesMasters/notesMaster1.xml"/><Relationship Id="Re8d78d6ca4124a11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929064c317f041a4" Type="http://schemas.openxmlformats.org/officeDocument/2006/relationships/slide" Target="../slides/slide16.xml"/><Relationship Id="Rd8d2ca4e21844c84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1aff2c4f0a424c25" Type="http://schemas.openxmlformats.org/officeDocument/2006/relationships/notesMaster" Target="../notesMasters/notesMaster1.xml"/><Relationship Id="R796a965379844cbe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0996157a98eb4c40" Type="http://schemas.openxmlformats.org/officeDocument/2006/relationships/notesMaster" Target="../notesMasters/notesMaster1.xml"/><Relationship Id="R9984621c3a53486a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772c30b6672546f9" Type="http://schemas.openxmlformats.org/officeDocument/2006/relationships/notesMaster" Target="../notesMasters/notesMaster1.xml"/><Relationship Id="R9f91b3069068423c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2327a3a9949a4e79" Type="http://schemas.openxmlformats.org/officeDocument/2006/relationships/slide" Target="../slides/slide20.xml"/><Relationship Id="Rd4bd8a8103b7449f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6b13339cb0bc46e6" Type="http://schemas.openxmlformats.org/officeDocument/2006/relationships/notesMaster" Target="../notesMasters/notesMaster1.xml"/><Relationship Id="R87ff3e9dec5d464f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20d7e557815c4791" Type="http://schemas.openxmlformats.org/officeDocument/2006/relationships/slide" Target="../slides/slide22.xml"/><Relationship Id="R59281bcc851d4344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timeline and recorded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They allow a conversation over distance.</a:t>
            </a:r>
          </a:p>
          <a:p xmlns:a="http://schemas.openxmlformats.org/drawingml/2006/main">
            <a:r>
              <a:t>Choose: A time before now OR The time we are in now. Answer: A time before now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C or read one relevant card together. Answer: The source dates.</a:t>
            </a:r>
          </a:p>
          <a:p xmlns:a="http://schemas.openxmlformats.org/drawingml/2006/main">
            <a:r>
              <a:t>Give a reason when ready. Answer: No. Order alone does not show why something happened.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timeline and recorded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timeline and recorded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timeline and recorded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timeline and recorded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timeline and recorded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Make a floor or desk timeline from the dated source cards. Say or show what helped you decide.</a:t>
            </a:r>
          </a:p>
          <a:p xmlns:a="http://schemas.openxmlformats.org/drawingml/2006/main">
            <a:r>
              <a:t>Explain why unequal gaps between dates should not be treated as equal time.</a:t>
            </a:r>
          </a:p>
          <a:p xmlns:a="http://schemas.openxmlformats.org/drawingml/2006/main">
            <a:r>
              <a:t>F: timeline and recorded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 November 2008 photograph — 1 — The date is credited to Oliver Dixon.</a:t>
            </a:r>
          </a:p>
          <a:p xmlns:a="http://schemas.openxmlformats.org/drawingml/2006/main">
            <a:r>
              <a:t>31 January 2020 photograph — 2 — The date is credited to Reading Tom.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___ belongs before ___ because ___ is earlier than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timeline and recorded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___ belongs before ___ because ___ is earlier than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timeline and recorded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unequal gaps between dates should not be treated as equal time.</a:t>
            </a:r>
          </a:p>
          <a:p xmlns:a="http://schemas.openxmlformats.org/drawingml/2006/main">
            <a:r>
              <a:t>F: timeline and recorded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timeline and recorded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source dates.</a:t>
            </a:r>
          </a:p>
          <a:p xmlns:a="http://schemas.openxmlformats.org/drawingml/2006/main">
            <a:r>
              <a:t>No. Order alone does not show why something happened.</a:t>
            </a:r>
          </a:p>
          <a:p xmlns:a="http://schemas.openxmlformats.org/drawingml/2006/main">
            <a:r>
              <a:t>Support: ___ belongs before ___ because ___ is earlier than ___.</a:t>
            </a:r>
          </a:p>
          <a:p xmlns:a="http://schemas.openxmlformats.org/drawingml/2006/main">
            <a:r>
              <a:t>Extension: Explain why unequal gaps between dates should not be treated as equal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timeline and recorded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timeline and recorded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timeline and recorded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timeline and recorded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timeline and recorded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timeline and recorded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d41477b215d476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9391e49b03747db" Type="http://schemas.openxmlformats.org/officeDocument/2006/relationships/slideLayout" Target="../slideLayouts/slideLayout1.xml"/><Relationship Id="R9ab777465af94ffd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391e49b03747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c080a2e1a5b4ffb" Type="http://schemas.openxmlformats.org/officeDocument/2006/relationships/slideLayout" Target="../slideLayouts/slideLayout1.xml"/><Relationship Id="Rd6e2fdbcb25740a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ad15aafcdec455b" Type="http://schemas.openxmlformats.org/officeDocument/2006/relationships/notesSlide" Target="../notesSlides/notesSlide2.xml"/><Relationship Id="Rce2790b0765442eb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3c42458e09f54395" Type="http://schemas.openxmlformats.org/officeDocument/2006/relationships/slideLayout" Target="../slideLayouts/slideLayout1.xml"/><Relationship Id="R61032ee5cdea4f4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93db0bc801554d48" Type="http://schemas.openxmlformats.org/officeDocument/2006/relationships/slideLayout" Target="../slideLayouts/slideLayout1.xml"/><Relationship Id="Ra29ad64d371f446c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4b0adce4f4642fa" Type="http://schemas.openxmlformats.org/officeDocument/2006/relationships/notesSlide" Target="../notesSlides/notesSlide5.xml"/><Relationship Id="R67d9378ecc274401" Type="http://schemas.openxmlformats.org/officeDocument/2006/relationships/slideLayout" Target="../slideLayouts/slideLayout1.xml"/><Relationship Id="R7d66819cb2d043d1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095ffb94705e46a0" Type="http://schemas.openxmlformats.org/officeDocument/2006/relationships/notesSlide" Target="../notesSlides/notesSlide6.xml"/><Relationship Id="R4c47ef8d9fd14dae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d40c57347ed47d7" Type="http://schemas.openxmlformats.org/officeDocument/2006/relationships/slideLayout" Target="../slideLayouts/slideLayout1.xml"/><Relationship Id="Ra35263f93d0f4c2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6292660b471a46ef" Type="http://schemas.openxmlformats.org/officeDocument/2006/relationships/slideLayout" Target="../slideLayouts/slideLayout1.xml"/><Relationship Id="Ra7acec9c628d43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6310b4b9e52349f0" Type="http://schemas.openxmlformats.org/officeDocument/2006/relationships/slideLayout" Target="../slideLayouts/slideLayout1.xml"/><Relationship Id="R810b06b7ab464e5c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645a6569a374f54" Type="http://schemas.openxmlformats.org/officeDocument/2006/relationships/notesSlide" Target="../notesSlides/notesSlide10.xml"/><Relationship Id="R4b7cd489eb244e7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1b30a15f755f41fb" Type="http://schemas.openxmlformats.org/officeDocument/2006/relationships/slideLayout" Target="../slideLayouts/slideLayout1.xml"/><Relationship Id="Rd6bfa95ccfd54e2d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087837da6604436a" Type="http://schemas.openxmlformats.org/officeDocument/2006/relationships/slideLayout" Target="../slideLayouts/slideLayout1.xml"/><Relationship Id="R902377d0d84e424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6d8d28e7ea114001" Type="http://schemas.openxmlformats.org/officeDocument/2006/relationships/notesSlide" Target="../notesSlides/notesSlide13.xml"/><Relationship Id="R7e7d480a823a4418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2062fbb513784e4f" Type="http://schemas.openxmlformats.org/officeDocument/2006/relationships/notesSlide" Target="../notesSlides/notesSlide14.xml"/><Relationship Id="R96456b3452c24f5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31cbfa3633024c92" Type="http://schemas.openxmlformats.org/officeDocument/2006/relationships/notesSlide" Target="../notesSlides/notesSlide15.xml"/><Relationship Id="R7868fbac6cc74ae8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406ba4e2976443a4" Type="http://schemas.openxmlformats.org/officeDocument/2006/relationships/notesSlide" Target="../notesSlides/notesSlide16.xml"/><Relationship Id="Rf21684423bf648b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19b8338faf0d48fb" Type="http://schemas.openxmlformats.org/officeDocument/2006/relationships/notesSlide" Target="../notesSlides/notesSlide17.xml"/><Relationship Id="Rbb3345a77e4f4cbd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1aa4593bcb6d45bc" Type="http://schemas.openxmlformats.org/officeDocument/2006/relationships/slideLayout" Target="../slideLayouts/slideLayout1.xml"/><Relationship Id="Ra003ea73111f4edf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4f5c09e690564e50" Type="http://schemas.openxmlformats.org/officeDocument/2006/relationships/notesSlide" Target="../notesSlides/notesSlide19.xml"/><Relationship Id="Rf1f921799a1b440e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3714508baafb4fbe" Type="http://schemas.openxmlformats.org/officeDocument/2006/relationships/notesSlide" Target="../notesSlides/notesSlide20.xml"/><Relationship Id="R75f3fb777e634f84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e507689166cb484e" Type="http://schemas.openxmlformats.org/officeDocument/2006/relationships/slideLayout" Target="../slideLayouts/slideLayout1.xml"/><Relationship Id="Rff4c7b352f0e4101" Type="http://schemas.openxmlformats.org/officeDocument/2006/relationships/image" Target="../media/image.jpeg"/><Relationship Id="Rff5e3e72e80a493b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2bbf576c516a48fd" Type="http://schemas.openxmlformats.org/officeDocument/2006/relationships/image" Target="../media/image2.jpeg"/><Relationship Id="R6b0ba44174b64c84" Type="http://schemas.openxmlformats.org/officeDocument/2006/relationships/slideLayout" Target="../slideLayouts/slideLayout1.xml"/><Relationship Id="Rf52350565fc74ef6" Type="http://schemas.openxmlformats.org/officeDocument/2006/relationships/notesSlide" Target="../notesSlides/notesSlide22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4AB4A-A6E8-47F4-98A3-03B77EAF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Pictures on a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F5B7E-3F0D-40ED-8444-ED2D16F6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57EB0-F5D7-41EF-B46C-19779898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Order pictures on a simple timeline.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A514A-5875-4CE1-8E57-58BA7721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Spring 1 / Week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5CF79-0902-43C9-9215-C7541277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2973922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985B2-26B6-45AA-869D-E1DC3D00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231CD-A5DB-4235-809B-ABCB6EC7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D7AE6-3218-47D2-AED9-24C1FB7F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function do both phones share?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B1B1F-06AA-4DC4-929B-F8ABDB75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past?</a:t>
            </a:r>
          </a:p>
        </p:txBody>
      </p:sp>
    </p:spTree>
    <p:extLst>
      <p:ext uri="{BB962C8B-B14F-4D97-AF65-F5344CB8AC3E}">
        <p14:creationId xmlns:p14="http://schemas.microsoft.com/office/powerpoint/2010/main" val="18816858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960FF-F20E-4DB8-8030-DC554D8D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FF118-68B3-4A28-8C37-33A38EDA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E3EB4-2561-4830-8605-034F7118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information establishes the order?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747D0-6AB8-46C9-AC81-9A43374C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Does putting one event after another prove a cause?</a:t>
            </a:r>
          </a:p>
        </p:txBody>
      </p:sp>
    </p:spTree>
    <p:extLst>
      <p:ext uri="{BB962C8B-B14F-4D97-AF65-F5344CB8AC3E}">
        <p14:creationId xmlns:p14="http://schemas.microsoft.com/office/powerpoint/2010/main" val="15742398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D98F0-69FD-4676-9DCC-54B64C01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0C8E7-8F67-4BB6-9653-80BCE18D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CFB36-43B7-40B8-B4B4-AA538151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past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time before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ED3C7-BA2A-44D5-AE77-728AA7E8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present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time we are in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C1F44-D3AE-4811-9399-B5CB84FB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change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becomes different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5E6C7-DF65-4294-B232-F34883DA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continuity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stays the same</a:t>
            </a:r>
          </a:p>
        </p:txBody>
      </p:sp>
    </p:spTree>
    <p:extLst>
      <p:ext uri="{BB962C8B-B14F-4D97-AF65-F5344CB8AC3E}">
        <p14:creationId xmlns:p14="http://schemas.microsoft.com/office/powerpoint/2010/main" val="1552759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2D3DD-8C93-47FA-B744-25532654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D40DD-D397-46C5-9EAF-A45A3077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6819cb2d043d1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8F45D-562A-4532-99C1-24B2549C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floor or desk timeline from the dated source cards.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9447E-A781-4D1B-9F28-B5F78181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B61CB-2C05-4DA4-89D1-D79AD3CA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6493403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9E695-7FB7-4A59-B8E2-7B107025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9C29D-B87D-4E22-91CF-91BA8025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1076C-CB80-4164-A24C-A29D4241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information establishes the order?</a:t>
            </a:r>
          </a:p>
        </p:txBody>
      </p:sp>
    </p:spTree>
    <p:extLst>
      <p:ext uri="{BB962C8B-B14F-4D97-AF65-F5344CB8AC3E}">
        <p14:creationId xmlns:p14="http://schemas.microsoft.com/office/powerpoint/2010/main" val="10248368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ADF09-92ED-49C3-8B57-AF939C35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69DA4-F679-451D-BA67-4A87F59D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7B314-C0BA-4509-B48B-5D5878CF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C Photo enquiry: Use the paired local photographs supplied with this unit. Read the captions and dates. Point to one feature in each image before deciding what changed.</a:t>
            </a:r>
          </a:p>
        </p:txBody>
      </p:sp>
    </p:spTree>
    <p:extLst>
      <p:ext uri="{BB962C8B-B14F-4D97-AF65-F5344CB8AC3E}">
        <p14:creationId xmlns:p14="http://schemas.microsoft.com/office/powerpoint/2010/main" val="1506595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F52F3-B6A7-4874-A5AC-6387FB14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C1344-2B97-4B65-9591-3FCD022F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077AF-AFC8-4680-BC1B-46773C41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The source dates.</a:t>
            </a:r>
          </a:p>
        </p:txBody>
      </p:sp>
    </p:spTree>
    <p:extLst>
      <p:ext uri="{BB962C8B-B14F-4D97-AF65-F5344CB8AC3E}">
        <p14:creationId xmlns:p14="http://schemas.microsoft.com/office/powerpoint/2010/main" val="16691194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9A145-D069-4814-9E08-91C96134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8E6E1-8294-4521-AC8A-AA85CF75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CE0A3-C869-4A15-8FBB-3829ADC2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Does putting one event after another prove a cause? No. Order alone does not show why something happened.</a:t>
            </a:r>
          </a:p>
        </p:txBody>
      </p:sp>
    </p:spTree>
    <p:extLst>
      <p:ext uri="{BB962C8B-B14F-4D97-AF65-F5344CB8AC3E}">
        <p14:creationId xmlns:p14="http://schemas.microsoft.com/office/powerpoint/2010/main" val="19171694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921EA-A38D-46E7-8DFF-DF0CC726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8A3D7-EF33-4397-8A9A-1AA5EAE9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A0AB0-B735-4E7C-B104-63A91F78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floor or desk timeline from the dated source cards.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CA057-9195-480D-AEC6-13BFB23C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date before moving a card.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35AC4-C929-4125-B81D-18EA5257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9386181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3F5FD-DE64-4F7B-9A6A-ECE232AF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538BE-DA54-4840-BB0A-5074B439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C6C46-85D9-48A1-9F4F-43B82CAC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21 November 2008 photograph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D9969-8AE2-4763-ADFA-3990346F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31 January 2020 photograph</a:t>
            </a:r>
          </a:p>
        </p:txBody>
      </p:sp>
    </p:spTree>
    <p:extLst>
      <p:ext uri="{BB962C8B-B14F-4D97-AF65-F5344CB8AC3E}">
        <p14:creationId xmlns:p14="http://schemas.microsoft.com/office/powerpoint/2010/main" val="5079610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6B5E4-9590-41CC-8208-E235A7B3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4F64E-C3DE-4B66-AE57-D2167128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7F505-0BC1-4197-8ADB-874160F0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 two to four pictures on a timeline.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405B2-1227-470B-B42E-6529AEDD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placement using before or after and the supplied dates.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07DDA-A168-4EF7-92B1-D97A44EE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Keep an individual copy or photograph of your order.</a:t>
            </a:r>
          </a:p>
        </p:txBody>
      </p:sp>
    </p:spTree>
    <p:extLst>
      <p:ext uri="{BB962C8B-B14F-4D97-AF65-F5344CB8AC3E}">
        <p14:creationId xmlns:p14="http://schemas.microsoft.com/office/powerpoint/2010/main" val="952884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4A7E4-0213-425A-9880-96D6D2A7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20C20-A270-44A1-8849-DBBFF0E5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1C4B6-338C-4375-862F-70F4B470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 two to four pictures on a timeline.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0E171-A0F3-42CD-8F6D-37B90893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placement using before or after and the supplied dates.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D3821-8B52-4650-AA52-78FC2C76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Keep an individual copy or photograph of your order.</a:t>
            </a:r>
          </a:p>
        </p:txBody>
      </p:sp>
    </p:spTree>
    <p:extLst>
      <p:ext uri="{BB962C8B-B14F-4D97-AF65-F5344CB8AC3E}">
        <p14:creationId xmlns:p14="http://schemas.microsoft.com/office/powerpoint/2010/main" val="1051656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04BF7-9A62-44E8-B88C-46B9AD3F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02C39-34C7-4D18-B918-734609F9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4E842-5CEF-422F-83B7-9D2440F4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 two to four pictures on a timeline.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ED13E-17EE-419B-AEED-F5296AF6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placement using before or after and the supplied dates.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77167-CF55-4F16-AEA9-7D2461F4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Keep an individual copy or photograph of your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C9AD9-DB65-42B8-9141-CCEE746D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unequal gaps between dates should not be treated as equal time.</a:t>
            </a:r>
          </a:p>
        </p:txBody>
      </p:sp>
    </p:spTree>
    <p:extLst>
      <p:ext uri="{BB962C8B-B14F-4D97-AF65-F5344CB8AC3E}">
        <p14:creationId xmlns:p14="http://schemas.microsoft.com/office/powerpoint/2010/main" val="5363451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DCB12-69B2-4077-91FB-3B0157C7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573D2-F4B6-4ED9-8F69-E9686CB2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9EE00-F695-4AA2-9B0D-18229EC8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timeline and recorded explanation.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F24AE-CC58-44FF-B7CE-6E666F5C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DA1E6-9B4D-4F05-950B-A04DE45B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8732358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4E671-8FFD-4545-8384-D4034FFF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03345-8781-46F4-981B-E7ED4763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4CA31-257A-44DE-9D9D-DB12D2A9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information establishes the order?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37A9A-98D4-4A2F-B191-78FA1CF1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putting one event after another prove a cause?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12F49-83E9-4CAD-971A-7699FE77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3627038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807D7-F620-4A3C-ACF2-9886E02E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A fictional week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FF3AD-563F-42A7-AC7F-AAE1027F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89330-2221-4668-B3DE-396E0022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Monday: choose a club activity. Wednesday: practise the activity. Friday: share what was made. The words Monday, Wednesday and Friday supply the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44A52-F3C7-42EE-A512-25AA0A47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B5470-F74F-45F8-BDF9-E5665ECD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8578991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D5E36-FB93-4B76-9326-70D41860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Telephone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3D2AF-7F85-48E9-AD42-E0E0B62C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27033-5A25-4622-A68E-1A9664EB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rotary telephone and a smartphone both support conversations over distance. A smartphone can also show a video call; a rotary dial selects numbers differently.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49FE8-E37F-4272-BB50-35FFBCFC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comparison of familiar objects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65BAE-AAFD-4D9E-9464-A8497F20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newer object is not automatically better for every person or purpose.</a:t>
            </a:r>
          </a:p>
        </p:txBody>
      </p:sp>
    </p:spTree>
    <p:extLst>
      <p:ext uri="{BB962C8B-B14F-4D97-AF65-F5344CB8AC3E}">
        <p14:creationId xmlns:p14="http://schemas.microsoft.com/office/powerpoint/2010/main" val="13648751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5C9C6-FE24-4108-A8E1-388FF3AB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Photo enquiry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95DD4-5202-45C0-83FE-50A6AD66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CCA39-AEF6-4A66-A02C-E438FDD7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paired local photographs supplied with this unit. Read the captions and dates. Point to one feature in each image before deciding what 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D35F9-6D98-446B-89DF-4191373A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See photograph captions and credits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D9E81-69CE-491C-B352-D4D9B4CB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camera angle or season can make features appear different; a photograph alone may not explain why.</a:t>
            </a:r>
          </a:p>
        </p:txBody>
      </p:sp>
    </p:spTree>
    <p:extLst>
      <p:ext uri="{BB962C8B-B14F-4D97-AF65-F5344CB8AC3E}">
        <p14:creationId xmlns:p14="http://schemas.microsoft.com/office/powerpoint/2010/main" val="15955180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4B9C5-33B4-4D0B-879A-E155B186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Questions worth asking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EAB7B-A4A6-4D07-B3D2-4A5D112B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C7EF3-6BE8-45FF-8F7D-920B4882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Who used this object? When was this photo made? A dated catalogue entry can help with time; a user’s account can help with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84592-E26C-4FD8-B6EE-09F36EF9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D90BB-578C-4069-BC07-D9F0B354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7313614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664EA-E576-46DB-9F38-DC7EDB04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Visual resource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73848-BE00-4DA5-B330-9E7690F8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21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c7b352f0e4101"/>
          <a:stretch xmlns:a="http://schemas.openxmlformats.org/drawingml/2006/main"/>
        </p:blipFill>
        <p:spPr>
          <a:xfrm xmlns:a="http://schemas.openxmlformats.org/drawingml/2006/main">
            <a:off x="2984500" y="1238250"/>
            <a:ext cx="6223000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6282B-691A-480D-8BEB-9AD8526B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21 November 2008 · Oliver Dixon · CC BY-SA 2.0</a:t>
            </a:r>
          </a:p>
        </p:txBody>
      </p:sp>
    </p:spTree>
    <p:extLst>
      <p:ext uri="{BB962C8B-B14F-4D97-AF65-F5344CB8AC3E}">
        <p14:creationId xmlns:p14="http://schemas.microsoft.com/office/powerpoint/2010/main" val="203913638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0A636-DDED-4E59-BBF0-9103C1E1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Visual resource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AC2FA-ECA2-4FD7-8547-88AD67E1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W3                                      22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f576c516a48fd"/>
          <a:stretch xmlns:a="http://schemas.openxmlformats.org/drawingml/2006/main"/>
        </p:blipFill>
        <p:spPr>
          <a:xfrm xmlns:a="http://schemas.openxmlformats.org/drawingml/2006/main">
            <a:off x="4345781" y="1238250"/>
            <a:ext cx="3500438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BA5B5-7DD6-46F2-8B85-5FD3C794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31 January 2020 · Reading Tom · CC BY 2.0</a:t>
            </a:r>
          </a:p>
        </p:txBody>
      </p:sp>
    </p:spTree>
    <p:extLst>
      <p:ext uri="{BB962C8B-B14F-4D97-AF65-F5344CB8AC3E}">
        <p14:creationId xmlns:p14="http://schemas.microsoft.com/office/powerpoint/2010/main" val="59508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2026-09-19T18:38:31.2300000Z</dcterms:created>
  <dcterms:modified xsi:type="dcterms:W3CDTF">2026-09-19T18:38:31.2300000Z</dcterms:modified>
</coreProperties>
</file>