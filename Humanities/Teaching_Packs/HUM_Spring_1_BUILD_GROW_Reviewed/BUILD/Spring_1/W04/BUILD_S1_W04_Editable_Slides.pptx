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97096b382ae4740" Type="http://schemas.openxmlformats.org/package/2006/relationships/metadata/core-properties" Target="docProps/core.xml"/><Relationship Id="R59a9f583e317415b" Type="http://schemas.openxmlformats.org/officeDocument/2006/relationships/extended-properties" Target="docProps/app.xml"/><Relationship Id="Re511b21c53544894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1b9e76beab49c4"/>
  </p:sldMasterIdLst>
  <p:notesMasterIdLst>
    <p:notesMasterId xmlns:r="http://schemas.openxmlformats.org/officeDocument/2006/relationships" r:id="R0109d58476424cfd"/>
  </p:notesMasterIdLst>
  <p:sldIdLst>
    <p:sldId xmlns:r="http://schemas.openxmlformats.org/officeDocument/2006/relationships" id="256" r:id="Re7ff3b18d8684a75"/>
    <p:sldId xmlns:r="http://schemas.openxmlformats.org/officeDocument/2006/relationships" id="257" r:id="R56ef9462bd134f55"/>
    <p:sldId xmlns:r="http://schemas.openxmlformats.org/officeDocument/2006/relationships" id="258" r:id="Rfdc575d275074108"/>
    <p:sldId xmlns:r="http://schemas.openxmlformats.org/officeDocument/2006/relationships" id="259" r:id="R4f94a453fd7c4982"/>
    <p:sldId xmlns:r="http://schemas.openxmlformats.org/officeDocument/2006/relationships" id="260" r:id="R1a6a679c5a374462"/>
    <p:sldId xmlns:r="http://schemas.openxmlformats.org/officeDocument/2006/relationships" id="261" r:id="R45fc2709b58349fb"/>
    <p:sldId xmlns:r="http://schemas.openxmlformats.org/officeDocument/2006/relationships" id="262" r:id="R38d48756a82a45b4"/>
    <p:sldId xmlns:r="http://schemas.openxmlformats.org/officeDocument/2006/relationships" id="263" r:id="R2f61abe477d3426f"/>
    <p:sldId xmlns:r="http://schemas.openxmlformats.org/officeDocument/2006/relationships" id="264" r:id="R8910aef9be41426a"/>
    <p:sldId xmlns:r="http://schemas.openxmlformats.org/officeDocument/2006/relationships" id="265" r:id="Rdcf50d3cc5634943"/>
    <p:sldId xmlns:r="http://schemas.openxmlformats.org/officeDocument/2006/relationships" id="266" r:id="Rdf03f401b3e84162"/>
    <p:sldId xmlns:r="http://schemas.openxmlformats.org/officeDocument/2006/relationships" id="267" r:id="Rfebdcbfeddc24c7b"/>
    <p:sldId xmlns:r="http://schemas.openxmlformats.org/officeDocument/2006/relationships" id="268" r:id="R5a0e7e616eb44a64"/>
    <p:sldId xmlns:r="http://schemas.openxmlformats.org/officeDocument/2006/relationships" id="269" r:id="R3b59e18f4e764695"/>
    <p:sldId xmlns:r="http://schemas.openxmlformats.org/officeDocument/2006/relationships" id="270" r:id="R100da631a4f84fb1"/>
    <p:sldId xmlns:r="http://schemas.openxmlformats.org/officeDocument/2006/relationships" id="271" r:id="Ra248267ac6a2433a"/>
    <p:sldId xmlns:r="http://schemas.openxmlformats.org/officeDocument/2006/relationships" id="272" r:id="R780e040934bf4d7c"/>
    <p:sldId xmlns:r="http://schemas.openxmlformats.org/officeDocument/2006/relationships" id="273" r:id="R715a3db49cb44597"/>
    <p:sldId xmlns:r="http://schemas.openxmlformats.org/officeDocument/2006/relationships" id="274" r:id="Rb2c34fa0dde04c00"/>
    <p:sldId xmlns:r="http://schemas.openxmlformats.org/officeDocument/2006/relationships" id="275" r:id="R05f9c856f9484628"/>
    <p:sldId xmlns:r="http://schemas.openxmlformats.org/officeDocument/2006/relationships" id="276" r:id="R627f1df950fe43ed"/>
    <p:sldId xmlns:r="http://schemas.openxmlformats.org/officeDocument/2006/relationships" id="277" r:id="R8ec9aa27ecaf44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109d58476424cfd" Type="http://schemas.openxmlformats.org/officeDocument/2006/relationships/notesMaster" Target="notesMasters/notesMaster1.xml"/><Relationship Id="R05f9c856f9484628" Type="http://schemas.openxmlformats.org/officeDocument/2006/relationships/slide" Target="slides/slide20.xml"/><Relationship Id="R100da631a4f84fb1" Type="http://schemas.openxmlformats.org/officeDocument/2006/relationships/slide" Target="slides/slide15.xml"/><Relationship Id="R137886df3bba4742" Type="http://schemas.openxmlformats.org/officeDocument/2006/relationships/tableStyles" Target="tableStyles.xml"/><Relationship Id="R1a6a679c5a374462" Type="http://schemas.openxmlformats.org/officeDocument/2006/relationships/slide" Target="slides/slide5.xml"/><Relationship Id="R2f61abe477d3426f" Type="http://schemas.openxmlformats.org/officeDocument/2006/relationships/slide" Target="slides/slide8.xml"/><Relationship Id="R38d48756a82a45b4" Type="http://schemas.openxmlformats.org/officeDocument/2006/relationships/slide" Target="slides/slide7.xml"/><Relationship Id="R3b59e18f4e764695" Type="http://schemas.openxmlformats.org/officeDocument/2006/relationships/slide" Target="slides/slide14.xml"/><Relationship Id="R40ff411ec6ab4401" Type="http://schemas.openxmlformats.org/officeDocument/2006/relationships/presProps" Target="presProps.xml"/><Relationship Id="R45fc2709b58349fb" Type="http://schemas.openxmlformats.org/officeDocument/2006/relationships/slide" Target="slides/slide6.xml"/><Relationship Id="R4f94a453fd7c4982" Type="http://schemas.openxmlformats.org/officeDocument/2006/relationships/slide" Target="slides/slide4.xml"/><Relationship Id="R56ef9462bd134f55" Type="http://schemas.openxmlformats.org/officeDocument/2006/relationships/slide" Target="slides/slide2.xml"/><Relationship Id="R5a0e7e616eb44a64" Type="http://schemas.openxmlformats.org/officeDocument/2006/relationships/slide" Target="slides/slide13.xml"/><Relationship Id="R627f1df950fe43ed" Type="http://schemas.openxmlformats.org/officeDocument/2006/relationships/slide" Target="slides/slide21.xml"/><Relationship Id="R715a3db49cb44597" Type="http://schemas.openxmlformats.org/officeDocument/2006/relationships/slide" Target="slides/slide18.xml"/><Relationship Id="R780e040934bf4d7c" Type="http://schemas.openxmlformats.org/officeDocument/2006/relationships/slide" Target="slides/slide17.xml"/><Relationship Id="R7d1b9e76beab49c4" Type="http://schemas.openxmlformats.org/officeDocument/2006/relationships/slideMaster" Target="slideMasters/slideMaster1.xml"/><Relationship Id="R8910aef9be41426a" Type="http://schemas.openxmlformats.org/officeDocument/2006/relationships/slide" Target="slides/slide9.xml"/><Relationship Id="R8ec9aa27ecaf4438" Type="http://schemas.openxmlformats.org/officeDocument/2006/relationships/slide" Target="slides/slide22.xml"/><Relationship Id="Ra248267ac6a2433a" Type="http://schemas.openxmlformats.org/officeDocument/2006/relationships/slide" Target="slides/slide16.xml"/><Relationship Id="Rb2c34fa0dde04c00" Type="http://schemas.openxmlformats.org/officeDocument/2006/relationships/slide" Target="slides/slide19.xml"/><Relationship Id="Rdcf50d3cc5634943" Type="http://schemas.openxmlformats.org/officeDocument/2006/relationships/slide" Target="slides/slide10.xml"/><Relationship Id="Rdf03f401b3e84162" Type="http://schemas.openxmlformats.org/officeDocument/2006/relationships/slide" Target="slides/slide11.xml"/><Relationship Id="Re7ff3b18d8684a75" Type="http://schemas.openxmlformats.org/officeDocument/2006/relationships/slide" Target="slides/slide1.xml"/><Relationship Id="Re8ed64c345e548d1" Type="http://schemas.openxmlformats.org/officeDocument/2006/relationships/theme" Target="theme/theme1.xml"/><Relationship Id="Rfdc575d275074108" Type="http://schemas.openxmlformats.org/officeDocument/2006/relationships/slide" Target="slides/slide3.xml"/><Relationship Id="Rfebdcbfeddc24c7b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a0c540aff5a24234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94f0cb991a54ee2" Type="http://schemas.openxmlformats.org/officeDocument/2006/relationships/slide" Target="../slides/slide1.xml"/><Relationship Id="Raa185a0fddbf4d1f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26cf9cdd4e594962" Type="http://schemas.openxmlformats.org/officeDocument/2006/relationships/slide" Target="../slides/slide2.xml"/><Relationship Id="R44048111ab904a05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5b6ac8358aee4ae6" Type="http://schemas.openxmlformats.org/officeDocument/2006/relationships/notesMaster" Target="../notesMasters/notesMaster1.xml"/><Relationship Id="Rce20dcf9048846f3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7f69dd12dfd54052" Type="http://schemas.openxmlformats.org/officeDocument/2006/relationships/notesMaster" Target="../notesMasters/notesMaster1.xml"/><Relationship Id="Rc5996b163940473b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1e7ec115a13042b2" Type="http://schemas.openxmlformats.org/officeDocument/2006/relationships/slide" Target="../slides/slide5.xml"/><Relationship Id="R723edee3ea124ca5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7a8678130c6b453c" Type="http://schemas.openxmlformats.org/officeDocument/2006/relationships/slide" Target="../slides/slide6.xml"/><Relationship Id="R7f55c5b1bd464fe6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28874caeedde46aa" Type="http://schemas.openxmlformats.org/officeDocument/2006/relationships/notesMaster" Target="../notesMasters/notesMaster1.xml"/><Relationship Id="R58cfe0103636464c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32fde07d5258424d" Type="http://schemas.openxmlformats.org/officeDocument/2006/relationships/slide" Target="../slides/slide8.xml"/><Relationship Id="Rf95e9bd9706f4115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2408b5d4962648e4" Type="http://schemas.openxmlformats.org/officeDocument/2006/relationships/notesMaster" Target="../notesMasters/notesMaster1.xml"/><Relationship Id="Raa0533cf7c454b4c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22198445c8044759" Type="http://schemas.openxmlformats.org/officeDocument/2006/relationships/notesMaster" Target="../notesMasters/notesMaster1.xml"/><Relationship Id="Rb4befda2ab804e9f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85f4ab65686046e1" Type="http://schemas.openxmlformats.org/officeDocument/2006/relationships/notesMaster" Target="../notesMasters/notesMaster1.xml"/><Relationship Id="Rbda42dbcd97a4e4b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59eb940d08444881" Type="http://schemas.openxmlformats.org/officeDocument/2006/relationships/slide" Target="../slides/slide12.xml"/><Relationship Id="Rf6401d29beed48f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003d7086809b4504" Type="http://schemas.openxmlformats.org/officeDocument/2006/relationships/notesMaster" Target="../notesMasters/notesMaster1.xml"/><Relationship Id="Rea0a04b023af4efe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83dc012a6c8a4be5" Type="http://schemas.openxmlformats.org/officeDocument/2006/relationships/notesMaster" Target="../notesMasters/notesMaster1.xml"/><Relationship Id="Rc9513918da374b04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40a3b4d9ec50415d" Type="http://schemas.openxmlformats.org/officeDocument/2006/relationships/slide" Target="../slides/slide15.xml"/><Relationship Id="Ra96f94f9f4924db0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2048e5f378014180" Type="http://schemas.openxmlformats.org/officeDocument/2006/relationships/notesMaster" Target="../notesMasters/notesMaster1.xml"/><Relationship Id="Rda4faed2711f4808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909cd729a77447df" Type="http://schemas.openxmlformats.org/officeDocument/2006/relationships/notesMaster" Target="../notesMasters/notesMaster1.xml"/><Relationship Id="Rf0b257222dc3401a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16d59931e2804fd9" Type="http://schemas.openxmlformats.org/officeDocument/2006/relationships/notesMaster" Target="../notesMasters/notesMaster1.xml"/><Relationship Id="Ra28b0e90726f4c61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151ab5b23db243ff" Type="http://schemas.openxmlformats.org/officeDocument/2006/relationships/slide" Target="../slides/slide19.xml"/><Relationship Id="R34acf45f299342d9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269e0ac4a41047f5" Type="http://schemas.openxmlformats.org/officeDocument/2006/relationships/notesMaster" Target="../notesMasters/notesMaster1.xml"/><Relationship Id="R61dfc2717ff14ea7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24a397aa6d9a4555" Type="http://schemas.openxmlformats.org/officeDocument/2006/relationships/notesMaster" Target="../notesMasters/notesMaster1.xml"/><Relationship Id="Ra08ab36110a54916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ac20e4dfafde4905" Type="http://schemas.openxmlformats.org/officeDocument/2006/relationships/slide" Target="../slides/slide22.xml"/><Relationship Id="Rb66a22c0d7eb4e51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annotated comparison.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The source dates.</a:t>
            </a:r>
          </a:p>
          <a:p xmlns:a="http://schemas.openxmlformats.org/drawingml/2006/main">
            <a:r>
              <a:t>Choose: A time before now OR The time we are in now. Answer: A time before now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C or read one relevant card together. Answer: Something that stays the same across the evidence being compared.</a:t>
            </a:r>
          </a:p>
          <a:p xmlns:a="http://schemas.openxmlformats.org/drawingml/2006/main">
            <a:r>
              <a:t>Give a reason when ready. Answer: No. Another source may be needed for the reason.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annotated comparison.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annotated comparison.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annotated comparison.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annotated comparison.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annotated comparison.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</a:t>
            </a:r>
          </a:p>
          <a:p xmlns:a="http://schemas.openxmlformats.org/drawingml/2006/main">
            <a:r>
              <a:t>Compare the local bridge photographs. Say or show what helped you decide.</a:t>
            </a:r>
          </a:p>
          <a:p xmlns:a="http://schemas.openxmlformats.org/drawingml/2006/main">
            <a:r>
              <a:t>State a limitation caused by viewpoint and suggest another photo that would help.</a:t>
            </a:r>
          </a:p>
          <a:p xmlns:a="http://schemas.openxmlformats.org/drawingml/2006/main">
            <a:r>
              <a:t>F: annotated comparison.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visual or evidence appendix alongside this slide. Compare the local bridge photographs. Mark one visible continuity and one visible change.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 Complete the organiser one space at a time. In photo ___ I can see ___. In photo ___ ___. Both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annotated comparison.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 photo ___ I can see ___. In photo ___ ___. Both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annotated comparison.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State a limitation caused by viewpoint and suggest another photo that would help.</a:t>
            </a:r>
          </a:p>
          <a:p xmlns:a="http://schemas.openxmlformats.org/drawingml/2006/main">
            <a:r>
              <a:t>F: annotated comparison.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annotated comparison.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Something that stays the same across the evidence being compared.</a:t>
            </a:r>
          </a:p>
          <a:p xmlns:a="http://schemas.openxmlformats.org/drawingml/2006/main">
            <a:r>
              <a:t>No. Another source may be needed for the reason.</a:t>
            </a:r>
          </a:p>
          <a:p xmlns:a="http://schemas.openxmlformats.org/drawingml/2006/main">
            <a:r>
              <a:t>Support: In photo ___ I can see ___. In photo ___ ___. Both ___.</a:t>
            </a:r>
          </a:p>
          <a:p xmlns:a="http://schemas.openxmlformats.org/drawingml/2006/main">
            <a:r>
              <a:t>Extension: State a limitation caused by viewpoint and suggest another photo that would help.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annotated comparison.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annotated comparison.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annotated comparison.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annotated comparison.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annotated comparison.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See the pupil pack for source credits and the paired enquiry prompts.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annotated comparison.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See the pupil pack for source credits and the paired enquiry prompts.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9e1c41a6e8bd4305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aa6272ed00984fa1" Type="http://schemas.openxmlformats.org/officeDocument/2006/relationships/slideLayout" Target="../slideLayouts/slideLayout1.xml"/><Relationship Id="Rf33d49cc380a40ef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6272ed00984f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47e21485cff44884" Type="http://schemas.openxmlformats.org/officeDocument/2006/relationships/slideLayout" Target="../slideLayouts/slideLayout1.xml"/><Relationship Id="R988e0fc57e444e39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2150f42407924558" Type="http://schemas.openxmlformats.org/officeDocument/2006/relationships/slideLayout" Target="../slideLayouts/slideLayout1.xml"/><Relationship Id="Rf18bc3e180c8432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4d7785478dd84bb2" Type="http://schemas.openxmlformats.org/officeDocument/2006/relationships/notesSlide" Target="../notesSlides/notesSlide3.xml"/><Relationship Id="Rabb0a7fdc66c47cf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842c3b58fced4c53" Type="http://schemas.openxmlformats.org/officeDocument/2006/relationships/slideLayout" Target="../slideLayouts/slideLayout1.xml"/><Relationship Id="R88024e2700544290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377ac9ab5a1049f0" Type="http://schemas.openxmlformats.org/officeDocument/2006/relationships/slideLayout" Target="../slideLayouts/slideLayout1.xml"/><Relationship Id="R90907490aabc4870" Type="http://schemas.openxmlformats.org/officeDocument/2006/relationships/notesSlide" Target="../notesSlides/notesSlide5.xml"/><Relationship Id="Rd993dd39653d47e6" Type="http://schemas.openxmlformats.org/officeDocument/2006/relationships/image" Target="../media/image.png"/></Relationships>
</file>

<file path=ppt/slides/_rels/slide6.xml.rels><?xml version='1.0' encoding='UTF-8' standalone='yes'?>
<Relationships xmlns="http://schemas.openxmlformats.org/package/2006/relationships"><Relationship Id="R2961e0dbf90d47b3" Type="http://schemas.openxmlformats.org/officeDocument/2006/relationships/notesSlide" Target="../notesSlides/notesSlide6.xml"/><Relationship Id="R9f081aa7cb5a4ae3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a6d1d68d477d4da2" Type="http://schemas.openxmlformats.org/officeDocument/2006/relationships/slideLayout" Target="../slideLayouts/slideLayout1.xml"/><Relationship Id="Rd29dd20e4433479c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1dea9e3ca0694e8e" Type="http://schemas.openxmlformats.org/officeDocument/2006/relationships/slideLayout" Target="../slideLayouts/slideLayout1.xml"/><Relationship Id="R73398b6cdba34a7b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1bbdb8e9d8724b56" Type="http://schemas.openxmlformats.org/officeDocument/2006/relationships/notesSlide" Target="../notesSlides/notesSlide9.xml"/><Relationship Id="R1e25e234feb34dec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557883ae02dd4459" Type="http://schemas.openxmlformats.org/officeDocument/2006/relationships/slideLayout" Target="../slideLayouts/slideLayout1.xml"/><Relationship Id="Rebb99d2f755f4dc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933d67163e114241" Type="http://schemas.openxmlformats.org/officeDocument/2006/relationships/notesSlide" Target="../notesSlides/notesSlide11.xml"/><Relationship Id="Rd69d3bfa53834c64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138a27c26d7e4d1b" Type="http://schemas.openxmlformats.org/officeDocument/2006/relationships/notesSlide" Target="../notesSlides/notesSlide12.xml"/><Relationship Id="R9a24bfc3d7844f77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d412ca729ec44ba3" Type="http://schemas.openxmlformats.org/officeDocument/2006/relationships/slideLayout" Target="../slideLayouts/slideLayout1.xml"/><Relationship Id="Rf0cffcdbaad64a0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441954589afa448d" Type="http://schemas.openxmlformats.org/officeDocument/2006/relationships/slideLayout" Target="../slideLayouts/slideLayout1.xml"/><Relationship Id="Rd1f31af56b584cc8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406f698991004ffb" Type="http://schemas.openxmlformats.org/officeDocument/2006/relationships/notesSlide" Target="../notesSlides/notesSlide15.xml"/><Relationship Id="R679a27f77cd542e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58a70a06b48941de" Type="http://schemas.openxmlformats.org/officeDocument/2006/relationships/slideLayout" Target="../slideLayouts/slideLayout1.xml"/><Relationship Id="Rcf447943a65a43ab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40c94e1d7beb4cd4" Type="http://schemas.openxmlformats.org/officeDocument/2006/relationships/notesSlide" Target="../notesSlides/notesSlide17.xml"/><Relationship Id="Rdac55317b5744e2b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6cf121c6991043a4" Type="http://schemas.openxmlformats.org/officeDocument/2006/relationships/notesSlide" Target="../notesSlides/notesSlide18.xml"/><Relationship Id="Rb1a627c7ecbf4c3e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50bd213822cb413b" Type="http://schemas.openxmlformats.org/officeDocument/2006/relationships/notesSlide" Target="../notesSlides/notesSlide19.xml"/><Relationship Id="R65ede5d95cdf40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1b79ec7162f84bce" Type="http://schemas.openxmlformats.org/officeDocument/2006/relationships/slideLayout" Target="../slideLayouts/slideLayout1.xml"/><Relationship Id="Ra23344dac05d447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4cd844a0698e42f8" Type="http://schemas.openxmlformats.org/officeDocument/2006/relationships/slideLayout" Target="../slideLayouts/slideLayout1.xml"/><Relationship Id="Re0755120dcd2440e" Type="http://schemas.openxmlformats.org/officeDocument/2006/relationships/notesSlide" Target="../notesSlides/notesSlide21.xml"/><Relationship Id="Re41c91f628024ff8" Type="http://schemas.openxmlformats.org/officeDocument/2006/relationships/image" Target="../media/image.jpeg"/></Relationships>
</file>

<file path=ppt/slides/_rels/slide22.xml.rels><?xml version='1.0' encoding='UTF-8' standalone='yes'?>
<Relationships xmlns="http://schemas.openxmlformats.org/package/2006/relationships"><Relationship Id="Rb023abb4bb714906" Type="http://schemas.openxmlformats.org/officeDocument/2006/relationships/slideLayout" Target="../slideLayouts/slideLayout1.xml"/><Relationship Id="Rcb3de62fe65b4b15" Type="http://schemas.openxmlformats.org/officeDocument/2006/relationships/image" Target="../media/image2.jpeg"/><Relationship Id="Rfdc870768e004445" Type="http://schemas.openxmlformats.org/officeDocument/2006/relationships/notesSlide" Target="../notesSlides/notesSlide22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9B864F-9083-401E-8D5A-8C20E9BF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How a local place changes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101285-7AC3-4FD2-81D3-12B1A29C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W4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BE79FD-4B07-404C-AF8D-99831FB9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Talk about how my local area has changed.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9C124-6132-4601-A586-212FFD76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BUILD / Humanities / Spring 1 / Week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EE918C-5558-49F0-B407-7FB313D8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5891629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EE3DA2-4BA4-40D2-9B45-F350146D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30FE8-20EF-4FD7-9BCF-43202EF8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W4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95013C-6435-44F1-9A72-AD683772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What information establishes the order?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43F0B5-F5C0-455C-B0D4-D05B951D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past?</a:t>
            </a:r>
          </a:p>
        </p:txBody>
      </p:sp>
    </p:spTree>
    <p:extLst>
      <p:ext uri="{BB962C8B-B14F-4D97-AF65-F5344CB8AC3E}">
        <p14:creationId xmlns:p14="http://schemas.microsoft.com/office/powerpoint/2010/main" val="21076903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8311CE-526A-48BC-BFDB-D835A031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E385C9-3BBF-4DBB-89AD-63A629E9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W4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6FCC3F-6893-4B64-9521-15D6C025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What is continuity?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805091-E431-44FF-A82B-8AA2C4C4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Can photographs alone always explain why a place changed?</a:t>
            </a:r>
          </a:p>
        </p:txBody>
      </p:sp>
    </p:spTree>
    <p:extLst>
      <p:ext uri="{BB962C8B-B14F-4D97-AF65-F5344CB8AC3E}">
        <p14:creationId xmlns:p14="http://schemas.microsoft.com/office/powerpoint/2010/main" val="7767851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B514B8-3913-4212-933D-D2C1E4D3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22AB88-236C-4E13-AE3C-03F70EFB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W4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A08F54-BB47-43B0-9756-BBD156EE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past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time before 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622D08-4397-471E-9587-CD3FED36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present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time we are in 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85F4E9-B665-4939-AF48-A735CBA9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change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that becomes different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589811-2DD4-4DCA-958C-08B7091D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continuity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that stays the same</a:t>
            </a:r>
          </a:p>
        </p:txBody>
      </p:sp>
    </p:spTree>
    <p:extLst>
      <p:ext uri="{BB962C8B-B14F-4D97-AF65-F5344CB8AC3E}">
        <p14:creationId xmlns:p14="http://schemas.microsoft.com/office/powerpoint/2010/main" val="3189817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D604F9-8A4F-41F7-989F-953F2FF1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3340EF-AD7D-4595-8D10-949D330F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W4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93dd39653d47e6"/>
          <a:stretch xmlns:a="http://schemas.openxmlformats.org/drawingml/2006/main"/>
        </p:blipFill>
        <p:spPr>
          <a:xfrm xmlns:a="http://schemas.openxmlformats.org/drawingml/2006/main">
            <a:off x="1199324" y="3286125"/>
            <a:ext cx="9793351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9CF08A-C3EE-4B90-95C8-5C6E1385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 the local bridge photographs.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55CBCD-6236-4A69-9388-0F84FA76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026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0E4C33-A660-4607-9D6F-2F2691AC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1770"/>
            <a:ext cx="110871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Show two choices. Read one short instruction. Point, match or say a word, then add a reason when ready.</a:t>
            </a:r>
          </a:p>
        </p:txBody>
      </p:sp>
    </p:spTree>
    <p:extLst>
      <p:ext uri="{BB962C8B-B14F-4D97-AF65-F5344CB8AC3E}">
        <p14:creationId xmlns:p14="http://schemas.microsoft.com/office/powerpoint/2010/main" val="7737602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784B29-B1DC-4ED4-8435-E1B7B894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DB52AC-DAE0-40DF-8D47-889BF738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W4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393107-17DA-4B83-8B44-B0D02D58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What is continuity?</a:t>
            </a:r>
          </a:p>
        </p:txBody>
      </p:sp>
    </p:spTree>
    <p:extLst>
      <p:ext uri="{BB962C8B-B14F-4D97-AF65-F5344CB8AC3E}">
        <p14:creationId xmlns:p14="http://schemas.microsoft.com/office/powerpoint/2010/main" val="12622476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662E2B-C2B6-4777-B531-35CAFD67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17F04A-4B84-4D3E-AF4D-59010F9E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W4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C0B75C-D953-463A-9478-039D8A3C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C Photo enquiry: Use the paired local photographs supplied with this unit. Read the captions and dates. Point to one feature in each image before deciding what changed.</a:t>
            </a:r>
          </a:p>
        </p:txBody>
      </p:sp>
    </p:spTree>
    <p:extLst>
      <p:ext uri="{BB962C8B-B14F-4D97-AF65-F5344CB8AC3E}">
        <p14:creationId xmlns:p14="http://schemas.microsoft.com/office/powerpoint/2010/main" val="3350781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D786FD-8359-4F45-B35B-BFA9500B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5B8222-75D4-4116-A4FF-98C72C5C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W4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5F45E1-27AF-4A09-9CD8-B67BFD0D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Something that stays the same across the evidence being compared.</a:t>
            </a:r>
          </a:p>
        </p:txBody>
      </p:sp>
    </p:spTree>
    <p:extLst>
      <p:ext uri="{BB962C8B-B14F-4D97-AF65-F5344CB8AC3E}">
        <p14:creationId xmlns:p14="http://schemas.microsoft.com/office/powerpoint/2010/main" val="4152518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05266-7611-47DE-AEBA-35AA7E23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A5A453-8B3A-419F-BF47-A4F4C576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W4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2712C9-EEFA-4EE0-B472-1B9C4DD1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Can photographs alone always explain why a place changed? No. Another source may be needed for the reason.</a:t>
            </a:r>
          </a:p>
        </p:txBody>
      </p:sp>
    </p:spTree>
    <p:extLst>
      <p:ext uri="{BB962C8B-B14F-4D97-AF65-F5344CB8AC3E}">
        <p14:creationId xmlns:p14="http://schemas.microsoft.com/office/powerpoint/2010/main" val="19647792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1D1C3D-AA8A-4D94-A1F4-2EF8E25C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85CE0C-C383-4E75-86F9-A2297498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W4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798D83-6F16-4F21-B563-9119E34C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 the local bridge photographs.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BB0613-A0C9-41C7-B220-73B54E22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Mark one visible continuity and one visible change.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217DF0-8831-452A-87F5-38124AF5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13724127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9E45A8-9732-4CBB-9475-F24B62B6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Shared investigation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C0E464-7BE5-4710-814E-4F083C21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W4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35C273-07CF-4C3A-ACEF-65BB24C2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 from the first example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8A67B7-60B8-4408-9F8A-240B9C92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 from the second example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54EDCF-BEF5-4693-91D1-BF268307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One similarity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9223F9-70B5-4685-B291-7D19767E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One difference or change</a:t>
            </a:r>
          </a:p>
        </p:txBody>
      </p:sp>
    </p:spTree>
    <p:extLst>
      <p:ext uri="{BB962C8B-B14F-4D97-AF65-F5344CB8AC3E}">
        <p14:creationId xmlns:p14="http://schemas.microsoft.com/office/powerpoint/2010/main" val="7958944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5FC2A9-9FDA-457C-8A91-D1A5ACE8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0A90A7-5D8D-4F19-872A-64D3D1BD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W4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5839FC-868A-4566-ACA7-A44A2313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Annotate the two credited photographs.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05B81A-D4A5-4645-9F0A-9DD372A7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Add one change and one continuity using arrows or numbered captions.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064F64-D673-42BE-BE6B-E4177FF4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Record a careful spoken or written comparison.</a:t>
            </a:r>
          </a:p>
        </p:txBody>
      </p:sp>
    </p:spTree>
    <p:extLst>
      <p:ext uri="{BB962C8B-B14F-4D97-AF65-F5344CB8AC3E}">
        <p14:creationId xmlns:p14="http://schemas.microsoft.com/office/powerpoint/2010/main" val="10155394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49518E-7012-4138-B4F6-BC23EB0A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B73A7-0625-4814-A393-FB50CCF0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W4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599259-6C5B-4BD1-8655-E20F6533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Annotate the two credited photographs.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373308-6D59-4021-987D-85BD3CFC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Add one change and one continuity using arrows or numbered captions.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E069E8-47BC-4469-B066-17BE7A88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Record a careful spoken or written comparison.</a:t>
            </a:r>
          </a:p>
        </p:txBody>
      </p:sp>
    </p:spTree>
    <p:extLst>
      <p:ext uri="{BB962C8B-B14F-4D97-AF65-F5344CB8AC3E}">
        <p14:creationId xmlns:p14="http://schemas.microsoft.com/office/powerpoint/2010/main" val="20616515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E99E42-8092-46CD-B94D-B94580B8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D98604-8BDE-4B52-B9DD-3E79E65E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W4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F98A4B-1D73-445F-949E-851B47A2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Annotate the two credited photographs.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DAF40F-72E4-4E3A-989E-EB01A4A7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Add one change and one continuity using arrows or numbered captions.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DCEECE-F094-4D14-BBC0-462A16CA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Record a careful spoken or written comparison.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15D9FC-C0DF-4347-A928-A52D207B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State a limitation caused by viewpoint and suggest another photo that would help.</a:t>
            </a:r>
          </a:p>
        </p:txBody>
      </p:sp>
    </p:spTree>
    <p:extLst>
      <p:ext uri="{BB962C8B-B14F-4D97-AF65-F5344CB8AC3E}">
        <p14:creationId xmlns:p14="http://schemas.microsoft.com/office/powerpoint/2010/main" val="208333195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E4470E-BD20-4F77-8425-0CBDE7AD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A2E0C9-3830-4B38-9B5D-A4029E4B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W4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6EBBE5-E726-4355-8F87-E1B1C1E1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annotated comparison.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230C08-109C-4FBB-B851-E3426244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DFD869-BDF3-4D06-915D-78BDC769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38755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C37C63-8FEB-4BE4-9357-02324E02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6B7736-9DD0-4992-9DCB-840DE6A0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W4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CA9E61-FC7F-43B5-98CF-455D67FF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is continuity?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50DF76-AAE2-4717-8FA5-6145918D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Can photographs alone always explain why a place changed?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B1CC27-D634-4E5C-9FA3-A2DCCF45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5190979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1E3E66-502F-4A2F-A5EF-E8AD3017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A A fictional week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EEDC09-CFA1-44A3-9074-7CFB198C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W4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D0688C-0C0E-4BCD-AAD5-BA7DD714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Monday: choose a club activity. Wednesday: practise the activity. Friday: share what was made. The words Monday, Wednesday and Friday supply the order.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B30606-369F-4FE0-8DCA-1D7E8DE9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268C47-94A9-4EA8-8D7B-88398BA3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</p:spTree>
    <p:extLst>
      <p:ext uri="{BB962C8B-B14F-4D97-AF65-F5344CB8AC3E}">
        <p14:creationId xmlns:p14="http://schemas.microsoft.com/office/powerpoint/2010/main" val="150427935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D56949-0A0A-4993-A39B-8598674A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B Telephone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A50D00-6BC7-4EBE-808C-D246AC8F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W4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240D89-DE4D-45F2-96E4-8B742F3B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rotary telephone and a smartphone both support conversations over distance. A smartphone can also show a video call; a rotary dial selects numbers differently.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40412-E649-4E67-BF2E-0EDB854A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comparison of familiar objects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DC4E7C-22B4-474B-BA42-65B1B66E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newer object is not automatically better for every person or purpose.</a:t>
            </a:r>
          </a:p>
        </p:txBody>
      </p:sp>
    </p:spTree>
    <p:extLst>
      <p:ext uri="{BB962C8B-B14F-4D97-AF65-F5344CB8AC3E}">
        <p14:creationId xmlns:p14="http://schemas.microsoft.com/office/powerpoint/2010/main" val="91531798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DFDCA2-E85D-4E2A-9D14-2F97A214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C Photo enquiry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326426-A8EF-4B5A-BF6E-06C12276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W4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D9E65A-5B37-4596-BFA5-F4547124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the paired local photographs supplied with this unit. Read the captions and dates. Point to one feature in each image before deciding what changed.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DC70CF-5C5C-4E9D-901A-E2F5FB6D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See photograph captions and credits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D2EA15-314A-4E49-9E5B-1F4F7C42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camera angle or season can make features appear different; a photograph alone may not explain why.</a:t>
            </a:r>
          </a:p>
        </p:txBody>
      </p:sp>
    </p:spTree>
    <p:extLst>
      <p:ext uri="{BB962C8B-B14F-4D97-AF65-F5344CB8AC3E}">
        <p14:creationId xmlns:p14="http://schemas.microsoft.com/office/powerpoint/2010/main" val="72369882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253AE8-E73C-475C-BF92-73928E10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D Questions worth asking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09FDE-D973-419F-A612-1D8E9808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W4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9BC1B9-A1FA-4A4F-B190-F4CFEE81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Who used this object? When was this photo made? A dated catalogue entry can help with time; a user’s account can help with experience.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178DA-F87D-4AAC-911B-4751F6D9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866CA-A4E4-467B-B9DC-9886BAC8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</p:spTree>
    <p:extLst>
      <p:ext uri="{BB962C8B-B14F-4D97-AF65-F5344CB8AC3E}">
        <p14:creationId xmlns:p14="http://schemas.microsoft.com/office/powerpoint/2010/main" val="47929881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054FC-D309-4023-9C34-967FE6A4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Visual resource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FE3D26-30A6-4186-B0F4-9B7837F0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W4                                      21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1c91f628024ff8"/>
          <a:stretch xmlns:a="http://schemas.openxmlformats.org/drawingml/2006/main"/>
        </p:blipFill>
        <p:spPr>
          <a:xfrm xmlns:a="http://schemas.openxmlformats.org/drawingml/2006/main">
            <a:off x="2984500" y="1238250"/>
            <a:ext cx="6223000" cy="4667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CA7E83-7D9B-4C78-AD88-949B10AD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48375"/>
            <a:ext cx="11087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21 November 2008 · Oliver Dixon · CC BY-SA 2.0</a:t>
            </a:r>
          </a:p>
        </p:txBody>
      </p:sp>
    </p:spTree>
    <p:extLst>
      <p:ext uri="{BB962C8B-B14F-4D97-AF65-F5344CB8AC3E}">
        <p14:creationId xmlns:p14="http://schemas.microsoft.com/office/powerpoint/2010/main" val="183127877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54202E-4CB9-40D6-8407-C16475AD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Visual resource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A91150-90E4-48AF-9D73-249852B8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1  W4                                      22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3de62fe65b4b15"/>
          <a:stretch xmlns:a="http://schemas.openxmlformats.org/drawingml/2006/main"/>
        </p:blipFill>
        <p:spPr>
          <a:xfrm xmlns:a="http://schemas.openxmlformats.org/drawingml/2006/main">
            <a:off x="4345781" y="1238250"/>
            <a:ext cx="3500438" cy="4667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D29315-1A20-4D90-8692-93812F91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48375"/>
            <a:ext cx="11087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31 January 2020 · Reading Tom · CC BY 2.0</a:t>
            </a:r>
          </a:p>
        </p:txBody>
      </p:sp>
    </p:spTree>
    <p:extLst>
      <p:ext uri="{BB962C8B-B14F-4D97-AF65-F5344CB8AC3E}">
        <p14:creationId xmlns:p14="http://schemas.microsoft.com/office/powerpoint/2010/main" val="376143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2026-09-19T18:38:31.0030000Z</dcterms:created>
  <dcterms:modified xsi:type="dcterms:W3CDTF">2026-09-19T18:38:31.0030000Z</dcterms:modified>
</coreProperties>
</file>