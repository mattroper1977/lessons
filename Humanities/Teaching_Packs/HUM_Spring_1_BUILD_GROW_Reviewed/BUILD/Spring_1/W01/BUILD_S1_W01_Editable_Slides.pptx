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9e6317a60264545" Type="http://schemas.openxmlformats.org/officeDocument/2006/relationships/officeDocument" Target="ppt/presentation.xml"/><Relationship Id="R8a5d471e59e84b7f" Type="http://schemas.openxmlformats.org/package/2006/relationships/metadata/core-properties" Target="docProps/core.xml"/><Relationship Id="Rf2d33a3552ea424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447e5e9e2247ad"/>
  </p:sldMasterIdLst>
  <p:notesMasterIdLst>
    <p:notesMasterId xmlns:r="http://schemas.openxmlformats.org/officeDocument/2006/relationships" r:id="Rfdf91cebaf6249d4"/>
  </p:notesMasterIdLst>
  <p:sldIdLst>
    <p:sldId xmlns:r="http://schemas.openxmlformats.org/officeDocument/2006/relationships" id="256" r:id="Rbc4ed1548b5046d6"/>
    <p:sldId xmlns:r="http://schemas.openxmlformats.org/officeDocument/2006/relationships" id="257" r:id="R7e1af8ef22e2486a"/>
    <p:sldId xmlns:r="http://schemas.openxmlformats.org/officeDocument/2006/relationships" id="258" r:id="R1e710a659a534a01"/>
    <p:sldId xmlns:r="http://schemas.openxmlformats.org/officeDocument/2006/relationships" id="259" r:id="Rc1237bad7e974513"/>
    <p:sldId xmlns:r="http://schemas.openxmlformats.org/officeDocument/2006/relationships" id="260" r:id="R2f7f83f404894bc4"/>
    <p:sldId xmlns:r="http://schemas.openxmlformats.org/officeDocument/2006/relationships" id="261" r:id="Rdaa5ee958ab74191"/>
    <p:sldId xmlns:r="http://schemas.openxmlformats.org/officeDocument/2006/relationships" id="262" r:id="R750de13c819543ae"/>
    <p:sldId xmlns:r="http://schemas.openxmlformats.org/officeDocument/2006/relationships" id="263" r:id="R5e752d85b17a410c"/>
    <p:sldId xmlns:r="http://schemas.openxmlformats.org/officeDocument/2006/relationships" id="264" r:id="R9a6fdb8e29c145b0"/>
    <p:sldId xmlns:r="http://schemas.openxmlformats.org/officeDocument/2006/relationships" id="265" r:id="R525af643573f44bd"/>
    <p:sldId xmlns:r="http://schemas.openxmlformats.org/officeDocument/2006/relationships" id="266" r:id="R165bae12c0a84573"/>
    <p:sldId xmlns:r="http://schemas.openxmlformats.org/officeDocument/2006/relationships" id="267" r:id="R95f3bf7117084a4a"/>
    <p:sldId xmlns:r="http://schemas.openxmlformats.org/officeDocument/2006/relationships" id="268" r:id="Rad7d491bc3264ebe"/>
    <p:sldId xmlns:r="http://schemas.openxmlformats.org/officeDocument/2006/relationships" id="269" r:id="R482b86a060e2411c"/>
    <p:sldId xmlns:r="http://schemas.openxmlformats.org/officeDocument/2006/relationships" id="270" r:id="R50f10b69499747bd"/>
    <p:sldId xmlns:r="http://schemas.openxmlformats.org/officeDocument/2006/relationships" id="271" r:id="R3d83ae92edae4d9d"/>
    <p:sldId xmlns:r="http://schemas.openxmlformats.org/officeDocument/2006/relationships" id="272" r:id="R250aa3eb4c3a44a7"/>
    <p:sldId xmlns:r="http://schemas.openxmlformats.org/officeDocument/2006/relationships" id="273" r:id="R1ff53e1ac4ef46a6"/>
    <p:sldId xmlns:r="http://schemas.openxmlformats.org/officeDocument/2006/relationships" id="274" r:id="R7835060001d84250"/>
    <p:sldId xmlns:r="http://schemas.openxmlformats.org/officeDocument/2006/relationships" id="275" r:id="R002a156721e64f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2a156721e64f01" Type="http://schemas.openxmlformats.org/officeDocument/2006/relationships/slide" Target="slides/slide20.xml"/><Relationship Id="R05447e5e9e2247ad" Type="http://schemas.openxmlformats.org/officeDocument/2006/relationships/slideMaster" Target="slideMasters/slideMaster1.xml"/><Relationship Id="R0c419f7a326f4d7f" Type="http://schemas.openxmlformats.org/officeDocument/2006/relationships/tableStyles" Target="tableStyles.xml"/><Relationship Id="R165bae12c0a84573" Type="http://schemas.openxmlformats.org/officeDocument/2006/relationships/slide" Target="slides/slide11.xml"/><Relationship Id="R1e710a659a534a01" Type="http://schemas.openxmlformats.org/officeDocument/2006/relationships/slide" Target="slides/slide3.xml"/><Relationship Id="R1ff53e1ac4ef46a6" Type="http://schemas.openxmlformats.org/officeDocument/2006/relationships/slide" Target="slides/slide18.xml"/><Relationship Id="R250aa3eb4c3a44a7" Type="http://schemas.openxmlformats.org/officeDocument/2006/relationships/slide" Target="slides/slide17.xml"/><Relationship Id="R2f7f83f404894bc4" Type="http://schemas.openxmlformats.org/officeDocument/2006/relationships/slide" Target="slides/slide5.xml"/><Relationship Id="R3d83ae92edae4d9d" Type="http://schemas.openxmlformats.org/officeDocument/2006/relationships/slide" Target="slides/slide16.xml"/><Relationship Id="R482b86a060e2411c" Type="http://schemas.openxmlformats.org/officeDocument/2006/relationships/slide" Target="slides/slide14.xml"/><Relationship Id="R50f10b69499747bd" Type="http://schemas.openxmlformats.org/officeDocument/2006/relationships/slide" Target="slides/slide15.xml"/><Relationship Id="R5244e2073fdb43c4" Type="http://schemas.openxmlformats.org/officeDocument/2006/relationships/theme" Target="theme/theme1.xml"/><Relationship Id="R525af643573f44bd" Type="http://schemas.openxmlformats.org/officeDocument/2006/relationships/slide" Target="slides/slide10.xml"/><Relationship Id="R5e752d85b17a410c" Type="http://schemas.openxmlformats.org/officeDocument/2006/relationships/slide" Target="slides/slide8.xml"/><Relationship Id="R750de13c819543ae" Type="http://schemas.openxmlformats.org/officeDocument/2006/relationships/slide" Target="slides/slide7.xml"/><Relationship Id="R7835060001d84250" Type="http://schemas.openxmlformats.org/officeDocument/2006/relationships/slide" Target="slides/slide19.xml"/><Relationship Id="R7e1af8ef22e2486a" Type="http://schemas.openxmlformats.org/officeDocument/2006/relationships/slide" Target="slides/slide2.xml"/><Relationship Id="R95f3bf7117084a4a" Type="http://schemas.openxmlformats.org/officeDocument/2006/relationships/slide" Target="slides/slide12.xml"/><Relationship Id="R9a6fdb8e29c145b0" Type="http://schemas.openxmlformats.org/officeDocument/2006/relationships/slide" Target="slides/slide9.xml"/><Relationship Id="Rad7d491bc3264ebe" Type="http://schemas.openxmlformats.org/officeDocument/2006/relationships/slide" Target="slides/slide13.xml"/><Relationship Id="Rbc4ed1548b5046d6" Type="http://schemas.openxmlformats.org/officeDocument/2006/relationships/slide" Target="slides/slide1.xml"/><Relationship Id="Rc1237bad7e974513" Type="http://schemas.openxmlformats.org/officeDocument/2006/relationships/slide" Target="slides/slide4.xml"/><Relationship Id="Rdaa5ee958ab74191" Type="http://schemas.openxmlformats.org/officeDocument/2006/relationships/slide" Target="slides/slide6.xml"/><Relationship Id="Ree810946e7d540a9" Type="http://schemas.openxmlformats.org/officeDocument/2006/relationships/presProps" Target="presProps.xml"/><Relationship Id="Rfdf91cebaf6249d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6249a98582bd413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13fc551d11a4020" Type="http://schemas.openxmlformats.org/officeDocument/2006/relationships/slide" Target="../slides/slide1.xml"/><Relationship Id="Rb5b67ccee04e427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8e2536d2b004550" Type="http://schemas.openxmlformats.org/officeDocument/2006/relationships/notesMaster" Target="../notesMasters/notesMaster1.xml"/><Relationship Id="Rb6d7d6ae981b408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244b7b444e84bfd" Type="http://schemas.openxmlformats.org/officeDocument/2006/relationships/slide" Target="../slides/slide3.xml"/><Relationship Id="Re05630f454a4473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5ce5138ff0ca42b4" Type="http://schemas.openxmlformats.org/officeDocument/2006/relationships/slide" Target="../slides/slide4.xml"/><Relationship Id="Ra694d771450a402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1ff66ec15a44dc4" Type="http://schemas.openxmlformats.org/officeDocument/2006/relationships/notesMaster" Target="../notesMasters/notesMaster1.xml"/><Relationship Id="R89c93e6749154d7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6d96ad040b5f46f1" Type="http://schemas.openxmlformats.org/officeDocument/2006/relationships/notesMaster" Target="../notesMasters/notesMaster1.xml"/><Relationship Id="Reabf0a9f0e31426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220bdf06ef0542f8" Type="http://schemas.openxmlformats.org/officeDocument/2006/relationships/slide" Target="../slides/slide7.xml"/><Relationship Id="Rd5c76248a2d041bb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e0afaf0ebbd24187" Type="http://schemas.openxmlformats.org/officeDocument/2006/relationships/notesMaster" Target="../notesMasters/notesMaster1.xml"/><Relationship Id="Ref82bc8c82f94f2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9edf426ab12446a" Type="http://schemas.openxmlformats.org/officeDocument/2006/relationships/notesMaster" Target="../notesMasters/notesMaster1.xml"/><Relationship Id="R8dc66ea28784490a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d381bf59b58043d3" Type="http://schemas.openxmlformats.org/officeDocument/2006/relationships/slide" Target="../slides/slide10.xml"/><Relationship Id="Rd7fdd834bc634375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940324fc4bd4249" Type="http://schemas.openxmlformats.org/officeDocument/2006/relationships/notesMaster" Target="../notesMasters/notesMaster1.xml"/><Relationship Id="Rb3f45323b6a2416f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2f0b52daa92d4639" Type="http://schemas.openxmlformats.org/officeDocument/2006/relationships/notesMaster" Target="../notesMasters/notesMaster1.xml"/><Relationship Id="R5fb6a7f876e9466d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3377d35715e42a8" Type="http://schemas.openxmlformats.org/officeDocument/2006/relationships/slide" Target="../slides/slide13.xml"/><Relationship Id="R750541aa4bea44f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0fd0f063de1466d" Type="http://schemas.openxmlformats.org/officeDocument/2006/relationships/notesMaster" Target="../notesMasters/notesMaster1.xml"/><Relationship Id="Rf4cb07a6cf06463f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6bd4df6c3e54754" Type="http://schemas.openxmlformats.org/officeDocument/2006/relationships/notesMaster" Target="../notesMasters/notesMaster1.xml"/><Relationship Id="Ra80e80ac09a2415a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3ec244fe98004404" Type="http://schemas.openxmlformats.org/officeDocument/2006/relationships/slide" Target="../slides/slide16.xml"/><Relationship Id="R8308aef771a3463f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29ed1802778b46ff" Type="http://schemas.openxmlformats.org/officeDocument/2006/relationships/slide" Target="../slides/slide17.xml"/><Relationship Id="R7bfbc79121754325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186ed06d39ee43ff" Type="http://schemas.openxmlformats.org/officeDocument/2006/relationships/slide" Target="../slides/slide18.xml"/><Relationship Id="R86e3b7b6ba5843ee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0619f083b5394108" Type="http://schemas.openxmlformats.org/officeDocument/2006/relationships/slide" Target="../slides/slide19.xml"/><Relationship Id="Rf8a4d28109e34bd0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06cb1dd3901a4e2e" Type="http://schemas.openxmlformats.org/officeDocument/2006/relationships/slide" Target="../slides/slide20.xml"/><Relationship Id="R255b267288ba4be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past means a time before now.</a:t>
            </a:r>
          </a:p>
          <a:p xmlns:a="http://schemas.openxmlformats.org/drawingml/2006/main">
            <a:r>
              <a:t>Use the reminder strip or talk it through with an adult. Answer: A time before now</a:t>
            </a:r>
          </a:p>
          <a:p xmlns:a="http://schemas.openxmlformats.org/drawingml/2006/main">
            <a:r>
              <a:t>Choose: A time before now OR The time we are in now. Answer: A time before now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Wednesday.</a:t>
            </a:r>
          </a:p>
          <a:p xmlns:a="http://schemas.openxmlformats.org/drawingml/2006/main">
            <a:r>
              <a:t>Give a reason when ready. Answer: They make the order clear and allow it to be checked.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Place the club events on Monday, Wednesday and Friday. Say or show what helped you decide.</a:t>
            </a:r>
          </a:p>
          <a:p xmlns:a="http://schemas.openxmlformats.org/drawingml/2006/main">
            <a:r>
              <a:t>Add a fourth event and explain where it belongs without changing the supplied dates.</a:t>
            </a:r>
          </a:p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Monday choose an activity — 1 — Monday is first in this set.</a:t>
            </a:r>
          </a:p>
          <a:p xmlns:a="http://schemas.openxmlformats.org/drawingml/2006/main">
            <a:r>
              <a:t>Wednesday practise — 2 — Wednesday follows Monday.</a:t>
            </a:r>
          </a:p>
          <a:p xmlns:a="http://schemas.openxmlformats.org/drawingml/2006/main">
            <a:r>
              <a:t>Friday share the result — 3 — Friday is later than Wednesday.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___ happens before ___. I know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___ happens before ___. I know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Add a fourth event and explain where it belongs without changing the supplied dates.</a:t>
            </a:r>
          </a:p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Wednesday.</a:t>
            </a:r>
          </a:p>
          <a:p xmlns:a="http://schemas.openxmlformats.org/drawingml/2006/main">
            <a:r>
              <a:t>They make the order clear and allow it to be checked.</a:t>
            </a:r>
          </a:p>
          <a:p xmlns:a="http://schemas.openxmlformats.org/drawingml/2006/main">
            <a:r>
              <a:t>Support: ___ happens before ___. I know because ___.</a:t>
            </a:r>
          </a:p>
          <a:p xmlns:a="http://schemas.openxmlformats.org/drawingml/2006/main">
            <a:r>
              <a:t>Extension: Add a fourth event and explain where it belongs without changing the supplied 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correctly ordered sequence and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c2a3d1aa1a94f0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d06756b0dbc74fa5" Type="http://schemas.openxmlformats.org/officeDocument/2006/relationships/theme" Target="theme/theme2.xml"/><Relationship Id="Rf54829fa06b1483f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4829fa06b148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c0b13ab831b343c8" Type="http://schemas.openxmlformats.org/officeDocument/2006/relationships/slideLayout" Target="../slideLayouts/slideLayout1.xml"/><Relationship Id="Rc60626e7fbee432f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bd793c141e154011" Type="http://schemas.openxmlformats.org/officeDocument/2006/relationships/slideLayout" Target="../slideLayouts/slideLayout1.xml"/><Relationship Id="Rf9e995157c764b7d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a372c7925a7a4ea9" Type="http://schemas.openxmlformats.org/officeDocument/2006/relationships/slideLayout" Target="../slideLayouts/slideLayout1.xml"/><Relationship Id="Rba06983dc588477f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eca537ecff294150" Type="http://schemas.openxmlformats.org/officeDocument/2006/relationships/slideLayout" Target="../slideLayouts/slideLayout1.xml"/><Relationship Id="Rf3af6024ad1a44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7b4f80784b142dd" Type="http://schemas.openxmlformats.org/officeDocument/2006/relationships/notesSlide" Target="../notesSlides/notesSlide5.xml"/><Relationship Id="R15024e8c6c5d4d99" Type="http://schemas.openxmlformats.org/officeDocument/2006/relationships/slideLayout" Target="../slideLayouts/slideLayout1.xml"/><Relationship Id="R8bfe12cdf0d647b7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e2af3c6549004f32" Type="http://schemas.openxmlformats.org/officeDocument/2006/relationships/slideLayout" Target="../slideLayouts/slideLayout1.xml"/><Relationship Id="Re2d672a76c1e4b2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661d2c92ec4d4dd6" Type="http://schemas.openxmlformats.org/officeDocument/2006/relationships/slideLayout" Target="../slideLayouts/slideLayout1.xml"/><Relationship Id="Ree3894ab8073490d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b7ca53765a042ab" Type="http://schemas.openxmlformats.org/officeDocument/2006/relationships/notesSlide" Target="../notesSlides/notesSlide8.xml"/><Relationship Id="Rc13c6834510b494b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6e1973bea34f40c1" Type="http://schemas.openxmlformats.org/officeDocument/2006/relationships/slideLayout" Target="../slideLayouts/slideLayout1.xml"/><Relationship Id="R822992f92bd8446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20de4fd53f841cc" Type="http://schemas.openxmlformats.org/officeDocument/2006/relationships/notesSlide" Target="../notesSlides/notesSlide10.xml"/><Relationship Id="Rf1acc2884a12413a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be611dc9003a45c5" Type="http://schemas.openxmlformats.org/officeDocument/2006/relationships/notesSlide" Target="../notesSlides/notesSlide11.xml"/><Relationship Id="Rca53c2b8bd42452a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8b226481e6e464c" Type="http://schemas.openxmlformats.org/officeDocument/2006/relationships/notesSlide" Target="../notesSlides/notesSlide12.xml"/><Relationship Id="R66aa80fcc5cb4819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84b158ff59e4a4c" Type="http://schemas.openxmlformats.org/officeDocument/2006/relationships/slideLayout" Target="../slideLayouts/slideLayout1.xml"/><Relationship Id="R986226849c7447ff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309e5c7aa861448d" Type="http://schemas.openxmlformats.org/officeDocument/2006/relationships/slideLayout" Target="../slideLayouts/slideLayout1.xml"/><Relationship Id="Rae45e185addb40f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29ca8d033b214c28" Type="http://schemas.openxmlformats.org/officeDocument/2006/relationships/slideLayout" Target="../slideLayouts/slideLayout1.xml"/><Relationship Id="R97693743907d47ad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983685e54cc49b8" Type="http://schemas.openxmlformats.org/officeDocument/2006/relationships/slideLayout" Target="../slideLayouts/slideLayout1.xml"/><Relationship Id="R8b901c907df8490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144e6e3e536c4708" Type="http://schemas.openxmlformats.org/officeDocument/2006/relationships/slideLayout" Target="../slideLayouts/slideLayout1.xml"/><Relationship Id="Rc3bbd334c3b840f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37280501a02b401f" Type="http://schemas.openxmlformats.org/officeDocument/2006/relationships/slideLayout" Target="../slideLayouts/slideLayout1.xml"/><Relationship Id="R7cedb18423044f0f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4827d4647ae543ae" Type="http://schemas.openxmlformats.org/officeDocument/2006/relationships/notesSlide" Target="../notesSlides/notesSlide19.xml"/><Relationship Id="R5fa8c9be52be4094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c02a72ef1e648dc" Type="http://schemas.openxmlformats.org/officeDocument/2006/relationships/notesSlide" Target="../notesSlides/notesSlide20.xml"/><Relationship Id="R56ac5a25a1674385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6D5CC-454D-4FA4-B74C-D62DEFEE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 timeline of a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14A9D-2A6A-41A2-9B1E-151849CE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549CC-C69F-4EA1-A9BA-F0A4B30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Sequence events in my own week.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11AC4-19E0-4B93-96E3-0106786E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Spring 1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F46E6-D835-4BB3-9A59-45F9DD76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508001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1E257-347E-4E62-91E7-AC9729BC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112E3-9636-401F-B6CF-A46E2D65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36A1F-5E04-4827-BBB9-18098123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past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C65E6-823C-4241-8AA1-78E714B2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past?</a:t>
            </a:r>
          </a:p>
        </p:txBody>
      </p:sp>
    </p:spTree>
    <p:extLst>
      <p:ext uri="{BB962C8B-B14F-4D97-AF65-F5344CB8AC3E}">
        <p14:creationId xmlns:p14="http://schemas.microsoft.com/office/powerpoint/2010/main" val="1057795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24C94-FE47-4CA5-9048-B63DF238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0FBAE-3122-40BB-B134-C25D8511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A5777-6740-429F-9A9F-072AC080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Which comes first: Wednesday or Friday?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7E849-9710-4306-B6E3-FAFCC56B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Why add day labels?</a:t>
            </a:r>
          </a:p>
        </p:txBody>
      </p:sp>
    </p:spTree>
    <p:extLst>
      <p:ext uri="{BB962C8B-B14F-4D97-AF65-F5344CB8AC3E}">
        <p14:creationId xmlns:p14="http://schemas.microsoft.com/office/powerpoint/2010/main" val="648912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875A4-045F-40E3-AC74-319775C8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83950-42DF-41C7-A776-4B9D32EA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03A49-E2AE-4F7E-B2CE-FBC99BA2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past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time before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65087-DC99-40CE-831A-E1822A5C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present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time we are in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3D69B-0360-45AA-AA3C-0AF8A5AB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change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becomes different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30E69-252A-4457-94F3-83D500D8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continuity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stays the same</a:t>
            </a:r>
          </a:p>
        </p:txBody>
      </p:sp>
    </p:spTree>
    <p:extLst>
      <p:ext uri="{BB962C8B-B14F-4D97-AF65-F5344CB8AC3E}">
        <p14:creationId xmlns:p14="http://schemas.microsoft.com/office/powerpoint/2010/main" val="60615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666A9-C07F-4A0B-A152-17C5EDFD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EB9A3-08C0-4A35-8DAD-C6DEF601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e12cdf0d647b7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C80D1-DCAD-460B-8429-01445E10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the club events on Monday, Wednesday and Friday.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917B9-2F5E-412F-9A68-39A727B1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88354-17C2-4567-A88C-2B2B16DD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3078932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CA6E5-9ACC-475A-95C1-348BEA87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2C3C7-DE28-4EB1-8585-1615B67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301AF-C3BA-4382-81DD-BD76C674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Which comes first: Wednesday or Friday?</a:t>
            </a:r>
          </a:p>
        </p:txBody>
      </p:sp>
    </p:spTree>
    <p:extLst>
      <p:ext uri="{BB962C8B-B14F-4D97-AF65-F5344CB8AC3E}">
        <p14:creationId xmlns:p14="http://schemas.microsoft.com/office/powerpoint/2010/main" val="21169078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97F91-23F0-4244-9252-D18CE06F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C7236-8DBE-413F-8E60-8E59034F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CE5D3-3345-4588-AFDA-8FE66ECF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A fictional week: Monday: choose a club activity. Wednesday: practise the activity. Friday: share what was made. The words Monday, Wednesday and Friday supply the order.</a:t>
            </a:r>
          </a:p>
        </p:txBody>
      </p:sp>
    </p:spTree>
    <p:extLst>
      <p:ext uri="{BB962C8B-B14F-4D97-AF65-F5344CB8AC3E}">
        <p14:creationId xmlns:p14="http://schemas.microsoft.com/office/powerpoint/2010/main" val="1155774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9EFF5-D9B8-462C-9F82-59CD213F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6B739-DF4D-4A26-A15B-DB435248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29A50-2DFF-4A78-8416-C545F8CD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Wednesday.</a:t>
            </a:r>
          </a:p>
        </p:txBody>
      </p:sp>
    </p:spTree>
    <p:extLst>
      <p:ext uri="{BB962C8B-B14F-4D97-AF65-F5344CB8AC3E}">
        <p14:creationId xmlns:p14="http://schemas.microsoft.com/office/powerpoint/2010/main" val="6786390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1BE02-2AF6-4A39-B491-E6303D56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34693-7215-46FE-B806-AC62D68B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AB47A-0A54-4E49-8CA4-D1B779D5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Why add day labels? They make the order clear and allow it to be checked.</a:t>
            </a:r>
          </a:p>
        </p:txBody>
      </p:sp>
    </p:spTree>
    <p:extLst>
      <p:ext uri="{BB962C8B-B14F-4D97-AF65-F5344CB8AC3E}">
        <p14:creationId xmlns:p14="http://schemas.microsoft.com/office/powerpoint/2010/main" val="18116673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E433B-FE71-4080-8625-3C748981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40F22-A124-48C6-8242-E31CE60B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E3107-822C-4BA3-B131-72E5CDF0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the club events on Monday, Wednesday and Friday.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2B6F6-A3F5-4421-B4DE-DD209FB2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the time cue that supports each position.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16EC5-423B-4F85-9BE0-C85E762B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6185861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484ED-FAFD-48E0-9254-4A7B937D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7FF0A-31AA-448A-BA2B-F3F84E50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0A0AE-E0E8-47B4-A51E-B0076BD8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Monday choose an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3B876-A748-49D2-AEC6-E2BCAB0B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Wednesday 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036EB-B27E-48E6-93BA-ED8234FF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Friday share the result</a:t>
            </a:r>
          </a:p>
        </p:txBody>
      </p:sp>
    </p:spTree>
    <p:extLst>
      <p:ext uri="{BB962C8B-B14F-4D97-AF65-F5344CB8AC3E}">
        <p14:creationId xmlns:p14="http://schemas.microsoft.com/office/powerpoint/2010/main" val="17776585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52FE1-1171-4EA3-B0DB-930BE00B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71365-ECA1-4BBD-A730-8E54E320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344FD-D853-46BC-8959-CF4ABE23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real or fictional weekly timeline using three events.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B1A67-0634-4055-9528-280DAF4A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 events in order.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A98EF-242D-4841-B1CF-1AB1FFFB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short caption to each and check one before or after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100987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29952-EC8C-489C-85EC-4D03C593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EFC88-3FFB-45E1-8D03-4F711621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DF3A1-21F3-4244-9EC9-5A8F77EA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real or fictional weekly timeline using three events.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48E09-1AD1-47AC-A3F6-DE901358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 events in order.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0F9D6-0830-4DF7-8667-7FF291C5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short caption to each and check one before or after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4550497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78F61-7360-413D-A43D-1879A719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0C755-35FC-4ECE-9DAD-6C853D37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8053B-B58D-4C3A-B8A7-62CFDCAB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real or fictional weekly timeline using three events.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EAE29-EEA4-4F1D-B92E-45D43F54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 events in order.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0A644-60BE-4655-9A49-79F50E50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short caption to each and check one before or after relationship.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2BD03-F9EC-42C0-B515-989D4EF1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fourth event and explain where it belongs without changing the supplied dates.</a:t>
            </a:r>
          </a:p>
        </p:txBody>
      </p:sp>
    </p:spTree>
    <p:extLst>
      <p:ext uri="{BB962C8B-B14F-4D97-AF65-F5344CB8AC3E}">
        <p14:creationId xmlns:p14="http://schemas.microsoft.com/office/powerpoint/2010/main" val="14309571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FE558-B1BC-4D03-B578-7601DF63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C7354-FFAC-4955-8A03-7B2C9ED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01795-9CC8-452C-BF52-D90FFC80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correctly ordered sequence and recorded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B7105-3685-4ADB-B56D-9E06BD24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EB693-F79B-49B9-928F-A60C601D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8870476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392D9-9E7D-4732-AC52-1A03D3B0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F1456-1C72-4E2D-A1E7-3BF923F9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DF8B0-5BB9-4F14-A758-CF2C846C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comes first: Wednesday or Friday?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62ED3-30C0-4B25-AD6A-C57BAF99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add day labels?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B1D2E-7AF6-4080-A6FD-936AC531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9542101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74B70-8919-451A-8865-3D523CC9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A fictional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548B6-E830-4E67-A4BE-71460418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4A9E6-7E8D-4066-837F-C6CA0D34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Monday: choose a club activity. Wednesday: practise the activity. Friday: share what was made. The words Monday, Wednesday and Friday supply the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B3726-A8F4-411A-87F5-735AFF84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609EF-2CA5-49D0-AE4E-7B113F08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3590584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7AC77-5129-4112-99B8-CBA01B1F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Telephone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1FBA0-11E2-4184-9B8F-CEE9A473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139AC-61A2-4F17-B2FD-364EE769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rotary telephone and a smartphone both support conversations over distance. A smartphone can also show a video call; a rotary dial selects numbers differently.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CBE28-6621-42D4-8094-A117EC5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comparison of familiar objects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0A98F-6446-4C02-B38F-5DE28BF0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newer object is not automatically better for every person or purpose.</a:t>
            </a:r>
          </a:p>
        </p:txBody>
      </p:sp>
    </p:spTree>
    <p:extLst>
      <p:ext uri="{BB962C8B-B14F-4D97-AF65-F5344CB8AC3E}">
        <p14:creationId xmlns:p14="http://schemas.microsoft.com/office/powerpoint/2010/main" val="11576976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C595B-2413-4917-B68E-A01AD355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Photo enquiry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3A406-1652-4B6B-AD1E-767B0066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B5F48-D173-40EF-87AA-EE26899C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paired local photographs supplied with this unit. Read the captions and dates. Point to one feature in each image before deciding what 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8E51B-B448-4583-B6E7-9CC093C6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See photograph captions and credits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902D8-F7CE-463F-97AF-FCE6BC23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camera angle or season can make features appear different; a photograph alone may not explain why.</a:t>
            </a:r>
          </a:p>
        </p:txBody>
      </p:sp>
    </p:spTree>
    <p:extLst>
      <p:ext uri="{BB962C8B-B14F-4D97-AF65-F5344CB8AC3E}">
        <p14:creationId xmlns:p14="http://schemas.microsoft.com/office/powerpoint/2010/main" val="15915088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92E89-05A2-4AA1-B92A-B5E1A4B8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Questions worth asking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380B9-C8E5-464F-92DF-729F6F12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3FCBF-3457-44E0-878B-3FCD8AAB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Who used this object? When was this photo made? A dated catalogue entry can help with time; a user’s account can help with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55B8F-7534-4942-AC83-2381251A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A9830-19E1-413D-8EDE-F83AD535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2049881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2026-09-19T18:36:52.6340000Z</dcterms:created>
  <dcterms:modified xsi:type="dcterms:W3CDTF">2026-09-19T18:36:52.6340000Z</dcterms:modified>
</coreProperties>
</file>