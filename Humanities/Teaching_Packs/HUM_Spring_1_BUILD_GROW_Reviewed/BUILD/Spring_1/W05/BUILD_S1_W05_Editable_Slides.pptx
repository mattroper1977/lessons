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dec9f06ba7347b9" Type="http://schemas.openxmlformats.org/officeDocument/2006/relationships/extended-properties" Target="docProps/app.xml"/><Relationship Id="R62cafa6d581743c6" Type="http://schemas.openxmlformats.org/package/2006/relationships/metadata/core-properties" Target="docProps/core.xml"/><Relationship Id="Rd22ce0c50a41427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85c0edd454a50"/>
  </p:sldMasterIdLst>
  <p:notesMasterIdLst>
    <p:notesMasterId xmlns:r="http://schemas.openxmlformats.org/officeDocument/2006/relationships" r:id="R8b95ba52a2ef4cb7"/>
  </p:notesMasterIdLst>
  <p:sldIdLst>
    <p:sldId xmlns:r="http://schemas.openxmlformats.org/officeDocument/2006/relationships" id="256" r:id="Reddc420411c94eee"/>
    <p:sldId xmlns:r="http://schemas.openxmlformats.org/officeDocument/2006/relationships" id="257" r:id="Rf4337f0e092744ac"/>
    <p:sldId xmlns:r="http://schemas.openxmlformats.org/officeDocument/2006/relationships" id="258" r:id="Ra558722c86574ba3"/>
    <p:sldId xmlns:r="http://schemas.openxmlformats.org/officeDocument/2006/relationships" id="259" r:id="R0a6045f269754470"/>
    <p:sldId xmlns:r="http://schemas.openxmlformats.org/officeDocument/2006/relationships" id="260" r:id="R5fc734f9395b4414"/>
    <p:sldId xmlns:r="http://schemas.openxmlformats.org/officeDocument/2006/relationships" id="261" r:id="Rc3d1d203042c4bfb"/>
    <p:sldId xmlns:r="http://schemas.openxmlformats.org/officeDocument/2006/relationships" id="262" r:id="R43692200848248a4"/>
    <p:sldId xmlns:r="http://schemas.openxmlformats.org/officeDocument/2006/relationships" id="263" r:id="R64252a9a2f654bf7"/>
    <p:sldId xmlns:r="http://schemas.openxmlformats.org/officeDocument/2006/relationships" id="264" r:id="Rc4de14e7d8114389"/>
    <p:sldId xmlns:r="http://schemas.openxmlformats.org/officeDocument/2006/relationships" id="265" r:id="Rf1c6a838c89f482b"/>
    <p:sldId xmlns:r="http://schemas.openxmlformats.org/officeDocument/2006/relationships" id="266" r:id="R3f0e76cc3cfb4b00"/>
    <p:sldId xmlns:r="http://schemas.openxmlformats.org/officeDocument/2006/relationships" id="267" r:id="Rf3cc4d4b05924b36"/>
    <p:sldId xmlns:r="http://schemas.openxmlformats.org/officeDocument/2006/relationships" id="268" r:id="Rb137130c31074ac3"/>
    <p:sldId xmlns:r="http://schemas.openxmlformats.org/officeDocument/2006/relationships" id="269" r:id="R12db19200c64434f"/>
    <p:sldId xmlns:r="http://schemas.openxmlformats.org/officeDocument/2006/relationships" id="270" r:id="R6bd7b16d7dcc4181"/>
    <p:sldId xmlns:r="http://schemas.openxmlformats.org/officeDocument/2006/relationships" id="271" r:id="R1765896407ea4027"/>
    <p:sldId xmlns:r="http://schemas.openxmlformats.org/officeDocument/2006/relationships" id="272" r:id="R5dacdb5c99b84545"/>
    <p:sldId xmlns:r="http://schemas.openxmlformats.org/officeDocument/2006/relationships" id="273" r:id="R296017ef638248aa"/>
    <p:sldId xmlns:r="http://schemas.openxmlformats.org/officeDocument/2006/relationships" id="274" r:id="R4a6e1e99be5b4282"/>
    <p:sldId xmlns:r="http://schemas.openxmlformats.org/officeDocument/2006/relationships" id="275" r:id="Ra267e4eabcb04b76"/>
    <p:sldId xmlns:r="http://schemas.openxmlformats.org/officeDocument/2006/relationships" id="276" r:id="R6fddefe970024e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6045f269754470" Type="http://schemas.openxmlformats.org/officeDocument/2006/relationships/slide" Target="slides/slide4.xml"/><Relationship Id="R12db19200c64434f" Type="http://schemas.openxmlformats.org/officeDocument/2006/relationships/slide" Target="slides/slide14.xml"/><Relationship Id="R1765896407ea4027" Type="http://schemas.openxmlformats.org/officeDocument/2006/relationships/slide" Target="slides/slide16.xml"/><Relationship Id="R296017ef638248aa" Type="http://schemas.openxmlformats.org/officeDocument/2006/relationships/slide" Target="slides/slide18.xml"/><Relationship Id="R3f0e76cc3cfb4b00" Type="http://schemas.openxmlformats.org/officeDocument/2006/relationships/slide" Target="slides/slide11.xml"/><Relationship Id="R43692200848248a4" Type="http://schemas.openxmlformats.org/officeDocument/2006/relationships/slide" Target="slides/slide7.xml"/><Relationship Id="R4a6e1e99be5b4282" Type="http://schemas.openxmlformats.org/officeDocument/2006/relationships/slide" Target="slides/slide19.xml"/><Relationship Id="R5c5a2d5f1a614138" Type="http://schemas.openxmlformats.org/officeDocument/2006/relationships/theme" Target="theme/theme1.xml"/><Relationship Id="R5dacdb5c99b84545" Type="http://schemas.openxmlformats.org/officeDocument/2006/relationships/slide" Target="slides/slide17.xml"/><Relationship Id="R5fc734f9395b4414" Type="http://schemas.openxmlformats.org/officeDocument/2006/relationships/slide" Target="slides/slide5.xml"/><Relationship Id="R64252a9a2f654bf7" Type="http://schemas.openxmlformats.org/officeDocument/2006/relationships/slide" Target="slides/slide8.xml"/><Relationship Id="R6bd7b16d7dcc4181" Type="http://schemas.openxmlformats.org/officeDocument/2006/relationships/slide" Target="slides/slide15.xml"/><Relationship Id="R6fddefe970024e0b" Type="http://schemas.openxmlformats.org/officeDocument/2006/relationships/slide" Target="slides/slide21.xml"/><Relationship Id="R8b95ba52a2ef4cb7" Type="http://schemas.openxmlformats.org/officeDocument/2006/relationships/notesMaster" Target="notesMasters/notesMaster1.xml"/><Relationship Id="Ra267e4eabcb04b76" Type="http://schemas.openxmlformats.org/officeDocument/2006/relationships/slide" Target="slides/slide20.xml"/><Relationship Id="Ra558722c86574ba3" Type="http://schemas.openxmlformats.org/officeDocument/2006/relationships/slide" Target="slides/slide3.xml"/><Relationship Id="Rb137130c31074ac3" Type="http://schemas.openxmlformats.org/officeDocument/2006/relationships/slide" Target="slides/slide13.xml"/><Relationship Id="Rc3d1d203042c4bfb" Type="http://schemas.openxmlformats.org/officeDocument/2006/relationships/slide" Target="slides/slide6.xml"/><Relationship Id="Rc4de14e7d8114389" Type="http://schemas.openxmlformats.org/officeDocument/2006/relationships/slide" Target="slides/slide9.xml"/><Relationship Id="Rd5c85c0edd454a50" Type="http://schemas.openxmlformats.org/officeDocument/2006/relationships/slideMaster" Target="slideMasters/slideMaster1.xml"/><Relationship Id="Rd8a1a03000c34d31" Type="http://schemas.openxmlformats.org/officeDocument/2006/relationships/presProps" Target="presProps.xml"/><Relationship Id="Reddc420411c94eee" Type="http://schemas.openxmlformats.org/officeDocument/2006/relationships/slide" Target="slides/slide1.xml"/><Relationship Id="Rf1c6a838c89f482b" Type="http://schemas.openxmlformats.org/officeDocument/2006/relationships/slide" Target="slides/slide10.xml"/><Relationship Id="Rf3cc4d4b05924b36" Type="http://schemas.openxmlformats.org/officeDocument/2006/relationships/slide" Target="slides/slide12.xml"/><Relationship Id="Rf4337f0e092744ac" Type="http://schemas.openxmlformats.org/officeDocument/2006/relationships/slide" Target="slides/slide2.xml"/><Relationship Id="Rfb50f30485fe479b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a261373b569b458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1ee7724fc174374" Type="http://schemas.openxmlformats.org/officeDocument/2006/relationships/slide" Target="../slides/slide1.xml"/><Relationship Id="Rfd29d864fbf041a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c4b91e679962443f" Type="http://schemas.openxmlformats.org/officeDocument/2006/relationships/notesMaster" Target="../notesMasters/notesMaster1.xml"/><Relationship Id="Rf4f30c1a0e834e7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7ce6688c81a499f" Type="http://schemas.openxmlformats.org/officeDocument/2006/relationships/notesMaster" Target="../notesMasters/notesMaster1.xml"/><Relationship Id="Rff7134112cfb489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55299b4e7ded4527" Type="http://schemas.openxmlformats.org/officeDocument/2006/relationships/notesMaster" Target="../notesMasters/notesMaster1.xml"/><Relationship Id="Rb36f4244d1504e7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a5a6881dd4424efc" Type="http://schemas.openxmlformats.org/officeDocument/2006/relationships/notesMaster" Target="../notesMasters/notesMaster1.xml"/><Relationship Id="Redc86de3fad8466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1318a924900495d" Type="http://schemas.openxmlformats.org/officeDocument/2006/relationships/slide" Target="../slides/slide6.xml"/><Relationship Id="R28e66067a8dd4a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8a686b241e574c78" Type="http://schemas.openxmlformats.org/officeDocument/2006/relationships/notesMaster" Target="../notesMasters/notesMaster1.xml"/><Relationship Id="R903b1b0a1bb34e33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fefdef1f74a4630" Type="http://schemas.openxmlformats.org/officeDocument/2006/relationships/notesMaster" Target="../notesMasters/notesMaster1.xml"/><Relationship Id="Rda04d5b7dbed4db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abc86314fe14378" Type="http://schemas.openxmlformats.org/officeDocument/2006/relationships/notesMaster" Target="../notesMasters/notesMaster1.xml"/><Relationship Id="R69a6bbb595de4298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858b0fa4d394408b" Type="http://schemas.openxmlformats.org/officeDocument/2006/relationships/notesMaster" Target="../notesMasters/notesMaster1.xml"/><Relationship Id="Rafc2956f212946e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9cbf2805dca4351" Type="http://schemas.openxmlformats.org/officeDocument/2006/relationships/notesMaster" Target="../notesMasters/notesMaster1.xml"/><Relationship Id="R74e086bd8ff2414c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b510845df0f4d37" Type="http://schemas.openxmlformats.org/officeDocument/2006/relationships/notesMaster" Target="../notesMasters/notesMaster1.xml"/><Relationship Id="Ra70e5c7d8db9442b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bf805ad57364fa6" Type="http://schemas.openxmlformats.org/officeDocument/2006/relationships/notesMaster" Target="../notesMasters/notesMaster1.xml"/><Relationship Id="Rbc001305974e4b2f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fb688090d794b9f" Type="http://schemas.openxmlformats.org/officeDocument/2006/relationships/notesMaster" Target="../notesMasters/notesMaster1.xml"/><Relationship Id="R6b08bee765c84a7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bbe463af9af4eb7" Type="http://schemas.openxmlformats.org/officeDocument/2006/relationships/notesMaster" Target="../notesMasters/notesMaster1.xml"/><Relationship Id="Rf92249ac701c431e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2c806edaf6f54fdd" Type="http://schemas.openxmlformats.org/officeDocument/2006/relationships/slide" Target="../slides/slide16.xml"/><Relationship Id="Rfa837d91b0ec49f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83a40c86ead34ecf" Type="http://schemas.openxmlformats.org/officeDocument/2006/relationships/notesMaster" Target="../notesMasters/notesMaster1.xml"/><Relationship Id="Rc661fddcb87e4b8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69379ac0c8e4898" Type="http://schemas.openxmlformats.org/officeDocument/2006/relationships/slide" Target="../slides/slide18.xml"/><Relationship Id="Ra68df456428740f4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198a06fd7ad4434" Type="http://schemas.openxmlformats.org/officeDocument/2006/relationships/slide" Target="../slides/slide19.xml"/><Relationship Id="Rc5da8c877a5e4540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6819f77b6aa94211" Type="http://schemas.openxmlformats.org/officeDocument/2006/relationships/notesMaster" Target="../notesMasters/notesMaster1.xml"/><Relationship Id="R6d1c14d9ec93409b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24a6d7cc75f0479a" Type="http://schemas.openxmlformats.org/officeDocument/2006/relationships/slide" Target="../slides/slide21.xml"/><Relationship Id="R6831ba50f5254c5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Something that stays the same across the evidence being compared.</a:t>
            </a:r>
          </a:p>
          <a:p xmlns:a="http://schemas.openxmlformats.org/drawingml/2006/main">
            <a:r>
              <a:t>Choose: A time before now OR The time we are in now. Answer: A time before now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 or read one relevant card together. Answer: A dated manufacturer’s catalogue or museum record.</a:t>
            </a:r>
          </a:p>
          <a:p xmlns:a="http://schemas.openxmlformats.org/drawingml/2006/main">
            <a:r>
              <a:t>Give a reason when ready. Answer: No. A user account could help with that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Inspect the telephone as a mystery object. Say or show what helped you decide.</a:t>
            </a:r>
          </a:p>
          <a:p xmlns:a="http://schemas.openxmlformats.org/drawingml/2006/main">
            <a:r>
              <a:t>Compare two possible sources and identify what each might miss.</a:t>
            </a:r>
          </a:p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many finger holes are visible? — Look at the object — A visible count can be checked directly.</a:t>
            </a:r>
          </a:p>
          <a:p xmlns:a="http://schemas.openxmlformats.org/drawingml/2006/main">
            <a:r>
              <a:t>When was this model made? — Find another source — A dated catalogue could help.</a:t>
            </a:r>
          </a:p>
          <a:p xmlns:a="http://schemas.openxmlformats.org/drawingml/2006/main">
            <a:r>
              <a:t>How did a user feel about it? — Find another source — A user’s account could help.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My question is ___. I could use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question is ___. I could use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Compare two possible sources and identify what each might miss.</a:t>
            </a:r>
          </a:p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dated manufacturer’s catalogue or museum record.</a:t>
            </a:r>
          </a:p>
          <a:p xmlns:a="http://schemas.openxmlformats.org/drawingml/2006/main">
            <a:r>
              <a:t>No. A user account could help with that question.</a:t>
            </a:r>
          </a:p>
          <a:p xmlns:a="http://schemas.openxmlformats.org/drawingml/2006/main">
            <a:r>
              <a:t>Support: My question is ___. I could use ___ because ___.</a:t>
            </a:r>
          </a:p>
          <a:p xmlns:a="http://schemas.openxmlformats.org/drawingml/2006/main">
            <a:r>
              <a:t>Extension: Compare two possible sources and identify what each might miss.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enquiry question and source suggestion.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93f8b0f67274b8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cd849f7c3574704" Type="http://schemas.openxmlformats.org/officeDocument/2006/relationships/slideLayout" Target="../slideLayouts/slideLayout1.xml"/><Relationship Id="Rae3573f6168a4b2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d849f7c35747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df01f7a650a43fc" Type="http://schemas.openxmlformats.org/officeDocument/2006/relationships/slideLayout" Target="../slideLayouts/slideLayout1.xml"/><Relationship Id="R774bda68a1c8464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b786f544d724d8a" Type="http://schemas.openxmlformats.org/officeDocument/2006/relationships/slideLayout" Target="../slideLayouts/slideLayout1.xml"/><Relationship Id="Rc8614f1365d74ab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a6e283413af4666" Type="http://schemas.openxmlformats.org/officeDocument/2006/relationships/notesSlide" Target="../notesSlides/notesSlide3.xml"/><Relationship Id="R6e9e480db914446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b60a128994374da6" Type="http://schemas.openxmlformats.org/officeDocument/2006/relationships/slideLayout" Target="../slideLayouts/slideLayout1.xml"/><Relationship Id="Rfd00323359fa43a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766c295b77447f2" Type="http://schemas.openxmlformats.org/officeDocument/2006/relationships/image" Target="../media/image.png"/><Relationship Id="R86e98e6b83e04861" Type="http://schemas.openxmlformats.org/officeDocument/2006/relationships/slideLayout" Target="../slideLayouts/slideLayout1.xml"/><Relationship Id="Rd4311e667b3c4fa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b9bff8498294c1a" Type="http://schemas.openxmlformats.org/officeDocument/2006/relationships/notesSlide" Target="../notesSlides/notesSlide6.xml"/><Relationship Id="R825e0dd848604e4d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880759890334daa" Type="http://schemas.openxmlformats.org/officeDocument/2006/relationships/notesSlide" Target="../notesSlides/notesSlide7.xml"/><Relationship Id="Rcafa49f7b818469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ce8f1fc2bbe44dc" Type="http://schemas.openxmlformats.org/officeDocument/2006/relationships/slideLayout" Target="../slideLayouts/slideLayout1.xml"/><Relationship Id="Rf000ec5e8e944eb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9c7d5c001834d26" Type="http://schemas.openxmlformats.org/officeDocument/2006/relationships/notesSlide" Target="../notesSlides/notesSlide9.xml"/><Relationship Id="R8ba9b3b7cabd43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3cb6e480b94456e" Type="http://schemas.openxmlformats.org/officeDocument/2006/relationships/slideLayout" Target="../slideLayouts/slideLayout1.xml"/><Relationship Id="Ref98de1d3722421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5b1292fa1034897" Type="http://schemas.openxmlformats.org/officeDocument/2006/relationships/slideLayout" Target="../slideLayouts/slideLayout1.xml"/><Relationship Id="Rab42e7f1aca9428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d4d1e4308edd4cd0" Type="http://schemas.openxmlformats.org/officeDocument/2006/relationships/notesSlide" Target="../notesSlides/notesSlide12.xml"/><Relationship Id="Rf132c0b3933e4f6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9ef8ba017df48b3" Type="http://schemas.openxmlformats.org/officeDocument/2006/relationships/notesSlide" Target="../notesSlides/notesSlide13.xml"/><Relationship Id="Red9c2b1880da493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496096466e3d4770" Type="http://schemas.openxmlformats.org/officeDocument/2006/relationships/slideLayout" Target="../slideLayouts/slideLayout1.xml"/><Relationship Id="R8113d8da014348ed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489165cb4384f0d" Type="http://schemas.openxmlformats.org/officeDocument/2006/relationships/notesSlide" Target="../notesSlides/notesSlide15.xml"/><Relationship Id="R70c9a02826cd45a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fa814c99dc84fbd" Type="http://schemas.openxmlformats.org/officeDocument/2006/relationships/notesSlide" Target="../notesSlides/notesSlide16.xml"/><Relationship Id="R8255c7b5c8c34b59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928eed53342f4d02" Type="http://schemas.openxmlformats.org/officeDocument/2006/relationships/slideLayout" Target="../slideLayouts/slideLayout1.xml"/><Relationship Id="Rfd81a0a8d5b84fc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3d4d3a1e2a94bd0" Type="http://schemas.openxmlformats.org/officeDocument/2006/relationships/slideLayout" Target="../slideLayouts/slideLayout1.xml"/><Relationship Id="Rb2c2dc07394247bb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736250aeb014cef" Type="http://schemas.openxmlformats.org/officeDocument/2006/relationships/slideLayout" Target="../slideLayouts/slideLayout1.xml"/><Relationship Id="R6e72425cfbbf425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5b0509623cbd4a14" Type="http://schemas.openxmlformats.org/officeDocument/2006/relationships/slideLayout" Target="../slideLayouts/slideLayout1.xml"/><Relationship Id="R6280fae9ceeb403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0e70dd46396445f2" Type="http://schemas.openxmlformats.org/officeDocument/2006/relationships/image" Target="../media/image2.png"/><Relationship Id="R2bac019156f147d0" Type="http://schemas.openxmlformats.org/officeDocument/2006/relationships/slideLayout" Target="../slideLayouts/slideLayout1.xml"/><Relationship Id="Re739a1732ada49fd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BF2AC-47E3-4706-B2CE-EA80A306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question about the past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3F900-6268-4A77-8A4F-5FCBE9C4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FC4DF-2C46-40AA-93CF-DEADA91C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a question about the past.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67388-5E4D-430C-BDF1-AE1FB1E3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1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3D54E-3928-4899-8A1F-6939FE84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860466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562B4-6FDA-4DA6-A53C-B98E2B50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98615-4AFE-41A8-9506-E62A370D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525CE-544F-4CC4-9CD1-9D79F3BC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is continuity?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D73AF-7EED-436D-BDD1-82FAD89C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past?</a:t>
            </a:r>
          </a:p>
        </p:txBody>
      </p:sp>
    </p:spTree>
    <p:extLst>
      <p:ext uri="{BB962C8B-B14F-4D97-AF65-F5344CB8AC3E}">
        <p14:creationId xmlns:p14="http://schemas.microsoft.com/office/powerpoint/2010/main" val="1514094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0DB1A-0E25-46D7-8513-1B93CE77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ECB62-32CA-4F16-9D19-B7B28529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C5D90-9DDB-4262-AFD6-9923176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source could help date an old telephone?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A383E-C33A-440D-A090-25D7E96A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Would looking at the object tell us every user’s experience?</a:t>
            </a:r>
          </a:p>
        </p:txBody>
      </p:sp>
    </p:spTree>
    <p:extLst>
      <p:ext uri="{BB962C8B-B14F-4D97-AF65-F5344CB8AC3E}">
        <p14:creationId xmlns:p14="http://schemas.microsoft.com/office/powerpoint/2010/main" val="1082233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DD6FE-4236-4481-81AA-C6065C1D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F89F0-6D91-45C6-B782-493E0B42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95DB9-3A52-4E58-8114-77051AD2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time before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E8A96-76ED-4965-BE53-1A18A0D0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time we are in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740F1-3089-4F71-90F7-DE99958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change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becomes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9827-16C2-4D02-9A2A-F90887D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continuity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stays the same</a:t>
            </a:r>
          </a:p>
        </p:txBody>
      </p:sp>
    </p:spTree>
    <p:extLst>
      <p:ext uri="{BB962C8B-B14F-4D97-AF65-F5344CB8AC3E}">
        <p14:creationId xmlns:p14="http://schemas.microsoft.com/office/powerpoint/2010/main" val="792256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7732E-0422-4E1B-9361-E28CBD9B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5381E-6BBE-4D5F-897A-D3A7DD5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6c295b77447f2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C9F52-3ADB-4A1F-B3B8-D95E9AA2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Inspect the telephone as a mystery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063B5-0DA3-4FDE-89DB-5B65B765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8E3F8-2968-40BA-AE7D-0705814F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617783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EB61A-BB50-4170-AEBF-DF3D2D69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73C09-9064-41D2-A57B-240F76B0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B7AA0-42FF-40FA-8BD9-DC5F452D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source could help date an old telephone?</a:t>
            </a:r>
          </a:p>
        </p:txBody>
      </p:sp>
    </p:spTree>
    <p:extLst>
      <p:ext uri="{BB962C8B-B14F-4D97-AF65-F5344CB8AC3E}">
        <p14:creationId xmlns:p14="http://schemas.microsoft.com/office/powerpoint/2010/main" val="1755169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CB87F-C89F-4D65-B6E0-CDCB06F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8D15D-2D64-4360-84BF-63A8731A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74336-E15B-4124-B654-0A4AFC19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Questions worth asking: Who used this object? When was this photo made? A dated catalogue entry can help with time; a user’s account can help with experience.</a:t>
            </a:r>
          </a:p>
        </p:txBody>
      </p:sp>
    </p:spTree>
    <p:extLst>
      <p:ext uri="{BB962C8B-B14F-4D97-AF65-F5344CB8AC3E}">
        <p14:creationId xmlns:p14="http://schemas.microsoft.com/office/powerpoint/2010/main" val="762468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C2D79-0C5D-4E9F-8A02-16E1391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9A38E-3467-4B05-8B98-084E9E8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50401-DF11-4DE9-9A30-721F7CA6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dated manufacturer’s catalogue or museum record.</a:t>
            </a:r>
          </a:p>
        </p:txBody>
      </p:sp>
    </p:spTree>
    <p:extLst>
      <p:ext uri="{BB962C8B-B14F-4D97-AF65-F5344CB8AC3E}">
        <p14:creationId xmlns:p14="http://schemas.microsoft.com/office/powerpoint/2010/main" val="1469344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18292-B8C5-43D1-BF4D-B1AC1F7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18768-A191-47ED-AD90-5E8DDB88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EE4C0-8346-4171-B4AC-10A8DADA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Would looking at the object tell us every user’s experience? No. A user account could help with that question.</a:t>
            </a:r>
          </a:p>
        </p:txBody>
      </p:sp>
    </p:spTree>
    <p:extLst>
      <p:ext uri="{BB962C8B-B14F-4D97-AF65-F5344CB8AC3E}">
        <p14:creationId xmlns:p14="http://schemas.microsoft.com/office/powerpoint/2010/main" val="754738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1EE34-37B6-4775-92F6-47FF1C62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F67C9-6183-4C8F-96D2-8B4A24F2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7EB6C-0889-4115-8434-B4633A0B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Inspect the telephone as a mystery object.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D6C34-C9FB-4925-8CA2-8CCEB433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which questions can be answered by looking and which need another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1D1CA-8182-4FD0-87B4-06B3C0DE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2439081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A293-0D5F-4D7C-9A9F-AA238E80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6CE7C-21A1-420D-9B85-E8F78630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17A0F-1287-42DE-9AD0-D2421605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many finger holes are visible?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3990C-93ED-4E61-BAFB-875F9AA7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When was this model made?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40D04-3D14-4863-BBAF-EF851759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did a user feel about it?</a:t>
            </a:r>
          </a:p>
        </p:txBody>
      </p:sp>
    </p:spTree>
    <p:extLst>
      <p:ext uri="{BB962C8B-B14F-4D97-AF65-F5344CB8AC3E}">
        <p14:creationId xmlns:p14="http://schemas.microsoft.com/office/powerpoint/2010/main" val="12365213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797B1-E2C5-4601-A1F8-A153CCE0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B63B5-1A55-46F9-A017-BA25C06C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706AC-7692-444F-BBA7-F8C0704C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or record one who, what, where, when or why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CA8FD-F6B3-42E5-9742-01E82CA2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source that could help investigate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37DC1-6461-4C6D-9DA4-E636DCED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that source fits the question.</a:t>
            </a:r>
          </a:p>
        </p:txBody>
      </p:sp>
    </p:spTree>
    <p:extLst>
      <p:ext uri="{BB962C8B-B14F-4D97-AF65-F5344CB8AC3E}">
        <p14:creationId xmlns:p14="http://schemas.microsoft.com/office/powerpoint/2010/main" val="1457884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677B1-101F-416F-876E-8409C238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2AC75-ADE3-41DC-8CFC-C4C3EB5E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9A469-2F09-4FEF-B651-C6E86F82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or record one who, what, where, when or why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2ACFA-3282-48D3-BFB0-8F2DF2F2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source that could help investigate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B2B86-1D10-46F7-9954-8AA25E4D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that source fits the question.</a:t>
            </a:r>
          </a:p>
        </p:txBody>
      </p:sp>
    </p:spTree>
    <p:extLst>
      <p:ext uri="{BB962C8B-B14F-4D97-AF65-F5344CB8AC3E}">
        <p14:creationId xmlns:p14="http://schemas.microsoft.com/office/powerpoint/2010/main" val="7048332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73738-033E-4589-AF19-4B96C56D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95E4B-2CAE-4CE6-98E8-0C55FECC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7F436-705B-43FA-ABE3-5D2A6AEC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or record one who, what, where, when or why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B0F8E-C34A-4889-9F8A-61DB56C0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source that could help investigate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65CD3-8D50-48AD-889A-DE829AA7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that source fits the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9AD68-00CF-4204-AA1C-3970675B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two possible sources and identify what each might miss.</a:t>
            </a:r>
          </a:p>
        </p:txBody>
      </p:sp>
    </p:spTree>
    <p:extLst>
      <p:ext uri="{BB962C8B-B14F-4D97-AF65-F5344CB8AC3E}">
        <p14:creationId xmlns:p14="http://schemas.microsoft.com/office/powerpoint/2010/main" val="2571177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65F96-B2BC-40EE-831A-2D6BF581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B09B4-19EE-4096-9151-98CA135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0C997-A578-458F-833B-BE93CD06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enquiry question and source suggestion.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1837D-257C-4FB8-8847-A7890183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77701-B4F8-47E8-ABEE-D5306771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11109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6FEC9-554B-4270-99B0-6A830311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1C72C-2B14-4665-A4F9-903E356A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F7799-3FCD-4822-A88D-E211BE3A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source could help date an old telephone?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728BE-6B89-4EDD-B7D9-6F836046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Would looking at the object tell us every user’s experience?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3F127-B20E-47F2-81E7-24D36C8D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1988823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0CB18-B6DE-4996-9085-153D90A4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A fictional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146D4-C905-4937-9439-AF13CB4F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092B9-84FC-4B49-9E2E-613B9E7A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Monday: choose a club activity. Wednesday: practise the activity. Friday: share what was made. The words Monday, Wednesday and Friday supply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92AFC-08E5-4092-A3A4-31F0B9B6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6EC5A-626D-45BE-B5E7-81CB53F9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20990831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685AE-E2B9-4862-BEB5-4FD4FE96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Telephone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21FF5-7653-4C47-8A6C-5F55059F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357A9-4E3C-4AD4-A6CF-F0A485C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rotary telephone and a smartphone both support conversations over distance. A smartphone can also show a video call; a rotary dial selects numbers differently.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58F23-1CC3-4768-8D4F-7EC1D3C8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comparison of familiar objects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17CFB-975D-42C0-97DA-89C3C6A5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newer object is not automatically better for every person or purpose.</a:t>
            </a:r>
          </a:p>
        </p:txBody>
      </p:sp>
    </p:spTree>
    <p:extLst>
      <p:ext uri="{BB962C8B-B14F-4D97-AF65-F5344CB8AC3E}">
        <p14:creationId xmlns:p14="http://schemas.microsoft.com/office/powerpoint/2010/main" val="6381046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F7798-271F-43C2-BA04-E61BBBE1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Photo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633C0-88A0-4AE0-9D46-FF9D0509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1BA72-9BA2-43FC-A53A-130660E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paired local photographs supplied with this unit. Read the captions and dates. Point to one feature in each image before deciding what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E5CE7-BEE4-4BCD-B914-6B0EA49B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See photograph captions and credits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5239C-920C-4888-BD2B-B27EB59F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camera angle or season can make features appear different; a photograph alone may not explain why.</a:t>
            </a:r>
          </a:p>
        </p:txBody>
      </p:sp>
    </p:spTree>
    <p:extLst>
      <p:ext uri="{BB962C8B-B14F-4D97-AF65-F5344CB8AC3E}">
        <p14:creationId xmlns:p14="http://schemas.microsoft.com/office/powerpoint/2010/main" val="17869346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F0609-BA1F-49AF-BB4A-A48F69B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Questions worth asking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B804B-60EC-40FD-8F7B-3E17888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E47B4-12F7-4FDD-9F4A-8DE621FD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used this object? When was this photo made? A dated catalogue entry can help with time; a user’s account can help with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043E3-2A18-4084-82D4-7945C14F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CAC01-1255-417F-907B-F59BEB83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386328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97DC4-3AA4-4417-ABE0-18B94E13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F999A-E9CC-4D62-AE0C-0777E87F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W5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0dd46396445f2"/>
          <a:stretch xmlns:a="http://schemas.openxmlformats.org/drawingml/2006/main"/>
        </p:blipFill>
        <p:spPr>
          <a:xfrm xmlns:a="http://schemas.openxmlformats.org/drawingml/2006/main">
            <a:off x="1047750" y="1368488"/>
            <a:ext cx="10096500" cy="45972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56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2026-09-19T18:36:44.3440000Z</dcterms:created>
  <dcterms:modified xsi:type="dcterms:W3CDTF">2026-09-19T18:36:44.3440000Z</dcterms:modified>
</coreProperties>
</file>