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432bc7c7cf24856" Type="http://schemas.openxmlformats.org/package/2006/relationships/metadata/core-properties" Target="docProps/core.xml"/><Relationship Id="R64ce83e1a4c349c9" Type="http://schemas.openxmlformats.org/officeDocument/2006/relationships/officeDocument" Target="ppt/presentation.xml"/><Relationship Id="Ra2674baaedd7479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38f6b34c834c88"/>
  </p:sldMasterIdLst>
  <p:notesMasterIdLst>
    <p:notesMasterId xmlns:r="http://schemas.openxmlformats.org/officeDocument/2006/relationships" r:id="R82789b2d13a647c7"/>
  </p:notesMasterIdLst>
  <p:sldIdLst>
    <p:sldId xmlns:r="http://schemas.openxmlformats.org/officeDocument/2006/relationships" id="256" r:id="R74960a9502db4932"/>
    <p:sldId xmlns:r="http://schemas.openxmlformats.org/officeDocument/2006/relationships" id="257" r:id="Re024430e8c984fd2"/>
    <p:sldId xmlns:r="http://schemas.openxmlformats.org/officeDocument/2006/relationships" id="258" r:id="R5d589953f5694bc5"/>
    <p:sldId xmlns:r="http://schemas.openxmlformats.org/officeDocument/2006/relationships" id="259" r:id="Rb2a5a41f12344e27"/>
    <p:sldId xmlns:r="http://schemas.openxmlformats.org/officeDocument/2006/relationships" id="260" r:id="R8b91bdd7b08c4789"/>
    <p:sldId xmlns:r="http://schemas.openxmlformats.org/officeDocument/2006/relationships" id="261" r:id="R623ad8f5a4bd472f"/>
    <p:sldId xmlns:r="http://schemas.openxmlformats.org/officeDocument/2006/relationships" id="262" r:id="R9a322de3e42e47aa"/>
    <p:sldId xmlns:r="http://schemas.openxmlformats.org/officeDocument/2006/relationships" id="263" r:id="R32fd19869c2140bb"/>
    <p:sldId xmlns:r="http://schemas.openxmlformats.org/officeDocument/2006/relationships" id="264" r:id="R308b8634a4f14576"/>
    <p:sldId xmlns:r="http://schemas.openxmlformats.org/officeDocument/2006/relationships" id="265" r:id="R3766727be39a424e"/>
    <p:sldId xmlns:r="http://schemas.openxmlformats.org/officeDocument/2006/relationships" id="266" r:id="Rf946ad5d8fb044fa"/>
    <p:sldId xmlns:r="http://schemas.openxmlformats.org/officeDocument/2006/relationships" id="267" r:id="R222b31cba82e43a4"/>
    <p:sldId xmlns:r="http://schemas.openxmlformats.org/officeDocument/2006/relationships" id="268" r:id="R3c03e68e1566450b"/>
    <p:sldId xmlns:r="http://schemas.openxmlformats.org/officeDocument/2006/relationships" id="269" r:id="Rd80156f768cf4069"/>
    <p:sldId xmlns:r="http://schemas.openxmlformats.org/officeDocument/2006/relationships" id="270" r:id="R511c22d2f1a74d8b"/>
    <p:sldId xmlns:r="http://schemas.openxmlformats.org/officeDocument/2006/relationships" id="271" r:id="Rdd4ea6e345864180"/>
    <p:sldId xmlns:r="http://schemas.openxmlformats.org/officeDocument/2006/relationships" id="272" r:id="Ra5ddc9fef8584c96"/>
    <p:sldId xmlns:r="http://schemas.openxmlformats.org/officeDocument/2006/relationships" id="273" r:id="Re302e2d6f45542d7"/>
    <p:sldId xmlns:r="http://schemas.openxmlformats.org/officeDocument/2006/relationships" id="274" r:id="R91928cd64713488f"/>
    <p:sldId xmlns:r="http://schemas.openxmlformats.org/officeDocument/2006/relationships" id="275" r:id="R61a556a408cc46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3fc6aebf5ec4245" Type="http://schemas.openxmlformats.org/officeDocument/2006/relationships/theme" Target="theme/theme1.xml"/><Relationship Id="R222b31cba82e43a4" Type="http://schemas.openxmlformats.org/officeDocument/2006/relationships/slide" Target="slides/slide12.xml"/><Relationship Id="R308b8634a4f14576" Type="http://schemas.openxmlformats.org/officeDocument/2006/relationships/slide" Target="slides/slide9.xml"/><Relationship Id="R32fd19869c2140bb" Type="http://schemas.openxmlformats.org/officeDocument/2006/relationships/slide" Target="slides/slide8.xml"/><Relationship Id="R372873d9cdf44b2c" Type="http://schemas.openxmlformats.org/officeDocument/2006/relationships/presProps" Target="presProps.xml"/><Relationship Id="R3766727be39a424e" Type="http://schemas.openxmlformats.org/officeDocument/2006/relationships/slide" Target="slides/slide10.xml"/><Relationship Id="R3c03e68e1566450b" Type="http://schemas.openxmlformats.org/officeDocument/2006/relationships/slide" Target="slides/slide13.xml"/><Relationship Id="R511c22d2f1a74d8b" Type="http://schemas.openxmlformats.org/officeDocument/2006/relationships/slide" Target="slides/slide15.xml"/><Relationship Id="R5d589953f5694bc5" Type="http://schemas.openxmlformats.org/officeDocument/2006/relationships/slide" Target="slides/slide3.xml"/><Relationship Id="R61a556a408cc46fc" Type="http://schemas.openxmlformats.org/officeDocument/2006/relationships/slide" Target="slides/slide20.xml"/><Relationship Id="R623ad8f5a4bd472f" Type="http://schemas.openxmlformats.org/officeDocument/2006/relationships/slide" Target="slides/slide6.xml"/><Relationship Id="R74960a9502db4932" Type="http://schemas.openxmlformats.org/officeDocument/2006/relationships/slide" Target="slides/slide1.xml"/><Relationship Id="R82789b2d13a647c7" Type="http://schemas.openxmlformats.org/officeDocument/2006/relationships/notesMaster" Target="notesMasters/notesMaster1.xml"/><Relationship Id="R8b91bdd7b08c4789" Type="http://schemas.openxmlformats.org/officeDocument/2006/relationships/slide" Target="slides/slide5.xml"/><Relationship Id="R91928cd64713488f" Type="http://schemas.openxmlformats.org/officeDocument/2006/relationships/slide" Target="slides/slide19.xml"/><Relationship Id="R9a322de3e42e47aa" Type="http://schemas.openxmlformats.org/officeDocument/2006/relationships/slide" Target="slides/slide7.xml"/><Relationship Id="Ra5ddc9fef8584c96" Type="http://schemas.openxmlformats.org/officeDocument/2006/relationships/slide" Target="slides/slide17.xml"/><Relationship Id="Rb2a5a41f12344e27" Type="http://schemas.openxmlformats.org/officeDocument/2006/relationships/slide" Target="slides/slide4.xml"/><Relationship Id="Rd2cb382e6e564890" Type="http://schemas.openxmlformats.org/officeDocument/2006/relationships/tableStyles" Target="tableStyles.xml"/><Relationship Id="Rd80156f768cf4069" Type="http://schemas.openxmlformats.org/officeDocument/2006/relationships/slide" Target="slides/slide14.xml"/><Relationship Id="Rdd4ea6e345864180" Type="http://schemas.openxmlformats.org/officeDocument/2006/relationships/slide" Target="slides/slide16.xml"/><Relationship Id="Re024430e8c984fd2" Type="http://schemas.openxmlformats.org/officeDocument/2006/relationships/slide" Target="slides/slide2.xml"/><Relationship Id="Re302e2d6f45542d7" Type="http://schemas.openxmlformats.org/officeDocument/2006/relationships/slide" Target="slides/slide18.xml"/><Relationship Id="Re938f6b34c834c88" Type="http://schemas.openxmlformats.org/officeDocument/2006/relationships/slideMaster" Target="slideMasters/slideMaster1.xml"/><Relationship Id="Rf946ad5d8fb044fa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a8478b13ae1c442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5f7928682ab4cfa" Type="http://schemas.openxmlformats.org/officeDocument/2006/relationships/notesMaster" Target="../notesMasters/notesMaster1.xml"/><Relationship Id="Rf3deec0791d24e5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8b79a250c2640ce" Type="http://schemas.openxmlformats.org/officeDocument/2006/relationships/notesMaster" Target="../notesMasters/notesMaster1.xml"/><Relationship Id="R58ec71281ae742c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dc1f049273c4284" Type="http://schemas.openxmlformats.org/officeDocument/2006/relationships/slide" Target="../slides/slide3.xml"/><Relationship Id="Rce48e39df6ae480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248e0b5fb864af8" Type="http://schemas.openxmlformats.org/officeDocument/2006/relationships/slide" Target="../slides/slide4.xml"/><Relationship Id="Race5d0ff7d03487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7e9bb009b394849" Type="http://schemas.openxmlformats.org/officeDocument/2006/relationships/slide" Target="../slides/slide5.xml"/><Relationship Id="Rce5ad6997a6d454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d7c786badd34a55" Type="http://schemas.openxmlformats.org/officeDocument/2006/relationships/notesMaster" Target="../notesMasters/notesMaster1.xml"/><Relationship Id="Rd97663269b6240d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4f93cc57b434718" Type="http://schemas.openxmlformats.org/officeDocument/2006/relationships/notesMaster" Target="../notesMasters/notesMaster1.xml"/><Relationship Id="Rae27bfa16c3c4fe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8e5ec6276374aeb" Type="http://schemas.openxmlformats.org/officeDocument/2006/relationships/notesMaster" Target="../notesMasters/notesMaster1.xml"/><Relationship Id="Ra50e253dd97f4e96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7759dc5bbe34b35" Type="http://schemas.openxmlformats.org/officeDocument/2006/relationships/notesMaster" Target="../notesMasters/notesMaster1.xml"/><Relationship Id="R8eaa7cface58484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c4f7b4a7b934cf4" Type="http://schemas.openxmlformats.org/officeDocument/2006/relationships/slide" Target="../slides/slide10.xml"/><Relationship Id="Rc663c35364204c8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af84c9633194ead" Type="http://schemas.openxmlformats.org/officeDocument/2006/relationships/slide" Target="../slides/slide11.xml"/><Relationship Id="R6089b6c079fe493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31464f60b184d29" Type="http://schemas.openxmlformats.org/officeDocument/2006/relationships/slide" Target="../slides/slide12.xml"/><Relationship Id="Rf41c249053a0419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fcc89419efe433f" Type="http://schemas.openxmlformats.org/officeDocument/2006/relationships/slide" Target="../slides/slide13.xml"/><Relationship Id="Rcf90a6dc027548a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5c5d933369564e13" Type="http://schemas.openxmlformats.org/officeDocument/2006/relationships/notesMaster" Target="../notesMasters/notesMaster1.xml"/><Relationship Id="Rfb8a25dec8974734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e87ef0bacdd4218" Type="http://schemas.openxmlformats.org/officeDocument/2006/relationships/slide" Target="../slides/slide15.xml"/><Relationship Id="R83d0c5f21e474555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aae1e6e971a4d11" Type="http://schemas.openxmlformats.org/officeDocument/2006/relationships/slide" Target="../slides/slide16.xml"/><Relationship Id="Redbf287695bf4fa3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459aa7f1446f4122" Type="http://schemas.openxmlformats.org/officeDocument/2006/relationships/notesMaster" Target="../notesMasters/notesMaster1.xml"/><Relationship Id="R4aa477fbd11644a0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055bfcbf78c54d44" Type="http://schemas.openxmlformats.org/officeDocument/2006/relationships/slide" Target="../slides/slide18.xml"/><Relationship Id="R58ac34cba8464855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37469019e184c59" Type="http://schemas.openxmlformats.org/officeDocument/2006/relationships/notesMaster" Target="../notesMasters/notesMaster1.xml"/><Relationship Id="R79f3b732050f499d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119cfc38f804955" Type="http://schemas.openxmlformats.org/officeDocument/2006/relationships/notesMaster" Target="../notesMasters/notesMaster1.xml"/><Relationship Id="R5781f44b40374913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worship means showing devotion to God or gods.</a:t>
            </a:r>
          </a:p>
          <a:p xmlns:a="http://schemas.openxmlformats.org/drawingml/2006/main">
            <a:r>
              <a:t>Use the reminder strip or talk it through with an adult. Answer: Showing devotion to God or gods</a:t>
            </a:r>
          </a:p>
          <a:p xmlns:a="http://schemas.openxmlformats.org/drawingml/2006/main">
            <a:r>
              <a:t>Choose: Showing devotion to God or gods OR Communicating with God, aloud or silently. Answer: Showing devotion to God or gods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A,B or read one relevant card together. Answer: For example: praise, gratitude, guidance or asking for forgiveness.</a:t>
            </a:r>
          </a:p>
          <a:p xmlns:a="http://schemas.openxmlformats.org/drawingml/2006/main">
            <a:r>
              <a:t>Give a reason when ready. Answer: No. Non-religious reflection is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Match each practice to a possible purpose. Link the evidence to the enquiry.</a:t>
            </a:r>
          </a:p>
          <a:p xmlns:a="http://schemas.openxmlformats.org/drawingml/2006/main">
            <a:r>
              <a:t>Explain how a religious prayer and a non-religious reflection are similar and different in purpose.</a:t>
            </a:r>
          </a:p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Saying thank you to God before a meal — Gratitude — Thanks are given.</a:t>
            </a:r>
          </a:p>
          <a:p xmlns:a="http://schemas.openxmlformats.org/drawingml/2006/main">
            <a:r>
              <a:t>Salah five times a day — Staying mindful of God — Card A.</a:t>
            </a:r>
          </a:p>
          <a:p xmlns:a="http://schemas.openxmlformats.org/drawingml/2006/main">
            <a:r>
              <a:t>A quiet walk to think over a decision — Reflection — Card C: not addressed to a god.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In ___, people ___. The purpose is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___, people ___. The purpose is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a religious prayer and a non-religious reflection are similar and different in purpose.</a:t>
            </a:r>
          </a:p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example: praise, gratitude, guidance or asking for forgiveness.</a:t>
            </a:r>
          </a:p>
          <a:p xmlns:a="http://schemas.openxmlformats.org/drawingml/2006/main">
            <a:r>
              <a:t>No. Non-religious reflection is not.</a:t>
            </a:r>
          </a:p>
          <a:p xmlns:a="http://schemas.openxmlformats.org/drawingml/2006/main">
            <a:r>
              <a:t>Support: In ___, people ___. The purpose is ___ because ___.</a:t>
            </a:r>
          </a:p>
          <a:p xmlns:a="http://schemas.openxmlformats.org/drawingml/2006/main">
            <a:r>
              <a:t>Extension: Explain how a religious prayer and a non-religious reflection are similar and different in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practice described with its purpose.</a:t>
            </a:r>
          </a:p>
          <a:p xmlns:a="http://schemas.openxmlformats.org/drawingml/2006/main">
            <a:r>
              <a:t>Visual sequence; reduced choices; pre-taught vocabulary; verbal/scribed response; sensory-aware alternative to audio/video.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5 6 washing for prayer: https://quran.com/5/6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1830967d41c47a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74a0b2bb33440bf" Type="http://schemas.openxmlformats.org/officeDocument/2006/relationships/theme" Target="theme/theme2.xml"/><Relationship Id="Rd1957254d360455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957254d36045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23eac5e30e04e5f" Type="http://schemas.openxmlformats.org/officeDocument/2006/relationships/slideLayout" Target="../slideLayouts/slideLayout1.xml"/><Relationship Id="Rb25e5976d55249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236eda8179840de" Type="http://schemas.openxmlformats.org/officeDocument/2006/relationships/slideLayout" Target="../slideLayouts/slideLayout1.xml"/><Relationship Id="Rdd520ec4282b45c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b139728dc934b9d" Type="http://schemas.openxmlformats.org/officeDocument/2006/relationships/slideLayout" Target="../slideLayouts/slideLayout1.xml"/><Relationship Id="R34fbefd7a0ad4b3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7f07c08413354bc3" Type="http://schemas.openxmlformats.org/officeDocument/2006/relationships/slideLayout" Target="../slideLayouts/slideLayout1.xml"/><Relationship Id="Rc199ce0e47e44eec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8c02003cd9d64787" Type="http://schemas.openxmlformats.org/officeDocument/2006/relationships/image" Target="../media/image.png"/><Relationship Id="Rd8e73e2b4c614ad0" Type="http://schemas.openxmlformats.org/officeDocument/2006/relationships/notesSlide" Target="../notesSlides/notesSlide5.xml"/><Relationship Id="Rfd921ae2ea45459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3300f2edcf44733" Type="http://schemas.openxmlformats.org/officeDocument/2006/relationships/slideLayout" Target="../slideLayouts/slideLayout1.xml"/><Relationship Id="Rb2f5acb2ccf84abe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62f7be65824445a" Type="http://schemas.openxmlformats.org/officeDocument/2006/relationships/slideLayout" Target="../slideLayouts/slideLayout1.xml"/><Relationship Id="R1215f95e33104cc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053631f671244ce" Type="http://schemas.openxmlformats.org/officeDocument/2006/relationships/slideLayout" Target="../slideLayouts/slideLayout1.xml"/><Relationship Id="R85c119f28b88409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d33ff1327034840" Type="http://schemas.openxmlformats.org/officeDocument/2006/relationships/slideLayout" Target="../slideLayouts/slideLayout1.xml"/><Relationship Id="R4b70c03c04994dc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7381ba642a64c5c" Type="http://schemas.openxmlformats.org/officeDocument/2006/relationships/notesSlide" Target="../notesSlides/notesSlide10.xml"/><Relationship Id="Ra6d91566bcad425f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4cd86bdc7b064c67" Type="http://schemas.openxmlformats.org/officeDocument/2006/relationships/notesSlide" Target="../notesSlides/notesSlide11.xml"/><Relationship Id="R98763b568bc744e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148317703ac47ae" Type="http://schemas.openxmlformats.org/officeDocument/2006/relationships/notesSlide" Target="../notesSlides/notesSlide12.xml"/><Relationship Id="Raa5e92607f1241f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44c346e3556e4b8b" Type="http://schemas.openxmlformats.org/officeDocument/2006/relationships/slideLayout" Target="../slideLayouts/slideLayout1.xml"/><Relationship Id="R6838002b55a047ec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03b5f75ba8b45c1" Type="http://schemas.openxmlformats.org/officeDocument/2006/relationships/slideLayout" Target="../slideLayouts/slideLayout1.xml"/><Relationship Id="R0201f0dced2c4db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9946cececdc74e36" Type="http://schemas.openxmlformats.org/officeDocument/2006/relationships/slideLayout" Target="../slideLayouts/slideLayout1.xml"/><Relationship Id="Rbd078cdc0ef04e9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e3f2393e276c424b" Type="http://schemas.openxmlformats.org/officeDocument/2006/relationships/slideLayout" Target="../slideLayouts/slideLayout1.xml"/><Relationship Id="Rf78f30f476b44e1b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6acc60790e4840a3" Type="http://schemas.openxmlformats.org/officeDocument/2006/relationships/notesSlide" Target="../notesSlides/notesSlide17.xml"/><Relationship Id="Rc29e524a1e874a84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6ad825b692e14594" Type="http://schemas.openxmlformats.org/officeDocument/2006/relationships/slideLayout" Target="../slideLayouts/slideLayout1.xml"/><Relationship Id="Re649446ecbd247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7870a6c4bd7c4d7e" Type="http://schemas.openxmlformats.org/officeDocument/2006/relationships/notesSlide" Target="../notesSlides/notesSlide19.xml"/><Relationship Id="R9063ace581194664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6fa3c0542662459c" Type="http://schemas.openxmlformats.org/officeDocument/2006/relationships/notesSlide" Target="../notesSlides/notesSlide20.xml"/><Relationship Id="R8aa313bced094b3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751AE-8A20-4562-B85A-8BE638A3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Worship, prayer and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1C148-9BC8-43F4-A7BC-DAEA9C6C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C01E3-AE0D-43C1-B288-CD41A0CA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one form of worship, prayer or reflection and explain its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61F78-E48A-40F3-8BC0-B2BAA6B8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0273B-6F23-40B0-9307-E9848726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551736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8D2BE-6CE4-4226-862D-7BD3B80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FA0EC-ACF5-4EE8-B5BB-C139DC9E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C309B-292D-495F-8932-11FB16DA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worship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6BCA4-E6B0-4C85-BD6D-536D03CD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worship?</a:t>
            </a:r>
          </a:p>
        </p:txBody>
      </p:sp>
    </p:spTree>
    <p:extLst>
      <p:ext uri="{BB962C8B-B14F-4D97-AF65-F5344CB8AC3E}">
        <p14:creationId xmlns:p14="http://schemas.microsoft.com/office/powerpoint/2010/main" val="885631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2E493-BDAD-4FA2-9FCD-B7B056C7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6BAAD-3ECD-4E30-8A3A-59542EFF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01963-ED72-44A6-9FA6-C472470E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Give one purpose of prayer.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5125E-56BE-4F43-8784-CD3BCD39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reflection always addressed to a god?</a:t>
            </a:r>
          </a:p>
        </p:txBody>
      </p:sp>
    </p:spTree>
    <p:extLst>
      <p:ext uri="{BB962C8B-B14F-4D97-AF65-F5344CB8AC3E}">
        <p14:creationId xmlns:p14="http://schemas.microsoft.com/office/powerpoint/2010/main" val="1886361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034D3-FB42-440D-887A-7D4A0E43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5CC5C-5FB6-4200-884C-C4B10384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F7489-7905-4FFE-B7A8-E1E2E7E8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worship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Showing devotion to God or gods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2FB41-7F30-4A04-9F7D-980EB447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prayer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Communicating with God, aloud or silently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C5E90-9AB8-49F1-BD77-F484BB3B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devotion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Deep love and commitment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B3E72-9308-41C6-BA24-E8A08129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purpose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something is for</a:t>
            </a:r>
          </a:p>
        </p:txBody>
      </p:sp>
    </p:spTree>
    <p:extLst>
      <p:ext uri="{BB962C8B-B14F-4D97-AF65-F5344CB8AC3E}">
        <p14:creationId xmlns:p14="http://schemas.microsoft.com/office/powerpoint/2010/main" val="634964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4B795-7425-416A-9194-E30DD970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DB99E-F9B1-43D8-9CC6-1EF31E67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2003cd9d64787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5CE97-E706-4553-B91B-2523E919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Worship, prayer or reflection?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AE40A-D999-4F31-BE50-1E4FE309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image idea and name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BA477-7EEB-418E-AF1B-D6D4DDF4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081706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A81A1-56CF-4E6F-AF3B-6A693DD5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8479A-960F-42A9-87B7-9EF5EBD0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0B817-48DB-41A6-BB09-2B1E24A1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Give one purpose of prayer.</a:t>
            </a:r>
          </a:p>
        </p:txBody>
      </p:sp>
    </p:spTree>
    <p:extLst>
      <p:ext uri="{BB962C8B-B14F-4D97-AF65-F5344CB8AC3E}">
        <p14:creationId xmlns:p14="http://schemas.microsoft.com/office/powerpoint/2010/main" val="799334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4FD4D-D163-42CF-A566-B5D1D48E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A5267-EBB9-4BC7-8DB4-F7091DAD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0E608-FD42-4CCD-9A1C-9FAC877B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Salah: Muslims offer salah five times a day facing Makkah, after washing (wudu). Purposes include obedience to God, gratitude and staying mindful of God through the day. B Christian prayer: Christians pray alone and together. The Lord’s Prayer includes praise, asking for daily needs and asking for forgiveness.</a:t>
            </a:r>
          </a:p>
        </p:txBody>
      </p:sp>
    </p:spTree>
    <p:extLst>
      <p:ext uri="{BB962C8B-B14F-4D97-AF65-F5344CB8AC3E}">
        <p14:creationId xmlns:p14="http://schemas.microsoft.com/office/powerpoint/2010/main" val="1511486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FE7DA-ED82-41B2-A922-03E09E2E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9265D-8F1F-427D-85C1-FAD91A1F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7C9DA-24A4-4192-AF47-0DCDB5EE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For example: praise, gratitude, guidance or asking for forgiveness.</a:t>
            </a:r>
          </a:p>
        </p:txBody>
      </p:sp>
    </p:spTree>
    <p:extLst>
      <p:ext uri="{BB962C8B-B14F-4D97-AF65-F5344CB8AC3E}">
        <p14:creationId xmlns:p14="http://schemas.microsoft.com/office/powerpoint/2010/main" val="1688139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9CDC0-1675-4D11-BAA1-53631DBA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9CF11-4849-4160-8683-721FED3E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8E145-AB9F-4C6E-87E6-05C91415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reflection always addressed to a god? No. Non-religious reflection is not.</a:t>
            </a:r>
          </a:p>
        </p:txBody>
      </p:sp>
    </p:spTree>
    <p:extLst>
      <p:ext uri="{BB962C8B-B14F-4D97-AF65-F5344CB8AC3E}">
        <p14:creationId xmlns:p14="http://schemas.microsoft.com/office/powerpoint/2010/main" val="1136424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B009A-4E34-4A5A-A1AC-88D031DC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2B34C-A950-4E8C-AED9-9E140BBF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92A94-4BAE-4326-A99E-7537F3B3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practice to a possible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34854-4AC1-47FF-ADBF-33D5C009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purposes across two worldviews.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94B9E-3748-49AF-A2D9-2E722BF2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4178968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73060-5C16-4ACA-9AA7-F8E5B78F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C6574-DDA5-4A0A-B9CF-90685C05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2EE29-37D4-47D7-A4CC-FBB84B21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Saying thank you to God before a meal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07056-6B31-4148-8355-EBDB902D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Salah five times a 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4B205-7ADA-49DC-9CA5-E732749B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quiet walk to think over a decision</a:t>
            </a:r>
          </a:p>
        </p:txBody>
      </p:sp>
    </p:spTree>
    <p:extLst>
      <p:ext uri="{BB962C8B-B14F-4D97-AF65-F5344CB8AC3E}">
        <p14:creationId xmlns:p14="http://schemas.microsoft.com/office/powerpoint/2010/main" val="150354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845C2-E984-497E-AC0E-10C7BF4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9476B-9555-4FE1-9B60-EF900338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D4CFC-E334-4899-8734-A87069FA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practice from the image sequence.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9DEAF-8C83-4EDA-8A59-60570101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steps in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790A9-2CE3-4899-9032-96A52676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its purpose from the word bank.</a:t>
            </a:r>
          </a:p>
        </p:txBody>
      </p:sp>
    </p:spTree>
    <p:extLst>
      <p:ext uri="{BB962C8B-B14F-4D97-AF65-F5344CB8AC3E}">
        <p14:creationId xmlns:p14="http://schemas.microsoft.com/office/powerpoint/2010/main" val="3328847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84B30-D81E-4A20-B10E-66EE7BE5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87EA4-638C-4B6C-B98A-D7F5E47D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A9CA1-58CC-4225-8DB9-07AAC2B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84D33-AF04-445B-B5BA-87DC0BF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happens.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0174D-E9C6-424E-BE44-F422B896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it matters to the person.</a:t>
            </a:r>
          </a:p>
        </p:txBody>
      </p:sp>
    </p:spTree>
    <p:extLst>
      <p:ext uri="{BB962C8B-B14F-4D97-AF65-F5344CB8AC3E}">
        <p14:creationId xmlns:p14="http://schemas.microsoft.com/office/powerpoint/2010/main" val="2504225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707F2-4CED-40B1-9492-FCC175CC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13E4E-3D43-43EB-B75A-6A90FDBB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06DC1-78C4-4809-9247-E847D164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practice and two of its purposes.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3690A-B501-40B4-9E60-EF21234F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it with a practice from another worldview.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AEB78-CAEE-4DA4-ADC8-72CFAFBE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Note one way it varies between individuals.</a:t>
            </a:r>
          </a:p>
        </p:txBody>
      </p:sp>
    </p:spTree>
    <p:extLst>
      <p:ext uri="{BB962C8B-B14F-4D97-AF65-F5344CB8AC3E}">
        <p14:creationId xmlns:p14="http://schemas.microsoft.com/office/powerpoint/2010/main" val="5762051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F74A8-A381-41AC-9079-27CF7091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1DE4D-7963-4C78-B183-867D3667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128A1-7E42-42C3-8DDD-F03C0C34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practice described with its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6A612-02F0-4299-B868-67BAD7E2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BF8C0-9786-4F7B-AD81-41B68A29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9437140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B13EF-A2B4-4593-AF38-0722A7E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93557-BCA8-4742-9EC9-CEA144B6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6264E-B85C-4059-8E9E-49F9D5A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purpose of prayer.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A0081-5BAF-4583-BB5F-9A9D1E38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reflection always addressed to a god?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F891C-8708-403F-A531-877DF36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788377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68F8A-9A6B-46C8-A7CA-08AD0387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Salah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0ADE9-E4F7-431C-9D0F-11C4A44D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821E7-E4B7-46CE-B9D8-09A4009B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Muslims offer salah five times a day facing Makkah, after washing (wudu). Purposes include obedience to God, gratitude and staying mindful of God through the 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9E6A1-E60D-4FA7-9790-257F0A8C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B2973-763B-4FD8-9E54-AF868017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2966380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71B6B-70C8-4903-AC7C-40F67343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Christian prayer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21DCB-0AD7-4D6C-8906-22B56BD5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F6A4E-ED03-42CA-861E-8B26F2D9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Christians pray alone and together. The Lord’s Prayer includes praise, asking for daily needs and asking for forgiveness.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F4DCF-E787-42A7-A0FD-CF72175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A7BCE-5C32-4E32-9FBE-D38ADF5E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13745129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5BF25-2401-45CA-9E02-03FBCE91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Non-religious 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CE4E7-DBED-40C0-AEA1-F02DAC69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1D14E-932E-4BDF-AB8E-CEE86692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non-religious people use quiet reflection, mindfulness or time in nature to think about their lives and values. It is not addressed to a god.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E3911-AD46-476A-A7D9-F7B7F273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8FAB9-4344-4AB1-AFF8-197829D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Some non-religious people do none of these.</a:t>
            </a:r>
          </a:p>
        </p:txBody>
      </p:sp>
    </p:spTree>
    <p:extLst>
      <p:ext uri="{BB962C8B-B14F-4D97-AF65-F5344CB8AC3E}">
        <p14:creationId xmlns:p14="http://schemas.microsoft.com/office/powerpoint/2010/main" val="14955213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45B00-BF6D-4779-85A0-7BE3242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Purposes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D8C71-1CAB-4A45-A74C-F16DEF37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B02D7-1368-457F-B61A-BA5FB0EE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Praise · gratitude · guidance · connection · reflection · asking for help.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F4E3E-D96F-4C11-907B-6DB44EF7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9B3A0-D4AD-4FBA-B9F2-E0DA079E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practice can have several purposes.</a:t>
            </a:r>
          </a:p>
        </p:txBody>
      </p:sp>
    </p:spTree>
    <p:extLst>
      <p:ext uri="{BB962C8B-B14F-4D97-AF65-F5344CB8AC3E}">
        <p14:creationId xmlns:p14="http://schemas.microsoft.com/office/powerpoint/2010/main" val="1883556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2026-09-19T18:26:14.6180000Z</dcterms:created>
  <dcterms:modified xsi:type="dcterms:W3CDTF">2026-09-19T18:26:14.6180000Z</dcterms:modified>
</coreProperties>
</file>