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7e2199edb464227" Type="http://schemas.openxmlformats.org/package/2006/relationships/metadata/core-properties" Target="docProps/core.xml"/><Relationship Id="R9a1b1c4ec0eb4d0d" Type="http://schemas.openxmlformats.org/officeDocument/2006/relationships/officeDocument" Target="ppt/presentation.xml"/><Relationship Id="Rf73fa9ae786a4dc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5a6fea69fe49e2"/>
  </p:sldMasterIdLst>
  <p:notesMasterIdLst>
    <p:notesMasterId xmlns:r="http://schemas.openxmlformats.org/officeDocument/2006/relationships" r:id="R23f20e81eb37482a"/>
  </p:notesMasterIdLst>
  <p:sldIdLst>
    <p:sldId xmlns:r="http://schemas.openxmlformats.org/officeDocument/2006/relationships" id="256" r:id="Rbded8b1ecbd24b7b"/>
    <p:sldId xmlns:r="http://schemas.openxmlformats.org/officeDocument/2006/relationships" id="257" r:id="R82466364ec1341c6"/>
    <p:sldId xmlns:r="http://schemas.openxmlformats.org/officeDocument/2006/relationships" id="258" r:id="R0c25455f2cde4897"/>
    <p:sldId xmlns:r="http://schemas.openxmlformats.org/officeDocument/2006/relationships" id="259" r:id="R53717ade3a304eb2"/>
    <p:sldId xmlns:r="http://schemas.openxmlformats.org/officeDocument/2006/relationships" id="260" r:id="R398bd8e1b1984f40"/>
    <p:sldId xmlns:r="http://schemas.openxmlformats.org/officeDocument/2006/relationships" id="261" r:id="R7f9dd41ef6864eb1"/>
    <p:sldId xmlns:r="http://schemas.openxmlformats.org/officeDocument/2006/relationships" id="262" r:id="Ree9bdf9b97904de7"/>
    <p:sldId xmlns:r="http://schemas.openxmlformats.org/officeDocument/2006/relationships" id="263" r:id="R4c3047256e0842da"/>
    <p:sldId xmlns:r="http://schemas.openxmlformats.org/officeDocument/2006/relationships" id="264" r:id="Rcec3bdcac55143d5"/>
    <p:sldId xmlns:r="http://schemas.openxmlformats.org/officeDocument/2006/relationships" id="265" r:id="R4009caacbd79441e"/>
    <p:sldId xmlns:r="http://schemas.openxmlformats.org/officeDocument/2006/relationships" id="266" r:id="R9270b82393b24df6"/>
    <p:sldId xmlns:r="http://schemas.openxmlformats.org/officeDocument/2006/relationships" id="267" r:id="Rd96d410d363642dc"/>
    <p:sldId xmlns:r="http://schemas.openxmlformats.org/officeDocument/2006/relationships" id="268" r:id="R9cdb63d99c614a52"/>
    <p:sldId xmlns:r="http://schemas.openxmlformats.org/officeDocument/2006/relationships" id="269" r:id="Rd4bf73f749484a93"/>
    <p:sldId xmlns:r="http://schemas.openxmlformats.org/officeDocument/2006/relationships" id="270" r:id="R4c56a99330144445"/>
    <p:sldId xmlns:r="http://schemas.openxmlformats.org/officeDocument/2006/relationships" id="271" r:id="R8facedd217c5440e"/>
    <p:sldId xmlns:r="http://schemas.openxmlformats.org/officeDocument/2006/relationships" id="272" r:id="Rcc6c24bf3d5445f0"/>
    <p:sldId xmlns:r="http://schemas.openxmlformats.org/officeDocument/2006/relationships" id="273" r:id="Rc157464d04094977"/>
    <p:sldId xmlns:r="http://schemas.openxmlformats.org/officeDocument/2006/relationships" id="274" r:id="Rc8ea204198154a4d"/>
    <p:sldId xmlns:r="http://schemas.openxmlformats.org/officeDocument/2006/relationships" id="275" r:id="Rb313768435b64c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25455f2cde4897" Type="http://schemas.openxmlformats.org/officeDocument/2006/relationships/slide" Target="slides/slide3.xml"/><Relationship Id="R1f19e909906946fe" Type="http://schemas.openxmlformats.org/officeDocument/2006/relationships/theme" Target="theme/theme1.xml"/><Relationship Id="R23f20e81eb37482a" Type="http://schemas.openxmlformats.org/officeDocument/2006/relationships/notesMaster" Target="notesMasters/notesMaster1.xml"/><Relationship Id="R398bd8e1b1984f40" Type="http://schemas.openxmlformats.org/officeDocument/2006/relationships/slide" Target="slides/slide5.xml"/><Relationship Id="R3e15f2fa2f4e4d3f" Type="http://schemas.openxmlformats.org/officeDocument/2006/relationships/presProps" Target="presProps.xml"/><Relationship Id="R4009caacbd79441e" Type="http://schemas.openxmlformats.org/officeDocument/2006/relationships/slide" Target="slides/slide10.xml"/><Relationship Id="R445a6fea69fe49e2" Type="http://schemas.openxmlformats.org/officeDocument/2006/relationships/slideMaster" Target="slideMasters/slideMaster1.xml"/><Relationship Id="R4c3047256e0842da" Type="http://schemas.openxmlformats.org/officeDocument/2006/relationships/slide" Target="slides/slide8.xml"/><Relationship Id="R4c56a99330144445" Type="http://schemas.openxmlformats.org/officeDocument/2006/relationships/slide" Target="slides/slide15.xml"/><Relationship Id="R53717ade3a304eb2" Type="http://schemas.openxmlformats.org/officeDocument/2006/relationships/slide" Target="slides/slide4.xml"/><Relationship Id="R7f9dd41ef6864eb1" Type="http://schemas.openxmlformats.org/officeDocument/2006/relationships/slide" Target="slides/slide6.xml"/><Relationship Id="R82466364ec1341c6" Type="http://schemas.openxmlformats.org/officeDocument/2006/relationships/slide" Target="slides/slide2.xml"/><Relationship Id="R8facedd217c5440e" Type="http://schemas.openxmlformats.org/officeDocument/2006/relationships/slide" Target="slides/slide16.xml"/><Relationship Id="R9270b82393b24df6" Type="http://schemas.openxmlformats.org/officeDocument/2006/relationships/slide" Target="slides/slide11.xml"/><Relationship Id="R9cdb63d99c614a52" Type="http://schemas.openxmlformats.org/officeDocument/2006/relationships/slide" Target="slides/slide13.xml"/><Relationship Id="Ra8120674c6d44a0f" Type="http://schemas.openxmlformats.org/officeDocument/2006/relationships/tableStyles" Target="tableStyles.xml"/><Relationship Id="Rb313768435b64cd9" Type="http://schemas.openxmlformats.org/officeDocument/2006/relationships/slide" Target="slides/slide20.xml"/><Relationship Id="Rbded8b1ecbd24b7b" Type="http://schemas.openxmlformats.org/officeDocument/2006/relationships/slide" Target="slides/slide1.xml"/><Relationship Id="Rc157464d04094977" Type="http://schemas.openxmlformats.org/officeDocument/2006/relationships/slide" Target="slides/slide18.xml"/><Relationship Id="Rc8ea204198154a4d" Type="http://schemas.openxmlformats.org/officeDocument/2006/relationships/slide" Target="slides/slide19.xml"/><Relationship Id="Rcc6c24bf3d5445f0" Type="http://schemas.openxmlformats.org/officeDocument/2006/relationships/slide" Target="slides/slide17.xml"/><Relationship Id="Rcec3bdcac55143d5" Type="http://schemas.openxmlformats.org/officeDocument/2006/relationships/slide" Target="slides/slide9.xml"/><Relationship Id="Rd4bf73f749484a93" Type="http://schemas.openxmlformats.org/officeDocument/2006/relationships/slide" Target="slides/slide14.xml"/><Relationship Id="Rd96d410d363642dc" Type="http://schemas.openxmlformats.org/officeDocument/2006/relationships/slide" Target="slides/slide12.xml"/><Relationship Id="Ree9bdf9b97904de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6e5a1ff1aa37433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27aaa1a0f774017" Type="http://schemas.openxmlformats.org/officeDocument/2006/relationships/notesMaster" Target="../notesMasters/notesMaster1.xml"/><Relationship Id="Rc35b8d21fa724b3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51a3301614044b7" Type="http://schemas.openxmlformats.org/officeDocument/2006/relationships/slide" Target="../slides/slide2.xml"/><Relationship Id="Rb9ecc371d031438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e82db23a9b04b13" Type="http://schemas.openxmlformats.org/officeDocument/2006/relationships/notesMaster" Target="../notesMasters/notesMaster1.xml"/><Relationship Id="R4228b4ee605741b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b08cc295c1843c6" Type="http://schemas.openxmlformats.org/officeDocument/2006/relationships/slide" Target="../slides/slide4.xml"/><Relationship Id="Re3dafcb8ed0340e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d1fe68e9bdb4fba" Type="http://schemas.openxmlformats.org/officeDocument/2006/relationships/slide" Target="../slides/slide5.xml"/><Relationship Id="Rdd8e34bed422409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e4436105b1a42fe" Type="http://schemas.openxmlformats.org/officeDocument/2006/relationships/notesMaster" Target="../notesMasters/notesMaster1.xml"/><Relationship Id="R400a29b6561f46f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f8ea753b5dee4f2a" Type="http://schemas.openxmlformats.org/officeDocument/2006/relationships/notesMaster" Target="../notesMasters/notesMaster1.xml"/><Relationship Id="Rfb4b6fc8a713469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415cc62be2542cb" Type="http://schemas.openxmlformats.org/officeDocument/2006/relationships/slide" Target="../slides/slide8.xml"/><Relationship Id="Rbc58df2ba174435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1b586ed05314a74" Type="http://schemas.openxmlformats.org/officeDocument/2006/relationships/slide" Target="../slides/slide9.xml"/><Relationship Id="Rc629a6646502417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d584f232bac4659" Type="http://schemas.openxmlformats.org/officeDocument/2006/relationships/notesMaster" Target="../notesMasters/notesMaster1.xml"/><Relationship Id="R23be825d50814aa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920613c1d4c48ab" Type="http://schemas.openxmlformats.org/officeDocument/2006/relationships/slide" Target="../slides/slide11.xml"/><Relationship Id="Rb78ad9fdceb442e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292ce7e1445246b7" Type="http://schemas.openxmlformats.org/officeDocument/2006/relationships/slide" Target="../slides/slide12.xml"/><Relationship Id="Rcadc5a1690f74d5b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9979d66c05254a34" Type="http://schemas.openxmlformats.org/officeDocument/2006/relationships/slide" Target="../slides/slide13.xml"/><Relationship Id="Rd4faf21236f54f7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ab1933e379374815" Type="http://schemas.openxmlformats.org/officeDocument/2006/relationships/slide" Target="../slides/slide14.xml"/><Relationship Id="Rb44dd6ffc42a4745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3e22e6d73e74165" Type="http://schemas.openxmlformats.org/officeDocument/2006/relationships/slide" Target="../slides/slide15.xml"/><Relationship Id="Rd8eede27ccb645eb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29a813823904f7a" Type="http://schemas.openxmlformats.org/officeDocument/2006/relationships/notesMaster" Target="../notesMasters/notesMaster1.xml"/><Relationship Id="Rf1fa15ed43c84e9d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184c912417a24cd4" Type="http://schemas.openxmlformats.org/officeDocument/2006/relationships/slide" Target="../slides/slide17.xml"/><Relationship Id="R556ce336e1fc4284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7999433a5ba844e2" Type="http://schemas.openxmlformats.org/officeDocument/2006/relationships/slide" Target="../slides/slide18.xml"/><Relationship Id="Rc7a9c93c088b49e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dc28f87181d490e" Type="http://schemas.openxmlformats.org/officeDocument/2006/relationships/notesMaster" Target="../notesMasters/notesMaster1.xml"/><Relationship Id="R5cb278414e1b40da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f0017cde1364fa5" Type="http://schemas.openxmlformats.org/officeDocument/2006/relationships/slide" Target="../slides/slide20.xml"/><Relationship Id="R802949d8470a44d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example: praise, gratitude, guidance or asking for forgiveness.</a:t>
            </a:r>
          </a:p>
          <a:p xmlns:a="http://schemas.openxmlformats.org/drawingml/2006/main">
            <a:r>
              <a:t>Choose: A journey to a sacred place for religious reasons OR Special and holy to people of a faith. Answer: A journey to a sacred place for religious reasons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For example: obedience to God, feeling equal and united, or prayer for healing.</a:t>
            </a:r>
          </a:p>
          <a:p xmlns:a="http://schemas.openxmlformats.org/drawingml/2006/main">
            <a:r>
              <a:t>Give a reason when ready. Answer: No. Many never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Inspect the cards, then match each detail to its pilgrimage. Link the evidence to the enquiry.</a:t>
            </a:r>
          </a:p>
          <a:p xmlns:a="http://schemas.openxmlformats.org/drawingml/2006/main">
            <a:r>
              <a:t>Explain why a journey might change a believer more than worship at home.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Circling the Ka‘bah — Hajj — Card A.</a:t>
            </a:r>
          </a:p>
          <a:p xmlns:a="http://schemas.openxmlformats.org/drawingml/2006/main">
            <a:r>
              <a:t>Collecting spring water — Lourdes — Card C.</a:t>
            </a:r>
          </a:p>
          <a:p xmlns:a="http://schemas.openxmlformats.org/drawingml/2006/main">
            <a:r>
              <a:t>Simple white clothing showing equality — Hajj — Cards A and B.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Pilgrims travel to ___ where they ___. This matters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Pilgrims travel to ___ where they ___. This matters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journey might change a believer more than worship at home.</a:t>
            </a:r>
          </a:p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example: obedience to God, feeling equal and united, or prayer for healing.</a:t>
            </a:r>
          </a:p>
          <a:p xmlns:a="http://schemas.openxmlformats.org/drawingml/2006/main">
            <a:r>
              <a:t>No. Many never do.</a:t>
            </a:r>
          </a:p>
          <a:p xmlns:a="http://schemas.openxmlformats.org/drawingml/2006/main">
            <a:r>
              <a:t>Support: Pilgrims travel to ___ where they ___. This matters because ___.</a:t>
            </a:r>
          </a:p>
          <a:p xmlns:a="http://schemas.openxmlformats.org/drawingml/2006/main">
            <a:r>
              <a:t>Extension: Explain why a journey might change a believer more than worship at home.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travel-style information card: where, what happens, why it matters.</a:t>
            </a:r>
          </a:p>
          <a:p xmlns:a="http://schemas.openxmlformats.org/drawingml/2006/main">
            <a:r>
              <a:t>Image-led source material; map support; sentence frames; reduced comparison; oral explanation or labelled design.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Qur’an 3 97 pilgrimage and ability: https://quran.com/3/97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c759f7e8ece463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dd659a0bb084cbc" Type="http://schemas.openxmlformats.org/officeDocument/2006/relationships/theme" Target="theme/theme2.xml"/><Relationship Id="Rffc11801cda74059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c11801cda740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b85914dce234e88" Type="http://schemas.openxmlformats.org/officeDocument/2006/relationships/notesSlide" Target="../notesSlides/notesSlide1.xml"/><Relationship Id="Rdb62e6d2a0134deb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befc180444cb4639" Type="http://schemas.openxmlformats.org/officeDocument/2006/relationships/slideLayout" Target="../slideLayouts/slideLayout1.xml"/><Relationship Id="Rfc5bd4fc42da467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90640b83fd5455c" Type="http://schemas.openxmlformats.org/officeDocument/2006/relationships/notesSlide" Target="../notesSlides/notesSlide3.xml"/><Relationship Id="Rfbe534d719c54d9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f3cef6b359d4182" Type="http://schemas.openxmlformats.org/officeDocument/2006/relationships/slideLayout" Target="../slideLayouts/slideLayout1.xml"/><Relationship Id="Rccb901e9aadd419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21aca0da53a4832" Type="http://schemas.openxmlformats.org/officeDocument/2006/relationships/slideLayout" Target="../slideLayouts/slideLayout1.xml"/><Relationship Id="R63b151b9f2a64572" Type="http://schemas.openxmlformats.org/officeDocument/2006/relationships/image" Target="../media/image.png"/><Relationship Id="R9cb6ee16c1da43e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000bcb368b34506" Type="http://schemas.openxmlformats.org/officeDocument/2006/relationships/slideLayout" Target="../slideLayouts/slideLayout1.xml"/><Relationship Id="Rffea2437034d42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57d263573ed43fd" Type="http://schemas.openxmlformats.org/officeDocument/2006/relationships/slideLayout" Target="../slideLayouts/slideLayout1.xml"/><Relationship Id="R6661fa7f86ef414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32dc0a76c794f21" Type="http://schemas.openxmlformats.org/officeDocument/2006/relationships/notesSlide" Target="../notesSlides/notesSlide8.xml"/><Relationship Id="Rfcdfd01b0011489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3006f31a32942e2" Type="http://schemas.openxmlformats.org/officeDocument/2006/relationships/slideLayout" Target="../slideLayouts/slideLayout1.xml"/><Relationship Id="R82ba908bd77d42f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effe7184a7fc4fa4" Type="http://schemas.openxmlformats.org/officeDocument/2006/relationships/slideLayout" Target="../slideLayouts/slideLayout1.xml"/><Relationship Id="Rf6f3082551c44ca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406fd484b36456f" Type="http://schemas.openxmlformats.org/officeDocument/2006/relationships/notesSlide" Target="../notesSlides/notesSlide11.xml"/><Relationship Id="Ra9cdeb96e2094b3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f8eedd432ba489e" Type="http://schemas.openxmlformats.org/officeDocument/2006/relationships/slideLayout" Target="../slideLayouts/slideLayout1.xml"/><Relationship Id="R9765a72fb970433b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2eb22c01b004e2b" Type="http://schemas.openxmlformats.org/officeDocument/2006/relationships/slideLayout" Target="../slideLayouts/slideLayout1.xml"/><Relationship Id="Rcc761a0d036a419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ea87ed388f2247af" Type="http://schemas.openxmlformats.org/officeDocument/2006/relationships/notesSlide" Target="../notesSlides/notesSlide14.xml"/><Relationship Id="Ree70192d00f44ba8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6bee3ad73b54541" Type="http://schemas.openxmlformats.org/officeDocument/2006/relationships/notesSlide" Target="../notesSlides/notesSlide15.xml"/><Relationship Id="Rc6add9b30c14455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8a18deaf913f41af" Type="http://schemas.openxmlformats.org/officeDocument/2006/relationships/slideLayout" Target="../slideLayouts/slideLayout1.xml"/><Relationship Id="Ra5d48c38cbe247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ebca554e0014a89" Type="http://schemas.openxmlformats.org/officeDocument/2006/relationships/slideLayout" Target="../slideLayouts/slideLayout1.xml"/><Relationship Id="Rbd44a74230e54b4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b964f4a3f2924aa4" Type="http://schemas.openxmlformats.org/officeDocument/2006/relationships/notesSlide" Target="../notesSlides/notesSlide18.xml"/><Relationship Id="Rcebf60b0bca043e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acb61e30df04661" Type="http://schemas.openxmlformats.org/officeDocument/2006/relationships/slideLayout" Target="../slideLayouts/slideLayout1.xml"/><Relationship Id="R56cab68125454ddc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62d6f61d518485e" Type="http://schemas.openxmlformats.org/officeDocument/2006/relationships/slideLayout" Target="../slideLayouts/slideLayout1.xml"/><Relationship Id="R5cd80fd3a3bc4130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37568-0B2B-492F-8916-09C440D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Pilgrimage and sacred places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1D16D-365F-45C9-AE76-DD02460B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A493D-DABD-4D2C-A7F9-ED74B28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sacred place or pilgrimage can be important to a believer.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F221D-F8CF-4680-AB84-C08E132E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ECA8E-B3B3-481D-9EF0-9C114C0E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061738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25432-A3F3-44E5-A217-3D85065D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E9E63-589E-4A53-A0D2-C2C00A6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5219C-ECB4-40D0-AA4E-B3090BD8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purpose of prayer.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D6C9C-8E8A-4A68-AB98-315AF0B5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pilgrimage?</a:t>
            </a:r>
          </a:p>
        </p:txBody>
      </p:sp>
    </p:spTree>
    <p:extLst>
      <p:ext uri="{BB962C8B-B14F-4D97-AF65-F5344CB8AC3E}">
        <p14:creationId xmlns:p14="http://schemas.microsoft.com/office/powerpoint/2010/main" val="1212774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7E654-4984-4BBD-8EA5-A84EC073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428BD-BA2F-4D9B-B385-B4F176B2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CD231-19C2-42EF-84DD-ABA3DEF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reason pilgrimage may matter to a believer.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DFD31-D31B-449C-9C30-F52615E3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all Christians go on pilgrimage?</a:t>
            </a:r>
          </a:p>
        </p:txBody>
      </p:sp>
    </p:spTree>
    <p:extLst>
      <p:ext uri="{BB962C8B-B14F-4D97-AF65-F5344CB8AC3E}">
        <p14:creationId xmlns:p14="http://schemas.microsoft.com/office/powerpoint/2010/main" val="94280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B1BCD-330D-4F8B-8E7B-185DA06F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01CD9-27EB-43E9-A3A5-0FF7BF0D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B17DB-C285-4B9E-A862-706DF0A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pilgrimage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journey to a sacred place for religious reasons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0D583-9DFF-4EAE-AF94-A85AB7D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sacred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Special and holy to people of a faith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90DC0-11A0-4B8E-BA49-A0E425E0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Hajj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Muslim pilgrimage to Makkah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11154-21AA-4B65-A2FF-2E0FAC5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significance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something matters</a:t>
            </a:r>
          </a:p>
        </p:txBody>
      </p:sp>
    </p:spTree>
    <p:extLst>
      <p:ext uri="{BB962C8B-B14F-4D97-AF65-F5344CB8AC3E}">
        <p14:creationId xmlns:p14="http://schemas.microsoft.com/office/powerpoint/2010/main" val="469417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E8B6E-1FBF-4843-8BCC-EB93456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50046-35ED-490E-BDD3-D9436B42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151b9f2a64572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7E6CC-5F20-45FC-8E31-E402C6C9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can make a place special?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34FDD-52ED-447B-BEFC-04092A1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idea and discuss.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D14E1-E034-452A-9F8A-6112976B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672436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12A22-77FC-40F7-97B2-86F2C12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4F36B-FEDD-402B-9EFA-2D7F53BC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175C0-00A6-4586-BD17-A9D25AAD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reason pilgrimage may matter to a believer.</a:t>
            </a:r>
          </a:p>
        </p:txBody>
      </p:sp>
    </p:spTree>
    <p:extLst>
      <p:ext uri="{BB962C8B-B14F-4D97-AF65-F5344CB8AC3E}">
        <p14:creationId xmlns:p14="http://schemas.microsoft.com/office/powerpoint/2010/main" val="17726594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95F9D-C28F-4ABF-B053-DB3D88E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C673C-38F3-48A3-9E31-E9875721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AC96E-6D64-4B44-AD02-C643EF20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Why Hajj matters: Practices during Hajj can express equality and shared commitment before God. Pilgrims have different personal experiences; clothing alone does not tell us what an individual believes.</a:t>
            </a:r>
          </a:p>
        </p:txBody>
      </p:sp>
    </p:spTree>
    <p:extLst>
      <p:ext uri="{BB962C8B-B14F-4D97-AF65-F5344CB8AC3E}">
        <p14:creationId xmlns:p14="http://schemas.microsoft.com/office/powerpoint/2010/main" val="131846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83577-5D15-4C9C-AA19-C87B7AD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F0515-F83C-4287-92BE-7E03CA34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12585-FBED-46AA-8E0F-D7540135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example: obedience to God, feeling equal and united, or prayer for healing.</a:t>
            </a:r>
          </a:p>
        </p:txBody>
      </p:sp>
    </p:spTree>
    <p:extLst>
      <p:ext uri="{BB962C8B-B14F-4D97-AF65-F5344CB8AC3E}">
        <p14:creationId xmlns:p14="http://schemas.microsoft.com/office/powerpoint/2010/main" val="857737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1210C-FA48-443C-BCD0-A4DF3C49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48788-530D-49DE-98B3-7E42BAAC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17AD6-29D8-4CDD-9A60-B3DF05CA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all Christians go on pilgrimage? No. Many never do.</a:t>
            </a:r>
          </a:p>
        </p:txBody>
      </p:sp>
    </p:spTree>
    <p:extLst>
      <p:ext uri="{BB962C8B-B14F-4D97-AF65-F5344CB8AC3E}">
        <p14:creationId xmlns:p14="http://schemas.microsoft.com/office/powerpoint/2010/main" val="1106728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52476-EAA0-4DA1-9630-B7C0AD6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CEA5D-0F73-44AC-B011-989FFB3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9B8F-AE01-4884-95AF-5DF5EDF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the cards, then match each detail to its pilgrimage.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5F835-0118-460D-B405-5EDA2D85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Trace place → action → meaning for one of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C588C-602F-41A5-8D3B-E8B6D940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664739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958A3-34C1-4CE9-BB82-7779C0EA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9DFC8-7434-41CD-A981-2E49BE55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FAA6A-417C-4B34-87E1-572866D3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Circling the Ka‘bah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E20D0-DEEF-40EB-9E09-FF8F2518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Collecting spring water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A6887-3251-4722-AB3E-1CFB3F55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Simple white clothing showing equality</a:t>
            </a:r>
          </a:p>
        </p:txBody>
      </p:sp>
    </p:spTree>
    <p:extLst>
      <p:ext uri="{BB962C8B-B14F-4D97-AF65-F5344CB8AC3E}">
        <p14:creationId xmlns:p14="http://schemas.microsoft.com/office/powerpoint/2010/main" val="19762491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75B51-2E2F-4F7F-8FCD-5CA09B99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C72BF-809E-4985-B80E-43D7A915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0808B-92EC-44AF-B4AF-06CF7F03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pilgrimage and find it on the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98FB0-44ED-4D8B-B6A2-0C90B0E7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one action pilgrims 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7919F-E8A0-497B-A0A2-C9ADAF15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why it matters, using the sentence frame.</a:t>
            </a:r>
          </a:p>
        </p:txBody>
      </p:sp>
    </p:spTree>
    <p:extLst>
      <p:ext uri="{BB962C8B-B14F-4D97-AF65-F5344CB8AC3E}">
        <p14:creationId xmlns:p14="http://schemas.microsoft.com/office/powerpoint/2010/main" val="990657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67D74-9D44-4790-83EC-37202D29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1AEC7-4022-46DC-963A-B1BB1719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287A9-EE25-4316-BA18-4DB00060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an information card: where and what happens.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B531E-4956-4AC8-B49A-A25C932A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it matters to a believer.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46FE-3247-4B04-9FE3-43ED9308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 one key term.</a:t>
            </a:r>
          </a:p>
        </p:txBody>
      </p:sp>
    </p:spTree>
    <p:extLst>
      <p:ext uri="{BB962C8B-B14F-4D97-AF65-F5344CB8AC3E}">
        <p14:creationId xmlns:p14="http://schemas.microsoft.com/office/powerpoint/2010/main" val="246609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B1FCF-D96C-42BB-939D-A960A11B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759F7-51DA-4EBD-8101-60983721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043B7-E14D-4FF7-8213-2262AB8E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an information card for one pilgrimage.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4022E-9D63-4515-B791-47836818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it with the second in two sentences.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F788A-6748-4A17-974E-67FD7C07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makes a place sacred.</a:t>
            </a:r>
          </a:p>
        </p:txBody>
      </p:sp>
    </p:spTree>
    <p:extLst>
      <p:ext uri="{BB962C8B-B14F-4D97-AF65-F5344CB8AC3E}">
        <p14:creationId xmlns:p14="http://schemas.microsoft.com/office/powerpoint/2010/main" val="10867733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D2AD3-252F-4000-B551-C6134D73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E3664-D788-49E9-A535-EE89B935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581E8-03FE-40DB-8F61-1A2C45B9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travel-style information card: where, what happens, why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3A027-38A2-4855-92A9-57CCD88F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E6C63-419D-4901-9188-353F2A9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3137039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5D3BB-8019-4ECD-9A44-186A74AF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F8196-E68A-4C1A-BD6E-D0C94791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35C02-C464-4533-A981-E501B86D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reason pilgrimage may matter to a believer.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B2CFA-5053-4B68-B4A4-46CD5E80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all Christians go on pilgrimage?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35599-E98B-41D0-8E15-8D6A5B8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5173067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9D490-4C8A-4936-B845-D285DBE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Hajj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176DC-369D-4A2B-B656-04E884CD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FF2D5-AC92-4115-B312-BA3D239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Hajj is a pilgrimage to Makkah and one of the Five Pillars of Islam. It is a duty once in a lifetime for Muslims who are physically and financially able. Ihram is a sacred state. Men commonly wear two plain white cloths; women wear modest clothing. Pilgrims circle the Ka‘bah.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58151-7FF9-4B31-9A0C-5FCA8613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37663-3996-4724-92A1-CC3CE89C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4261477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C0DAB-0320-48C8-89D3-E25D86F3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Why Hajj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34365-DD61-49EB-B5B6-DFAEB974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C8DEB-CDDA-40F5-80CB-DA387B26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Practices during Hajj can express equality and shared commitment before God. Pilgrims have different personal experiences; clothing alone does not tell us what an individual believes.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C2756-04F6-4843-89DD-A5106F3C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92633-8E26-42CC-A3A5-907DAC6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Pilgrims describe their experiences differently.</a:t>
            </a:r>
          </a:p>
        </p:txBody>
      </p:sp>
    </p:spTree>
    <p:extLst>
      <p:ext uri="{BB962C8B-B14F-4D97-AF65-F5344CB8AC3E}">
        <p14:creationId xmlns:p14="http://schemas.microsoft.com/office/powerpoint/2010/main" val="9228025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D3B1E-64D3-43AD-8124-0E103451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Lourdes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AC754-938C-4AA6-BAAD-E09C7125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36BA1-759B-49A4-882A-450E361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Lourdes in France is a Catholic pilgrimage site. In 1858 a girl called Bernadette reported visions of Mary there. Pilgrims pray, join processions and many bathe in or collect the spring water.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31787-B580-4B05-9AB6-452A8EF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CC381-241D-45F4-9D5A-93C55937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Christians differ on pilgrimage. Many never go on one.</a:t>
            </a:r>
          </a:p>
        </p:txBody>
      </p:sp>
    </p:spTree>
    <p:extLst>
      <p:ext uri="{BB962C8B-B14F-4D97-AF65-F5344CB8AC3E}">
        <p14:creationId xmlns:p14="http://schemas.microsoft.com/office/powerpoint/2010/main" val="5177000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19566-E001-49BB-B365-AB52A6A5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Place → action →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A026C-B1C7-4B70-AE40-D7800EC3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B0E09-C9B0-46F4-A269-EB237F34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Where is it? What do pilgrims do? What does it mean to them?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0F66C-3E40-4A72-9D28-EA37BBD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6768E-8FA1-47CA-B145-7935840C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Three questions are a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415870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2026-09-19T18:26:24.9800000Z</dcterms:created>
  <dcterms:modified xsi:type="dcterms:W3CDTF">2026-09-19T18:26:24.9800000Z</dcterms:modified>
</coreProperties>
</file>