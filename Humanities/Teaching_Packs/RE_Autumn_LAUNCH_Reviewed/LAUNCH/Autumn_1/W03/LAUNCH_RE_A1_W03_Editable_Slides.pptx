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37596eecb8747ab" Type="http://schemas.openxmlformats.org/package/2006/relationships/metadata/core-properties" Target="docProps/core.xml"/><Relationship Id="Rd2ed903c72524b4e" Type="http://schemas.openxmlformats.org/officeDocument/2006/relationships/extended-properties" Target="docProps/app.xml"/><Relationship Id="Rd9ba02397e504dbd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c72a9c505b4675"/>
  </p:sldMasterIdLst>
  <p:notesMasterIdLst>
    <p:notesMasterId xmlns:r="http://schemas.openxmlformats.org/officeDocument/2006/relationships" r:id="R2f7845e055c54cbd"/>
  </p:notesMasterIdLst>
  <p:sldIdLst>
    <p:sldId xmlns:r="http://schemas.openxmlformats.org/officeDocument/2006/relationships" id="256" r:id="Rb779c3c706d2440c"/>
    <p:sldId xmlns:r="http://schemas.openxmlformats.org/officeDocument/2006/relationships" id="257" r:id="R4da13e2760f44216"/>
    <p:sldId xmlns:r="http://schemas.openxmlformats.org/officeDocument/2006/relationships" id="258" r:id="R1816966870814cf0"/>
    <p:sldId xmlns:r="http://schemas.openxmlformats.org/officeDocument/2006/relationships" id="259" r:id="R4a05b79fb3004792"/>
    <p:sldId xmlns:r="http://schemas.openxmlformats.org/officeDocument/2006/relationships" id="260" r:id="R75c7a53a152348c0"/>
    <p:sldId xmlns:r="http://schemas.openxmlformats.org/officeDocument/2006/relationships" id="261" r:id="R58e1fa8f749245e8"/>
    <p:sldId xmlns:r="http://schemas.openxmlformats.org/officeDocument/2006/relationships" id="262" r:id="R202ae2b32d814711"/>
    <p:sldId xmlns:r="http://schemas.openxmlformats.org/officeDocument/2006/relationships" id="263" r:id="Ra4913a1a4b7a4673"/>
    <p:sldId xmlns:r="http://schemas.openxmlformats.org/officeDocument/2006/relationships" id="264" r:id="Rbf2313f3ee3141b8"/>
    <p:sldId xmlns:r="http://schemas.openxmlformats.org/officeDocument/2006/relationships" id="265" r:id="R5d7006bcabbf4ebb"/>
    <p:sldId xmlns:r="http://schemas.openxmlformats.org/officeDocument/2006/relationships" id="266" r:id="Re86379b67aa6416b"/>
    <p:sldId xmlns:r="http://schemas.openxmlformats.org/officeDocument/2006/relationships" id="267" r:id="Rdf4ff3d38f4140c1"/>
    <p:sldId xmlns:r="http://schemas.openxmlformats.org/officeDocument/2006/relationships" id="268" r:id="Rcd48bdbb8f3948fd"/>
    <p:sldId xmlns:r="http://schemas.openxmlformats.org/officeDocument/2006/relationships" id="269" r:id="R5bee8a3513184348"/>
    <p:sldId xmlns:r="http://schemas.openxmlformats.org/officeDocument/2006/relationships" id="270" r:id="R62aa1f23c4c346e2"/>
    <p:sldId xmlns:r="http://schemas.openxmlformats.org/officeDocument/2006/relationships" id="271" r:id="Redb21139401c4b08"/>
    <p:sldId xmlns:r="http://schemas.openxmlformats.org/officeDocument/2006/relationships" id="272" r:id="R1d11aa6cfd83437e"/>
    <p:sldId xmlns:r="http://schemas.openxmlformats.org/officeDocument/2006/relationships" id="273" r:id="R84a337c10fd74f95"/>
    <p:sldId xmlns:r="http://schemas.openxmlformats.org/officeDocument/2006/relationships" id="274" r:id="Rad59c5aa9b704f07"/>
    <p:sldId xmlns:r="http://schemas.openxmlformats.org/officeDocument/2006/relationships" id="275" r:id="Rc76c423cedd940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816966870814cf0" Type="http://schemas.openxmlformats.org/officeDocument/2006/relationships/slide" Target="slides/slide3.xml"/><Relationship Id="R1d11aa6cfd83437e" Type="http://schemas.openxmlformats.org/officeDocument/2006/relationships/slide" Target="slides/slide17.xml"/><Relationship Id="R202ae2b32d814711" Type="http://schemas.openxmlformats.org/officeDocument/2006/relationships/slide" Target="slides/slide7.xml"/><Relationship Id="R21c72a9c505b4675" Type="http://schemas.openxmlformats.org/officeDocument/2006/relationships/slideMaster" Target="slideMasters/slideMaster1.xml"/><Relationship Id="R2f7845e055c54cbd" Type="http://schemas.openxmlformats.org/officeDocument/2006/relationships/notesMaster" Target="notesMasters/notesMaster1.xml"/><Relationship Id="R4a05b79fb3004792" Type="http://schemas.openxmlformats.org/officeDocument/2006/relationships/slide" Target="slides/slide4.xml"/><Relationship Id="R4da13e2760f44216" Type="http://schemas.openxmlformats.org/officeDocument/2006/relationships/slide" Target="slides/slide2.xml"/><Relationship Id="R58e1fa8f749245e8" Type="http://schemas.openxmlformats.org/officeDocument/2006/relationships/slide" Target="slides/slide6.xml"/><Relationship Id="R5bee8a3513184348" Type="http://schemas.openxmlformats.org/officeDocument/2006/relationships/slide" Target="slides/slide14.xml"/><Relationship Id="R5d7006bcabbf4ebb" Type="http://schemas.openxmlformats.org/officeDocument/2006/relationships/slide" Target="slides/slide10.xml"/><Relationship Id="R62aa1f23c4c346e2" Type="http://schemas.openxmlformats.org/officeDocument/2006/relationships/slide" Target="slides/slide15.xml"/><Relationship Id="R75c7a53a152348c0" Type="http://schemas.openxmlformats.org/officeDocument/2006/relationships/slide" Target="slides/slide5.xml"/><Relationship Id="R84a337c10fd74f95" Type="http://schemas.openxmlformats.org/officeDocument/2006/relationships/slide" Target="slides/slide18.xml"/><Relationship Id="Ra4913a1a4b7a4673" Type="http://schemas.openxmlformats.org/officeDocument/2006/relationships/slide" Target="slides/slide8.xml"/><Relationship Id="Rad59c5aa9b704f07" Type="http://schemas.openxmlformats.org/officeDocument/2006/relationships/slide" Target="slides/slide19.xml"/><Relationship Id="Rb779c3c706d2440c" Type="http://schemas.openxmlformats.org/officeDocument/2006/relationships/slide" Target="slides/slide1.xml"/><Relationship Id="Rbf2313f3ee3141b8" Type="http://schemas.openxmlformats.org/officeDocument/2006/relationships/slide" Target="slides/slide9.xml"/><Relationship Id="Rc3108809a0194113" Type="http://schemas.openxmlformats.org/officeDocument/2006/relationships/presProps" Target="presProps.xml"/><Relationship Id="Rc76c423cedd94042" Type="http://schemas.openxmlformats.org/officeDocument/2006/relationships/slide" Target="slides/slide20.xml"/><Relationship Id="Rcd48bdbb8f3948fd" Type="http://schemas.openxmlformats.org/officeDocument/2006/relationships/slide" Target="slides/slide13.xml"/><Relationship Id="Rdf4ff3d38f4140c1" Type="http://schemas.openxmlformats.org/officeDocument/2006/relationships/slide" Target="slides/slide12.xml"/><Relationship Id="Re5dde050573a422e" Type="http://schemas.openxmlformats.org/officeDocument/2006/relationships/tableStyles" Target="tableStyles.xml"/><Relationship Id="Re86379b67aa6416b" Type="http://schemas.openxmlformats.org/officeDocument/2006/relationships/slide" Target="slides/slide11.xml"/><Relationship Id="Redb21139401c4b08" Type="http://schemas.openxmlformats.org/officeDocument/2006/relationships/slide" Target="slides/slide16.xml"/><Relationship Id="Refd5c2f8ca1b460e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f6531f8258e440c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3888c7cc95b4b7e" Type="http://schemas.openxmlformats.org/officeDocument/2006/relationships/notesMaster" Target="../notesMasters/notesMaster1.xml"/><Relationship Id="Rb647e442e7774ab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58f17a94fe74c51" Type="http://schemas.openxmlformats.org/officeDocument/2006/relationships/notesMaster" Target="../notesMasters/notesMaster1.xml"/><Relationship Id="Re2a465fc083b436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81803a7f3f54a2e" Type="http://schemas.openxmlformats.org/officeDocument/2006/relationships/slide" Target="../slides/slide3.xml"/><Relationship Id="Rde8aa3b99f5a496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ca7bcdee7614369" Type="http://schemas.openxmlformats.org/officeDocument/2006/relationships/notesMaster" Target="../notesMasters/notesMaster1.xml"/><Relationship Id="R3287a63106fd418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12340983110456f" Type="http://schemas.openxmlformats.org/officeDocument/2006/relationships/notesMaster" Target="../notesMasters/notesMaster1.xml"/><Relationship Id="Rd79aef0c64e247c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ea9456dfe3547e3" Type="http://schemas.openxmlformats.org/officeDocument/2006/relationships/notesMaster" Target="../notesMasters/notesMaster1.xml"/><Relationship Id="Rbb022bbaf62d45b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efdb07e5d14455a" Type="http://schemas.openxmlformats.org/officeDocument/2006/relationships/notesMaster" Target="../notesMasters/notesMaster1.xml"/><Relationship Id="Rc9381370db544c4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65d4a1c98814f31" Type="http://schemas.openxmlformats.org/officeDocument/2006/relationships/notesMaster" Target="../notesMasters/notesMaster1.xml"/><Relationship Id="Ra0c657c664a7428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d28b99611f5436f" Type="http://schemas.openxmlformats.org/officeDocument/2006/relationships/notesMaster" Target="../notesMasters/notesMaster1.xml"/><Relationship Id="R7d37581a48b04be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1f3cca9f61a461c" Type="http://schemas.openxmlformats.org/officeDocument/2006/relationships/notesMaster" Target="../notesMasters/notesMaster1.xml"/><Relationship Id="R6fa64de2d34241b7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e5ee8c0b3a04470" Type="http://schemas.openxmlformats.org/officeDocument/2006/relationships/slide" Target="../slides/slide11.xml"/><Relationship Id="Rea1e2ea6697b4469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5e1f09acbd74796" Type="http://schemas.openxmlformats.org/officeDocument/2006/relationships/notesMaster" Target="../notesMasters/notesMaster1.xml"/><Relationship Id="R46735b41d2d544a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3dfa55c5fe44e11" Type="http://schemas.openxmlformats.org/officeDocument/2006/relationships/notesMaster" Target="../notesMasters/notesMaster1.xml"/><Relationship Id="R4b82f101518d494f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1298fe67654e4743" Type="http://schemas.openxmlformats.org/officeDocument/2006/relationships/notesMaster" Target="../notesMasters/notesMaster1.xml"/><Relationship Id="Rc9514042bbb84f80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48bce87d9274a6c" Type="http://schemas.openxmlformats.org/officeDocument/2006/relationships/notesMaster" Target="../notesMasters/notesMaster1.xml"/><Relationship Id="Rc25fa816cc2c47d5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92d2046852654c3c" Type="http://schemas.openxmlformats.org/officeDocument/2006/relationships/notesMaster" Target="../notesMasters/notesMaster1.xml"/><Relationship Id="R9f49a51630cb4c1a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ba7244b12a114994" Type="http://schemas.openxmlformats.org/officeDocument/2006/relationships/slide" Target="../slides/slide17.xml"/><Relationship Id="Rf8a237e1440442a3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776621e6d1084ed3" Type="http://schemas.openxmlformats.org/officeDocument/2006/relationships/slide" Target="../slides/slide18.xml"/><Relationship Id="Rced6dc7191a7427c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8d4b8c3dc2c24e34" Type="http://schemas.openxmlformats.org/officeDocument/2006/relationships/slide" Target="../slides/slide19.xml"/><Relationship Id="Rfb168ae901464da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1cdc0d7c5b8e4097" Type="http://schemas.openxmlformats.org/officeDocument/2006/relationships/notesMaster" Target="../notesMasters/notesMaster1.xml"/><Relationship Id="R245f8d24355b47d6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For example: Christians believe in God as Trinity; Humanists believe this is our only life.</a:t>
            </a:r>
          </a:p>
          <a:p xmlns:a="http://schemas.openxmlformats.org/drawingml/2006/main">
            <a:r>
              <a:t>Choose: A source people trust to guide what they believe or do OR Writing that is holy to a religion, such as the Bible or the Qur’an. Answer: A source people trust to guide what they believe or 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A source people trust to guide what they believe or do.</a:t>
            </a:r>
          </a:p>
          <a:p xmlns:a="http://schemas.openxmlformats.org/drawingml/2006/main">
            <a:r>
              <a:t>Give a reason when ready. Answer: No. It is a trusted source of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Match each fictional decision to a source the person might turn to. Link the evidence to the enquiry.</a:t>
            </a:r>
          </a:p>
          <a:p xmlns:a="http://schemas.openxmlformats.org/drawingml/2006/main">
            <a:r>
              <a:t>Explain what a person might do when two sources of authority disagree.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Amira reads what the Qur’an says about honesty — Sacred text — She turns to a holy book for guidance.</a:t>
            </a:r>
          </a:p>
          <a:p xmlns:a="http://schemas.openxmlformats.org/drawingml/2006/main">
            <a:r>
              <a:t>Joe talks it through with his priest — Religious leader — He trusts a leader’s advice.</a:t>
            </a:r>
          </a:p>
          <a:p xmlns:a="http://schemas.openxmlformats.org/drawingml/2006/main">
            <a:r>
              <a:t>Priya weighs the likely consequences for everyone — Reason — She uses evidence and reasoning.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___ may guide them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___ may guide them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what a person might do when two sources of authority disagree.</a:t>
            </a:r>
          </a:p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source people trust to guide what they believe or do.</a:t>
            </a:r>
          </a:p>
          <a:p xmlns:a="http://schemas.openxmlformats.org/drawingml/2006/main">
            <a:r>
              <a:t>No. It is a trusted source of guidance.</a:t>
            </a:r>
          </a:p>
          <a:p xmlns:a="http://schemas.openxmlformats.org/drawingml/2006/main">
            <a:r>
              <a:t>Support: ___ may guide them because ___.</a:t>
            </a:r>
          </a:p>
          <a:p xmlns:a="http://schemas.openxmlformats.org/drawingml/2006/main">
            <a:r>
              <a:t>Extension: Explain what a person might do when two sources of authority disagree.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scenario explained: which source might guide the person and why.</a:t>
            </a:r>
          </a:p>
          <a:p xmlns:a="http://schemas.openxmlformats.org/drawingml/2006/main">
            <a:r>
              <a:t>Icon-supported source cards; one scenario at a time; 2-3 answer choices; read-aloud; sentence stem ' may guide them because...'.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28619c1e084449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eba922dcd004f5a" Type="http://schemas.openxmlformats.org/officeDocument/2006/relationships/theme" Target="theme/theme2.xml"/><Relationship Id="Rf81230b3d6ed476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1230b3d6ed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b251213a6a54105" Type="http://schemas.openxmlformats.org/officeDocument/2006/relationships/slideLayout" Target="../slideLayouts/slideLayout1.xml"/><Relationship Id="Ra3a6c7f217b74c8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665737e1f8946a2" Type="http://schemas.openxmlformats.org/officeDocument/2006/relationships/notesSlide" Target="../notesSlides/notesSlide2.xml"/><Relationship Id="R4c26b8f850b740d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b14228b3f2184ba7" Type="http://schemas.openxmlformats.org/officeDocument/2006/relationships/notesSlide" Target="../notesSlides/notesSlide3.xml"/><Relationship Id="Rd8a372d932e3408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f2f4505a80c46d7" Type="http://schemas.openxmlformats.org/officeDocument/2006/relationships/notesSlide" Target="../notesSlides/notesSlide4.xml"/><Relationship Id="R77b56877ed4845d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317aeab25a24cc8" Type="http://schemas.openxmlformats.org/officeDocument/2006/relationships/image" Target="../media/image.png"/><Relationship Id="R9fd2946de2ae4395" Type="http://schemas.openxmlformats.org/officeDocument/2006/relationships/slideLayout" Target="../slideLayouts/slideLayout1.xml"/><Relationship Id="Rc72dc3bfae424a1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81e8e1079614b5d" Type="http://schemas.openxmlformats.org/officeDocument/2006/relationships/slideLayout" Target="../slideLayouts/slideLayout1.xml"/><Relationship Id="R7753c57bb0984a9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abdc81fc49d48c4" Type="http://schemas.openxmlformats.org/officeDocument/2006/relationships/slideLayout" Target="../slideLayouts/slideLayout1.xml"/><Relationship Id="R5693f2504bb6403f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ba8275c7ca954aae" Type="http://schemas.openxmlformats.org/officeDocument/2006/relationships/notesSlide" Target="../notesSlides/notesSlide8.xml"/><Relationship Id="Rfe24b34fb0e84fa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af5ee6a34544e3f" Type="http://schemas.openxmlformats.org/officeDocument/2006/relationships/notesSlide" Target="../notesSlides/notesSlide9.xml"/><Relationship Id="R81fa57db0432446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81fa626b3064bd3" Type="http://schemas.openxmlformats.org/officeDocument/2006/relationships/slideLayout" Target="../slideLayouts/slideLayout1.xml"/><Relationship Id="R1db499cec4b1463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dae059984d2459b" Type="http://schemas.openxmlformats.org/officeDocument/2006/relationships/notesSlide" Target="../notesSlides/notesSlide11.xml"/><Relationship Id="R91703f5fe7c24e4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40da9b4573940fb" Type="http://schemas.openxmlformats.org/officeDocument/2006/relationships/slideLayout" Target="../slideLayouts/slideLayout1.xml"/><Relationship Id="Rc4340e25066449ed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24fb7edac424510" Type="http://schemas.openxmlformats.org/officeDocument/2006/relationships/slideLayout" Target="../slideLayouts/slideLayout1.xml"/><Relationship Id="Rd7bffd5b344d4cac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81d489b9d3134668" Type="http://schemas.openxmlformats.org/officeDocument/2006/relationships/notesSlide" Target="../notesSlides/notesSlide14.xml"/><Relationship Id="Ra8debfddb86c41ac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41aa9d21f30d4ba2" Type="http://schemas.openxmlformats.org/officeDocument/2006/relationships/notesSlide" Target="../notesSlides/notesSlide15.xml"/><Relationship Id="R4509c4bdae20488c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7d889c2838904408" Type="http://schemas.openxmlformats.org/officeDocument/2006/relationships/slideLayout" Target="../slideLayouts/slideLayout1.xml"/><Relationship Id="Rf8f4c9026c87453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48068357a2784539" Type="http://schemas.openxmlformats.org/officeDocument/2006/relationships/slideLayout" Target="../slideLayouts/slideLayout1.xml"/><Relationship Id="Rbdeb164afd9e417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41a36a02258b4e8e" Type="http://schemas.openxmlformats.org/officeDocument/2006/relationships/slideLayout" Target="../slideLayouts/slideLayout1.xml"/><Relationship Id="Rac2e70606d5e4d8c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7b7da74504c467d" Type="http://schemas.openxmlformats.org/officeDocument/2006/relationships/notesSlide" Target="../notesSlides/notesSlide19.xml"/><Relationship Id="R88a71e18d8854948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6ca88df488094826" Type="http://schemas.openxmlformats.org/officeDocument/2006/relationships/slideLayout" Target="../slideLayouts/slideLayout1.xml"/><Relationship Id="Rb1161535f39c4950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BC6BA-CB66-4006-A87E-7BA38166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Sources of authority and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4B0E3-C2E3-49DA-A9BF-54EB2D5D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AD0B6-7CC7-44FD-96CA-4610C329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Recognise a source of authority or meaning and explain how it may guide a believer or non- religious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A28EE-DC23-4388-A72F-AF11A091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1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22DD9-C1B6-425D-999C-E32B9548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732699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36985-AF03-4FD0-BDE7-A2A68C0A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C5A97-5C88-401A-A422-87BB27BF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97471-5B5C-4E42-A9B9-6D738AE8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Name one belief from each worldview.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C5292-91C0-41B4-BD4A-F7816252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authority?</a:t>
            </a:r>
          </a:p>
        </p:txBody>
      </p:sp>
    </p:spTree>
    <p:extLst>
      <p:ext uri="{BB962C8B-B14F-4D97-AF65-F5344CB8AC3E}">
        <p14:creationId xmlns:p14="http://schemas.microsoft.com/office/powerpoint/2010/main" val="396093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62387-3F83-47AC-ACFC-C8EB9A74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1BE23-3E1E-4F12-B6F0-5A83FF11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54F40-B5B7-4C63-A3D7-206D4DE0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Define “authority” in 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E4ECB-ACC5-44B0-9A8C-3B9BDE55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authority in RE the same as being in charge?</a:t>
            </a:r>
          </a:p>
        </p:txBody>
      </p:sp>
    </p:spTree>
    <p:extLst>
      <p:ext uri="{BB962C8B-B14F-4D97-AF65-F5344CB8AC3E}">
        <p14:creationId xmlns:p14="http://schemas.microsoft.com/office/powerpoint/2010/main" val="10617423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2C11E-9394-4C5F-A8C9-C944D8A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2DA3C-42B9-4F21-8D19-8B314CE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DEB7B-6147-4FB8-889E-C189A5D5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authority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 people trust to guide what they believe or 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FA0E8-0576-46F5-9FD4-77CE535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sacred text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Writing that is holy to a religion, such as the Bible or the Qur’an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5CDBE-C6BE-46D0-AC10-771656F5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conscience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person’s inner sense of right and wrong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8FABB-3BC8-47C0-BC0B-E4099FC6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Beliefs and practices passed down over time</a:t>
            </a:r>
          </a:p>
        </p:txBody>
      </p:sp>
    </p:spTree>
    <p:extLst>
      <p:ext uri="{BB962C8B-B14F-4D97-AF65-F5344CB8AC3E}">
        <p14:creationId xmlns:p14="http://schemas.microsoft.com/office/powerpoint/2010/main" val="452897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9A163-CAF4-43F6-A79A-B70648B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68C33-F4DA-4425-B09A-E1B4287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7aeab25a24cc8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1DCA1-FC87-4AF7-B651-C36EEC6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or what can guide a difficult decision?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52667-E007-41E2-8F57-E9F316D8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each. Could it guide someone?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0D89B-F4CE-4BF1-B5E7-4E319A30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848898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8A0A9-BBC8-4259-83B4-A6ECC013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E5825-037D-4E2C-8683-5EFCAD9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D86B3-7494-42DE-ABCF-C9453D4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Define “authority” in RE.</a:t>
            </a:r>
          </a:p>
        </p:txBody>
      </p:sp>
    </p:spTree>
    <p:extLst>
      <p:ext uri="{BB962C8B-B14F-4D97-AF65-F5344CB8AC3E}">
        <p14:creationId xmlns:p14="http://schemas.microsoft.com/office/powerpoint/2010/main" val="511003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16BF1-3650-4795-8CE9-71DB9B82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D23FD-3723-4FA0-A771-0441609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FE255-930B-451C-A9C8-42C2F65B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Authority is not “being in charge”: A boss can give orders. An authority in RE is a source a person chooses to trust for guidance.</a:t>
            </a:r>
          </a:p>
        </p:txBody>
      </p:sp>
    </p:spTree>
    <p:extLst>
      <p:ext uri="{BB962C8B-B14F-4D97-AF65-F5344CB8AC3E}">
        <p14:creationId xmlns:p14="http://schemas.microsoft.com/office/powerpoint/2010/main" val="826038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28B9C-39FF-4462-A6A5-056F584D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566F1-9140-440B-A493-7A14595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87949-0DFF-4E59-8761-72009343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source people trust to guide what they believe or do.</a:t>
            </a:r>
          </a:p>
        </p:txBody>
      </p:sp>
    </p:spTree>
    <p:extLst>
      <p:ext uri="{BB962C8B-B14F-4D97-AF65-F5344CB8AC3E}">
        <p14:creationId xmlns:p14="http://schemas.microsoft.com/office/powerpoint/2010/main" val="1216455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93725-F3D6-461B-8D9C-7D88F548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24D71-BE9D-4136-B71B-C9144465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FE65E-88F1-4A91-AE0A-2FAF9B52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authority in RE the same as being in charge? No. It is a trusted source of guidance.</a:t>
            </a:r>
          </a:p>
        </p:txBody>
      </p:sp>
    </p:spTree>
    <p:extLst>
      <p:ext uri="{BB962C8B-B14F-4D97-AF65-F5344CB8AC3E}">
        <p14:creationId xmlns:p14="http://schemas.microsoft.com/office/powerpoint/2010/main" val="725816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57EEA-F3E5-4E92-8359-7F7B96F0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EC208-6B3D-4B3D-9E2E-C4B83697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5714C-4A41-4131-BBD9-72105DCD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fictional decision to a source the person might turn 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5F512-0766-41AA-95B8-0F928113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that source could guide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4E045-3737-49AB-90A5-63636B1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323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17243-0A73-4058-A5CE-2D243E34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C22CF-9C45-4045-8E9B-58321A8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FAE4B-030A-4412-A1B9-BAB4F3F6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Amira reads what the Qur’an says about honesty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8F024-09F0-4483-AFA1-BFB9BF4A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Joe talks it through with his priest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B80D8-F034-4B8F-906D-8767759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Priya weighs the likely consequences for everyone</a:t>
            </a:r>
          </a:p>
        </p:txBody>
      </p:sp>
    </p:spTree>
    <p:extLst>
      <p:ext uri="{BB962C8B-B14F-4D97-AF65-F5344CB8AC3E}">
        <p14:creationId xmlns:p14="http://schemas.microsoft.com/office/powerpoint/2010/main" val="3985654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014D0-4558-4FBB-8EE8-68680B6B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E3C0F-2C85-4A31-96DE-C1FA3D86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623F1-8524-4CC1-B78F-14FC4636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scenario and listen to it read aloud.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293AF-1896-4968-BC43-7C0ADD13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the source from two or three options.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AE992-7F4F-4838-A8BA-319F279F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___ may guide them because ___.</a:t>
            </a:r>
          </a:p>
        </p:txBody>
      </p:sp>
    </p:spTree>
    <p:extLst>
      <p:ext uri="{BB962C8B-B14F-4D97-AF65-F5344CB8AC3E}">
        <p14:creationId xmlns:p14="http://schemas.microsoft.com/office/powerpoint/2010/main" val="19535943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5CF61-BB6B-4408-9D3D-F7EB7E3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8D476-6312-48CD-AA47-EA757F2F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D13E6-C0AF-4385-BF27-7E35AAAF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scenario.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095FA-4186-4BA3-B26E-936B8378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which source might guide the person.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4D7C-8EAA-4C9D-A4B0-F4A6DDDA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why, using the word “authority”.</a:t>
            </a:r>
          </a:p>
        </p:txBody>
      </p:sp>
    </p:spTree>
    <p:extLst>
      <p:ext uri="{BB962C8B-B14F-4D97-AF65-F5344CB8AC3E}">
        <p14:creationId xmlns:p14="http://schemas.microsoft.com/office/powerpoint/2010/main" val="284732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D9397-7034-47AC-A146-6EE58BF3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83DC3-3B36-4054-B53F-8F139F0E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AF9B7-2062-4004-A469-245E0FA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scenario and two possible 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1DA9A-DE4F-4EE8-A9B6-EBB46E85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each might guide the person.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24C35-3140-4756-A74C-5C2091E0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they could do if the sources disagree.</a:t>
            </a:r>
          </a:p>
        </p:txBody>
      </p:sp>
    </p:spTree>
    <p:extLst>
      <p:ext uri="{BB962C8B-B14F-4D97-AF65-F5344CB8AC3E}">
        <p14:creationId xmlns:p14="http://schemas.microsoft.com/office/powerpoint/2010/main" val="15605715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3B92B-F984-4C52-8504-0A8CC0EF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05ABA-94A3-471A-A5E1-D39AB21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D6612-7A1E-4F64-9EB7-84E859DD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scenario explained: which source might guide the person and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1EF45-5840-4D59-91A1-6A8C94EB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AD6AC-13C9-4EE5-B3BA-CC588FCD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143946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2B165-1762-4A82-819A-65708B88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4FFBC-3C45-48AB-8339-375F04D7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98465-2386-4F25-A931-8FED58D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Define “authority” in 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53648-F73F-4145-92C3-05E909FE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authority in RE the same as being in charge?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92D1A-BF80-4618-AF91-FFD71330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262682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C144D-6057-4D17-BBA5-FCB6DEDF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Religious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DB8CC-ECCD-4869-9D26-D327BA6F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223DB-5F94-4696-A44C-037B849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believers turn to sacred texts, religious leaders such as a priest, imam or rabbi, and the traditions of their community.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1FEBC-1571-45BE-B5CB-03F67366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9E1C5-E450-426A-8F83-99A302D4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Belief and practice vary between individuals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804287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956D1-5349-4C11-8A3B-D9E26FD3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Non-religious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C92DD-6329-40F5-B2E4-0059A32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7D92F-81BD-4681-B21A-E1104F68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non-religious people turn to reason, evidence, conscience and the experience of people they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817E8-EFDE-4E6E-876D-091E34AF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412DA-9D7F-4155-A5D1-44EE1F83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Religious people use reason and conscience too.</a:t>
            </a:r>
          </a:p>
        </p:txBody>
      </p:sp>
    </p:spTree>
    <p:extLst>
      <p:ext uri="{BB962C8B-B14F-4D97-AF65-F5344CB8AC3E}">
        <p14:creationId xmlns:p14="http://schemas.microsoft.com/office/powerpoint/2010/main" val="15758376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BD603-3AD2-490A-8008-5E44DFC8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Authority is not “being in charge”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89D5D-1E13-4D00-9986-183D81AA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E37A7-A2E1-4332-9813-3C4F909F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boss can give orders. An authority in RE is a source a person chooses to trust for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23D2A-E8D7-46A5-8D3B-419A055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5BDF2-A7D3-4F61-9F42-FF5F39E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People can question an authority and still respect it.</a:t>
            </a:r>
          </a:p>
        </p:txBody>
      </p:sp>
    </p:spTree>
    <p:extLst>
      <p:ext uri="{BB962C8B-B14F-4D97-AF65-F5344CB8AC3E}">
        <p14:creationId xmlns:p14="http://schemas.microsoft.com/office/powerpoint/2010/main" val="15068703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4DE8D-9B00-49B6-80A9-22D39C56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F8C52-AE1F-46CF-AA46-611A999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B64D1-F4BE-4A91-A5A6-DC7AB3F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Amira must decide whether to report a friend who is stealing at work. Joe must decide whether to take a job that means working every Sunday.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DCBB9-27E8-45D7-8AB5-0EDDCBB0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EAF5C-327E-4A45-8236-1F26E5F7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605670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2026-09-19T18:26:52.3100000Z</dcterms:created>
  <dcterms:modified xsi:type="dcterms:W3CDTF">2026-09-19T18:26:52.3100000Z</dcterms:modified>
</coreProperties>
</file>