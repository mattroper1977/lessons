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8a56d33be1143f9" Type="http://schemas.openxmlformats.org/officeDocument/2006/relationships/extended-properties" Target="docProps/app.xml"/><Relationship Id="R89774aee95564eaa" Type="http://schemas.openxmlformats.org/package/2006/relationships/metadata/core-properties" Target="docProps/core.xml"/><Relationship Id="Rf2c526d542f149c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c195133b66418c"/>
  </p:sldMasterIdLst>
  <p:notesMasterIdLst>
    <p:notesMasterId xmlns:r="http://schemas.openxmlformats.org/officeDocument/2006/relationships" r:id="R2b9741b18ef54b44"/>
  </p:notesMasterIdLst>
  <p:sldIdLst>
    <p:sldId xmlns:r="http://schemas.openxmlformats.org/officeDocument/2006/relationships" id="256" r:id="R0f07987103cb4182"/>
    <p:sldId xmlns:r="http://schemas.openxmlformats.org/officeDocument/2006/relationships" id="257" r:id="R62d51ec261e14c40"/>
    <p:sldId xmlns:r="http://schemas.openxmlformats.org/officeDocument/2006/relationships" id="258" r:id="R6d0cfd2eda5548e8"/>
    <p:sldId xmlns:r="http://schemas.openxmlformats.org/officeDocument/2006/relationships" id="259" r:id="R3da5472a4346462c"/>
    <p:sldId xmlns:r="http://schemas.openxmlformats.org/officeDocument/2006/relationships" id="260" r:id="R3a9e8b93f15547e1"/>
    <p:sldId xmlns:r="http://schemas.openxmlformats.org/officeDocument/2006/relationships" id="261" r:id="R8b7c02eb6337455f"/>
    <p:sldId xmlns:r="http://schemas.openxmlformats.org/officeDocument/2006/relationships" id="262" r:id="R0e132d9287f94570"/>
    <p:sldId xmlns:r="http://schemas.openxmlformats.org/officeDocument/2006/relationships" id="263" r:id="Rab92cc2aabd249b0"/>
    <p:sldId xmlns:r="http://schemas.openxmlformats.org/officeDocument/2006/relationships" id="264" r:id="Rdbc86e9a8e9448db"/>
    <p:sldId xmlns:r="http://schemas.openxmlformats.org/officeDocument/2006/relationships" id="265" r:id="R3d75ea32e1464f2b"/>
    <p:sldId xmlns:r="http://schemas.openxmlformats.org/officeDocument/2006/relationships" id="266" r:id="R04d03070b34c4320"/>
    <p:sldId xmlns:r="http://schemas.openxmlformats.org/officeDocument/2006/relationships" id="267" r:id="R44b231a0e27b4c36"/>
    <p:sldId xmlns:r="http://schemas.openxmlformats.org/officeDocument/2006/relationships" id="268" r:id="Ra8f598c23a074e0a"/>
    <p:sldId xmlns:r="http://schemas.openxmlformats.org/officeDocument/2006/relationships" id="269" r:id="R8228bc3edb544239"/>
    <p:sldId xmlns:r="http://schemas.openxmlformats.org/officeDocument/2006/relationships" id="270" r:id="R31e9f7a4023b4a78"/>
    <p:sldId xmlns:r="http://schemas.openxmlformats.org/officeDocument/2006/relationships" id="271" r:id="R8802da71ec9e42a7"/>
    <p:sldId xmlns:r="http://schemas.openxmlformats.org/officeDocument/2006/relationships" id="272" r:id="Rdc4c67d8cd8a449b"/>
    <p:sldId xmlns:r="http://schemas.openxmlformats.org/officeDocument/2006/relationships" id="273" r:id="Rc1aabff841d344e7"/>
    <p:sldId xmlns:r="http://schemas.openxmlformats.org/officeDocument/2006/relationships" id="274" r:id="R76accd9f52074454"/>
    <p:sldId xmlns:r="http://schemas.openxmlformats.org/officeDocument/2006/relationships" id="275" r:id="R90c216029f5f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d03070b34c4320" Type="http://schemas.openxmlformats.org/officeDocument/2006/relationships/slide" Target="slides/slide11.xml"/><Relationship Id="R0e132d9287f94570" Type="http://schemas.openxmlformats.org/officeDocument/2006/relationships/slide" Target="slides/slide7.xml"/><Relationship Id="R0f07987103cb4182" Type="http://schemas.openxmlformats.org/officeDocument/2006/relationships/slide" Target="slides/slide1.xml"/><Relationship Id="R2b9741b18ef54b44" Type="http://schemas.openxmlformats.org/officeDocument/2006/relationships/notesMaster" Target="notesMasters/notesMaster1.xml"/><Relationship Id="R31e9f7a4023b4a78" Type="http://schemas.openxmlformats.org/officeDocument/2006/relationships/slide" Target="slides/slide15.xml"/><Relationship Id="R3a9e8b93f15547e1" Type="http://schemas.openxmlformats.org/officeDocument/2006/relationships/slide" Target="slides/slide5.xml"/><Relationship Id="R3d75ea32e1464f2b" Type="http://schemas.openxmlformats.org/officeDocument/2006/relationships/slide" Target="slides/slide10.xml"/><Relationship Id="R3da5472a4346462c" Type="http://schemas.openxmlformats.org/officeDocument/2006/relationships/slide" Target="slides/slide4.xml"/><Relationship Id="R44b231a0e27b4c36" Type="http://schemas.openxmlformats.org/officeDocument/2006/relationships/slide" Target="slides/slide12.xml"/><Relationship Id="R5e3a36ea228c4140" Type="http://schemas.openxmlformats.org/officeDocument/2006/relationships/tableStyles" Target="tableStyles.xml"/><Relationship Id="R62d51ec261e14c40" Type="http://schemas.openxmlformats.org/officeDocument/2006/relationships/slide" Target="slides/slide2.xml"/><Relationship Id="R6d0cfd2eda5548e8" Type="http://schemas.openxmlformats.org/officeDocument/2006/relationships/slide" Target="slides/slide3.xml"/><Relationship Id="R76accd9f52074454" Type="http://schemas.openxmlformats.org/officeDocument/2006/relationships/slide" Target="slides/slide19.xml"/><Relationship Id="R8228bc3edb544239" Type="http://schemas.openxmlformats.org/officeDocument/2006/relationships/slide" Target="slides/slide14.xml"/><Relationship Id="R8802da71ec9e42a7" Type="http://schemas.openxmlformats.org/officeDocument/2006/relationships/slide" Target="slides/slide16.xml"/><Relationship Id="R8b7c02eb6337455f" Type="http://schemas.openxmlformats.org/officeDocument/2006/relationships/slide" Target="slides/slide6.xml"/><Relationship Id="R90c216029f5f4175" Type="http://schemas.openxmlformats.org/officeDocument/2006/relationships/slide" Target="slides/slide20.xml"/><Relationship Id="R9da6e7040bf145c7" Type="http://schemas.openxmlformats.org/officeDocument/2006/relationships/presProps" Target="presProps.xml"/><Relationship Id="Ra8f598c23a074e0a" Type="http://schemas.openxmlformats.org/officeDocument/2006/relationships/slide" Target="slides/slide13.xml"/><Relationship Id="Rab92cc2aabd249b0" Type="http://schemas.openxmlformats.org/officeDocument/2006/relationships/slide" Target="slides/slide8.xml"/><Relationship Id="Rb642cf9c87184d75" Type="http://schemas.openxmlformats.org/officeDocument/2006/relationships/theme" Target="theme/theme1.xml"/><Relationship Id="Rc1aabff841d344e7" Type="http://schemas.openxmlformats.org/officeDocument/2006/relationships/slide" Target="slides/slide18.xml"/><Relationship Id="Rdbc86e9a8e9448db" Type="http://schemas.openxmlformats.org/officeDocument/2006/relationships/slide" Target="slides/slide9.xml"/><Relationship Id="Rdc4c67d8cd8a449b" Type="http://schemas.openxmlformats.org/officeDocument/2006/relationships/slide" Target="slides/slide17.xml"/><Relationship Id="Rfec195133b66418c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c6d4018ca5b6421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e5c2a776c8a4f57" Type="http://schemas.openxmlformats.org/officeDocument/2006/relationships/slide" Target="../slides/slide1.xml"/><Relationship Id="R51f9e47efce74b1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5a7a6869de84f0d" Type="http://schemas.openxmlformats.org/officeDocument/2006/relationships/slide" Target="../slides/slide2.xml"/><Relationship Id="Rd40c40e88d10497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50221198f545e7" Type="http://schemas.openxmlformats.org/officeDocument/2006/relationships/notesMaster" Target="../notesMasters/notesMaster1.xml"/><Relationship Id="R7e1ff3a39523490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8f7ea587119407a" Type="http://schemas.openxmlformats.org/officeDocument/2006/relationships/slide" Target="../slides/slide4.xml"/><Relationship Id="Rf6e4c2803d0d4e7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65a3675197642bb" Type="http://schemas.openxmlformats.org/officeDocument/2006/relationships/slide" Target="../slides/slide5.xml"/><Relationship Id="R9b81daedbf324b5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72125bc29c74e12" Type="http://schemas.openxmlformats.org/officeDocument/2006/relationships/notesMaster" Target="../notesMasters/notesMaster1.xml"/><Relationship Id="Rfc780650cf8f4a0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b8eb9579edb4abc" Type="http://schemas.openxmlformats.org/officeDocument/2006/relationships/slide" Target="../slides/slide7.xml"/><Relationship Id="Rd2a91c4df2224e4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6ad4b26acff4372" Type="http://schemas.openxmlformats.org/officeDocument/2006/relationships/slide" Target="../slides/slide8.xml"/><Relationship Id="Ra1aa74dde37e471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5220dd5aa3948b1" Type="http://schemas.openxmlformats.org/officeDocument/2006/relationships/slide" Target="../slides/slide9.xml"/><Relationship Id="R3dcab1a7430d425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beab06cfa1049ba" Type="http://schemas.openxmlformats.org/officeDocument/2006/relationships/slide" Target="../slides/slide10.xml"/><Relationship Id="R28cfcc1fd00b4a1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4c342c1caa247c0" Type="http://schemas.openxmlformats.org/officeDocument/2006/relationships/notesMaster" Target="../notesMasters/notesMaster1.xml"/><Relationship Id="R6a97ff86e4804d29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60e0173dffa43d3" Type="http://schemas.openxmlformats.org/officeDocument/2006/relationships/notesMaster" Target="../notesMasters/notesMaster1.xml"/><Relationship Id="R7320136fba924fb7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ad1c3182c3d41d1" Type="http://schemas.openxmlformats.org/officeDocument/2006/relationships/slide" Target="../slides/slide13.xml"/><Relationship Id="R6d774da461ab4f3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5e92179ec5324f54" Type="http://schemas.openxmlformats.org/officeDocument/2006/relationships/notesMaster" Target="../notesMasters/notesMaster1.xml"/><Relationship Id="Ra9b8d15b464c435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5d9e1195a774ef3" Type="http://schemas.openxmlformats.org/officeDocument/2006/relationships/slide" Target="../slides/slide15.xml"/><Relationship Id="Reb9bac6e8f354c2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fa4011ff56048eb" Type="http://schemas.openxmlformats.org/officeDocument/2006/relationships/slide" Target="../slides/slide16.xml"/><Relationship Id="R4ec406a4b2054e9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d990bcbbac64a45" Type="http://schemas.openxmlformats.org/officeDocument/2006/relationships/notesMaster" Target="../notesMasters/notesMaster1.xml"/><Relationship Id="Rdedf9d0ae13e4fda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97c181b5004143af" Type="http://schemas.openxmlformats.org/officeDocument/2006/relationships/notesMaster" Target="../notesMasters/notesMaster1.xml"/><Relationship Id="Rff80d4c6d2aa4a6a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0a98b258b5044a96" Type="http://schemas.openxmlformats.org/officeDocument/2006/relationships/notesMaster" Target="../notesMasters/notesMaster1.xml"/><Relationship Id="Rc4ceb1803ce74f48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a8013b837cc4725" Type="http://schemas.openxmlformats.org/officeDocument/2006/relationships/slide" Target="../slides/slide20.xml"/><Relationship Id="R6484b8e24e0f455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source people trust to guide what they believe or do.</a:t>
            </a:r>
          </a:p>
          <a:p xmlns:a="http://schemas.openxmlformats.org/drawingml/2006/main">
            <a:r>
              <a:t>Choose: Something people of different worldviews agree is important OR When people are safe and conflicts are settled without violence. Answer: Something people of different worldviews agree is important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For example, peace, welcome or dialogue.</a:t>
            </a:r>
          </a:p>
          <a:p xmlns:a="http://schemas.openxmlformats.org/drawingml/2006/main">
            <a:r>
              <a:t>Give a reason when ready. Answer: No. It is for everyone.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Inspect each example, then name the value behind the action. Link the evidence to the enquiry.</a:t>
            </a:r>
          </a:p>
          <a:p xmlns:a="http://schemas.openxmlformats.org/drawingml/2006/main">
            <a:r>
              <a:t>Explain why a shared value can unite people who disagree about belief.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mediation group for neighbours — Reconciliation — Card B: peacemaking in practice.</a:t>
            </a:r>
          </a:p>
          <a:p xmlns:a="http://schemas.openxmlformats.org/drawingml/2006/main">
            <a:r>
              <a:t>An open day so neighbours can meet — Welcome and understanding — Card C.</a:t>
            </a:r>
          </a:p>
          <a:p xmlns:a="http://schemas.openxmlformats.org/drawingml/2006/main">
            <a:r>
              <a:t>A debate on resolving conflict — Dialogue — Card D: reason and dialogue.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The value of ___ can lead to ___. This builds peace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of ___ can lead to ___. This builds peace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shared value can unite people who disagree about belief.</a:t>
            </a:r>
          </a:p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example, peace, welcome or dialogue.</a:t>
            </a:r>
          </a:p>
          <a:p xmlns:a="http://schemas.openxmlformats.org/drawingml/2006/main">
            <a:r>
              <a:t>No. It is for everyone.</a:t>
            </a:r>
          </a:p>
          <a:p xmlns:a="http://schemas.openxmlformats.org/drawingml/2006/main">
            <a:r>
              <a:t>Support: The value of ___ can lead to ___. This builds peace because ___.</a:t>
            </a:r>
          </a:p>
          <a:p xmlns:a="http://schemas.openxmlformats.org/drawingml/2006/main">
            <a:r>
              <a:t>Extension: Explain why a shared value can unite people who disagree about belief.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“Peace in Practice” response linking one value to one action.</a:t>
            </a:r>
          </a:p>
          <a:p xmlns:a="http://schemas.openxmlformats.org/drawingml/2006/main">
            <a:r>
              <a:t>Visual examples; limited writing; values word bank; draw/label option; verbal explanation; quiet reflection alternative.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ed4131534bf44d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6d22dbb7354474e" Type="http://schemas.openxmlformats.org/officeDocument/2006/relationships/theme" Target="theme/theme2.xml"/><Relationship Id="R7930ceead50e4d3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0ceead50e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f6f36ff5d54e2e" Type="http://schemas.openxmlformats.org/officeDocument/2006/relationships/slideLayout" Target="../slideLayouts/slideLayout1.xml"/><Relationship Id="R3a870f1280d8405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fcd45344ab14598" Type="http://schemas.openxmlformats.org/officeDocument/2006/relationships/notesSlide" Target="../notesSlides/notesSlide2.xml"/><Relationship Id="Rbaa0e0d342dc4a7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48768fc8a374952" Type="http://schemas.openxmlformats.org/officeDocument/2006/relationships/slideLayout" Target="../slideLayouts/slideLayout1.xml"/><Relationship Id="Ra1c7a8bef56545b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dcf3411080044f4" Type="http://schemas.openxmlformats.org/officeDocument/2006/relationships/slideLayout" Target="../slideLayouts/slideLayout1.xml"/><Relationship Id="R78982237b44a44c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c72b9b162994597" Type="http://schemas.openxmlformats.org/officeDocument/2006/relationships/notesSlide" Target="../notesSlides/notesSlide5.xml"/><Relationship Id="R7b96ad29cbec4b88" Type="http://schemas.openxmlformats.org/officeDocument/2006/relationships/slideLayout" Target="../slideLayouts/slideLayout1.xml"/><Relationship Id="Re8d62e03d0ad4ea4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a232efcbe72f46ba" Type="http://schemas.openxmlformats.org/officeDocument/2006/relationships/slideLayout" Target="../slideLayouts/slideLayout1.xml"/><Relationship Id="Rccb4145969b0410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dc8e9ae4d514075" Type="http://schemas.openxmlformats.org/officeDocument/2006/relationships/slideLayout" Target="../slideLayouts/slideLayout1.xml"/><Relationship Id="Rf0543ec20505499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894e2e1e600d48cd" Type="http://schemas.openxmlformats.org/officeDocument/2006/relationships/slideLayout" Target="../slideLayouts/slideLayout1.xml"/><Relationship Id="R99ceef36e7ee41e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672983afdb647e9" Type="http://schemas.openxmlformats.org/officeDocument/2006/relationships/slideLayout" Target="../slideLayouts/slideLayout1.xml"/><Relationship Id="R8b8adda810b548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718a053215304916" Type="http://schemas.openxmlformats.org/officeDocument/2006/relationships/slideLayout" Target="../slideLayouts/slideLayout1.xml"/><Relationship Id="R92ed20a11af2469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a216d4afcadd4b37" Type="http://schemas.openxmlformats.org/officeDocument/2006/relationships/notesSlide" Target="../notesSlides/notesSlide11.xml"/><Relationship Id="Rad834d36d269473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3ba8b099dd84384" Type="http://schemas.openxmlformats.org/officeDocument/2006/relationships/notesSlide" Target="../notesSlides/notesSlide12.xml"/><Relationship Id="R473723b0e0dc47e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2880b62b7b84444" Type="http://schemas.openxmlformats.org/officeDocument/2006/relationships/notesSlide" Target="../notesSlides/notesSlide13.xml"/><Relationship Id="Rbe9782f94193400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6de697fe4a945aa" Type="http://schemas.openxmlformats.org/officeDocument/2006/relationships/slideLayout" Target="../slideLayouts/slideLayout1.xml"/><Relationship Id="Rb01d1d27e37c4e2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9d7e1e2205bb44f8" Type="http://schemas.openxmlformats.org/officeDocument/2006/relationships/notesSlide" Target="../notesSlides/notesSlide15.xml"/><Relationship Id="Ra66a7cf5b8aa49e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927837b517034a44" Type="http://schemas.openxmlformats.org/officeDocument/2006/relationships/notesSlide" Target="../notesSlides/notesSlide16.xml"/><Relationship Id="Rbf0a787b98b34d8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06812975a44a4735" Type="http://schemas.openxmlformats.org/officeDocument/2006/relationships/notesSlide" Target="../notesSlides/notesSlide17.xml"/><Relationship Id="R68ef92c73e7d483e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7b472e3685e84bc1" Type="http://schemas.openxmlformats.org/officeDocument/2006/relationships/notesSlide" Target="../notesSlides/notesSlide18.xml"/><Relationship Id="Rfb987467bca8448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31d00d4ba55d4980" Type="http://schemas.openxmlformats.org/officeDocument/2006/relationships/slideLayout" Target="../slideLayouts/slideLayout1.xml"/><Relationship Id="R7e8210f8f5ee4d1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0be14db9ace34915" Type="http://schemas.openxmlformats.org/officeDocument/2006/relationships/notesSlide" Target="../notesSlides/notesSlide20.xml"/><Relationship Id="Rd1a3c67fff9b473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B99C0-95AF-42B4-A9B1-533AB299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Festivals, shared values and the Day of Peace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E5D2B-C758-4242-9B02-7E7D9051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9031F-A82B-40CD-9E79-BBC74916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a festival or shared value can bring people together and identify one value linked to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42267-D9FB-443D-9008-B08E002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1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AFAF5-C5FE-46D0-9969-FE0B9503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756253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E0E52-28AB-4D5F-89CF-5EEDF3B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1A5B4-4371-4E84-BA08-3ED89D6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F934-8990-4298-A3A7-377BEE96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Define “authority” in 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693A9-5935-488A-99AE-51D0F48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shared value?</a:t>
            </a:r>
          </a:p>
        </p:txBody>
      </p:sp>
    </p:spTree>
    <p:extLst>
      <p:ext uri="{BB962C8B-B14F-4D97-AF65-F5344CB8AC3E}">
        <p14:creationId xmlns:p14="http://schemas.microsoft.com/office/powerpoint/2010/main" val="1412172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52FF6-67C5-4889-8CEA-A307174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6FA1E-5BAB-44A1-B8F7-3AB349A1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4F77E-5CEC-4EAF-8BB0-B593E30E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value shared across two worldviews.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B742D-0C40-4085-B4F6-2E61F91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the Day of Peace only for religious people?</a:t>
            </a:r>
          </a:p>
        </p:txBody>
      </p:sp>
    </p:spTree>
    <p:extLst>
      <p:ext uri="{BB962C8B-B14F-4D97-AF65-F5344CB8AC3E}">
        <p14:creationId xmlns:p14="http://schemas.microsoft.com/office/powerpoint/2010/main" val="949390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7F2DF-4F2A-4DB3-A0BB-F97670CB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3D2C-C82E-49AC-8734-9CDD2F8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2B27D-DED9-4B04-BBE7-07E1AE6E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shared value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people of different worldviews agree is important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4EB79-054D-4EF7-982B-4275FE08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peace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When people are safe and conflicts are settled without violence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96BF1-EA01-41C6-90F0-EA2FF530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stands for an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51A01-937A-47C0-87BE-42F0B146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community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linked by a place, belief or activity</a:t>
            </a:r>
          </a:p>
        </p:txBody>
      </p:sp>
    </p:spTree>
    <p:extLst>
      <p:ext uri="{BB962C8B-B14F-4D97-AF65-F5344CB8AC3E}">
        <p14:creationId xmlns:p14="http://schemas.microsoft.com/office/powerpoint/2010/main" val="243834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FDDBB-00AD-4284-ACBB-CE3594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0D26E-8C83-4AD4-BF8F-680A00F8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62e03d0ad4ea4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B1F9D-CC87-43A0-962D-D32283F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actions build peace?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DBA04-EEC7-42F5-802D-A7353578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BDA68-5F6D-4779-B344-C78D534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958623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C36BE-61F9-40EB-A5F1-90078B15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AF77C-F399-40EC-991C-23CDCF07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78C67-6D71-4E8F-AF02-2CEE96D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value shared across two worldviews.</a:t>
            </a:r>
          </a:p>
        </p:txBody>
      </p:sp>
    </p:spTree>
    <p:extLst>
      <p:ext uri="{BB962C8B-B14F-4D97-AF65-F5344CB8AC3E}">
        <p14:creationId xmlns:p14="http://schemas.microsoft.com/office/powerpoint/2010/main" val="4227199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E7DBE-2567-4BB9-98DF-C3758362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4A283-402C-4A77-BE1E-B120FBFA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0E2E1-41E8-49BD-BB1A-0378AB81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Christian example: Jesus taught “Blessed are the peacemakers”. Fictional case: a church runs a mediation group for neighbours in dispute. C A Muslim example: The greeting “As-salamu alaykum” means “peace be upon you”. Fictional case: a mosque hosts an open day so neighbours can meet.</a:t>
            </a:r>
          </a:p>
        </p:txBody>
      </p:sp>
    </p:spTree>
    <p:extLst>
      <p:ext uri="{BB962C8B-B14F-4D97-AF65-F5344CB8AC3E}">
        <p14:creationId xmlns:p14="http://schemas.microsoft.com/office/powerpoint/2010/main" val="1958814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81DF1-72D9-4CF7-AEB7-834C0798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E4A19-517F-495A-AB9B-08D8F09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80363-04FD-4358-A165-F77B3555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example, peace, welcome or dialogue.</a:t>
            </a:r>
          </a:p>
        </p:txBody>
      </p:sp>
    </p:spTree>
    <p:extLst>
      <p:ext uri="{BB962C8B-B14F-4D97-AF65-F5344CB8AC3E}">
        <p14:creationId xmlns:p14="http://schemas.microsoft.com/office/powerpoint/2010/main" val="1485836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E722-657A-4A1E-B859-D1EE2A97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D6DF3-4DE0-407F-9CE8-A5B637B4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96F84-7F70-4AA3-B60A-18D5C64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the Day of Peace only for religious people? No. It is for everyone.</a:t>
            </a:r>
          </a:p>
        </p:txBody>
      </p:sp>
    </p:spTree>
    <p:extLst>
      <p:ext uri="{BB962C8B-B14F-4D97-AF65-F5344CB8AC3E}">
        <p14:creationId xmlns:p14="http://schemas.microsoft.com/office/powerpoint/2010/main" val="23033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C2CF0-0F89-4488-9BA2-C6618F61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3EF70-8E1E-42E3-A5FD-C59B3431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ABD2D-E2B6-4FD6-A469-FF19188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each example, then name the value behind the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CAEFB-D5CB-48FE-86FD-0DDAFD46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Trace symbol → meaning → value for one example.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DDB6A-7BE0-44EC-B8D2-D9B21E10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686694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9034B-E235-47AF-983E-D6A2DE2E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39125-12D2-4832-BEC9-4E91C0D1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96571-521C-428E-A846-4533D9E7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mediation group for neighbours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E8223-60DF-4935-9E3C-86C4D968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open day so neighbours can 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40130-48AB-4797-80F7-7C0D8304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debate on resolving conflict</a:t>
            </a:r>
          </a:p>
        </p:txBody>
      </p:sp>
    </p:spTree>
    <p:extLst>
      <p:ext uri="{BB962C8B-B14F-4D97-AF65-F5344CB8AC3E}">
        <p14:creationId xmlns:p14="http://schemas.microsoft.com/office/powerpoint/2010/main" val="2127250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9BC42-61F6-44BE-9F84-9B1A7ED1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5C61A-0199-448C-BBE9-FBBA6EFD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5E94F-5A78-474F-BE1D-C2B7DA4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value from the word bank.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A2762-3FC2-496D-85AC-38AAC7C6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Draw or label one action that shows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74966-146F-4B20-AD5C-71713D9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how the action builds peace.</a:t>
            </a:r>
          </a:p>
        </p:txBody>
      </p:sp>
    </p:spTree>
    <p:extLst>
      <p:ext uri="{BB962C8B-B14F-4D97-AF65-F5344CB8AC3E}">
        <p14:creationId xmlns:p14="http://schemas.microsoft.com/office/powerpoint/2010/main" val="1103793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E8703-C56C-4EAD-8CA3-6B47232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11F15-1ABF-455D-859D-6297D257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D5509-9BAE-4D24-B07A-908FD3DD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“Peace in Practice”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830D8-E7E2-409F-9A1A-B3D5630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one value to one real-life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2FAA2-BFE7-46B6-AFCC-5DA2E85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it brings people together.</a:t>
            </a:r>
          </a:p>
        </p:txBody>
      </p:sp>
    </p:spTree>
    <p:extLst>
      <p:ext uri="{BB962C8B-B14F-4D97-AF65-F5344CB8AC3E}">
        <p14:creationId xmlns:p14="http://schemas.microsoft.com/office/powerpoint/2010/main" val="5261240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A01EC-E674-4EB0-9CC4-BE1572E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6622F-EE21-4998-BECA-75107ECF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C0076-D1A5-43D8-B538-CFAC2FF0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one value to actions from two worldviews.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C68D5-338B-45A3-B33E-7B26ED9F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different reasons behind the same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FD0D4-E54A-4B6C-A07C-89B1F1E8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which action would do most in your community, with a reason.</a:t>
            </a:r>
          </a:p>
        </p:txBody>
      </p:sp>
    </p:spTree>
    <p:extLst>
      <p:ext uri="{BB962C8B-B14F-4D97-AF65-F5344CB8AC3E}">
        <p14:creationId xmlns:p14="http://schemas.microsoft.com/office/powerpoint/2010/main" val="17574736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50184-A376-4154-803D-916EAFA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75D92-D728-49A6-BA63-F2729699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CBA23-CEBA-43FB-8376-17BA74C2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“Peace in Practice” response linking one value to one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F9723-5DEE-4482-ABEC-E52A557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70530-020C-45AD-A0C4-E6BBE68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8549930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68351-F79E-4276-A37B-64B7952F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82379-BE91-4024-9B95-4373C0BD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0B357-6E0B-44B2-99BA-2946A853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value shared across two worldviews.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0F41A-5853-45D6-BA00-206E48A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the Day of Peace only for religious people?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87EE4-E81C-492C-AB20-F24E3DBD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982729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96688-8C10-44D4-8A92-6E48D160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The Day of Peace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2F89C-F985-40A9-AD40-4C39F3E7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57907-998A-4B33-964D-00E813D0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United Nations International Day of Peace is held on 21 September each year. It invites everyone, of any worldview, to act for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64AD2-73AE-4D64-A244-FF96643B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 of the United Nations observance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6A5FB-6275-4B1A-B76A-B61E0AE7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day of peace does not end conflict. It asks people to act.</a:t>
            </a:r>
          </a:p>
        </p:txBody>
      </p:sp>
    </p:spTree>
    <p:extLst>
      <p:ext uri="{BB962C8B-B14F-4D97-AF65-F5344CB8AC3E}">
        <p14:creationId xmlns:p14="http://schemas.microsoft.com/office/powerpoint/2010/main" val="1284435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15D5A-F2E5-4B03-BAE3-55A7F718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A Christian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59EE1-A5F4-4B79-B7BA-01E7E6EC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0BDC5-C2ED-4058-A1B4-705BBDC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Jesus taught “Blessed are the peacemakers”. Fictional case: a church runs a mediation group for neighbours in dispute.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71937-7BAC-4289-8EA0-C88D208C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Matthew 5:9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57CD0-741A-40F4-8FA4-D9C28694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2124922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1153A-C3F5-48BB-B297-FB6EEAEA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A Muslim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69241-8282-4591-BC1A-A29C983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65DC3-13F0-47A6-845F-FADB29E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greeting “As-salamu alaykum” means “peace be upon you”. Fictional case: a mosque hosts an open day so neighbours can meet.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BAADF-131E-421C-B421-68D962B5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DD970-4152-49D0-BDFC-123F601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2973114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AA43D-C106-424D-83BE-5AB9228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A Humanist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78D2E-C3A2-42BD-9719-E6AF67F5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E41D6-B0A4-4E6C-B315-3ACBD2D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Humanists argue that peace comes through reason, dialogue and human rights. Fictional case: a Humanist group runs a schools debate on resolving conflict.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40D74-8AF3-4B7D-A990-2C6CD3A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BC376-E669-4C4A-BDD5-5853256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891321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2026-09-19T18:26:42.0480000Z</dcterms:created>
  <dcterms:modified xsi:type="dcterms:W3CDTF">2026-09-19T18:26:42.0480000Z</dcterms:modified>
</coreProperties>
</file>