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ff22c0ac6b44081" Type="http://schemas.openxmlformats.org/package/2006/relationships/metadata/core-properties" Target="docProps/core.xml"/><Relationship Id="R6ea050c1862042b5" Type="http://schemas.openxmlformats.org/officeDocument/2006/relationships/officeDocument" Target="ppt/presentation.xml"/><Relationship Id="R8cae7f4ee120431b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b46053de3c40dd"/>
  </p:sldMasterIdLst>
  <p:notesMasterIdLst>
    <p:notesMasterId xmlns:r="http://schemas.openxmlformats.org/officeDocument/2006/relationships" r:id="R9a203bee48e9482c"/>
  </p:notesMasterIdLst>
  <p:sldIdLst>
    <p:sldId xmlns:r="http://schemas.openxmlformats.org/officeDocument/2006/relationships" id="256" r:id="Rf99a6be9eb3a49eb"/>
    <p:sldId xmlns:r="http://schemas.openxmlformats.org/officeDocument/2006/relationships" id="257" r:id="R8dff9ac527eb49c7"/>
    <p:sldId xmlns:r="http://schemas.openxmlformats.org/officeDocument/2006/relationships" id="258" r:id="R0216ac2518154558"/>
    <p:sldId xmlns:r="http://schemas.openxmlformats.org/officeDocument/2006/relationships" id="259" r:id="R275f837819b848e6"/>
    <p:sldId xmlns:r="http://schemas.openxmlformats.org/officeDocument/2006/relationships" id="260" r:id="R1d93b02e3c584a11"/>
    <p:sldId xmlns:r="http://schemas.openxmlformats.org/officeDocument/2006/relationships" id="261" r:id="R4fec7e7b5d364b87"/>
    <p:sldId xmlns:r="http://schemas.openxmlformats.org/officeDocument/2006/relationships" id="262" r:id="Rf840e885cb5d424a"/>
    <p:sldId xmlns:r="http://schemas.openxmlformats.org/officeDocument/2006/relationships" id="263" r:id="Rcb6d77193ef448d4"/>
    <p:sldId xmlns:r="http://schemas.openxmlformats.org/officeDocument/2006/relationships" id="264" r:id="R21e3d246e49f413d"/>
    <p:sldId xmlns:r="http://schemas.openxmlformats.org/officeDocument/2006/relationships" id="265" r:id="R8309cd8af0764fd0"/>
    <p:sldId xmlns:r="http://schemas.openxmlformats.org/officeDocument/2006/relationships" id="266" r:id="R606a5f7984864c4d"/>
    <p:sldId xmlns:r="http://schemas.openxmlformats.org/officeDocument/2006/relationships" id="267" r:id="R50b0f035f8a44ccd"/>
    <p:sldId xmlns:r="http://schemas.openxmlformats.org/officeDocument/2006/relationships" id="268" r:id="Rf86331825eef490e"/>
    <p:sldId xmlns:r="http://schemas.openxmlformats.org/officeDocument/2006/relationships" id="269" r:id="R3124bd5ccffb423d"/>
    <p:sldId xmlns:r="http://schemas.openxmlformats.org/officeDocument/2006/relationships" id="270" r:id="R7322c093c8de4148"/>
    <p:sldId xmlns:r="http://schemas.openxmlformats.org/officeDocument/2006/relationships" id="271" r:id="Reb5c48940c844a4d"/>
    <p:sldId xmlns:r="http://schemas.openxmlformats.org/officeDocument/2006/relationships" id="272" r:id="R839e81772f3d49b1"/>
    <p:sldId xmlns:r="http://schemas.openxmlformats.org/officeDocument/2006/relationships" id="273" r:id="R0202e95d96704f88"/>
    <p:sldId xmlns:r="http://schemas.openxmlformats.org/officeDocument/2006/relationships" id="274" r:id="R9985790114a34d6d"/>
    <p:sldId xmlns:r="http://schemas.openxmlformats.org/officeDocument/2006/relationships" id="275" r:id="R77b54cae02284e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202e95d96704f88" Type="http://schemas.openxmlformats.org/officeDocument/2006/relationships/slide" Target="slides/slide18.xml"/><Relationship Id="R0216ac2518154558" Type="http://schemas.openxmlformats.org/officeDocument/2006/relationships/slide" Target="slides/slide3.xml"/><Relationship Id="R1d93b02e3c584a11" Type="http://schemas.openxmlformats.org/officeDocument/2006/relationships/slide" Target="slides/slide5.xml"/><Relationship Id="R21e3d246e49f413d" Type="http://schemas.openxmlformats.org/officeDocument/2006/relationships/slide" Target="slides/slide9.xml"/><Relationship Id="R22b46053de3c40dd" Type="http://schemas.openxmlformats.org/officeDocument/2006/relationships/slideMaster" Target="slideMasters/slideMaster1.xml"/><Relationship Id="R275f837819b848e6" Type="http://schemas.openxmlformats.org/officeDocument/2006/relationships/slide" Target="slides/slide4.xml"/><Relationship Id="R2f4d1ea9855e4a57" Type="http://schemas.openxmlformats.org/officeDocument/2006/relationships/presProps" Target="presProps.xml"/><Relationship Id="R3124bd5ccffb423d" Type="http://schemas.openxmlformats.org/officeDocument/2006/relationships/slide" Target="slides/slide14.xml"/><Relationship Id="R4fec7e7b5d364b87" Type="http://schemas.openxmlformats.org/officeDocument/2006/relationships/slide" Target="slides/slide6.xml"/><Relationship Id="R50b0f035f8a44ccd" Type="http://schemas.openxmlformats.org/officeDocument/2006/relationships/slide" Target="slides/slide12.xml"/><Relationship Id="R5996198d2fa1412d" Type="http://schemas.openxmlformats.org/officeDocument/2006/relationships/theme" Target="theme/theme1.xml"/><Relationship Id="R606a5f7984864c4d" Type="http://schemas.openxmlformats.org/officeDocument/2006/relationships/slide" Target="slides/slide11.xml"/><Relationship Id="R7322c093c8de4148" Type="http://schemas.openxmlformats.org/officeDocument/2006/relationships/slide" Target="slides/slide15.xml"/><Relationship Id="R77b54cae02284eb8" Type="http://schemas.openxmlformats.org/officeDocument/2006/relationships/slide" Target="slides/slide20.xml"/><Relationship Id="R8309cd8af0764fd0" Type="http://schemas.openxmlformats.org/officeDocument/2006/relationships/slide" Target="slides/slide10.xml"/><Relationship Id="R839e81772f3d49b1" Type="http://schemas.openxmlformats.org/officeDocument/2006/relationships/slide" Target="slides/slide17.xml"/><Relationship Id="R8894fe405af14ebe" Type="http://schemas.openxmlformats.org/officeDocument/2006/relationships/tableStyles" Target="tableStyles.xml"/><Relationship Id="R8dff9ac527eb49c7" Type="http://schemas.openxmlformats.org/officeDocument/2006/relationships/slide" Target="slides/slide2.xml"/><Relationship Id="R9985790114a34d6d" Type="http://schemas.openxmlformats.org/officeDocument/2006/relationships/slide" Target="slides/slide19.xml"/><Relationship Id="R9a203bee48e9482c" Type="http://schemas.openxmlformats.org/officeDocument/2006/relationships/notesMaster" Target="notesMasters/notesMaster1.xml"/><Relationship Id="Rcb6d77193ef448d4" Type="http://schemas.openxmlformats.org/officeDocument/2006/relationships/slide" Target="slides/slide8.xml"/><Relationship Id="Reb5c48940c844a4d" Type="http://schemas.openxmlformats.org/officeDocument/2006/relationships/slide" Target="slides/slide16.xml"/><Relationship Id="Rf840e885cb5d424a" Type="http://schemas.openxmlformats.org/officeDocument/2006/relationships/slide" Target="slides/slide7.xml"/><Relationship Id="Rf86331825eef490e" Type="http://schemas.openxmlformats.org/officeDocument/2006/relationships/slide" Target="slides/slide13.xml"/><Relationship Id="Rf99a6be9eb3a49eb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82bc45d113f7462e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38e5f62c04db47c3" Type="http://schemas.openxmlformats.org/officeDocument/2006/relationships/notesMaster" Target="../notesMasters/notesMaster1.xml"/><Relationship Id="R7fea94438cab4558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c159aaa9ba8f4b06" Type="http://schemas.openxmlformats.org/officeDocument/2006/relationships/slide" Target="../slides/slide2.xml"/><Relationship Id="Rdd71eb7f011043a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49a249a1d534a9b" Type="http://schemas.openxmlformats.org/officeDocument/2006/relationships/slide" Target="../slides/slide3.xml"/><Relationship Id="R743bb4d420064d9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ee3648b47964afe" Type="http://schemas.openxmlformats.org/officeDocument/2006/relationships/notesMaster" Target="../notesMasters/notesMaster1.xml"/><Relationship Id="R947ee3002f434c83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015fd32477b74ff6" Type="http://schemas.openxmlformats.org/officeDocument/2006/relationships/slide" Target="../slides/slide5.xml"/><Relationship Id="R0c1d614b7d5c4fee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334f4d737fa4a2b" Type="http://schemas.openxmlformats.org/officeDocument/2006/relationships/notesMaster" Target="../notesMasters/notesMaster1.xml"/><Relationship Id="Rae8c661d3ff74a93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549daf497cb41d0" Type="http://schemas.openxmlformats.org/officeDocument/2006/relationships/slide" Target="../slides/slide7.xml"/><Relationship Id="Rdf3538e759d94a4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0fb910ef538141f5" Type="http://schemas.openxmlformats.org/officeDocument/2006/relationships/notesMaster" Target="../notesMasters/notesMaster1.xml"/><Relationship Id="R8a798274488c40ff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ab5e48a79ef45c8" Type="http://schemas.openxmlformats.org/officeDocument/2006/relationships/slide" Target="../slides/slide9.xml"/><Relationship Id="R9a80a2a4051b4708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888e750f34684468" Type="http://schemas.openxmlformats.org/officeDocument/2006/relationships/notesMaster" Target="../notesMasters/notesMaster1.xml"/><Relationship Id="Raba96491c55d4e8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51e7d4e20ff14c1b" Type="http://schemas.openxmlformats.org/officeDocument/2006/relationships/notesMaster" Target="../notesMasters/notesMaster1.xml"/><Relationship Id="R6245dfa7f6d64f17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4452a996c8d14ba5" Type="http://schemas.openxmlformats.org/officeDocument/2006/relationships/slide" Target="../slides/slide12.xml"/><Relationship Id="R87ba6302da5d499d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48efb921ff46448d" Type="http://schemas.openxmlformats.org/officeDocument/2006/relationships/notesMaster" Target="../notesMasters/notesMaster1.xml"/><Relationship Id="R4f37b158296140ce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7cbfac781b6d4e0a" Type="http://schemas.openxmlformats.org/officeDocument/2006/relationships/notesMaster" Target="../notesMasters/notesMaster1.xml"/><Relationship Id="Rd39d0fef8a92488a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19629b710cd2472e" Type="http://schemas.openxmlformats.org/officeDocument/2006/relationships/slide" Target="../slides/slide15.xml"/><Relationship Id="R64ed16d2ebb84e8d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08b3e2cd8fa3494a" Type="http://schemas.openxmlformats.org/officeDocument/2006/relationships/slide" Target="../slides/slide16.xml"/><Relationship Id="R574a7530fc144234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43db6f41863b403a" Type="http://schemas.openxmlformats.org/officeDocument/2006/relationships/slide" Target="../slides/slide17.xml"/><Relationship Id="Rf63932d1d7f044c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ceffe0cfe84a4e31" Type="http://schemas.openxmlformats.org/officeDocument/2006/relationships/notesMaster" Target="../notesMasters/notesMaster1.xml"/><Relationship Id="Rd1ee6d224de04ed4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34566f99b97d47ad" Type="http://schemas.openxmlformats.org/officeDocument/2006/relationships/slide" Target="../slides/slide19.xml"/><Relationship Id="Re26117d89c694c6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33369ccd672a4fa6" Type="http://schemas.openxmlformats.org/officeDocument/2006/relationships/notesMaster" Target="../notesMasters/notesMaster1.xml"/><Relationship Id="R9d33b60022204a01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“For example, Daniel believes everyone deserves dignity.”</a:t>
            </a:r>
          </a:p>
          <a:p xmlns:a="http://schemas.openxmlformats.org/drawingml/2006/main">
            <a:r>
              <a:t>Choose: Taking time to remember people and events OR Quiet thinking about something that matters. Answer: Taking time to remember people and events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B,C or read one relevant card together. Answer: For example: both keep silence, but only the Christian source prays.</a:t>
            </a:r>
          </a:p>
          <a:p xmlns:a="http://schemas.openxmlformats.org/drawingml/2006/main">
            <a:r>
              <a:t>Give a reason when ready. Answer: No. It is quiet thinking.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Sort each statement: similarity or difference between the two responses. Link the evidence to the enquiry.</a:t>
            </a:r>
          </a:p>
          <a:p xmlns:a="http://schemas.openxmlformats.org/drawingml/2006/main">
            <a:r>
              <a:t>Explain how belief about life after death changes the meaning of remembrance.</a:t>
            </a:r>
          </a:p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keep silence to remember — Similarity — Cards B and C both describe remembering.</a:t>
            </a:r>
          </a:p>
          <a:p xmlns:a="http://schemas.openxmlformats.org/drawingml/2006/main">
            <a:r>
              <a:t>Prayer is part of remembering — Difference — Card B prays; card C does not.</a:t>
            </a:r>
          </a:p>
          <a:p xmlns:a="http://schemas.openxmlformats.org/drawingml/2006/main">
            <a:r>
              <a:t>Both hope for peace — Similarity — Both sources mention peace or preventing war.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Both ___. However, ___ whereas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Both ___. However, ___ whereas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belief about life after death changes the meaning of remembrance.</a:t>
            </a:r>
          </a:p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example: both keep silence, but only the Christian source prays.</a:t>
            </a:r>
          </a:p>
          <a:p xmlns:a="http://schemas.openxmlformats.org/drawingml/2006/main">
            <a:r>
              <a:t>No. It is quiet thinking.</a:t>
            </a:r>
          </a:p>
          <a:p xmlns:a="http://schemas.openxmlformats.org/drawingml/2006/main">
            <a:r>
              <a:t>Support: Both ___. However, ___ whereas ___.</a:t>
            </a:r>
          </a:p>
          <a:p xmlns:a="http://schemas.openxmlformats.org/drawingml/2006/main">
            <a:r>
              <a:t>Extension: Explain how belief about life after death changes the meaning of remembrance.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short comparison or reflection linked to evidence.</a:t>
            </a:r>
          </a:p>
          <a:p xmlns:a="http://schemas.openxmlformats.org/drawingml/2006/main">
            <a:r>
              <a:t>Sensitive third-person examples; no personal bereavement disclosure; comparison frame; symbol/ word choices; audio/verbal response.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Royal British Legion The poppy: https://www.britishlegion.org.uk/get-involved/remembrance/the-poppy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dcee63fc3424843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1d0ddef51d71427c" Type="http://schemas.openxmlformats.org/officeDocument/2006/relationships/slideLayout" Target="../slideLayouts/slideLayout1.xml"/><Relationship Id="Rd68bd15c2f60406e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0ddef51d71427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b98c415ce9f14701" Type="http://schemas.openxmlformats.org/officeDocument/2006/relationships/notesSlide" Target="../notesSlides/notesSlide1.xml"/><Relationship Id="Rc2a76101c297408a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b573565035845f7" Type="http://schemas.openxmlformats.org/officeDocument/2006/relationships/slideLayout" Target="../slideLayouts/slideLayout1.xml"/><Relationship Id="Ra6e1d3b08be940f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6dbcd16cdf484bc8" Type="http://schemas.openxmlformats.org/officeDocument/2006/relationships/slideLayout" Target="../slideLayouts/slideLayout1.xml"/><Relationship Id="R8a2dd50b1083407e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7f341b903ce943e9" Type="http://schemas.openxmlformats.org/officeDocument/2006/relationships/notesSlide" Target="../notesSlides/notesSlide4.xml"/><Relationship Id="Rca170ddd54b543ef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a2a22a9dddb4157" Type="http://schemas.openxmlformats.org/officeDocument/2006/relationships/notesSlide" Target="../notesSlides/notesSlide5.xml"/><Relationship Id="R51e9f471361e43a2" Type="http://schemas.openxmlformats.org/officeDocument/2006/relationships/slideLayout" Target="../slideLayouts/slideLayout1.xml"/><Relationship Id="R5cabbee8a54a41c4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41ff7e40de384879" Type="http://schemas.openxmlformats.org/officeDocument/2006/relationships/notesSlide" Target="../notesSlides/notesSlide6.xml"/><Relationship Id="Rff50ebbe515c428b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cbb5f77514a47a5" Type="http://schemas.openxmlformats.org/officeDocument/2006/relationships/notesSlide" Target="../notesSlides/notesSlide7.xml"/><Relationship Id="R7253b4f5c05049ba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93566cab96ef42e2" Type="http://schemas.openxmlformats.org/officeDocument/2006/relationships/notesSlide" Target="../notesSlides/notesSlide8.xml"/><Relationship Id="Rd4ddf7c6f2cf4413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53622218ee7847e1" Type="http://schemas.openxmlformats.org/officeDocument/2006/relationships/slideLayout" Target="../slideLayouts/slideLayout1.xml"/><Relationship Id="Rc527700a3afc405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ccf45e484e014b72" Type="http://schemas.openxmlformats.org/officeDocument/2006/relationships/slideLayout" Target="../slideLayouts/slideLayout1.xml"/><Relationship Id="Reebe57e48f724767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56f40a6ebd864e22" Type="http://schemas.openxmlformats.org/officeDocument/2006/relationships/slideLayout" Target="../slideLayouts/slideLayout1.xml"/><Relationship Id="R7d4cfe009d6a48df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14252613c0db4bb2" Type="http://schemas.openxmlformats.org/officeDocument/2006/relationships/slideLayout" Target="../slideLayouts/slideLayout1.xml"/><Relationship Id="R152dab1c0f8a49b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516993057dc04365" Type="http://schemas.openxmlformats.org/officeDocument/2006/relationships/notesSlide" Target="../notesSlides/notesSlide13.xml"/><Relationship Id="R8f20f871c5cf4874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ff5879ca19c4c7e" Type="http://schemas.openxmlformats.org/officeDocument/2006/relationships/notesSlide" Target="../notesSlides/notesSlide14.xml"/><Relationship Id="R9dc168c7a4284c9d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1f7164d1fb9449d1" Type="http://schemas.openxmlformats.org/officeDocument/2006/relationships/notesSlide" Target="../notesSlides/notesSlide15.xml"/><Relationship Id="R2b603213a5de4799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47f223371405495a" Type="http://schemas.openxmlformats.org/officeDocument/2006/relationships/slideLayout" Target="../slideLayouts/slideLayout1.xml"/><Relationship Id="R939df363a8db492e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0b9a6cb7e44c4750" Type="http://schemas.openxmlformats.org/officeDocument/2006/relationships/slideLayout" Target="../slideLayouts/slideLayout1.xml"/><Relationship Id="Rc3e0960410fe4a0a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6c5b07e3a195450f" Type="http://schemas.openxmlformats.org/officeDocument/2006/relationships/slideLayout" Target="../slideLayouts/slideLayout1.xml"/><Relationship Id="R80c4f466cd214fa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7601f9a868fd47f8" Type="http://schemas.openxmlformats.org/officeDocument/2006/relationships/notesSlide" Target="../notesSlides/notesSlide19.xml"/><Relationship Id="Ra35b6d6bbcb6425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2e69b6fd5d664ac6" Type="http://schemas.openxmlformats.org/officeDocument/2006/relationships/notesSlide" Target="../notesSlides/notesSlide20.xml"/><Relationship Id="R598cd3b84a994ebc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0FAF8-9FCB-4687-96B3-6FCEC09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Remembrance and peace across beliefs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356F1-A224-42F7-968B-C4E81A80A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57788-F901-49EA-A591-0B8291788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how two worldviews may respond to remembrance or peace.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919834-ED3C-4487-BEE9-DF17131C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RE &amp; World Views / Autumn 1 / Week 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B2092-2A04-457A-8885-3240C06B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328477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6266C-C2A3-43F6-BE5D-AF91C999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57320-B9BA-4B3F-9ECC-6DA1ECDD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21A00-FA31-4194-B075-72E0E54F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In the model answer, which sentence is the evidence?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9C244-9B5B-4202-87A4-627647304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remembrance?</a:t>
            </a:r>
          </a:p>
        </p:txBody>
      </p:sp>
    </p:spTree>
    <p:extLst>
      <p:ext uri="{BB962C8B-B14F-4D97-AF65-F5344CB8AC3E}">
        <p14:creationId xmlns:p14="http://schemas.microsoft.com/office/powerpoint/2010/main" val="1161403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89829-C4E1-4E67-8D36-1186F682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DB74D2-203A-4F78-B7DA-A91A1558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E2800-1ED6-49D3-BB1C-0B95D030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Give one similarity or difference between the two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E07A0-7301-43D7-BA14-BF001EC8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Is classroom reflection the same as worship?</a:t>
            </a:r>
          </a:p>
        </p:txBody>
      </p:sp>
    </p:spTree>
    <p:extLst>
      <p:ext uri="{BB962C8B-B14F-4D97-AF65-F5344CB8AC3E}">
        <p14:creationId xmlns:p14="http://schemas.microsoft.com/office/powerpoint/2010/main" val="14906198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EDF32A-0D44-467D-BD61-962DAC1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8ADEC-858E-4BB0-B562-10DFAF46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25597C-CE8D-4E60-9EE7-F9940D3E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remembrance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Taking time to remember people and events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CCA28-755B-40F1-AEE8-3F33E0B8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reflection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Quiet thinking about something that matters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4C7C1A-2B13-4D14-861B-5BE53466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look for similarities and differences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31551-55E8-4FE8-8DF5-993632AE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memorial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made to help people remember</a:t>
            </a:r>
          </a:p>
        </p:txBody>
      </p:sp>
    </p:spTree>
    <p:extLst>
      <p:ext uri="{BB962C8B-B14F-4D97-AF65-F5344CB8AC3E}">
        <p14:creationId xmlns:p14="http://schemas.microsoft.com/office/powerpoint/2010/main" val="677421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AF8C1-157F-4E2F-8FD8-45E5FB9A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B847D-E03C-478D-BCA2-0F537A31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bbee8a54a41c4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63B4A-B5EE-4E58-9D36-12BD0B5B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might remembrance mean?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1ACF6A-25BF-4707-ABDB-87B9A6CC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Look at the image of a memorial. Tap each idea and discuss.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7F589-6E62-4B20-B48F-A311C082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1075517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C51BF-E3AC-45FE-A056-D0714709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E026F-7FC5-4D8A-B2B4-06AACE88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2F1A5-8A65-43BC-95AD-7BF1050A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Give one similarity or difference between the two responses.</a:t>
            </a:r>
          </a:p>
        </p:txBody>
      </p:sp>
    </p:spTree>
    <p:extLst>
      <p:ext uri="{BB962C8B-B14F-4D97-AF65-F5344CB8AC3E}">
        <p14:creationId xmlns:p14="http://schemas.microsoft.com/office/powerpoint/2010/main" val="8483189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0A346-F13B-4D2B-BB31-19C3EA00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4CF2DC-1F0A-49BD-9D51-60B3D637D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DA68C1-EC94-4C7F-A351-40738B81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A Christian response: Fictional source: “At our service we pray for those who died and for peace. I believe they are in God’s care, which gives me hope.” C A Humanist response: Fictional source: “I don’t pray, but I stand in silence. People live on in what they did and in our memories. Remembering should make us work to prevent war.”</a:t>
            </a:r>
          </a:p>
        </p:txBody>
      </p:sp>
    </p:spTree>
    <p:extLst>
      <p:ext uri="{BB962C8B-B14F-4D97-AF65-F5344CB8AC3E}">
        <p14:creationId xmlns:p14="http://schemas.microsoft.com/office/powerpoint/2010/main" val="594709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5BDAA-6115-4ED7-B41C-3223D708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C42D60-B71E-405B-BA42-16DE367F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AD14F3-46C4-4508-9B8C-B7DB35C4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For example: both keep silence, but only the Christian source prays.</a:t>
            </a:r>
          </a:p>
        </p:txBody>
      </p:sp>
    </p:spTree>
    <p:extLst>
      <p:ext uri="{BB962C8B-B14F-4D97-AF65-F5344CB8AC3E}">
        <p14:creationId xmlns:p14="http://schemas.microsoft.com/office/powerpoint/2010/main" val="138517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D008F7-7E24-439D-B56D-4584624CF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F3644-7105-4B2F-8A0B-AA925AC2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F0D9F-6CBC-49B7-9BD5-DDA2E3D50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Is classroom reflection the same as worship? No. It is quiet thinking.</a:t>
            </a:r>
          </a:p>
        </p:txBody>
      </p:sp>
    </p:spTree>
    <p:extLst>
      <p:ext uri="{BB962C8B-B14F-4D97-AF65-F5344CB8AC3E}">
        <p14:creationId xmlns:p14="http://schemas.microsoft.com/office/powerpoint/2010/main" val="17470096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EB0DE-BC0D-45F5-92A3-CC377E98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CB8B6-A9F9-4042-8260-5D3DA4224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3F9E5-2753-4F83-B859-EE5599F2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Sort each statement: similarity or difference between the two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4BEB5-07DA-40FB-821A-1391146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Support one with a quotation from a source.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0BEBA-2B27-49D5-9C16-35AD2A6F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8281630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D60DB-6EDA-4235-9A98-5F484291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70FB6-A9C6-4FAC-88AE-8354FC0F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6F3E68-F894-458C-A183-82F483B8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Both keep silence to remember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4745CB-4EF3-447C-BA2C-ED2DEDF7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Prayer is part of remembering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B8EF5-8F3D-49EF-B9EF-3BA4EAF5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Both hope for peace</a:t>
            </a:r>
          </a:p>
        </p:txBody>
      </p:sp>
    </p:spTree>
    <p:extLst>
      <p:ext uri="{BB962C8B-B14F-4D97-AF65-F5344CB8AC3E}">
        <p14:creationId xmlns:p14="http://schemas.microsoft.com/office/powerpoint/2010/main" val="21023544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75B030-AFA5-4DC1-8298-72C60CA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EF404-FA0D-486D-87D4-0837FF3F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41B1F-3A75-4B91-8ADC-8231EEC2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one similarity card.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4E6A6-7B87-4082-86A5-2F4F5058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the words in each source that show 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F49F8-9801-4A1E-8E5E-70237C19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or finish: Both ___.</a:t>
            </a:r>
          </a:p>
        </p:txBody>
      </p:sp>
    </p:spTree>
    <p:extLst>
      <p:ext uri="{BB962C8B-B14F-4D97-AF65-F5344CB8AC3E}">
        <p14:creationId xmlns:p14="http://schemas.microsoft.com/office/powerpoint/2010/main" val="18879241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CB7700-E996-49B5-A94C-C816D2B3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55732-BBAC-4A4D-9783-1A8F79E6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50ADD-6CE5-474A-8231-A7C68BF1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short comparison of the two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02EC2-20EB-42A9-9400-CBC5CDED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Include one similarity and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10901-6F81-44BB-80A0-36532710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Link each to a source.</a:t>
            </a:r>
          </a:p>
        </p:txBody>
      </p:sp>
    </p:spTree>
    <p:extLst>
      <p:ext uri="{BB962C8B-B14F-4D97-AF65-F5344CB8AC3E}">
        <p14:creationId xmlns:p14="http://schemas.microsoft.com/office/powerpoint/2010/main" val="11401755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97A86-71F6-4381-8102-1033F93F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1ECDB0-EF15-4021-B868-93C83627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8CD64-59C3-4DBC-8D7E-B5D8A9C0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the two responses using quotations.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46EE6-C1AC-48B3-B00F-F3160DFD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the belief behind one difference.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0A10C4-91B8-4AA9-9A31-C0390C33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Or create a reflection and annotate its evidence.</a:t>
            </a:r>
          </a:p>
        </p:txBody>
      </p:sp>
    </p:spTree>
    <p:extLst>
      <p:ext uri="{BB962C8B-B14F-4D97-AF65-F5344CB8AC3E}">
        <p14:creationId xmlns:p14="http://schemas.microsoft.com/office/powerpoint/2010/main" val="129595749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DB2FAD-EFC6-4494-B5E4-A740B066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C05C24-F0EA-4C37-9198-C7FF506A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D09FEC-E8B3-4308-A7C5-90496EA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short comparison or reflection linked to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835B3-2425-4AB4-8264-9C77B1E0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ED1A4D-BDE5-4748-8AEA-C24A424E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8070332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DF629-91ED-4608-BD6F-B5594B69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4FF66B-7394-4B08-BCEF-78B1BFFA5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D0A1F-9190-4410-83BB-52997382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Give one similarity or difference between the two responses.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94A7A7-E3D8-498B-A23F-032DD047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Is classroom reflection the same as worship?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9F8A9-DC34-481F-96D9-DE79E7DA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05983142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FADE42-E498-4A86-8583-BC63D080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Remembrance in the UK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70B89-110C-48E6-B06C-CBE46934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6DB6E-5F0A-43DE-A9F7-095BE687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On Remembrance Sunday and 11 November many people keep two minutes of silence. The poppy is a symbol of remembrance and of hope for a peaceful future.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29653-7F11-4A35-8B06-73A72603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summary; see Royal British Legion, The poppy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36204-3BA3-4521-83C4-CFE626F71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Wearing a poppy is a personal choice.</a:t>
            </a:r>
          </a:p>
        </p:txBody>
      </p:sp>
    </p:spTree>
    <p:extLst>
      <p:ext uri="{BB962C8B-B14F-4D97-AF65-F5344CB8AC3E}">
        <p14:creationId xmlns:p14="http://schemas.microsoft.com/office/powerpoint/2010/main" val="20221772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8E47E-49D9-4ED6-81AC-7B5EB7C0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A Christian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CFFC4-1D03-488F-9975-D0E2A0A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3B449-A00D-491F-B794-D0D86A19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source: “At our service we pray for those who died and for peace. I believe they are in God’s care, which gives me hope.”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4C92E-9D5B-4B37-8620-760C198D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63D1C5-A522-4054-B857-9F2E38A48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177120418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C91962-568D-4A40-BD5F-F3F95646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A Humanist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A7DFF-37B4-4767-8D24-ED3D6B90A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AAD24-C9E6-4966-80E1-6C0CA133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source: “I don’t pray, but I stand in silence. People live on in what they did and in our memories. Remembering should make us work to prevent war.”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8D59E-2AF3-4DD4-B1F9-8AFB35FE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8EFFD-1D66-43A8-8E78-950A01B5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is one person's view. Others who share the worldview may describe it differently.</a:t>
            </a:r>
          </a:p>
        </p:txBody>
      </p:sp>
    </p:spTree>
    <p:extLst>
      <p:ext uri="{BB962C8B-B14F-4D97-AF65-F5344CB8AC3E}">
        <p14:creationId xmlns:p14="http://schemas.microsoft.com/office/powerpoint/2010/main" val="7561322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19CFE3-DA3A-40E2-981B-FACBD009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Reflection is not worship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31CF38-4BAF-4E86-B984-635B328C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RE &amp; World Views  Autumn 1  W6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6CF5F3-A563-42B9-86BF-2EE730B0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 class, reflection is quiet thinking. Nobody is asked to pray or to share a personal loss.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977A1-FA69-4756-B843-DE95741B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03C05-B708-4F7A-9044-207BFFB5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quiet alternative is always available.</a:t>
            </a:r>
          </a:p>
        </p:txBody>
      </p:sp>
    </p:spTree>
    <p:extLst>
      <p:ext uri="{BB962C8B-B14F-4D97-AF65-F5344CB8AC3E}">
        <p14:creationId xmlns:p14="http://schemas.microsoft.com/office/powerpoint/2010/main" val="1851897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2026-09-19T18:26:35.3030000Z</dcterms:created>
  <dcterms:modified xsi:type="dcterms:W3CDTF">2026-09-19T18:26:35.3030000Z</dcterms:modified>
</coreProperties>
</file>