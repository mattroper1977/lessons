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5ec77f51a904a84" Type="http://schemas.openxmlformats.org/package/2006/relationships/metadata/core-properties" Target="docProps/core.xml"/><Relationship Id="R40768bd33883414c" Type="http://schemas.openxmlformats.org/officeDocument/2006/relationships/extended-properties" Target="docProps/app.xml"/><Relationship Id="R85b16a87d147458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a67d7eff144ef1"/>
  </p:sldMasterIdLst>
  <p:notesMasterIdLst>
    <p:notesMasterId xmlns:r="http://schemas.openxmlformats.org/officeDocument/2006/relationships" r:id="Rf22705dd88cc4a3a"/>
  </p:notesMasterIdLst>
  <p:sldIdLst>
    <p:sldId xmlns:r="http://schemas.openxmlformats.org/officeDocument/2006/relationships" id="256" r:id="R7b964dbe559c40b3"/>
    <p:sldId xmlns:r="http://schemas.openxmlformats.org/officeDocument/2006/relationships" id="257" r:id="R1b0b5790560d4619"/>
    <p:sldId xmlns:r="http://schemas.openxmlformats.org/officeDocument/2006/relationships" id="258" r:id="R7c78972adae649d5"/>
    <p:sldId xmlns:r="http://schemas.openxmlformats.org/officeDocument/2006/relationships" id="259" r:id="Re3eefa7c76d24ea5"/>
    <p:sldId xmlns:r="http://schemas.openxmlformats.org/officeDocument/2006/relationships" id="260" r:id="R2527a3c588804fbe"/>
    <p:sldId xmlns:r="http://schemas.openxmlformats.org/officeDocument/2006/relationships" id="261" r:id="R87070e9a155343b4"/>
    <p:sldId xmlns:r="http://schemas.openxmlformats.org/officeDocument/2006/relationships" id="262" r:id="R8070541654bc46a5"/>
    <p:sldId xmlns:r="http://schemas.openxmlformats.org/officeDocument/2006/relationships" id="263" r:id="Rf8f3f250cfc647d9"/>
    <p:sldId xmlns:r="http://schemas.openxmlformats.org/officeDocument/2006/relationships" id="264" r:id="Rdbafd3825bf2468b"/>
    <p:sldId xmlns:r="http://schemas.openxmlformats.org/officeDocument/2006/relationships" id="265" r:id="R76751f3609b54a56"/>
    <p:sldId xmlns:r="http://schemas.openxmlformats.org/officeDocument/2006/relationships" id="266" r:id="Rbe5eb2364c914a74"/>
    <p:sldId xmlns:r="http://schemas.openxmlformats.org/officeDocument/2006/relationships" id="267" r:id="R2734814ef6a34391"/>
    <p:sldId xmlns:r="http://schemas.openxmlformats.org/officeDocument/2006/relationships" id="268" r:id="R23ae928096ba4f93"/>
    <p:sldId xmlns:r="http://schemas.openxmlformats.org/officeDocument/2006/relationships" id="269" r:id="R2eef2da1ff4648f4"/>
    <p:sldId xmlns:r="http://schemas.openxmlformats.org/officeDocument/2006/relationships" id="270" r:id="Rc621d43183bb47ec"/>
    <p:sldId xmlns:r="http://schemas.openxmlformats.org/officeDocument/2006/relationships" id="271" r:id="R516865d3442f4c40"/>
    <p:sldId xmlns:r="http://schemas.openxmlformats.org/officeDocument/2006/relationships" id="272" r:id="Rf1509e1df3c2469c"/>
    <p:sldId xmlns:r="http://schemas.openxmlformats.org/officeDocument/2006/relationships" id="273" r:id="Rdbc05babf5814972"/>
    <p:sldId xmlns:r="http://schemas.openxmlformats.org/officeDocument/2006/relationships" id="274" r:id="Rfadeb94127e54f39"/>
    <p:sldId xmlns:r="http://schemas.openxmlformats.org/officeDocument/2006/relationships" id="275" r:id="R02d2a874764546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d2a8747645462a" Type="http://schemas.openxmlformats.org/officeDocument/2006/relationships/slide" Target="slides/slide20.xml"/><Relationship Id="R1b0b5790560d4619" Type="http://schemas.openxmlformats.org/officeDocument/2006/relationships/slide" Target="slides/slide2.xml"/><Relationship Id="R23ae928096ba4f93" Type="http://schemas.openxmlformats.org/officeDocument/2006/relationships/slide" Target="slides/slide13.xml"/><Relationship Id="R2527a3c588804fbe" Type="http://schemas.openxmlformats.org/officeDocument/2006/relationships/slide" Target="slides/slide5.xml"/><Relationship Id="R2734814ef6a34391" Type="http://schemas.openxmlformats.org/officeDocument/2006/relationships/slide" Target="slides/slide12.xml"/><Relationship Id="R2eef2da1ff4648f4" Type="http://schemas.openxmlformats.org/officeDocument/2006/relationships/slide" Target="slides/slide14.xml"/><Relationship Id="R516865d3442f4c40" Type="http://schemas.openxmlformats.org/officeDocument/2006/relationships/slide" Target="slides/slide16.xml"/><Relationship Id="R55854145c4164d54" Type="http://schemas.openxmlformats.org/officeDocument/2006/relationships/tableStyles" Target="tableStyles.xml"/><Relationship Id="R589b3cbab62c48e5" Type="http://schemas.openxmlformats.org/officeDocument/2006/relationships/presProps" Target="presProps.xml"/><Relationship Id="R6f45e77bff2342b0" Type="http://schemas.openxmlformats.org/officeDocument/2006/relationships/theme" Target="theme/theme1.xml"/><Relationship Id="R76751f3609b54a56" Type="http://schemas.openxmlformats.org/officeDocument/2006/relationships/slide" Target="slides/slide10.xml"/><Relationship Id="R7b964dbe559c40b3" Type="http://schemas.openxmlformats.org/officeDocument/2006/relationships/slide" Target="slides/slide1.xml"/><Relationship Id="R7c78972adae649d5" Type="http://schemas.openxmlformats.org/officeDocument/2006/relationships/slide" Target="slides/slide3.xml"/><Relationship Id="R8070541654bc46a5" Type="http://schemas.openxmlformats.org/officeDocument/2006/relationships/slide" Target="slides/slide7.xml"/><Relationship Id="R87070e9a155343b4" Type="http://schemas.openxmlformats.org/officeDocument/2006/relationships/slide" Target="slides/slide6.xml"/><Relationship Id="R8aa67d7eff144ef1" Type="http://schemas.openxmlformats.org/officeDocument/2006/relationships/slideMaster" Target="slideMasters/slideMaster1.xml"/><Relationship Id="Rbe5eb2364c914a74" Type="http://schemas.openxmlformats.org/officeDocument/2006/relationships/slide" Target="slides/slide11.xml"/><Relationship Id="Rc621d43183bb47ec" Type="http://schemas.openxmlformats.org/officeDocument/2006/relationships/slide" Target="slides/slide15.xml"/><Relationship Id="Rdbafd3825bf2468b" Type="http://schemas.openxmlformats.org/officeDocument/2006/relationships/slide" Target="slides/slide9.xml"/><Relationship Id="Rdbc05babf5814972" Type="http://schemas.openxmlformats.org/officeDocument/2006/relationships/slide" Target="slides/slide18.xml"/><Relationship Id="Re3eefa7c76d24ea5" Type="http://schemas.openxmlformats.org/officeDocument/2006/relationships/slide" Target="slides/slide4.xml"/><Relationship Id="Rf1509e1df3c2469c" Type="http://schemas.openxmlformats.org/officeDocument/2006/relationships/slide" Target="slides/slide17.xml"/><Relationship Id="Rf22705dd88cc4a3a" Type="http://schemas.openxmlformats.org/officeDocument/2006/relationships/notesMaster" Target="notesMasters/notesMaster1.xml"/><Relationship Id="Rf8f3f250cfc647d9" Type="http://schemas.openxmlformats.org/officeDocument/2006/relationships/slide" Target="slides/slide8.xml"/><Relationship Id="Rfadeb94127e54f3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b78029c540bd453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89b41f447ee45a6" Type="http://schemas.openxmlformats.org/officeDocument/2006/relationships/slide" Target="../slides/slide1.xml"/><Relationship Id="Recdeb1174e7d44b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acf80aae1554db6" Type="http://schemas.openxmlformats.org/officeDocument/2006/relationships/notesMaster" Target="../notesMasters/notesMaster1.xml"/><Relationship Id="Rd477b52521ed4db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87bfe0bc3984227" Type="http://schemas.openxmlformats.org/officeDocument/2006/relationships/notesMaster" Target="../notesMasters/notesMaster1.xml"/><Relationship Id="Raabd87b45410464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2d703c87d35492d" Type="http://schemas.openxmlformats.org/officeDocument/2006/relationships/slide" Target="../slides/slide4.xml"/><Relationship Id="Reae8f53f8e57451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f05ee7a18a64cb2" Type="http://schemas.openxmlformats.org/officeDocument/2006/relationships/notesMaster" Target="../notesMasters/notesMaster1.xml"/><Relationship Id="R841ea91358934c8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535ed1c6e134fdb" Type="http://schemas.openxmlformats.org/officeDocument/2006/relationships/slide" Target="../slides/slide6.xml"/><Relationship Id="R4a18dcf6453f43a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e93313e25bd04f4d" Type="http://schemas.openxmlformats.org/officeDocument/2006/relationships/slide" Target="../slides/slide7.xml"/><Relationship Id="Rf6cb67b1311f4fea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0aa6aaf9fa7432e" Type="http://schemas.openxmlformats.org/officeDocument/2006/relationships/notesMaster" Target="../notesMasters/notesMaster1.xml"/><Relationship Id="R9b589d38271247d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d05b63f0d8c8438a" Type="http://schemas.openxmlformats.org/officeDocument/2006/relationships/notesMaster" Target="../notesMasters/notesMaster1.xml"/><Relationship Id="Re15fbcc314104e2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17bd50908264427" Type="http://schemas.openxmlformats.org/officeDocument/2006/relationships/slide" Target="../slides/slide10.xml"/><Relationship Id="Rb389593ad1694a2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c61a2d307504f8e" Type="http://schemas.openxmlformats.org/officeDocument/2006/relationships/notesMaster" Target="../notesMasters/notesMaster1.xml"/><Relationship Id="R9ca776410626483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c8116185ae04005" Type="http://schemas.openxmlformats.org/officeDocument/2006/relationships/slide" Target="../slides/slide12.xml"/><Relationship Id="Ra7f71624f12848e0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6bdfe19aa3654770" Type="http://schemas.openxmlformats.org/officeDocument/2006/relationships/notesMaster" Target="../notesMasters/notesMaster1.xml"/><Relationship Id="Rba1fe80e3721406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30a66afbac374746" Type="http://schemas.openxmlformats.org/officeDocument/2006/relationships/notesMaster" Target="../notesMasters/notesMaster1.xml"/><Relationship Id="Re02e169fa05d44e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09e6fc12e7046c9" Type="http://schemas.openxmlformats.org/officeDocument/2006/relationships/notesMaster" Target="../notesMasters/notesMaster1.xml"/><Relationship Id="Reb431dbc7f85402c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3cfc31341554e1d" Type="http://schemas.openxmlformats.org/officeDocument/2006/relationships/slide" Target="../slides/slide16.xml"/><Relationship Id="R88ec0e39d3cd4a6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30d2b7d44c54556" Type="http://schemas.openxmlformats.org/officeDocument/2006/relationships/slide" Target="../slides/slide17.xml"/><Relationship Id="R546146d118eb49f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017afcb5c0544595" Type="http://schemas.openxmlformats.org/officeDocument/2006/relationships/slide" Target="../slides/slide18.xml"/><Relationship Id="R13ab26d809a04895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6130edf9864a44e0" Type="http://schemas.openxmlformats.org/officeDocument/2006/relationships/notesMaster" Target="../notesMasters/notesMaster1.xml"/><Relationship Id="R6c76a2c68b5a4e9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98e2a4124f044eb9" Type="http://schemas.openxmlformats.org/officeDocument/2006/relationships/notesMaster" Target="../notesMasters/notesMaster1.xml"/><Relationship Id="Rf6327cac896a4230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example, peace, welcome or dialogue.</a:t>
            </a:r>
          </a:p>
          <a:p xmlns:a="http://schemas.openxmlformats.org/drawingml/2006/main">
            <a:r>
              <a:t>Choose: A clear answer to the question OR An example or fact that supports the point. Answer: A clear answer to the question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“For example, Daniel believes everyone deserves dignity.”</a:t>
            </a:r>
          </a:p>
          <a:p xmlns:a="http://schemas.openxmlformats.org/drawingml/2006/main">
            <a:r>
              <a:t>Give a reason when ready. Answer: No. An explanation says how or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Improve each weak response using the colour-coded structure. Link the evidence to the enquiry.</a:t>
            </a:r>
          </a:p>
          <a:p xmlns:a="http://schemas.openxmlformats.org/drawingml/2006/main">
            <a:r>
              <a:t>Add a second piece of evidence and explain which is stronger.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Humanists are nice and do good things. — Humanists try to live good lives without religion. For example, Priya gives blood. This shows her belief that this one life should be useful. — It now has a point, an example and an explanation.</a:t>
            </a:r>
          </a:p>
          <a:p xmlns:a="http://schemas.openxmlformats.org/drawingml/2006/main">
            <a:r>
              <a:t>The Day of Peace is about peace. — The Day of Peace brings people together around a shared value. For example, a mosque open day lets neighbours meet. Therefore understanding grows and conflict is less likely. — “Therefore” links the evidence to the point.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Point: ___. For example, ___. This shows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Point: ___. For example, ___. This shows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Add a second piece of evidence and explain which is stronger.</a:t>
            </a:r>
          </a:p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“For example, Daniel believes everyone deserves dignity.”</a:t>
            </a:r>
          </a:p>
          <a:p xmlns:a="http://schemas.openxmlformats.org/drawingml/2006/main">
            <a:r>
              <a:t>No. An explanation says how or why.</a:t>
            </a:r>
          </a:p>
          <a:p xmlns:a="http://schemas.openxmlformats.org/drawingml/2006/main">
            <a:r>
              <a:t>Support: Point: ___. For example, ___. This shows ___ because ___.</a:t>
            </a:r>
          </a:p>
          <a:p xmlns:a="http://schemas.openxmlformats.org/drawingml/2006/main">
            <a:r>
              <a:t>Extension: Add a second piece of evidence and explain which is stronger.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explain answer using point, evidence/example and explanation.</a:t>
            </a:r>
          </a:p>
          <a:p xmlns:a="http://schemas.openxmlformats.org/drawingml/2006/main">
            <a:r>
              <a:t>Sentence stems; colour-coded model; oral-first option; scribe/typing; reduced response target; MCQ evidence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ffba5f64a6b430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b5389ebef244641" Type="http://schemas.openxmlformats.org/officeDocument/2006/relationships/theme" Target="theme/theme2.xml"/><Relationship Id="Rd979d2e1e5ba41c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79d2e1e5ba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28f5529c9984743" Type="http://schemas.openxmlformats.org/officeDocument/2006/relationships/notesSlide" Target="../notesSlides/notesSlide1.xml"/><Relationship Id="R57d602f844a346a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48ec0a820de47e7" Type="http://schemas.openxmlformats.org/officeDocument/2006/relationships/slideLayout" Target="../slideLayouts/slideLayout1.xml"/><Relationship Id="R966fc6ead9334f5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8e7ff98a6134755" Type="http://schemas.openxmlformats.org/officeDocument/2006/relationships/slideLayout" Target="../slideLayouts/slideLayout1.xml"/><Relationship Id="R9db5945b263b425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7f9a2200bdc4b15" Type="http://schemas.openxmlformats.org/officeDocument/2006/relationships/slideLayout" Target="../slideLayouts/slideLayout1.xml"/><Relationship Id="R7782005f4e704da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619cfbee4414462" Type="http://schemas.openxmlformats.org/officeDocument/2006/relationships/image" Target="../media/image.png"/><Relationship Id="R6b06f0c477ad4970" Type="http://schemas.openxmlformats.org/officeDocument/2006/relationships/slideLayout" Target="../slideLayouts/slideLayout1.xml"/><Relationship Id="Rb70be6d3c1424eb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65c751a90e74302" Type="http://schemas.openxmlformats.org/officeDocument/2006/relationships/slideLayout" Target="../slideLayouts/slideLayout1.xml"/><Relationship Id="Rcc102bc33ece409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f7e7203a29548bc" Type="http://schemas.openxmlformats.org/officeDocument/2006/relationships/notesSlide" Target="../notesSlides/notesSlide7.xml"/><Relationship Id="R78fbd86b291e430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e659061cd954c46" Type="http://schemas.openxmlformats.org/officeDocument/2006/relationships/notesSlide" Target="../notesSlides/notesSlide8.xml"/><Relationship Id="Rb07bc5df115546e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dca1fdb614f405d" Type="http://schemas.openxmlformats.org/officeDocument/2006/relationships/notesSlide" Target="../notesSlides/notesSlide9.xml"/><Relationship Id="R7fa39bc3cda7437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1572088c89f48f8" Type="http://schemas.openxmlformats.org/officeDocument/2006/relationships/notesSlide" Target="../notesSlides/notesSlide10.xml"/><Relationship Id="R8917de8a4b094b1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d4a8f48a06d4e06" Type="http://schemas.openxmlformats.org/officeDocument/2006/relationships/slideLayout" Target="../slideLayouts/slideLayout1.xml"/><Relationship Id="Rb4d1152c609e443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abb248495c4b4df4" Type="http://schemas.openxmlformats.org/officeDocument/2006/relationships/notesSlide" Target="../notesSlides/notesSlide12.xml"/><Relationship Id="Rd343f968f4694ae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46dcaa7998941a6" Type="http://schemas.openxmlformats.org/officeDocument/2006/relationships/notesSlide" Target="../notesSlides/notesSlide13.xml"/><Relationship Id="R4db6d799f12c4b9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129ea33e16b4eb6" Type="http://schemas.openxmlformats.org/officeDocument/2006/relationships/notesSlide" Target="../notesSlides/notesSlide14.xml"/><Relationship Id="R5f76cd389a74482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c4362656a734baa" Type="http://schemas.openxmlformats.org/officeDocument/2006/relationships/slideLayout" Target="../slideLayouts/slideLayout1.xml"/><Relationship Id="R968d0da2e13b4d8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1623bdd2ada5493d" Type="http://schemas.openxmlformats.org/officeDocument/2006/relationships/notesSlide" Target="../notesSlides/notesSlide16.xml"/><Relationship Id="R361fcbf578cf49b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90ca5a631a0448e" Type="http://schemas.openxmlformats.org/officeDocument/2006/relationships/notesSlide" Target="../notesSlides/notesSlide17.xml"/><Relationship Id="R76fa78770f9245ae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20c897d9cb594f00" Type="http://schemas.openxmlformats.org/officeDocument/2006/relationships/slideLayout" Target="../slideLayouts/slideLayout1.xml"/><Relationship Id="R8458d9064aaa4cf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86bc1c5d9e604168" Type="http://schemas.openxmlformats.org/officeDocument/2006/relationships/slideLayout" Target="../slideLayouts/slideLayout1.xml"/><Relationship Id="Rb16c8e0231e14f5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11a7410e57d34d42" Type="http://schemas.openxmlformats.org/officeDocument/2006/relationships/notesSlide" Target="../notesSlides/notesSlide20.xml"/><Relationship Id="R7c1a9734f8b747c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8199B-CFC0-4EDC-9B4A-C77AED9E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 structured “explain”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106D9-8690-48EC-8E85-C92F10A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F402-C678-4C86-9B85-F91CA064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give a structured explanation using a point, evidence/example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95B41-7395-4E62-9EBC-8B0306F1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1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A3D84-E0A3-436F-9077-31F55F8D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406469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54377-8752-41A3-B69B-17FD878E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1CB12-DD9B-41E2-AA7F-E2C91F7F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BE358-8199-4143-8D38-C736C697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value shared across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AE1DF-05C5-4151-939A-02FFB047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point?</a:t>
            </a:r>
          </a:p>
        </p:txBody>
      </p:sp>
    </p:spTree>
    <p:extLst>
      <p:ext uri="{BB962C8B-B14F-4D97-AF65-F5344CB8AC3E}">
        <p14:creationId xmlns:p14="http://schemas.microsoft.com/office/powerpoint/2010/main" val="44111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7723E-2BCB-4576-8DAE-E14DEE8B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7225-A53B-4299-B098-15EA4A5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ACA0F-C92A-4FDA-90F8-347AA4B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In the model answer, which sentence is the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2E5D2-F089-4AA2-A4E3-8039544F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a list the same as an explanation?</a:t>
            </a:r>
          </a:p>
        </p:txBody>
      </p:sp>
    </p:spTree>
    <p:extLst>
      <p:ext uri="{BB962C8B-B14F-4D97-AF65-F5344CB8AC3E}">
        <p14:creationId xmlns:p14="http://schemas.microsoft.com/office/powerpoint/2010/main" val="1601815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4CD09-A8E8-488D-9191-72926F5F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59DFE-696A-4596-9E31-80929A92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BD7E3-84DD-4871-BDF8-57C8A770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clear answer to the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E7F02-7D91-4C3D-86C1-F60CA454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example or fact that supports the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5C7FE-0747-4C01-A2B0-ACCE0E29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say how or why, using “because” or “therefore”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6AA96-E2DB-4192-B117-FEAE5294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therefore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word that shows what follows from the evidence</a:t>
            </a:r>
          </a:p>
        </p:txBody>
      </p:sp>
    </p:spTree>
    <p:extLst>
      <p:ext uri="{BB962C8B-B14F-4D97-AF65-F5344CB8AC3E}">
        <p14:creationId xmlns:p14="http://schemas.microsoft.com/office/powerpoint/2010/main" val="393241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FA85D-C228-4CF7-8558-6CC9F953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E4D07-5F16-400C-BA66-4452CFE3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9cfbee4414462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F95CD-496C-49C5-94E6-01B3F361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Explains or lists?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232B-31E6-406A-B739-54CA1C5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answer that explains.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041C7-41E7-4D8D-A125-A34B4311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662642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94567-7396-44B2-AA53-869DA0F9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FDC14-3498-4F9A-B96D-E256F28C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BA8D7-3065-4673-9DC4-7BF385DA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In the model answer, which sentence is the evidence?</a:t>
            </a:r>
          </a:p>
        </p:txBody>
      </p:sp>
    </p:spTree>
    <p:extLst>
      <p:ext uri="{BB962C8B-B14F-4D97-AF65-F5344CB8AC3E}">
        <p14:creationId xmlns:p14="http://schemas.microsoft.com/office/powerpoint/2010/main" val="382821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4E2B3-C1E3-4CF0-A8E4-6939EDFA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E3609-BFEC-41F4-9961-9958E5C7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F6434-7240-4CAD-94BD-FC84CE1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 model explanation: “A belief can influence a person’s work. For example, Daniel believes everyone deserves dignity. Therefore he chose care work, because it lets him act on that belief.”</a:t>
            </a:r>
          </a:p>
        </p:txBody>
      </p:sp>
    </p:spTree>
    <p:extLst>
      <p:ext uri="{BB962C8B-B14F-4D97-AF65-F5344CB8AC3E}">
        <p14:creationId xmlns:p14="http://schemas.microsoft.com/office/powerpoint/2010/main" val="758619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C276D-8889-42F7-BDE7-AFDBBE8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83B85-299B-4257-8885-12010943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9D643-E540-4A4F-8452-34CDCBA8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“For example, Daniel believes everyone deserves dignity.”</a:t>
            </a:r>
          </a:p>
        </p:txBody>
      </p:sp>
    </p:spTree>
    <p:extLst>
      <p:ext uri="{BB962C8B-B14F-4D97-AF65-F5344CB8AC3E}">
        <p14:creationId xmlns:p14="http://schemas.microsoft.com/office/powerpoint/2010/main" val="1949691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75B10-E533-4877-88E1-BBBD5DFF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733C3-9449-4D1F-91F6-664F65A9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30019-4BA8-42D8-926F-B7D010C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a list the same as an explanation? No. An explanation says how or why.</a:t>
            </a:r>
          </a:p>
        </p:txBody>
      </p:sp>
    </p:spTree>
    <p:extLst>
      <p:ext uri="{BB962C8B-B14F-4D97-AF65-F5344CB8AC3E}">
        <p14:creationId xmlns:p14="http://schemas.microsoft.com/office/powerpoint/2010/main" val="2125622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50476-DDB0-4E4C-8EDA-AED52D9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97F1A-3049-48C5-8931-63C5A6C0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4B247-8B53-4A77-8CA9-0916223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each weak response using the colour-coded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13351-C049-4902-B319-93F3D394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Find the evidence in the improved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5A6F2-9798-46E5-B847-1BFDCD1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781969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AFDF6-D68C-4E8F-B71C-5C0A2969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5CEC-506E-4BCB-A156-B9BF1B7F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B43B2-61E2-4277-892D-6230E27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Humanists are nice and do good things.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1521-F2CD-4974-BCAD-B1AA06D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Day of Peace is about peace.</a:t>
            </a:r>
          </a:p>
        </p:txBody>
      </p:sp>
    </p:spTree>
    <p:extLst>
      <p:ext uri="{BB962C8B-B14F-4D97-AF65-F5344CB8AC3E}">
        <p14:creationId xmlns:p14="http://schemas.microsoft.com/office/powerpoint/2010/main" val="1193390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FEBEB-0ED3-4B02-9B8B-230D8496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AD79E-4F1E-4E72-8AF8-F2445E8C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6CA97-07E3-4D90-9631-8882E7D4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question from the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6E21D-88E9-4C83-8AFB-6959F87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your evidence from three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B9AE7-A448-4CBC-985D-8E43DF3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the three sentences aloud, or have them scribed.</a:t>
            </a:r>
          </a:p>
        </p:txBody>
      </p:sp>
    </p:spTree>
    <p:extLst>
      <p:ext uri="{BB962C8B-B14F-4D97-AF65-F5344CB8AC3E}">
        <p14:creationId xmlns:p14="http://schemas.microsoft.com/office/powerpoint/2010/main" val="1778568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0D139-0311-4D08-B0C5-5839D81D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3C9DF-2885-4E05-8C52-D33C4F80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49831-9611-4053-85C1-025692F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explain question from Weeks 1–4.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0866D-EF17-48FF-AC90-112FBA77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point and an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D64B8-2163-4836-A57A-3B4AA30E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using “because” or “therefore”.</a:t>
            </a:r>
          </a:p>
        </p:txBody>
      </p:sp>
    </p:spTree>
    <p:extLst>
      <p:ext uri="{BB962C8B-B14F-4D97-AF65-F5344CB8AC3E}">
        <p14:creationId xmlns:p14="http://schemas.microsoft.com/office/powerpoint/2010/main" val="1603257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62332-911A-434B-B2DA-2DF2429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B1382-2513-4C35-A25E-D49A92B7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1898B-DE55-46CF-88D6-A3106A00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question with point, evidence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CF946-4DC0-4FFA-9753-EB43E28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second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22742-CBBA-4327-9F39-9ED2B21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which example supports your point better.</a:t>
            </a:r>
          </a:p>
        </p:txBody>
      </p:sp>
    </p:spTree>
    <p:extLst>
      <p:ext uri="{BB962C8B-B14F-4D97-AF65-F5344CB8AC3E}">
        <p14:creationId xmlns:p14="http://schemas.microsoft.com/office/powerpoint/2010/main" val="18671743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19082-C546-42D8-9CC4-1494AC05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104ED-040B-4A97-A03F-6481CA00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8B019-22B1-49A3-B9AC-C47583B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explain answer using point, evidence/example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93B4A-530E-489A-B1B5-5ED3024D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88183-A85B-4D20-9999-56D9B030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727634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784E0-1539-4524-B410-4B890652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0756F-3651-4045-861D-A9FDE069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5DF97-189E-4739-B1DF-933DF03A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 the model answer, which sentence is the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5CB3D-FA05-47FF-8F11-F6C5811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 list the same as an explanation?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49831-8FC6-4702-AF25-3258B3DE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8989725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90AAE-E434-4B00-AAE0-9B5B89AE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The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E0D3D-E398-4A58-BEE5-5084450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4C31-0097-4BD6-93D3-77BDEFBC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Point: answer the question. Evidence or example: “For example…”. Explain: “This shows… because…”. Three sentences are enough.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C2E1-BEBC-4823-A520-F6642E57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89643-6C6D-4300-97C5-6509D58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support for clear thinking, not an exam technique.</a:t>
            </a:r>
          </a:p>
        </p:txBody>
      </p:sp>
    </p:spTree>
    <p:extLst>
      <p:ext uri="{BB962C8B-B14F-4D97-AF65-F5344CB8AC3E}">
        <p14:creationId xmlns:p14="http://schemas.microsoft.com/office/powerpoint/2010/main" val="905453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8D3CC-1F18-4F86-A034-2FB9A5F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A list, not an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771D2-5133-424C-B640-FE9602F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30F94-B924-47EC-83AA-E05984FF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“Christians pray, go to church and read the Bible.” This lists. It never says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0FB52-FAFD-47CE-9201-4B2EB08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D41C2-89E5-400C-A470-F94494C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list can be the start of a good answer.</a:t>
            </a:r>
          </a:p>
        </p:txBody>
      </p:sp>
    </p:spTree>
    <p:extLst>
      <p:ext uri="{BB962C8B-B14F-4D97-AF65-F5344CB8AC3E}">
        <p14:creationId xmlns:p14="http://schemas.microsoft.com/office/powerpoint/2010/main" val="7159023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700DE-F7A9-4BE6-9DF8-61784491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 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7B8F-6C9B-4F7A-8D15-DB97D0E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77544-A327-49F4-A594-2003524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“A belief can influence a person’s work. For example, Daniel believes everyone deserves dignity. Therefore he chose care work, because it lets him act on that belief.”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BCEC5-1EDA-4A41-9D67-E9AFF4C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86221-6B04-40FF-9119-1D71AE97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model shows the method. Other good answers exist.</a:t>
            </a:r>
          </a:p>
        </p:txBody>
      </p:sp>
    </p:spTree>
    <p:extLst>
      <p:ext uri="{BB962C8B-B14F-4D97-AF65-F5344CB8AC3E}">
        <p14:creationId xmlns:p14="http://schemas.microsoft.com/office/powerpoint/2010/main" val="1748206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4601E-A280-4145-AA8F-0A682EA0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Question 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809AF-C647-4883-AD0F-06B6432D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6F881-67F2-494D-AB2F-A2A10EA7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can a belief influence a choice? Why might someone trust a sacred text? How can a shared value bring people together?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70560-F220-4172-A604-BA046D9E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EE093-E3BA-46B0-8CEB-A87B59A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Choose the question you can support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1296769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2026-09-19T18:26:31.7660000Z</dcterms:created>
  <dcterms:modified xsi:type="dcterms:W3CDTF">2026-09-19T18:26:31.7660000Z</dcterms:modified>
</coreProperties>
</file>