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f2cfe124a4d43c7" Type="http://schemas.openxmlformats.org/package/2006/relationships/metadata/core-properties" Target="docProps/core.xml"/><Relationship Id="R440b95aa48f94bc0" Type="http://schemas.openxmlformats.org/officeDocument/2006/relationships/extended-properties" Target="docProps/app.xml"/><Relationship Id="Rf6fecc9c4dcd409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3e20449b94bb6"/>
  </p:sldMasterIdLst>
  <p:notesMasterIdLst>
    <p:notesMasterId xmlns:r="http://schemas.openxmlformats.org/officeDocument/2006/relationships" r:id="R4ef73521cb42477c"/>
  </p:notesMasterIdLst>
  <p:sldIdLst>
    <p:sldId xmlns:r="http://schemas.openxmlformats.org/officeDocument/2006/relationships" id="256" r:id="R3c9e4ef82995497b"/>
    <p:sldId xmlns:r="http://schemas.openxmlformats.org/officeDocument/2006/relationships" id="257" r:id="R4bf288fa4d894eef"/>
    <p:sldId xmlns:r="http://schemas.openxmlformats.org/officeDocument/2006/relationships" id="258" r:id="Rc07dec549e784692"/>
    <p:sldId xmlns:r="http://schemas.openxmlformats.org/officeDocument/2006/relationships" id="259" r:id="Rbb2223786e984255"/>
    <p:sldId xmlns:r="http://schemas.openxmlformats.org/officeDocument/2006/relationships" id="260" r:id="R89da36929f434a68"/>
    <p:sldId xmlns:r="http://schemas.openxmlformats.org/officeDocument/2006/relationships" id="261" r:id="R2dd735b7cff94540"/>
    <p:sldId xmlns:r="http://schemas.openxmlformats.org/officeDocument/2006/relationships" id="262" r:id="Rd166c1098ba04156"/>
    <p:sldId xmlns:r="http://schemas.openxmlformats.org/officeDocument/2006/relationships" id="263" r:id="R522ea800eaed4f3e"/>
    <p:sldId xmlns:r="http://schemas.openxmlformats.org/officeDocument/2006/relationships" id="264" r:id="R8dcaf6d9dc7e4c57"/>
    <p:sldId xmlns:r="http://schemas.openxmlformats.org/officeDocument/2006/relationships" id="265" r:id="R05d3a3aa64a14128"/>
    <p:sldId xmlns:r="http://schemas.openxmlformats.org/officeDocument/2006/relationships" id="266" r:id="R60f7caa5ebf3433f"/>
    <p:sldId xmlns:r="http://schemas.openxmlformats.org/officeDocument/2006/relationships" id="267" r:id="R8edad30c629749a3"/>
    <p:sldId xmlns:r="http://schemas.openxmlformats.org/officeDocument/2006/relationships" id="268" r:id="R5766a817b4bf423e"/>
    <p:sldId xmlns:r="http://schemas.openxmlformats.org/officeDocument/2006/relationships" id="269" r:id="R18c4ecaf61a34511"/>
    <p:sldId xmlns:r="http://schemas.openxmlformats.org/officeDocument/2006/relationships" id="270" r:id="R05d67b7228454a8e"/>
    <p:sldId xmlns:r="http://schemas.openxmlformats.org/officeDocument/2006/relationships" id="271" r:id="Rd89d2b408ae14b31"/>
    <p:sldId xmlns:r="http://schemas.openxmlformats.org/officeDocument/2006/relationships" id="272" r:id="R14843e37123e46fd"/>
    <p:sldId xmlns:r="http://schemas.openxmlformats.org/officeDocument/2006/relationships" id="273" r:id="R15cdb40544fa484a"/>
    <p:sldId xmlns:r="http://schemas.openxmlformats.org/officeDocument/2006/relationships" id="274" r:id="R42fa4256ca0c4e47"/>
    <p:sldId xmlns:r="http://schemas.openxmlformats.org/officeDocument/2006/relationships" id="275" r:id="Rf9c5574363cf4528"/>
    <p:sldId xmlns:r="http://schemas.openxmlformats.org/officeDocument/2006/relationships" id="276" r:id="R5fd34a27d9e14d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d3a3aa64a14128" Type="http://schemas.openxmlformats.org/officeDocument/2006/relationships/slide" Target="slides/slide10.xml"/><Relationship Id="R05d67b7228454a8e" Type="http://schemas.openxmlformats.org/officeDocument/2006/relationships/slide" Target="slides/slide15.xml"/><Relationship Id="R11b3fadbb45b4e20" Type="http://schemas.openxmlformats.org/officeDocument/2006/relationships/tableStyles" Target="tableStyles.xml"/><Relationship Id="R13c4378bce4f4863" Type="http://schemas.openxmlformats.org/officeDocument/2006/relationships/theme" Target="theme/theme1.xml"/><Relationship Id="R14843e37123e46fd" Type="http://schemas.openxmlformats.org/officeDocument/2006/relationships/slide" Target="slides/slide17.xml"/><Relationship Id="R15cdb40544fa484a" Type="http://schemas.openxmlformats.org/officeDocument/2006/relationships/slide" Target="slides/slide18.xml"/><Relationship Id="R18c4ecaf61a34511" Type="http://schemas.openxmlformats.org/officeDocument/2006/relationships/slide" Target="slides/slide14.xml"/><Relationship Id="R2dd735b7cff94540" Type="http://schemas.openxmlformats.org/officeDocument/2006/relationships/slide" Target="slides/slide6.xml"/><Relationship Id="R3b63e20449b94bb6" Type="http://schemas.openxmlformats.org/officeDocument/2006/relationships/slideMaster" Target="slideMasters/slideMaster1.xml"/><Relationship Id="R3c9e4ef82995497b" Type="http://schemas.openxmlformats.org/officeDocument/2006/relationships/slide" Target="slides/slide1.xml"/><Relationship Id="R42fa4256ca0c4e47" Type="http://schemas.openxmlformats.org/officeDocument/2006/relationships/slide" Target="slides/slide19.xml"/><Relationship Id="R4bf288fa4d894eef" Type="http://schemas.openxmlformats.org/officeDocument/2006/relationships/slide" Target="slides/slide2.xml"/><Relationship Id="R4ef73521cb42477c" Type="http://schemas.openxmlformats.org/officeDocument/2006/relationships/notesMaster" Target="notesMasters/notesMaster1.xml"/><Relationship Id="R522ea800eaed4f3e" Type="http://schemas.openxmlformats.org/officeDocument/2006/relationships/slide" Target="slides/slide8.xml"/><Relationship Id="R5766a817b4bf423e" Type="http://schemas.openxmlformats.org/officeDocument/2006/relationships/slide" Target="slides/slide13.xml"/><Relationship Id="R5fd34a27d9e14d59" Type="http://schemas.openxmlformats.org/officeDocument/2006/relationships/slide" Target="slides/slide21.xml"/><Relationship Id="R60f7caa5ebf3433f" Type="http://schemas.openxmlformats.org/officeDocument/2006/relationships/slide" Target="slides/slide11.xml"/><Relationship Id="R705ea60534734ed7" Type="http://schemas.openxmlformats.org/officeDocument/2006/relationships/presProps" Target="presProps.xml"/><Relationship Id="R89da36929f434a68" Type="http://schemas.openxmlformats.org/officeDocument/2006/relationships/slide" Target="slides/slide5.xml"/><Relationship Id="R8dcaf6d9dc7e4c57" Type="http://schemas.openxmlformats.org/officeDocument/2006/relationships/slide" Target="slides/slide9.xml"/><Relationship Id="R8edad30c629749a3" Type="http://schemas.openxmlformats.org/officeDocument/2006/relationships/slide" Target="slides/slide12.xml"/><Relationship Id="Rbb2223786e984255" Type="http://schemas.openxmlformats.org/officeDocument/2006/relationships/slide" Target="slides/slide4.xml"/><Relationship Id="Rc07dec549e784692" Type="http://schemas.openxmlformats.org/officeDocument/2006/relationships/slide" Target="slides/slide3.xml"/><Relationship Id="Rd166c1098ba04156" Type="http://schemas.openxmlformats.org/officeDocument/2006/relationships/slide" Target="slides/slide7.xml"/><Relationship Id="Rd89d2b408ae14b31" Type="http://schemas.openxmlformats.org/officeDocument/2006/relationships/slide" Target="slides/slide16.xml"/><Relationship Id="Rf9c5574363cf4528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663a80a04b2f46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58098b84e96445c" Type="http://schemas.openxmlformats.org/officeDocument/2006/relationships/slide" Target="../slides/slide1.xml"/><Relationship Id="R6ee4419fa90e4a9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492303012e0458b" Type="http://schemas.openxmlformats.org/officeDocument/2006/relationships/slide" Target="../slides/slide2.xml"/><Relationship Id="Re329d496780c481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b37aff65530411f" Type="http://schemas.openxmlformats.org/officeDocument/2006/relationships/notesMaster" Target="../notesMasters/notesMaster1.xml"/><Relationship Id="R97855fabb8ac4ac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70a4229be8947cc" Type="http://schemas.openxmlformats.org/officeDocument/2006/relationships/notesMaster" Target="../notesMasters/notesMaster1.xml"/><Relationship Id="R17c07474c34045f7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cbd2937e4e0460d" Type="http://schemas.openxmlformats.org/officeDocument/2006/relationships/slide" Target="../slides/slide5.xml"/><Relationship Id="Rc53e3a60756f4fa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0082e97d6c04072" Type="http://schemas.openxmlformats.org/officeDocument/2006/relationships/notesMaster" Target="../notesMasters/notesMaster1.xml"/><Relationship Id="Rd06db55a817e4c5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ea26a577a584345" Type="http://schemas.openxmlformats.org/officeDocument/2006/relationships/notesMaster" Target="../notesMasters/notesMaster1.xml"/><Relationship Id="Rc78a1c126a7b4f9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211362dbbdc4878" Type="http://schemas.openxmlformats.org/officeDocument/2006/relationships/slide" Target="../slides/slide8.xml"/><Relationship Id="R8c8953dca23d44d8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ebda9929d04e450c" Type="http://schemas.openxmlformats.org/officeDocument/2006/relationships/notesMaster" Target="../notesMasters/notesMaster1.xml"/><Relationship Id="Red352b389beb4c1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b88860bec294f07" Type="http://schemas.openxmlformats.org/officeDocument/2006/relationships/slide" Target="../slides/slide10.xml"/><Relationship Id="R4e9f2c4e77ef4dd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81b0e96fafdd430a" Type="http://schemas.openxmlformats.org/officeDocument/2006/relationships/slide" Target="../slides/slide11.xml"/><Relationship Id="Rf8caa6e70370440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fbbf34ee8af44e2" Type="http://schemas.openxmlformats.org/officeDocument/2006/relationships/notesMaster" Target="../notesMasters/notesMaster1.xml"/><Relationship Id="Ref7172a97ef3420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abb0b804bd024709" Type="http://schemas.openxmlformats.org/officeDocument/2006/relationships/notesMaster" Target="../notesMasters/notesMaster1.xml"/><Relationship Id="Rdf6f0be7835d4450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a8be1afaf4c41af" Type="http://schemas.openxmlformats.org/officeDocument/2006/relationships/notesMaster" Target="../notesMasters/notesMaster1.xml"/><Relationship Id="R9cb655c7d5fb47cc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da9d001dd8ad4aa8" Type="http://schemas.openxmlformats.org/officeDocument/2006/relationships/notesMaster" Target="../notesMasters/notesMaster1.xml"/><Relationship Id="Rf583cf45883e4c6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6c5dbd7031ea458b" Type="http://schemas.openxmlformats.org/officeDocument/2006/relationships/slide" Target="../slides/slide16.xml"/><Relationship Id="Re2886713a00444a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283889c1f784a9e" Type="http://schemas.openxmlformats.org/officeDocument/2006/relationships/notesMaster" Target="../notesMasters/notesMaster1.xml"/><Relationship Id="Rcb2423634ed54a15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15732cd83674b03" Type="http://schemas.openxmlformats.org/officeDocument/2006/relationships/notesMaster" Target="../notesMasters/notesMaster1.xml"/><Relationship Id="R60a41cfa5ece4e6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078e6d1a26e471f" Type="http://schemas.openxmlformats.org/officeDocument/2006/relationships/notesMaster" Target="../notesMasters/notesMaster1.xml"/><Relationship Id="R8752c54beced46e6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6c17ed51c80f4c4e" Type="http://schemas.openxmlformats.org/officeDocument/2006/relationships/notesMaster" Target="../notesMasters/notesMaster1.xml"/><Relationship Id="Rc9854165386d4d4f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b109b4b72ded4575" Type="http://schemas.openxmlformats.org/officeDocument/2006/relationships/notesMaster" Target="../notesMasters/notesMaster1.xml"/><Relationship Id="Re4500bf8cd0f40a8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 feed changes, so the evidence must be traceable to a particular capture.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Accessible routes and timely warnings that enable movement to higher ground.</a:t>
            </a:r>
          </a:p>
          <a:p xmlns:a="http://schemas.openxmlformats.org/drawingml/2006/main">
            <a:r>
              <a:t>Give a reason when ready. Answer: No. Shaking and coastal flooding require different measures.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Compare earthquake-resistant design, warnings and accessible routes. Link the evidence to the enquiry.</a:t>
            </a:r>
          </a:p>
          <a:p xmlns:a="http://schemas.openxmlformats.org/drawingml/2006/main">
            <a:r>
              <a:t>Compare immediate response with longer-term preparedness and explain a trade-off.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Shaking damages buildings — Earthquake-resistant design — Design addresses shaking, with limits.</a:t>
            </a:r>
          </a:p>
          <a:p xmlns:a="http://schemas.openxmlformats.org/drawingml/2006/main">
            <a:r>
              <a:t>People in low coastal areas — Accessible evacuation routes — Routes can reduce exposure when usable and timely.</a:t>
            </a:r>
          </a:p>
          <a:p xmlns:a="http://schemas.openxmlformats.org/drawingml/2006/main">
            <a:r>
              <a:t>No clear information — Warnings and communication — Information supports action but must reach people.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For the risk of ___, I choose ___ because ___. A limitation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risk of ___, I choose ___ because ___. A limitation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Compare immediate response with longer-term preparedness and explain a trade-off.</a:t>
            </a:r>
          </a:p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Accessible routes and timely warnings that enable movement to higher ground.</a:t>
            </a:r>
          </a:p>
          <a:p xmlns:a="http://schemas.openxmlformats.org/drawingml/2006/main">
            <a:r>
              <a:t>No. Shaking and coastal flooding require different measures.</a:t>
            </a:r>
          </a:p>
          <a:p xmlns:a="http://schemas.openxmlformats.org/drawingml/2006/main">
            <a:r>
              <a:t>Support: For the risk of ___, I choose ___ because ___. A limitation is ___.</a:t>
            </a:r>
          </a:p>
          <a:p xmlns:a="http://schemas.openxmlformats.org/drawingml/2006/main">
            <a:r>
              <a:t>Extension: Compare immediate response with longer-term preparedness and explain a trade-off.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supported judgement, map/graph interpretation and two exit questions.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da19f52ce094e2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11c6b9dabc3437e" Type="http://schemas.openxmlformats.org/officeDocument/2006/relationships/slideLayout" Target="../slideLayouts/slideLayout1.xml"/><Relationship Id="Re0ce748bde64479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1c6b9dabc3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3d9f894e35d4d13" Type="http://schemas.openxmlformats.org/officeDocument/2006/relationships/notesSlide" Target="../notesSlides/notesSlide1.xml"/><Relationship Id="R7c8d293cbb9747c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edda435a83142f4" Type="http://schemas.openxmlformats.org/officeDocument/2006/relationships/slideLayout" Target="../slideLayouts/slideLayout1.xml"/><Relationship Id="Re36079055fea454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0b8a7ba51354a68" Type="http://schemas.openxmlformats.org/officeDocument/2006/relationships/notesSlide" Target="../notesSlides/notesSlide3.xml"/><Relationship Id="Rf6069debbe2246c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373c838e2974ca9" Type="http://schemas.openxmlformats.org/officeDocument/2006/relationships/slideLayout" Target="../slideLayouts/slideLayout1.xml"/><Relationship Id="Rdbece3d64d0340b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b64a28de358431c" Type="http://schemas.openxmlformats.org/officeDocument/2006/relationships/notesSlide" Target="../notesSlides/notesSlide5.xml"/><Relationship Id="R8e21adc971734263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98e053e2fc34035" Type="http://schemas.openxmlformats.org/officeDocument/2006/relationships/notesSlide" Target="../notesSlides/notesSlide6.xml"/><Relationship Id="Ra42506744d3049af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9f44fe0f4bc4869" Type="http://schemas.openxmlformats.org/officeDocument/2006/relationships/slideLayout" Target="../slideLayouts/slideLayout1.xml"/><Relationship Id="Rda8208fbfc744db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413c65e43cd4835" Type="http://schemas.openxmlformats.org/officeDocument/2006/relationships/slideLayout" Target="../slideLayouts/slideLayout1.xml"/><Relationship Id="R3afcea4665314f3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2bb1ef677f14ef8" Type="http://schemas.openxmlformats.org/officeDocument/2006/relationships/slideLayout" Target="../slideLayouts/slideLayout1.xml"/><Relationship Id="R9ac72705dab343ad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cda199162ef4b23" Type="http://schemas.openxmlformats.org/officeDocument/2006/relationships/slideLayout" Target="../slideLayouts/slideLayout1.xml"/><Relationship Id="R688370b2045c4f8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ce711e55e9347a2" Type="http://schemas.openxmlformats.org/officeDocument/2006/relationships/notesSlide" Target="../notesSlides/notesSlide11.xml"/><Relationship Id="Rcb0610da3b184746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eeb554d3b9847f8" Type="http://schemas.openxmlformats.org/officeDocument/2006/relationships/notesSlide" Target="../notesSlides/notesSlide12.xml"/><Relationship Id="Reedc17f7a25f465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a31f313989754d3f" Type="http://schemas.openxmlformats.org/officeDocument/2006/relationships/notesSlide" Target="../notesSlides/notesSlide13.xml"/><Relationship Id="Rb884c094ceb24c4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6fd3fabdc074b3a" Type="http://schemas.openxmlformats.org/officeDocument/2006/relationships/slideLayout" Target="../slideLayouts/slideLayout1.xml"/><Relationship Id="Re0a7fea12cfb486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1bb41e1aaaa443d" Type="http://schemas.openxmlformats.org/officeDocument/2006/relationships/notesSlide" Target="../notesSlides/notesSlide15.xml"/><Relationship Id="R8f9fd1415e53469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f4e55f267da42cb" Type="http://schemas.openxmlformats.org/officeDocument/2006/relationships/notesSlide" Target="../notesSlides/notesSlide16.xml"/><Relationship Id="Rde43577d68db49c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677c70743e84746" Type="http://schemas.openxmlformats.org/officeDocument/2006/relationships/slideLayout" Target="../slideLayouts/slideLayout1.xml"/><Relationship Id="Ra9634d214603498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e25a65e816e04542" Type="http://schemas.openxmlformats.org/officeDocument/2006/relationships/slideLayout" Target="../slideLayouts/slideLayout1.xml"/><Relationship Id="Rfa54aad2ea4f42e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cbb47351309466b" Type="http://schemas.openxmlformats.org/officeDocument/2006/relationships/notesSlide" Target="../notesSlides/notesSlide19.xml"/><Relationship Id="R5472ef701c814b5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9d32e72c93c7400d" Type="http://schemas.openxmlformats.org/officeDocument/2006/relationships/notesSlide" Target="../notesSlides/notesSlide20.xml"/><Relationship Id="Rd4746588a24e430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677ad32da70d4346" Type="http://schemas.openxmlformats.org/officeDocument/2006/relationships/image" Target="../media/image.png"/><Relationship Id="Rd7d96398a2e54b9d" Type="http://schemas.openxmlformats.org/officeDocument/2006/relationships/notesSlide" Target="../notesSlides/notesSlide21.xml"/><Relationship Id="Rebbde0eb4edd4907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17704-1D77-44D8-A9AD-264E18CB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Hazard effects and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00121-E8AC-41BC-979D-CAB6A1B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EF4F3-D705-44EC-ABB8-78855AE6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effects and management of a hazard.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6F11A-18E8-459C-8800-A87BA43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Spring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F1B73-1BDE-476E-9F48-0AE645FC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72314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68003-8BA4-4DE7-ACE8-DF2BD260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56A5B-FF27-4167-AA87-B79E038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1D93C-D23F-47A7-A9C4-6CDED296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Why record the snapshot time?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A3A93-9AB8-4EC1-95B0-4198D87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1185538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9283B-1072-4838-B3D6-68BA158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5BD6F-31DA-41A2-8D11-01F561AB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EE0E4-7FFF-48EA-94A2-57B0F649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response directly addresses tsunami exposure?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6395F-F9CB-47F2-9CB2-2C067792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earthquake-resistant construction remove all tsunami risk?</a:t>
            </a:r>
          </a:p>
        </p:txBody>
      </p:sp>
    </p:spTree>
    <p:extLst>
      <p:ext uri="{BB962C8B-B14F-4D97-AF65-F5344CB8AC3E}">
        <p14:creationId xmlns:p14="http://schemas.microsoft.com/office/powerpoint/2010/main" val="415476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700E9-AE60-4503-ABFA-BEB01BFA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BC2F6-4E42-4057-95D3-3F61AA7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0B4D4-E6CD-4AD4-A3FC-1913129E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D0BD4-6E58-4EA9-BA4C-268214F9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1DE10-779C-4173-861A-C21CB8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B8A71-B93F-4F99-A153-B5838D6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159622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BFF4-9955-41F3-89A4-0DE0F6A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2FECB-ABF8-4292-BE59-AB7BFC7D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DC9FE-68D2-444C-AD37-E32E49B2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earthquake-resistant design, warnings and accessible routes.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97DE0-91F4-4DA0-8EC2-CBD50BAD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515D5-51A5-4DEE-B6C2-E2336C89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44173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C13B8-6FC9-4FC2-9966-94A6411C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79048-0C4F-48FF-9B90-06FB7BF2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7705F-9A9F-4E13-9C65-EEA954C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response directly addresses tsunami exposure?</a:t>
            </a:r>
          </a:p>
        </p:txBody>
      </p:sp>
    </p:spTree>
    <p:extLst>
      <p:ext uri="{BB962C8B-B14F-4D97-AF65-F5344CB8AC3E}">
        <p14:creationId xmlns:p14="http://schemas.microsoft.com/office/powerpoint/2010/main" val="887274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0C73F-B2BD-4BA1-A093-431969A6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FB6DF-5C41-4A8A-B38F-74F588A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C2F15-69D7-4EE0-BD00-7B8A5BD5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Effects and responses: Shaking and coastal flooding damaged places and disrupted people’s lives. Earthquake-resistant design addresses shaking; warnings, evacuation routes and higher ground address tsunami exposure.</a:t>
            </a:r>
          </a:p>
        </p:txBody>
      </p:sp>
    </p:spTree>
    <p:extLst>
      <p:ext uri="{BB962C8B-B14F-4D97-AF65-F5344CB8AC3E}">
        <p14:creationId xmlns:p14="http://schemas.microsoft.com/office/powerpoint/2010/main" val="1371478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755E6-B262-4B90-A023-29D3533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8AD3C-6544-4EB4-9098-DE2D3DBD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7DB09-6B2A-4B64-BA68-AC116116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Accessible routes and timely warnings that enable movement to higher ground.</a:t>
            </a:r>
          </a:p>
        </p:txBody>
      </p:sp>
    </p:spTree>
    <p:extLst>
      <p:ext uri="{BB962C8B-B14F-4D97-AF65-F5344CB8AC3E}">
        <p14:creationId xmlns:p14="http://schemas.microsoft.com/office/powerpoint/2010/main" val="1403417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32156-638B-4E96-AA9B-C3D37F4C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67CAE-6B99-4A8C-8BE3-32E63F3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4DA53-1EAB-4774-BC06-583453E5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earthquake-resistant construction remove all tsunami risk? No. Shaking and coastal flooding require different measures.</a:t>
            </a:r>
          </a:p>
        </p:txBody>
      </p:sp>
    </p:spTree>
    <p:extLst>
      <p:ext uri="{BB962C8B-B14F-4D97-AF65-F5344CB8AC3E}">
        <p14:creationId xmlns:p14="http://schemas.microsoft.com/office/powerpoint/2010/main" val="1302198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919F8-27F9-4E1F-9308-C35A2BF7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81CAF-0DFC-4B23-A67C-C2FE25A4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2A781-844F-4E37-808B-0BB4980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earthquake-resistant design, warnings and accessible routes.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436F5-BCF5-4514-8C55-C4618C6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response to the stated risk it addresses.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78946-B934-48D9-A1E9-CCB40A7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01910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1AB40-D758-4FDB-BECD-A10758CD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07818-4DDD-4796-B3A2-DE7269BA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784D5-F6CC-41B2-8F3A-B3BA332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damages buildings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344F7-8BDD-475E-92FE-E5A19B02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in low coastal 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07F31-F0DF-4CC4-85A9-DEF02C8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 clear information</a:t>
            </a:r>
          </a:p>
        </p:txBody>
      </p:sp>
    </p:spTree>
    <p:extLst>
      <p:ext uri="{BB962C8B-B14F-4D97-AF65-F5344CB8AC3E}">
        <p14:creationId xmlns:p14="http://schemas.microsoft.com/office/powerpoint/2010/main" val="806284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003FA-CD92-4468-B5B8-9CB1F18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8162-12C8-4BB7-8D63-17DF9368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48D56-920B-4CB3-9BCC-F3C1B6E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Japan event and build a cause, effects and responses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FBCEE-91B2-42B5-9AA3-07ED525F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one data value or map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E5456-1170-4818-8582-F22521DF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a management response using a stated risk and a limitation.</a:t>
            </a:r>
          </a:p>
        </p:txBody>
      </p:sp>
    </p:spTree>
    <p:extLst>
      <p:ext uri="{BB962C8B-B14F-4D97-AF65-F5344CB8AC3E}">
        <p14:creationId xmlns:p14="http://schemas.microsoft.com/office/powerpoint/2010/main" val="18856038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37BB8-0768-4FF1-A91A-7E88D2F7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99975-F930-4559-AE04-75BE3DF8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010EC-B489-43C9-84C3-825A016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Japan event and build a cause, effects and responses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BD125-EDC0-44E9-8C85-6F50ABA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one data value or map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65A32-E1B1-4D90-9B6F-84741A24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a management response using a stated risk and a limitation.</a:t>
            </a:r>
          </a:p>
        </p:txBody>
      </p:sp>
    </p:spTree>
    <p:extLst>
      <p:ext uri="{BB962C8B-B14F-4D97-AF65-F5344CB8AC3E}">
        <p14:creationId xmlns:p14="http://schemas.microsoft.com/office/powerpoint/2010/main" val="75857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E09C2-513C-408D-8459-B5357556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AFA2F-30AD-48F7-93C9-5DC6C8D5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B89B6-2887-40D8-8CEA-F03B01E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Japan event and build a cause, effects and responses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8593B-9800-4797-8E99-200E62A2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one data value or map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5E394-C3A3-405A-B4DF-1CAA0538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a management response using a stated risk and a limitation.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B0E6E-8841-4F90-A2D7-546F01E5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immediate response with longer-term preparedness and explain a trade-off.</a:t>
            </a:r>
          </a:p>
        </p:txBody>
      </p:sp>
    </p:spTree>
    <p:extLst>
      <p:ext uri="{BB962C8B-B14F-4D97-AF65-F5344CB8AC3E}">
        <p14:creationId xmlns:p14="http://schemas.microsoft.com/office/powerpoint/2010/main" val="1783222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3351D-EB56-4C64-85CA-9068110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65D07-15C9-4826-9B9C-3C3CC2B9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CC0CA-0AAF-4F99-979E-55AE9D44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supported judgement, map/graph interpretation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103C6-83D4-4A12-B332-8AFF47FF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FABD8-F7B4-4037-9D08-8B1AAB7D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6783984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352E8-DB7A-4C47-A59B-7613E76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20DB-EBF4-4143-99CB-62BF763A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A6134-C87D-4720-ACFB-7EA5695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response directly addresses tsunami exposure?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2B4EA-2531-4D1D-96C7-1BE4EF4A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earthquake-resistant construction remove all tsunami risk?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17FBB-9799-4404-A566-A3862077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3520659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E9BD8-B389-44CA-9352-AC3351C0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B20BF-BA50-4626-B884-2E26136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F1BB0-A619-4FA2-B84B-E742A5F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84F69-5948-47F8-8B6F-DC75F18B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BA71C-2407-4093-9940-1AEFD33B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814861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58ADB-0E71-4029-A6AB-7A36B5CD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33F2A-11E5-4F5C-A2CC-45177925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8A037-B9B4-4E12-8798-03E1EFB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9A58D-073D-45AD-AFF1-1CDF0C0F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68720-FAB4-4B45-920D-A0C7009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20205018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55E60-FB40-4ED0-AACA-CCC53D05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837B4-0D7E-40BF-A751-73979D66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1007C-AD52-4252-B94A-8CF01B1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F17F6-265E-4DA5-B29E-EC8FA09C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AED64-4F90-4383-8C97-38003C1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11774959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3EF4-F07D-4D83-A70C-BA2FDB8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D5341-0EF8-4CB1-A5B6-85EEB21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40400-9A95-42F8-A6D9-63FA26A4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37F3E-AB7E-4961-9583-9084D2B4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5A19B-E427-4924-8F1B-0336BD3C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20169778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453DE-8BC2-4CD6-A940-0A12469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19F71-8D7A-4C13-A6D0-A20E509B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Spring 2  W3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ad32da70d4346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291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2026-09-19T18:35:51.9250000Z</dcterms:created>
  <dcterms:modified xsi:type="dcterms:W3CDTF">2026-09-19T18:35:51.9250000Z</dcterms:modified>
</coreProperties>
</file>