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82f300b23a04f72" Type="http://schemas.openxmlformats.org/officeDocument/2006/relationships/officeDocument" Target="ppt/presentation.xml"/><Relationship Id="R9ad6cb4380d04b37" Type="http://schemas.openxmlformats.org/package/2006/relationships/metadata/core-properties" Target="docProps/core.xml"/><Relationship Id="Rc11fd72b492344a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2055d80f8c4529"/>
  </p:sldMasterIdLst>
  <p:notesMasterIdLst>
    <p:notesMasterId xmlns:r="http://schemas.openxmlformats.org/officeDocument/2006/relationships" r:id="R398c34f604314ba1"/>
  </p:notesMasterIdLst>
  <p:sldIdLst>
    <p:sldId xmlns:r="http://schemas.openxmlformats.org/officeDocument/2006/relationships" id="256" r:id="R74278fe57db945f7"/>
    <p:sldId xmlns:r="http://schemas.openxmlformats.org/officeDocument/2006/relationships" id="257" r:id="R93f57fc622a6459a"/>
    <p:sldId xmlns:r="http://schemas.openxmlformats.org/officeDocument/2006/relationships" id="258" r:id="R0bae705143cf4b2a"/>
    <p:sldId xmlns:r="http://schemas.openxmlformats.org/officeDocument/2006/relationships" id="259" r:id="R71830c1552844ead"/>
    <p:sldId xmlns:r="http://schemas.openxmlformats.org/officeDocument/2006/relationships" id="260" r:id="R92b99fb954824270"/>
    <p:sldId xmlns:r="http://schemas.openxmlformats.org/officeDocument/2006/relationships" id="261" r:id="R97a0fc44d3fe4a16"/>
    <p:sldId xmlns:r="http://schemas.openxmlformats.org/officeDocument/2006/relationships" id="262" r:id="Rc893f189c41840a8"/>
    <p:sldId xmlns:r="http://schemas.openxmlformats.org/officeDocument/2006/relationships" id="263" r:id="Rb351ff91162e400c"/>
    <p:sldId xmlns:r="http://schemas.openxmlformats.org/officeDocument/2006/relationships" id="264" r:id="Rccb149bdb32b4f00"/>
    <p:sldId xmlns:r="http://schemas.openxmlformats.org/officeDocument/2006/relationships" id="265" r:id="R3ad34669c66647be"/>
    <p:sldId xmlns:r="http://schemas.openxmlformats.org/officeDocument/2006/relationships" id="266" r:id="R06ee795aedfb4d09"/>
    <p:sldId xmlns:r="http://schemas.openxmlformats.org/officeDocument/2006/relationships" id="267" r:id="Rd13209cf366d4b9a"/>
    <p:sldId xmlns:r="http://schemas.openxmlformats.org/officeDocument/2006/relationships" id="268" r:id="R1e2c4c982b894df3"/>
    <p:sldId xmlns:r="http://schemas.openxmlformats.org/officeDocument/2006/relationships" id="269" r:id="R4239ee74534c4ba3"/>
    <p:sldId xmlns:r="http://schemas.openxmlformats.org/officeDocument/2006/relationships" id="270" r:id="R83393d1cce6f4c6f"/>
    <p:sldId xmlns:r="http://schemas.openxmlformats.org/officeDocument/2006/relationships" id="271" r:id="Re8e81c160a644541"/>
    <p:sldId xmlns:r="http://schemas.openxmlformats.org/officeDocument/2006/relationships" id="272" r:id="R43fdb662e7e944cc"/>
    <p:sldId xmlns:r="http://schemas.openxmlformats.org/officeDocument/2006/relationships" id="273" r:id="R49bdcd7a5fe049ad"/>
    <p:sldId xmlns:r="http://schemas.openxmlformats.org/officeDocument/2006/relationships" id="274" r:id="R38402e3ba85b4361"/>
    <p:sldId xmlns:r="http://schemas.openxmlformats.org/officeDocument/2006/relationships" id="275" r:id="R7739512c0c0a4bb3"/>
    <p:sldId xmlns:r="http://schemas.openxmlformats.org/officeDocument/2006/relationships" id="276" r:id="R69001c65526c437d"/>
    <p:sldId xmlns:r="http://schemas.openxmlformats.org/officeDocument/2006/relationships" id="277" r:id="R3a5be4c204e44b99"/>
    <p:sldId xmlns:r="http://schemas.openxmlformats.org/officeDocument/2006/relationships" id="278" r:id="Rcff83262d9a242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ee795aedfb4d09" Type="http://schemas.openxmlformats.org/officeDocument/2006/relationships/slide" Target="slides/slide11.xml"/><Relationship Id="R0bae705143cf4b2a" Type="http://schemas.openxmlformats.org/officeDocument/2006/relationships/slide" Target="slides/slide3.xml"/><Relationship Id="R1e2c4c982b894df3" Type="http://schemas.openxmlformats.org/officeDocument/2006/relationships/slide" Target="slides/slide13.xml"/><Relationship Id="R1f2055d80f8c4529" Type="http://schemas.openxmlformats.org/officeDocument/2006/relationships/slideMaster" Target="slideMasters/slideMaster1.xml"/><Relationship Id="R38402e3ba85b4361" Type="http://schemas.openxmlformats.org/officeDocument/2006/relationships/slide" Target="slides/slide19.xml"/><Relationship Id="R398c34f604314ba1" Type="http://schemas.openxmlformats.org/officeDocument/2006/relationships/notesMaster" Target="notesMasters/notesMaster1.xml"/><Relationship Id="R3a5be4c204e44b99" Type="http://schemas.openxmlformats.org/officeDocument/2006/relationships/slide" Target="slides/slide22.xml"/><Relationship Id="R3ad34669c66647be" Type="http://schemas.openxmlformats.org/officeDocument/2006/relationships/slide" Target="slides/slide10.xml"/><Relationship Id="R4239ee74534c4ba3" Type="http://schemas.openxmlformats.org/officeDocument/2006/relationships/slide" Target="slides/slide14.xml"/><Relationship Id="R43fdb662e7e944cc" Type="http://schemas.openxmlformats.org/officeDocument/2006/relationships/slide" Target="slides/slide17.xml"/><Relationship Id="R48044d7d51d64688" Type="http://schemas.openxmlformats.org/officeDocument/2006/relationships/tableStyles" Target="tableStyles.xml"/><Relationship Id="R49bdcd7a5fe049ad" Type="http://schemas.openxmlformats.org/officeDocument/2006/relationships/slide" Target="slides/slide18.xml"/><Relationship Id="R69001c65526c437d" Type="http://schemas.openxmlformats.org/officeDocument/2006/relationships/slide" Target="slides/slide21.xml"/><Relationship Id="R71830c1552844ead" Type="http://schemas.openxmlformats.org/officeDocument/2006/relationships/slide" Target="slides/slide4.xml"/><Relationship Id="R74278fe57db945f7" Type="http://schemas.openxmlformats.org/officeDocument/2006/relationships/slide" Target="slides/slide1.xml"/><Relationship Id="R7739512c0c0a4bb3" Type="http://schemas.openxmlformats.org/officeDocument/2006/relationships/slide" Target="slides/slide20.xml"/><Relationship Id="R7f0bba72d14a4025" Type="http://schemas.openxmlformats.org/officeDocument/2006/relationships/presProps" Target="presProps.xml"/><Relationship Id="R83393d1cce6f4c6f" Type="http://schemas.openxmlformats.org/officeDocument/2006/relationships/slide" Target="slides/slide15.xml"/><Relationship Id="R92b99fb954824270" Type="http://schemas.openxmlformats.org/officeDocument/2006/relationships/slide" Target="slides/slide5.xml"/><Relationship Id="R93f57fc622a6459a" Type="http://schemas.openxmlformats.org/officeDocument/2006/relationships/slide" Target="slides/slide2.xml"/><Relationship Id="R9409a09eac3a4b26" Type="http://schemas.openxmlformats.org/officeDocument/2006/relationships/theme" Target="theme/theme1.xml"/><Relationship Id="R97a0fc44d3fe4a16" Type="http://schemas.openxmlformats.org/officeDocument/2006/relationships/slide" Target="slides/slide6.xml"/><Relationship Id="Rb351ff91162e400c" Type="http://schemas.openxmlformats.org/officeDocument/2006/relationships/slide" Target="slides/slide8.xml"/><Relationship Id="Rc893f189c41840a8" Type="http://schemas.openxmlformats.org/officeDocument/2006/relationships/slide" Target="slides/slide7.xml"/><Relationship Id="Rccb149bdb32b4f00" Type="http://schemas.openxmlformats.org/officeDocument/2006/relationships/slide" Target="slides/slide9.xml"/><Relationship Id="Rcff83262d9a242ec" Type="http://schemas.openxmlformats.org/officeDocument/2006/relationships/slide" Target="slides/slide23.xml"/><Relationship Id="Rd13209cf366d4b9a" Type="http://schemas.openxmlformats.org/officeDocument/2006/relationships/slide" Target="slides/slide12.xml"/><Relationship Id="Re8e81c160a64454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79eb2eb00e1a43f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a9195d6598246a7" Type="http://schemas.openxmlformats.org/officeDocument/2006/relationships/notesMaster" Target="../notesMasters/notesMaster1.xml"/><Relationship Id="Rb3399bb0541148d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ff546f3c79741c4" Type="http://schemas.openxmlformats.org/officeDocument/2006/relationships/slide" Target="../slides/slide2.xml"/><Relationship Id="Ra2424c4d5d4c472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075f22e54ad46d1" Type="http://schemas.openxmlformats.org/officeDocument/2006/relationships/notesMaster" Target="../notesMasters/notesMaster1.xml"/><Relationship Id="R51e02b505e9d410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7af219c22614e98" Type="http://schemas.openxmlformats.org/officeDocument/2006/relationships/slide" Target="../slides/slide4.xml"/><Relationship Id="R823a6fd480814e8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9f479aaee2a4cea" Type="http://schemas.openxmlformats.org/officeDocument/2006/relationships/slide" Target="../slides/slide5.xml"/><Relationship Id="R4dfa4043ff6c418d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f6f6288e10d48f2" Type="http://schemas.openxmlformats.org/officeDocument/2006/relationships/notesMaster" Target="../notesMasters/notesMaster1.xml"/><Relationship Id="Ra5f60afb6e524f8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11db21d95ac1462c" Type="http://schemas.openxmlformats.org/officeDocument/2006/relationships/slide" Target="../slides/slide7.xml"/><Relationship Id="R4459359176294fb8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b069693ea4b466f" Type="http://schemas.openxmlformats.org/officeDocument/2006/relationships/notesMaster" Target="../notesMasters/notesMaster1.xml"/><Relationship Id="R0fb90311371b49b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bcfa755cba3b489c" Type="http://schemas.openxmlformats.org/officeDocument/2006/relationships/notesMaster" Target="../notesMasters/notesMaster1.xml"/><Relationship Id="Rc3e99a8077ae419e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a35feb4b33046a3" Type="http://schemas.openxmlformats.org/officeDocument/2006/relationships/slide" Target="../slides/slide10.xml"/><Relationship Id="Rdd9707fb0c2e4b96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7bf02d980b2e40ab" Type="http://schemas.openxmlformats.org/officeDocument/2006/relationships/notesMaster" Target="../notesMasters/notesMaster1.xml"/><Relationship Id="R8abc7c1bb0914c0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5a39518fa724942" Type="http://schemas.openxmlformats.org/officeDocument/2006/relationships/slide" Target="../slides/slide12.xml"/><Relationship Id="R8466e98147834bc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c95115d8f404699" Type="http://schemas.openxmlformats.org/officeDocument/2006/relationships/slide" Target="../slides/slide13.xml"/><Relationship Id="Re18e748d02914564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4f6526858974aa5" Type="http://schemas.openxmlformats.org/officeDocument/2006/relationships/slide" Target="../slides/slide14.xml"/><Relationship Id="R8d0abe82bcdb4c06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3f763717cbba4341" Type="http://schemas.openxmlformats.org/officeDocument/2006/relationships/slide" Target="../slides/slide15.xml"/><Relationship Id="R8f0ec377a9af46e0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aecdd931ec34215" Type="http://schemas.openxmlformats.org/officeDocument/2006/relationships/slide" Target="../slides/slide16.xml"/><Relationship Id="Rda62b04920cc40fd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f140ef7260e4ef5" Type="http://schemas.openxmlformats.org/officeDocument/2006/relationships/notesMaster" Target="../notesMasters/notesMaster1.xml"/><Relationship Id="Rf778832c11304c4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7d219dbc2f454482" Type="http://schemas.openxmlformats.org/officeDocument/2006/relationships/slide" Target="../slides/slide18.xml"/><Relationship Id="Rc4791a17b3b04b68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9d8d1ced47d84412" Type="http://schemas.openxmlformats.org/officeDocument/2006/relationships/slide" Target="../slides/slide19.xml"/><Relationship Id="Rc47a767dd9004d4a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7dc2dd00be64bdd" Type="http://schemas.openxmlformats.org/officeDocument/2006/relationships/slide" Target="../slides/slide20.xml"/><Relationship Id="Rde31629c4daa4655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4b84b68c2a934085" Type="http://schemas.openxmlformats.org/officeDocument/2006/relationships/notesMaster" Target="../notesMasters/notesMaster1.xml"/><Relationship Id="R7d85879dea704d0d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43a579ada95f4267" Type="http://schemas.openxmlformats.org/officeDocument/2006/relationships/slide" Target="../slides/slide22.xml"/><Relationship Id="Rab355d73ef4946c0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40be4be9a474bd8" Type="http://schemas.openxmlformats.org/officeDocument/2006/relationships/slide" Target="../slides/slide23.xml"/><Relationship Id="Rb3776ac21a30448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Sudden seafloor displacement during the earthquake moved the water above it.</a:t>
            </a:r>
          </a:p>
          <a:p xmlns:a="http://schemas.openxmlformats.org/drawingml/2006/main">
            <a:r>
              <a:t>Choose: Related to movement of Earth’s plates OR People or things in harm’s way. Answer: Related to movement of Earth’s 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 or read one relevant card together. Answer: The feed changes, so the evidence must be traceable to a particular capture.</a:t>
            </a:r>
          </a:p>
          <a:p xmlns:a="http://schemas.openxmlformats.org/drawingml/2006/main">
            <a:r>
              <a:t>Give a reason when ready. Answer: No. A short event list is not a prediction.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Open the teacher-selected USGS feed and record its snapshot time. Link the evidence to the enquiry.</a:t>
            </a:r>
          </a:p>
          <a:p xmlns:a="http://schemas.openxmlformats.org/drawingml/2006/main">
            <a:r>
              <a:t>Explain how threshold, sample duration or revisions can change the apparent pattern.</a:t>
            </a:r>
          </a:p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Open the teacher-selected USGS feed and record its snapshot time. Read magnitude and depth as different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Snapshot UTC ___. Source ___. Variable and units ___. Pattern ___. This cannot tell us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Snapshot UTC ___. Source ___. Variable and units ___. Pattern ___. This cannot tell us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threshold, sample duration or revisions can change the apparent pattern.</a:t>
            </a:r>
          </a:p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feed changes, so the evidence must be traceable to a particular capture.</a:t>
            </a:r>
          </a:p>
          <a:p xmlns:a="http://schemas.openxmlformats.org/drawingml/2006/main">
            <a:r>
              <a:t>No. A short event list is not a prediction.</a:t>
            </a:r>
          </a:p>
          <a:p xmlns:a="http://schemas.openxmlformats.org/drawingml/2006/main">
            <a:r>
              <a:t>Support: Snapshot UTC ___. Source ___. Variable and units ___. Pattern ___. This cannot tell us ___.</a:t>
            </a:r>
          </a:p>
          <a:p xmlns:a="http://schemas.openxmlformats.org/drawingml/2006/main">
            <a:r>
              <a:t>Extension: Explain how threshold, sample duration or revisions can change the apparent pattern.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data accuracy, interpretation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USGS M2.5+ past-day feed, generated 2026-09-19T14:08:13+00:00</a:t>
            </a:r>
          </a:p>
          <a:p xmlns:a="http://schemas.openxmlformats.org/drawingml/2006/main">
            <a:r>
              <a:t>https://earthquake.usgs.gov/earthquakes/feed/v1.0/summary/2.5_day.geojson</a:t>
            </a:r>
          </a:p>
          <a:p xmlns:a="http://schemas.openxmlformats.org/drawingml/2006/main">
            <a:r>
              <a:t>This saved snapshot is not live at teaching time. Refresh explicitly or label the analysis as archived. A small selected sample cannot predict earthquakes.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USGS M2.5+ past-day feed, generated 2026-09-19T14:08:13+00:00</a:t>
            </a:r>
          </a:p>
          <a:p xmlns:a="http://schemas.openxmlformats.org/drawingml/2006/main">
            <a:r>
              <a:t>https://earthquake.usgs.gov/earthquakes/feed/v1.0/summary/2.5_day.geojson</a:t>
            </a:r>
          </a:p>
          <a:p xmlns:a="http://schemas.openxmlformats.org/drawingml/2006/main">
            <a:r>
              <a:t>This saved snapshot is not live at teaching time. Refresh explicitly or label the analysis as archived. A small selected sample cannot predict earthquakes.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e8707792903459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d8abba2d97f4aed" Type="http://schemas.openxmlformats.org/officeDocument/2006/relationships/slideLayout" Target="../slideLayouts/slideLayout1.xml"/><Relationship Id="Rc7175f446de9478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8abba2d97f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e2b4aead4e84b99" Type="http://schemas.openxmlformats.org/officeDocument/2006/relationships/slideLayout" Target="../slideLayouts/slideLayout1.xml"/><Relationship Id="Raa43aed4257b45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cdfde70873d4824" Type="http://schemas.openxmlformats.org/officeDocument/2006/relationships/notesSlide" Target="../notesSlides/notesSlide2.xml"/><Relationship Id="Ree8111b697c84f58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e2f6b3aa0e245ee" Type="http://schemas.openxmlformats.org/officeDocument/2006/relationships/notesSlide" Target="../notesSlides/notesSlide3.xml"/><Relationship Id="Re4ae1987f95849d6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da1815bba5d4433" Type="http://schemas.openxmlformats.org/officeDocument/2006/relationships/slideLayout" Target="../slideLayouts/slideLayout1.xml"/><Relationship Id="Rd566d31d1548437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ec471dc04444b14" Type="http://schemas.openxmlformats.org/officeDocument/2006/relationships/notesSlide" Target="../notesSlides/notesSlide5.xml"/><Relationship Id="R56a28aefacfb457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0b1e3d3ba034da6" Type="http://schemas.openxmlformats.org/officeDocument/2006/relationships/notesSlide" Target="../notesSlides/notesSlide6.xml"/><Relationship Id="R9b245f00639c4b7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9538ef5d4194221" Type="http://schemas.openxmlformats.org/officeDocument/2006/relationships/notesSlide" Target="../notesSlides/notesSlide7.xml"/><Relationship Id="R96775d0884494d4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e1648d78d4a4743" Type="http://schemas.openxmlformats.org/officeDocument/2006/relationships/slideLayout" Target="../slideLayouts/slideLayout1.xml"/><Relationship Id="R88de0fe34e154eea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ec69ae6cb578431f" Type="http://schemas.openxmlformats.org/officeDocument/2006/relationships/slideLayout" Target="../slideLayouts/slideLayout1.xml"/><Relationship Id="Rf76a6c0219c3411d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7bbdb126916a458c" Type="http://schemas.openxmlformats.org/officeDocument/2006/relationships/slideLayout" Target="../slideLayouts/slideLayout1.xml"/><Relationship Id="Rd21df2f76f854b6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a3c7a545bcb4613" Type="http://schemas.openxmlformats.org/officeDocument/2006/relationships/slideLayout" Target="../slideLayouts/slideLayout1.xml"/><Relationship Id="Rccfd0e8f6b8f44f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ae7fd2a27fcf4d11" Type="http://schemas.openxmlformats.org/officeDocument/2006/relationships/notesSlide" Target="../notesSlides/notesSlide12.xml"/><Relationship Id="Rf51e86d269d64f67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9abe13974174d93" Type="http://schemas.openxmlformats.org/officeDocument/2006/relationships/slideLayout" Target="../slideLayouts/slideLayout1.xml"/><Relationship Id="R7b0580e7415a481a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ae0dc22e028947eb" Type="http://schemas.openxmlformats.org/officeDocument/2006/relationships/notesSlide" Target="../notesSlides/notesSlide14.xml"/><Relationship Id="Rc7def5347f3c4c15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0c751971e4c40ab" Type="http://schemas.openxmlformats.org/officeDocument/2006/relationships/notesSlide" Target="../notesSlides/notesSlide15.xml"/><Relationship Id="Raddc5480524749a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673d679165c406b" Type="http://schemas.openxmlformats.org/officeDocument/2006/relationships/slideLayout" Target="../slideLayouts/slideLayout1.xml"/><Relationship Id="Ra9d279de20bd44f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4692ec6938a14aa7" Type="http://schemas.openxmlformats.org/officeDocument/2006/relationships/slideLayout" Target="../slideLayouts/slideLayout1.xml"/><Relationship Id="Ra917f898483e460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9640bd17a418430d" Type="http://schemas.openxmlformats.org/officeDocument/2006/relationships/notesSlide" Target="../notesSlides/notesSlide18.xml"/><Relationship Id="Rb351766b89de40cd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1f20dba3cb91427b" Type="http://schemas.openxmlformats.org/officeDocument/2006/relationships/notesSlide" Target="../notesSlides/notesSlide19.xml"/><Relationship Id="Ra93a763f6201414e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abe4db0a7f5b4f31" Type="http://schemas.openxmlformats.org/officeDocument/2006/relationships/notesSlide" Target="../notesSlides/notesSlide20.xml"/><Relationship Id="Rafb8778c94fd480e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2347e94e8b69423a" Type="http://schemas.openxmlformats.org/officeDocument/2006/relationships/notesSlide" Target="../notesSlides/notesSlide21.xml"/><Relationship Id="R93b312c957684133" Type="http://schemas.openxmlformats.org/officeDocument/2006/relationships/slideLayout" Target="../slideLayouts/slideLayout1.xml"/><Relationship Id="Rb6c2fd4dd70c4504" Type="http://schemas.openxmlformats.org/officeDocument/2006/relationships/image" Target="../media/image.png"/></Relationships>
</file>

<file path=ppt/slides/_rels/slide22.xml.rels><?xml version='1.0' encoding='UTF-8' standalone='yes'?>
<Relationships xmlns="http://schemas.openxmlformats.org/package/2006/relationships"><Relationship Id="R6cceb502569b40e1" Type="http://schemas.openxmlformats.org/officeDocument/2006/relationships/notesSlide" Target="../notesSlides/notesSlide22.xml"/><Relationship Id="Rd6dfcb62189b40be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386d2801e05747a7" Type="http://schemas.openxmlformats.org/officeDocument/2006/relationships/slideLayout" Target="../slideLayouts/slideLayout1.xml"/><Relationship Id="Rd820237f7c7d41b4" Type="http://schemas.openxmlformats.org/officeDocument/2006/relationships/notesSlide" Target="../notesSlides/notesSlide23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431D0-DDEA-4249-B166-58CE241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Tracking live hazards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6ED57-8822-4CF7-A089-F501D050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D69D9-212B-4FBE-B7B3-AF21F8EF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Track live hazards online and interpret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C775D-3DA7-43C7-8FCA-09324E9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Spring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FD714-0B3B-4010-AC71-4089112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965651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75538-C394-43F7-9345-240FDBEA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3C88A-EF41-482B-8EE1-5276784D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4EFCD-CCC7-4D14-B7C9-B0FCDB80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caused the 2011 tsunami?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77B15-65E7-4537-9D5F-219718D6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tectonic?</a:t>
            </a:r>
          </a:p>
        </p:txBody>
      </p:sp>
    </p:spTree>
    <p:extLst>
      <p:ext uri="{BB962C8B-B14F-4D97-AF65-F5344CB8AC3E}">
        <p14:creationId xmlns:p14="http://schemas.microsoft.com/office/powerpoint/2010/main" val="1444218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01C38-DC9F-4C55-9C1E-8683E41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44676-E12F-46B7-BBF5-6A8374E1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E6224-F32C-4009-B955-27310E0E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record the snapshot time?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9DBC5-2F6A-435E-AAAA-EE94F0C5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this small sample predict the next earthquake?</a:t>
            </a:r>
          </a:p>
        </p:txBody>
      </p:sp>
    </p:spTree>
    <p:extLst>
      <p:ext uri="{BB962C8B-B14F-4D97-AF65-F5344CB8AC3E}">
        <p14:creationId xmlns:p14="http://schemas.microsoft.com/office/powerpoint/2010/main" val="193276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6A09D-D3B1-48AE-BBC9-FF15EEB6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2AACF-E22C-4CF7-B2BA-A38CDB28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B101E-614F-4F87-8FE5-648D7062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tectonic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Related to movement of Earth’s plates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D190B-B7B3-4862-9CBA-F36A01E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exposure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or things in harm’s 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24657-B830-43B5-96A7-73D6F99F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Conditions making harm more likely or severe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578B4-10D8-4E52-9932-78284281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Potential harm from a hazard in a particular setting</a:t>
            </a:r>
          </a:p>
        </p:txBody>
      </p:sp>
    </p:spTree>
    <p:extLst>
      <p:ext uri="{BB962C8B-B14F-4D97-AF65-F5344CB8AC3E}">
        <p14:creationId xmlns:p14="http://schemas.microsoft.com/office/powerpoint/2010/main" val="261993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FA7D1-2004-4C60-A547-89E9291B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3BD5B-0666-42CA-806A-5EE916F8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CD0BD-DEB8-4FFB-8393-0594B4B0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Open the teacher-selected USGS feed and record its snapshot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64453-B73F-4BC4-99F7-467AED0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2288B-E216-4C9A-9045-95F4AA7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022031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F2C25-5426-4416-A370-B9F5E2BA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21207-29B0-45FA-AC1F-2F3DE503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3F869-A8B2-4252-9FBE-279928FB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record the snapshot time?</a:t>
            </a:r>
          </a:p>
        </p:txBody>
      </p:sp>
    </p:spTree>
    <p:extLst>
      <p:ext uri="{BB962C8B-B14F-4D97-AF65-F5344CB8AC3E}">
        <p14:creationId xmlns:p14="http://schemas.microsoft.com/office/powerpoint/2010/main" val="1985986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03780-3AE2-4B16-96D9-436513C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DC97A-9390-4E5B-A624-B468F986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6AADE-B6B2-4E42-AE4D-48EF5CA1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Reading a hazard feed: A USGS event row can include UTC time, place, magnitude and depth in kilometres. A short feed is a dated snapshot. It cannot predict the next earthquake.</a:t>
            </a:r>
          </a:p>
        </p:txBody>
      </p:sp>
    </p:spTree>
    <p:extLst>
      <p:ext uri="{BB962C8B-B14F-4D97-AF65-F5344CB8AC3E}">
        <p14:creationId xmlns:p14="http://schemas.microsoft.com/office/powerpoint/2010/main" val="1972721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819AF-8B00-47A3-8B8E-8C250E67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66895-3A70-42A6-A89F-82ED0328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44809-D3E6-4D96-A013-86315FDB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feed changes, so the evidence must be traceable to a particular capture.</a:t>
            </a:r>
          </a:p>
        </p:txBody>
      </p:sp>
    </p:spTree>
    <p:extLst>
      <p:ext uri="{BB962C8B-B14F-4D97-AF65-F5344CB8AC3E}">
        <p14:creationId xmlns:p14="http://schemas.microsoft.com/office/powerpoint/2010/main" val="16298561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3DC6C-FCF8-4F8F-9F9E-1A0D6BE3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A9EB1-478F-487E-960D-88C9BC0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0E9C-E58C-4D4E-9DF7-87DEFD9B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this small sample predict the next earthquake? No. A short event list is not a prediction.</a:t>
            </a:r>
          </a:p>
        </p:txBody>
      </p:sp>
    </p:spTree>
    <p:extLst>
      <p:ext uri="{BB962C8B-B14F-4D97-AF65-F5344CB8AC3E}">
        <p14:creationId xmlns:p14="http://schemas.microsoft.com/office/powerpoint/2010/main" val="92464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CB6A4-BDE7-4AB1-AD60-C1C64F6C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4707E-5B39-41EC-8C78-DC0BBE11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1B90B-1261-4B4B-82D8-24D8E53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Open the teacher-selected USGS feed and record its snapshot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C2136-6EA3-4DE4-A7E5-79F36D97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magnitude and depth as different variables.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283DB-8E20-4065-AF28-A8F3E301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2090187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0906C-824B-48BB-9C15-05E87D75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B526F-CA31-418A-83FE-C332B323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965FB-EAAF-4AC7-8C5D-E4457B65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Data source and date or capture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413B2-7189-4DAC-B4DC-0F244986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Variables units and graph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C58A1-B9D3-4D99-B4B2-17969D2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pattern supported by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ED954-CF2A-4AEF-83B7-24D4BE04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the data cannot establish</a:t>
            </a:r>
          </a:p>
        </p:txBody>
      </p:sp>
    </p:spTree>
    <p:extLst>
      <p:ext uri="{BB962C8B-B14F-4D97-AF65-F5344CB8AC3E}">
        <p14:creationId xmlns:p14="http://schemas.microsoft.com/office/powerpoint/2010/main" val="4971728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A4157-3F23-4902-9371-50332124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BCF6F-751B-4B69-BB49-16E8FA5D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4ED55-CAA2-4D5A-806A-5F808E7B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Capture a dated and timed live snapshot or use the explicitly dated archive if offline.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5F2B7-000B-4415-B61D-5676B0D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a small event set in the table and graph one variable.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DDB3A-42F0-4C4B-BDB9-A3F70D40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a pattern and a conclusion limited to that snapshot.</a:t>
            </a:r>
          </a:p>
        </p:txBody>
      </p:sp>
    </p:spTree>
    <p:extLst>
      <p:ext uri="{BB962C8B-B14F-4D97-AF65-F5344CB8AC3E}">
        <p14:creationId xmlns:p14="http://schemas.microsoft.com/office/powerpoint/2010/main" val="11209910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1D47E-A826-4710-ADF2-873DE499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A2B94-14D2-4275-BB2B-0F1187B2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F4CD2-BB59-4EC2-8480-D6383DD9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Capture a dated and timed live snapshot or use the explicitly dated archive if offline.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02A4E-7628-438E-B204-6ABC561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a small event set in the table and graph one variable.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D8C30-E324-42D2-B41D-D519B6AB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a pattern and a conclusion limited to that snapshot.</a:t>
            </a:r>
          </a:p>
        </p:txBody>
      </p:sp>
    </p:spTree>
    <p:extLst>
      <p:ext uri="{BB962C8B-B14F-4D97-AF65-F5344CB8AC3E}">
        <p14:creationId xmlns:p14="http://schemas.microsoft.com/office/powerpoint/2010/main" val="1366167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55CC1-30E2-485A-BFF8-F3BF17E7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00D51-B6AD-4A8A-84C5-C431BA72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60CBC-E860-4D29-BBFA-5F0B8006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Capture a dated and timed live snapshot or use the explicitly dated archive if offline.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81408-B34A-4BB7-8FAC-687010BA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Enter a small event set in the table and graph one variable.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FEC3-E2B7-47D3-BC9A-DCA03847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a pattern and a conclusion limited to that snapshot.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40120-0F72-4DBE-9D43-F9342139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threshold, sample duration or revisions can change the apparent pattern.</a:t>
            </a:r>
          </a:p>
        </p:txBody>
      </p:sp>
    </p:spTree>
    <p:extLst>
      <p:ext uri="{BB962C8B-B14F-4D97-AF65-F5344CB8AC3E}">
        <p14:creationId xmlns:p14="http://schemas.microsoft.com/office/powerpoint/2010/main" val="13079958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45980-50E6-485E-83EB-0ED2AA49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27915-F7AD-4BF1-B905-78544322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42299-0188-42FE-AD4A-91306E7F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data accuracy, interpretation and exit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F410E-6155-4B5B-8865-BC10085A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595A9-88CA-4B78-AA27-337D949C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2422542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CE385-5143-48B1-ADCC-78AC7153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F9345-4056-49AD-9EC8-90528DC0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31FFA-010A-48DD-B424-EE1711DC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record the snapshot time?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6E44B-C967-4042-B5A2-288BEA9A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this small sample predict the next earthquake?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60408-BAB9-4FC8-AA86-F02F4443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2095213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B519F-3DA1-4AA3-B2DF-58358BD2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Japan 11 March 2011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117FC-75A4-43E2-8D80-6AD6EB63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D30D1-42A8-4BD1-B983-6FAE9DB4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magnitude 9.1 earthquake occurred off north-east Honshu, Japan. Sudden movement on the subduction boundary displaced the seafloor and produced a tsunami.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2AAFC-5521-47F5-9666-990B3703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event record, official20110311054624120_30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5F60F-EE81-4AD4-9D6A-7D2C8617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Magnitude measures the earthquake; it is not a direct count of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7172291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F31E6-EEE2-44A7-9CB2-32984D4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Effects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CD32D-E050-48E6-B2BD-18FEB2AE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42162-0BA2-40B8-9C2C-D9F1BB26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Shaking and coastal flooding damaged places and disrupted people’s lives. Earthquake-resistant design addresses shaking; warnings, evacuation routes and higher ground address tsunami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5DB67-4B32-4A94-8A6D-713BE48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explanation of the case and risk-management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4FD96-E7BC-45DE-B5DA-80113558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sea wall or warning cannot eliminate all risk. Do not judge people without considering access and warning time.</a:t>
            </a:r>
          </a:p>
        </p:txBody>
      </p:sp>
    </p:spTree>
    <p:extLst>
      <p:ext uri="{BB962C8B-B14F-4D97-AF65-F5344CB8AC3E}">
        <p14:creationId xmlns:p14="http://schemas.microsoft.com/office/powerpoint/2010/main" val="11022095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F6D49-4D7C-4DC4-A64C-DBC7DE8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Heat and unequal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2AC59-D1FA-4BFA-8A18-7F276C1C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2BA33-7E28-43AC-98AC-A1C12EB8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19 July 2022 the Met Office recorded 40.3°C at Coningsby, 40.2°C at St James’s Park and 39.6°C at Topcliffe. Outdoor work increases exposure; difficulty accessing cool spaces can increase vulnerability. Shade and accessible cool spaces can reduce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5B330-5EC0-4945-9C63-BA36B166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Met Office July 2022 report, station table; risk explanation authored for teaching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1C704-A530-4E94-9398-3C3D2B96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risk factors, not a medical assessment of an individual.</a:t>
            </a:r>
          </a:p>
        </p:txBody>
      </p:sp>
    </p:spTree>
    <p:extLst>
      <p:ext uri="{BB962C8B-B14F-4D97-AF65-F5344CB8AC3E}">
        <p14:creationId xmlns:p14="http://schemas.microsoft.com/office/powerpoint/2010/main" val="7034474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15783-1DD9-4EB0-ADE8-C9FBCDC7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Reading a hazard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66E1C-243F-43CB-861B-F9BDEAF2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1189D-7E94-4CC6-BAA5-81528970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USGS event row can include UTC time, place, magnitude and depth in kilometres. A short feed is a dated snapshot. It cannot predict the next earthquake.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19E5B-66A8-4C12-98B2-E8400F66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earthquake feed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7E3FB-8BB9-45BD-8CA1-33B16F3B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Small samples, reporting thresholds and later revisions affect patterns.</a:t>
            </a:r>
          </a:p>
        </p:txBody>
      </p:sp>
    </p:spTree>
    <p:extLst>
      <p:ext uri="{BB962C8B-B14F-4D97-AF65-F5344CB8AC3E}">
        <p14:creationId xmlns:p14="http://schemas.microsoft.com/office/powerpoint/2010/main" val="5837354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1D7A4-AAAA-4E9A-B69C-0187094A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3611E-4B62-466B-AA5E-1F54CD47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2fd4dd70c4504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441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74EDF-7C96-47D7-A966-D3DAFFFF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Archived USGS feed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F94F0-105A-417C-A470-021CDF79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1847850"/>
                <a:gridCol w="1847850"/>
                <a:gridCol w="1847850"/>
                <a:gridCol w="1847850"/>
                <a:gridCol w="1847850"/>
              </a:tblGrid>
              <a:tr h="647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UTC event time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Place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Magnitude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Depth km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Latitude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Longitude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2026-09-19 12:19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273 km NNW of Dêqên, China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32.0711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89.2243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2026-09-19 12:07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25 km NW of Ushibukamachi, Japan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32.3799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129.8568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2026-09-19 10:52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10 km ENE of Milpitas, 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2.67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37.4667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-121.8018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A8D9E-4567-4EB6-A85A-2A88F7A3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Magnitude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This saved snapshot is not live at teaching time. Refresh explicitly or label the analysis as archived. A small selected sample cannot predict earthquakes.</a:t>
            </a:r>
          </a:p>
        </p:txBody>
      </p:sp>
    </p:spTree>
    <p:extLst>
      <p:ext uri="{BB962C8B-B14F-4D97-AF65-F5344CB8AC3E}">
        <p14:creationId xmlns:p14="http://schemas.microsoft.com/office/powerpoint/2010/main" val="1121351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FC883-48E3-463C-ABF2-C4D07DAE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Archived USGS feed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72A9B-091C-45D8-989F-03DE3746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W2                                      23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1847850"/>
                <a:gridCol w="1847850"/>
                <a:gridCol w="1847850"/>
                <a:gridCol w="1847850"/>
                <a:gridCol w="1847850"/>
              </a:tblGrid>
              <a:tr h="647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UTC event time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Place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Magnitude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Depth km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Latitude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Longitude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2026-09-19 10:31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18 km SW of Mongar, Bhutan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27.1636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91.1016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2026-09-19 09:59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South Sandwich Islands region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77.62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-55.6255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-28.1116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2026-09-19 09:56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 km NE of Límni, Greece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4.4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38.7884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23.3566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AA630-38F3-494C-8AA7-F4E4144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Magnitude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This saved snapshot is not live at teaching time. Refresh explicitly or label the analysis as archived. A small selected sample cannot predict earthquakes.</a:t>
            </a:r>
          </a:p>
        </p:txBody>
      </p:sp>
    </p:spTree>
    <p:extLst>
      <p:ext uri="{BB962C8B-B14F-4D97-AF65-F5344CB8AC3E}">
        <p14:creationId xmlns:p14="http://schemas.microsoft.com/office/powerpoint/2010/main" val="1567342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2026-09-19T18:35:47.5250000Z</dcterms:created>
  <dcterms:modified xsi:type="dcterms:W3CDTF">2026-09-19T18:35:47.5250000Z</dcterms:modified>
</coreProperties>
</file>