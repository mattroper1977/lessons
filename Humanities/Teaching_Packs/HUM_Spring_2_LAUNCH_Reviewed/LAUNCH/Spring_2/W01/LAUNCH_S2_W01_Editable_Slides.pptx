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d43d406ec4c4796" Type="http://schemas.openxmlformats.org/package/2006/relationships/metadata/core-properties" Target="docProps/core.xml"/><Relationship Id="Radcb285c7a23448f" Type="http://schemas.openxmlformats.org/officeDocument/2006/relationships/extended-properties" Target="docProps/app.xml"/><Relationship Id="Rd133b2e3565040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30212db7c54c93"/>
  </p:sldMasterIdLst>
  <p:notesMasterIdLst>
    <p:notesMasterId xmlns:r="http://schemas.openxmlformats.org/officeDocument/2006/relationships" r:id="Rc8fd39f730074b9c"/>
  </p:notesMasterIdLst>
  <p:sldIdLst>
    <p:sldId xmlns:r="http://schemas.openxmlformats.org/officeDocument/2006/relationships" id="256" r:id="Rc502657c867041ae"/>
    <p:sldId xmlns:r="http://schemas.openxmlformats.org/officeDocument/2006/relationships" id="257" r:id="R063c31aaf054424f"/>
    <p:sldId xmlns:r="http://schemas.openxmlformats.org/officeDocument/2006/relationships" id="258" r:id="R7cfb70bd7d544fbd"/>
    <p:sldId xmlns:r="http://schemas.openxmlformats.org/officeDocument/2006/relationships" id="259" r:id="R25051f4744e14cb2"/>
    <p:sldId xmlns:r="http://schemas.openxmlformats.org/officeDocument/2006/relationships" id="260" r:id="R1694348db720406a"/>
    <p:sldId xmlns:r="http://schemas.openxmlformats.org/officeDocument/2006/relationships" id="261" r:id="Rc59c3df466184b7f"/>
    <p:sldId xmlns:r="http://schemas.openxmlformats.org/officeDocument/2006/relationships" id="262" r:id="Raf085412d3214fea"/>
    <p:sldId xmlns:r="http://schemas.openxmlformats.org/officeDocument/2006/relationships" id="263" r:id="R4bfc54222ca849f9"/>
    <p:sldId xmlns:r="http://schemas.openxmlformats.org/officeDocument/2006/relationships" id="264" r:id="R4f5123130c1844a4"/>
    <p:sldId xmlns:r="http://schemas.openxmlformats.org/officeDocument/2006/relationships" id="265" r:id="R282dbc368ce44394"/>
    <p:sldId xmlns:r="http://schemas.openxmlformats.org/officeDocument/2006/relationships" id="266" r:id="R73d8a5def3a8452a"/>
    <p:sldId xmlns:r="http://schemas.openxmlformats.org/officeDocument/2006/relationships" id="267" r:id="Reb3661a8f3dd4569"/>
    <p:sldId xmlns:r="http://schemas.openxmlformats.org/officeDocument/2006/relationships" id="268" r:id="R2807a0447a924fc6"/>
    <p:sldId xmlns:r="http://schemas.openxmlformats.org/officeDocument/2006/relationships" id="269" r:id="R765e6567d4194265"/>
    <p:sldId xmlns:r="http://schemas.openxmlformats.org/officeDocument/2006/relationships" id="270" r:id="R33a636804b9c44aa"/>
    <p:sldId xmlns:r="http://schemas.openxmlformats.org/officeDocument/2006/relationships" id="271" r:id="R4817044c1ec6459a"/>
    <p:sldId xmlns:r="http://schemas.openxmlformats.org/officeDocument/2006/relationships" id="272" r:id="R78791e243f0245a1"/>
    <p:sldId xmlns:r="http://schemas.openxmlformats.org/officeDocument/2006/relationships" id="273" r:id="R809aa863ad0246ff"/>
    <p:sldId xmlns:r="http://schemas.openxmlformats.org/officeDocument/2006/relationships" id="274" r:id="Rd861831191de4742"/>
    <p:sldId xmlns:r="http://schemas.openxmlformats.org/officeDocument/2006/relationships" id="275" r:id="Rddea9a78d2b5424e"/>
    <p:sldId xmlns:r="http://schemas.openxmlformats.org/officeDocument/2006/relationships" id="276" r:id="Rc46cfa458ee0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c31aaf054424f" Type="http://schemas.openxmlformats.org/officeDocument/2006/relationships/slide" Target="slides/slide2.xml"/><Relationship Id="R1694348db720406a" Type="http://schemas.openxmlformats.org/officeDocument/2006/relationships/slide" Target="slides/slide5.xml"/><Relationship Id="R25051f4744e14cb2" Type="http://schemas.openxmlformats.org/officeDocument/2006/relationships/slide" Target="slides/slide4.xml"/><Relationship Id="R2807a0447a924fc6" Type="http://schemas.openxmlformats.org/officeDocument/2006/relationships/slide" Target="slides/slide13.xml"/><Relationship Id="R282dbc368ce44394" Type="http://schemas.openxmlformats.org/officeDocument/2006/relationships/slide" Target="slides/slide10.xml"/><Relationship Id="R33a636804b9c44aa" Type="http://schemas.openxmlformats.org/officeDocument/2006/relationships/slide" Target="slides/slide15.xml"/><Relationship Id="R4574d093de824ab9" Type="http://schemas.openxmlformats.org/officeDocument/2006/relationships/theme" Target="theme/theme1.xml"/><Relationship Id="R4817044c1ec6459a" Type="http://schemas.openxmlformats.org/officeDocument/2006/relationships/slide" Target="slides/slide16.xml"/><Relationship Id="R4bfc54222ca849f9" Type="http://schemas.openxmlformats.org/officeDocument/2006/relationships/slide" Target="slides/slide8.xml"/><Relationship Id="R4f5123130c1844a4" Type="http://schemas.openxmlformats.org/officeDocument/2006/relationships/slide" Target="slides/slide9.xml"/><Relationship Id="R73d8a5def3a8452a" Type="http://schemas.openxmlformats.org/officeDocument/2006/relationships/slide" Target="slides/slide11.xml"/><Relationship Id="R765e6567d4194265" Type="http://schemas.openxmlformats.org/officeDocument/2006/relationships/slide" Target="slides/slide14.xml"/><Relationship Id="R78791e243f0245a1" Type="http://schemas.openxmlformats.org/officeDocument/2006/relationships/slide" Target="slides/slide17.xml"/><Relationship Id="R7cfb70bd7d544fbd" Type="http://schemas.openxmlformats.org/officeDocument/2006/relationships/slide" Target="slides/slide3.xml"/><Relationship Id="R809aa863ad0246ff" Type="http://schemas.openxmlformats.org/officeDocument/2006/relationships/slide" Target="slides/slide18.xml"/><Relationship Id="Raf085412d3214fea" Type="http://schemas.openxmlformats.org/officeDocument/2006/relationships/slide" Target="slides/slide7.xml"/><Relationship Id="Rb130212db7c54c93" Type="http://schemas.openxmlformats.org/officeDocument/2006/relationships/slideMaster" Target="slideMasters/slideMaster1.xml"/><Relationship Id="Rc46cfa458ee04045" Type="http://schemas.openxmlformats.org/officeDocument/2006/relationships/slide" Target="slides/slide21.xml"/><Relationship Id="Rc502657c867041ae" Type="http://schemas.openxmlformats.org/officeDocument/2006/relationships/slide" Target="slides/slide1.xml"/><Relationship Id="Rc59c3df466184b7f" Type="http://schemas.openxmlformats.org/officeDocument/2006/relationships/slide" Target="slides/slide6.xml"/><Relationship Id="Rc7a61d12972e4b2d" Type="http://schemas.openxmlformats.org/officeDocument/2006/relationships/tableStyles" Target="tableStyles.xml"/><Relationship Id="Rc8fd39f730074b9c" Type="http://schemas.openxmlformats.org/officeDocument/2006/relationships/notesMaster" Target="notesMasters/notesMaster1.xml"/><Relationship Id="Rd861831191de4742" Type="http://schemas.openxmlformats.org/officeDocument/2006/relationships/slide" Target="slides/slide19.xml"/><Relationship Id="Rdaa41ffec564473e" Type="http://schemas.openxmlformats.org/officeDocument/2006/relationships/presProps" Target="presProps.xml"/><Relationship Id="Rddea9a78d2b5424e" Type="http://schemas.openxmlformats.org/officeDocument/2006/relationships/slide" Target="slides/slide20.xml"/><Relationship Id="Reb3661a8f3dd456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350268f26fb04b9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f93d4d075c142c5" Type="http://schemas.openxmlformats.org/officeDocument/2006/relationships/notesMaster" Target="../notesMasters/notesMaster1.xml"/><Relationship Id="Rb4e9cccb5353438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72d745476be4ba0" Type="http://schemas.openxmlformats.org/officeDocument/2006/relationships/notesMaster" Target="../notesMasters/notesMaster1.xml"/><Relationship Id="R84fb95a1361c441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95e29124d49497c" Type="http://schemas.openxmlformats.org/officeDocument/2006/relationships/notesMaster" Target="../notesMasters/notesMaster1.xml"/><Relationship Id="R63e38e52bfdc4db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6849246d68548be" Type="http://schemas.openxmlformats.org/officeDocument/2006/relationships/slide" Target="../slides/slide4.xml"/><Relationship Id="Ra50bf87109ef4b0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3f58c5446d3468e" Type="http://schemas.openxmlformats.org/officeDocument/2006/relationships/notesMaster" Target="../notesMasters/notesMaster1.xml"/><Relationship Id="R9c1b04417319409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5f6fe9992ca4dd7" Type="http://schemas.openxmlformats.org/officeDocument/2006/relationships/notesMaster" Target="../notesMasters/notesMaster1.xml"/><Relationship Id="Rca76a4f92e3748e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2ed5f1baeb64e08" Type="http://schemas.openxmlformats.org/officeDocument/2006/relationships/notesMaster" Target="../notesMasters/notesMaster1.xml"/><Relationship Id="Ra1f5670dbd7f410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281f1ae68a049f6" Type="http://schemas.openxmlformats.org/officeDocument/2006/relationships/slide" Target="../slides/slide8.xml"/><Relationship Id="Rf52509fa797d42f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f804b61ab2f4a0c" Type="http://schemas.openxmlformats.org/officeDocument/2006/relationships/slide" Target="../slides/slide9.xml"/><Relationship Id="Raeac8c23dfdd40cd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ce659901b8d4da6" Type="http://schemas.openxmlformats.org/officeDocument/2006/relationships/notesMaster" Target="../notesMasters/notesMaster1.xml"/><Relationship Id="R485d7a99ac5c46d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0536bb5134f4202" Type="http://schemas.openxmlformats.org/officeDocument/2006/relationships/notesMaster" Target="../notesMasters/notesMaster1.xml"/><Relationship Id="R8c6ea2d5c6b04e2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dd0f3eec74c4ebe" Type="http://schemas.openxmlformats.org/officeDocument/2006/relationships/slide" Target="../slides/slide12.xml"/><Relationship Id="R90cf7ea8008c417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34bc79390a74527" Type="http://schemas.openxmlformats.org/officeDocument/2006/relationships/slide" Target="../slides/slide13.xml"/><Relationship Id="Rebc8fdee72d140d3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bc5edb05d024561" Type="http://schemas.openxmlformats.org/officeDocument/2006/relationships/slide" Target="../slides/slide14.xml"/><Relationship Id="Rc6a9c910d5664be9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a3ce74e9c7340fb" Type="http://schemas.openxmlformats.org/officeDocument/2006/relationships/notesMaster" Target="../notesMasters/notesMaster1.xml"/><Relationship Id="Rf648bf0a103843a8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745fc4bf4d804595" Type="http://schemas.openxmlformats.org/officeDocument/2006/relationships/slide" Target="../slides/slide16.xml"/><Relationship Id="Rbbf90d7719e7493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c4a4b093ea24bd4" Type="http://schemas.openxmlformats.org/officeDocument/2006/relationships/notesMaster" Target="../notesMasters/notesMaster1.xml"/><Relationship Id="Ra27405574f754ac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4c6185284f924a4c" Type="http://schemas.openxmlformats.org/officeDocument/2006/relationships/slide" Target="../slides/slide18.xml"/><Relationship Id="R6b5669ac67c8471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72997dc5e934c5b" Type="http://schemas.openxmlformats.org/officeDocument/2006/relationships/notesMaster" Target="../notesMasters/notesMaster1.xml"/><Relationship Id="R3d753f1190b04197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4e5f3de9ca1f4d5d" Type="http://schemas.openxmlformats.org/officeDocument/2006/relationships/notesMaster" Target="../notesMasters/notesMaster1.xml"/><Relationship Id="R86af09141d4c4e43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c35a9f3d9d2a414b" Type="http://schemas.openxmlformats.org/officeDocument/2006/relationships/notesMaster" Target="../notesMasters/notesMaster1.xml"/><Relationship Id="Reba58e2030da4ce5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tectonic means related to movement of Earth’s plates.</a:t>
            </a:r>
          </a:p>
          <a:p xmlns:a="http://schemas.openxmlformats.org/drawingml/2006/main">
            <a:r>
              <a:t>Use the reminder strip or talk it through with an adult. Answer: Related to movement of Earth’s plates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Sudden seafloor displacement during the earthquake moved the water above it.</a:t>
            </a:r>
          </a:p>
          <a:p xmlns:a="http://schemas.openxmlformats.org/drawingml/2006/main">
            <a:r>
              <a:t>Give a reason when ready. Answer: No. Exposure and vulnerability also influence potential harm.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Locate the Japan case and model subduction, sudden movement and seafloor displacement. Link the evidence to the enquiry.</a:t>
            </a:r>
          </a:p>
          <a:p xmlns:a="http://schemas.openxmlformats.org/drawingml/2006/main">
            <a:r>
              <a:t>Explain why equal-magnitude earthquakes can have different consequences.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Plate motion and strain — Cause — Motion can accumulate strain along a boundary.</a:t>
            </a:r>
          </a:p>
          <a:p xmlns:a="http://schemas.openxmlformats.org/drawingml/2006/main">
            <a:r>
              <a:t>Sudden movement and shaking — Event — Energy is released in an earthquake.</a:t>
            </a:r>
          </a:p>
          <a:p xmlns:a="http://schemas.openxmlformats.org/drawingml/2006/main">
            <a:r>
              <a:t>Warnings and accessible evacuation — Response — These address some consequences and exposure.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At the boundary ___. Sudden movement ___. This caused ___. Risk also depends on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boundary ___. Sudden movement ___. This caused ___. Risk also depends on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equal-magnitude earthquakes can have different consequences.</a:t>
            </a:r>
          </a:p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Sudden seafloor displacement during the earthquake moved the water above it.</a:t>
            </a:r>
          </a:p>
          <a:p xmlns:a="http://schemas.openxmlformats.org/drawingml/2006/main">
            <a:r>
              <a:t>No. Exposure and vulnerability also influence potential harm.</a:t>
            </a:r>
          </a:p>
          <a:p xmlns:a="http://schemas.openxmlformats.org/drawingml/2006/main">
            <a:r>
              <a:t>Support: At the boundary ___. Sudden movement ___. This caused ___. Risk also depends on ___.</a:t>
            </a:r>
          </a:p>
          <a:p xmlns:a="http://schemas.openxmlformats.org/drawingml/2006/main">
            <a:r>
              <a:t>Extension: Explain why equal-magnitude earthquakes can have different consequences.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explanation, map/data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c5333746da94a8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33fa523c8b545d9" Type="http://schemas.openxmlformats.org/officeDocument/2006/relationships/theme" Target="theme/theme2.xml"/><Relationship Id="Rb730dafcf8944e8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0dafcf894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a391b67679433e" Type="http://schemas.openxmlformats.org/officeDocument/2006/relationships/slideLayout" Target="../slideLayouts/slideLayout1.xml"/><Relationship Id="R54ddf8293cbf463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fdf28c42868406d" Type="http://schemas.openxmlformats.org/officeDocument/2006/relationships/notesSlide" Target="../notesSlides/notesSlide2.xml"/><Relationship Id="Rbfa1f12eb41a4de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a4bf562cd854583" Type="http://schemas.openxmlformats.org/officeDocument/2006/relationships/slideLayout" Target="../slideLayouts/slideLayout1.xml"/><Relationship Id="Re53e6c6696cf43b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f35fea414174041" Type="http://schemas.openxmlformats.org/officeDocument/2006/relationships/slideLayout" Target="../slideLayouts/slideLayout1.xml"/><Relationship Id="Rab09b8994683469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a9cee22239ed414a" Type="http://schemas.openxmlformats.org/officeDocument/2006/relationships/slideLayout" Target="../slideLayouts/slideLayout1.xml"/><Relationship Id="Reb23f086aacf471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52aad2b5fec4420" Type="http://schemas.openxmlformats.org/officeDocument/2006/relationships/notesSlide" Target="../notesSlides/notesSlide6.xml"/><Relationship Id="R933d7df20e134c3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12dcc5b98c24d74" Type="http://schemas.openxmlformats.org/officeDocument/2006/relationships/notesSlide" Target="../notesSlides/notesSlide7.xml"/><Relationship Id="R4857051d055e429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1a015ead4f24c7d" Type="http://schemas.openxmlformats.org/officeDocument/2006/relationships/slideLayout" Target="../slideLayouts/slideLayout1.xml"/><Relationship Id="R6cc6bcf69560410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a6d55344bd74333" Type="http://schemas.openxmlformats.org/officeDocument/2006/relationships/slideLayout" Target="../slideLayouts/slideLayout1.xml"/><Relationship Id="R69c9a7f3d7f948f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0cb3e877bc14a20" Type="http://schemas.openxmlformats.org/officeDocument/2006/relationships/slideLayout" Target="../slideLayouts/slideLayout1.xml"/><Relationship Id="Re997e65cfde5435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c8b60af4a264a83" Type="http://schemas.openxmlformats.org/officeDocument/2006/relationships/notesSlide" Target="../notesSlides/notesSlide11.xml"/><Relationship Id="R8cca74ee4f314fa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969b0aa20274c03" Type="http://schemas.openxmlformats.org/officeDocument/2006/relationships/notesSlide" Target="../notesSlides/notesSlide12.xml"/><Relationship Id="Rfe8623af75a1461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53c248ea2004e46" Type="http://schemas.openxmlformats.org/officeDocument/2006/relationships/slideLayout" Target="../slideLayouts/slideLayout1.xml"/><Relationship Id="R330a549c049549e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359fb44f53184fbf" Type="http://schemas.openxmlformats.org/officeDocument/2006/relationships/notesSlide" Target="../notesSlides/notesSlide14.xml"/><Relationship Id="Rcaecda0c752b492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7e1e7ead35c400e" Type="http://schemas.openxmlformats.org/officeDocument/2006/relationships/notesSlide" Target="../notesSlides/notesSlide15.xml"/><Relationship Id="Rdb7ef89956ff42a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7634361fb7f44af" Type="http://schemas.openxmlformats.org/officeDocument/2006/relationships/notesSlide" Target="../notesSlides/notesSlide16.xml"/><Relationship Id="Re418549d7cd44a4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c56d15721f04db8" Type="http://schemas.openxmlformats.org/officeDocument/2006/relationships/notesSlide" Target="../notesSlides/notesSlide17.xml"/><Relationship Id="R86bc1aa7234f494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e2d58151cf34ff4" Type="http://schemas.openxmlformats.org/officeDocument/2006/relationships/slideLayout" Target="../slideLayouts/slideLayout1.xml"/><Relationship Id="R5162ae6cf89c4d7f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5acb649dc0924e50" Type="http://schemas.openxmlformats.org/officeDocument/2006/relationships/notesSlide" Target="../notesSlides/notesSlide19.xml"/><Relationship Id="R61b161915a2343c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1852261c4514d0e" Type="http://schemas.openxmlformats.org/officeDocument/2006/relationships/notesSlide" Target="../notesSlides/notesSlide20.xml"/><Relationship Id="Redc3085c76d9417d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1dc2a34f704c46f2" Type="http://schemas.openxmlformats.org/officeDocument/2006/relationships/notesSlide" Target="../notesSlides/notesSlide21.xml"/><Relationship Id="R3d6dfa7637d849ab" Type="http://schemas.openxmlformats.org/officeDocument/2006/relationships/image" Target="../media/image.png"/><Relationship Id="R895a4b2e3eb44f3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02A1E-780C-4BF0-9655-ADD35A3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Causes of tectonic hazards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CE79B-2E4A-4B4F-A7C5-E78CBB73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6D26B-1815-4099-8852-F4A0C3FA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of tectonic hazards.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229A9-9698-4E7F-B3CB-9B9C7838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DD71-13DD-4E55-8D02-5CC70C8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365256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B7F90-883E-42AF-B273-75D5DD35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40921-A05F-47C4-B89F-C4D6079F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C1C6E-4B83-4BE1-A56C-58A4A578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tectonic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7FE9-45DC-4EFC-BBEE-83BACD71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762498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73C97-5144-482D-8AC2-D599F9B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3049-6798-444C-80E7-4A8F5B70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5C8BB-20E0-40FE-93A9-FAB2507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caused the 2011 tsunami?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AAF7A-316D-4F34-88AA-CE581ED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magnitude the same as risk?</a:t>
            </a:r>
          </a:p>
        </p:txBody>
      </p:sp>
    </p:spTree>
    <p:extLst>
      <p:ext uri="{BB962C8B-B14F-4D97-AF65-F5344CB8AC3E}">
        <p14:creationId xmlns:p14="http://schemas.microsoft.com/office/powerpoint/2010/main" val="171021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8901-5CE8-4D1C-A431-89A2D0CA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C1D44-1645-43B5-B4E0-89F92D0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0E465-55E9-4074-8636-3220FD9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9D056-B34E-4226-8A5D-032871B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7330-0262-4B67-B8B0-51699DE1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8E857-967D-44AF-852B-6937C59E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990906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AEEEF-DB91-4A4C-95EE-6364E18C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9F6B-EBEC-47C4-9683-93CF7EA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E22FD-43EA-46FC-89C1-CE53EB9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Japan case and model subduction, sudden movement and seafloor displacement.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71168-167C-430C-B3E1-F26AB0C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5A8A0-4AF7-4BF4-BB66-FC9ADB2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855242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67F1C-D571-4BE7-8F2C-AC450159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070FB-E8E1-4A5F-83B5-674AD73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3EA60-1A77-4D6B-AEBF-28739296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caused the 2011 tsunami?</a:t>
            </a:r>
          </a:p>
        </p:txBody>
      </p:sp>
    </p:spTree>
    <p:extLst>
      <p:ext uri="{BB962C8B-B14F-4D97-AF65-F5344CB8AC3E}">
        <p14:creationId xmlns:p14="http://schemas.microsoft.com/office/powerpoint/2010/main" val="555419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D0120-F389-4C6A-9027-D4A174BE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C41C4-8102-4F99-85D0-5C0C682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3702-AB12-4AA6-83E8-B5F355B2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Japan 11 March 2011: A magnitude 9.1 earthquake occurred off north-east Honshu, Japan. Sudden movement on the subduction boundary displaced the seafloor and produced a tsunami.</a:t>
            </a:r>
          </a:p>
        </p:txBody>
      </p:sp>
    </p:spTree>
    <p:extLst>
      <p:ext uri="{BB962C8B-B14F-4D97-AF65-F5344CB8AC3E}">
        <p14:creationId xmlns:p14="http://schemas.microsoft.com/office/powerpoint/2010/main" val="608767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1E500-B137-47F8-8C96-4CE7B07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BB11-AE44-483F-80B6-E9B6DAAF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310A-D0BC-4BBD-8C89-F520325C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Sudden seafloor displacement during the earthquake moved the water above it.</a:t>
            </a:r>
          </a:p>
        </p:txBody>
      </p:sp>
    </p:spTree>
    <p:extLst>
      <p:ext uri="{BB962C8B-B14F-4D97-AF65-F5344CB8AC3E}">
        <p14:creationId xmlns:p14="http://schemas.microsoft.com/office/powerpoint/2010/main" val="1889659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0CD69-973E-4439-9C14-D3690404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0A6A4-D284-4D02-A91B-F24D063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1ADB8-6B10-421E-9B62-9C4F1FD9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magnitude the same as risk? No. Exposure and vulnerability also influence potential harm.</a:t>
            </a:r>
          </a:p>
        </p:txBody>
      </p:sp>
    </p:spTree>
    <p:extLst>
      <p:ext uri="{BB962C8B-B14F-4D97-AF65-F5344CB8AC3E}">
        <p14:creationId xmlns:p14="http://schemas.microsoft.com/office/powerpoint/2010/main" val="377850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4FF18-FEA9-4B73-AE26-3B7D839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44B02-81F5-46BA-A028-1EC3053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DE8A9-E019-4B66-9BDD-6F306EC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Japan case and model subduction, sudden movement and seafloor displacement.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8A7B-BB59-4EF7-903A-0D857418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the event’s magnitude and 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9EA99-4FF8-4106-B0F4-17BDAF45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13267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5EA27-CAA6-46E1-A0D5-1A5D00B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70EC4-AC66-4D74-B391-7A84A5B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0D567-B0FD-4E4A-B586-29697706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Plate motion and strain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BB0A-0C6B-4F8D-938B-224B9EA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Sudden movement and shaking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384EB-301A-4279-9A58-284CAC80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Warnings and accessible evacuation</a:t>
            </a:r>
          </a:p>
        </p:txBody>
      </p:sp>
    </p:spTree>
    <p:extLst>
      <p:ext uri="{BB962C8B-B14F-4D97-AF65-F5344CB8AC3E}">
        <p14:creationId xmlns:p14="http://schemas.microsoft.com/office/powerpoint/2010/main" val="9097994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E1589-46C1-4321-A5DA-11455C2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4DC92-E908-48FA-9D98-22677AC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A3D3-6EFA-44F7-AEDB-1FEF98B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evidence-based cause, effects and responses diagram.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3F302-7048-41AB-9498-E5FAC89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a map or graph using one accurate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CC732-3D9F-4886-BC86-381DB81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case-study judgement distinguishing hazard from risk.</a:t>
            </a:r>
          </a:p>
        </p:txBody>
      </p:sp>
    </p:spTree>
    <p:extLst>
      <p:ext uri="{BB962C8B-B14F-4D97-AF65-F5344CB8AC3E}">
        <p14:creationId xmlns:p14="http://schemas.microsoft.com/office/powerpoint/2010/main" val="1184167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66C35-2A40-4481-A6E3-6A2214B9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496B0-E2E6-4647-80EA-84D34EC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797E-5B55-4856-9221-AE3840E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evidence-based cause, effects and responses diagram.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C6EE2-0DC5-49B9-B432-2E8830E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a map or graph using one accurate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688AC-DF70-4214-BF1A-9264C79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case-study judgement distinguishing hazard from risk.</a:t>
            </a:r>
          </a:p>
        </p:txBody>
      </p:sp>
    </p:spTree>
    <p:extLst>
      <p:ext uri="{BB962C8B-B14F-4D97-AF65-F5344CB8AC3E}">
        <p14:creationId xmlns:p14="http://schemas.microsoft.com/office/powerpoint/2010/main" val="997496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4DCF4-971D-4BD7-A96A-5D9CF92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A686F-2546-4673-A722-CA5A6FF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A7443-AA53-48BE-BF2F-80A4569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evidence-based cause, effects and responses diagram.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02279-94CB-4E24-8DF7-2B1CD0D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a map or graph using one accurate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8069F-42DD-4253-A522-3B4C621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case-study judgement distinguishing hazard from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8A058-AAB9-46BC-BD5A-AB6601B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equal-magnitude earthquakes can have different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698677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C3722-E837-4ACB-ADD0-0CACD1D6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999ED-9E35-4330-961F-1EAB7629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E4B4-94B6-4510-923E-E549A1CD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explanation, map/data interpretation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F54F6-8DF5-49A0-801F-3BA4BFF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51C5-EA86-4C20-9280-1C8F0ECE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7579614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A13DF-9026-424B-9152-B1EB652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FE5B6-A7FA-43BD-8D88-CDD75853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F8198-FD5C-46C5-9873-6DA53A94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caused the 2011 tsunami?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BC6DE-5997-480E-B8DD-721CC7C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magnitude the same as risk?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562EE-B74C-4966-8042-2E92980C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016732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41E37-5B19-4F10-A92F-6F30AC8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99E32-BA39-4EBB-BB93-14A77B5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AFF4E-1F75-4B51-A75B-6D689538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2C15-944A-4FA0-BEAF-51D1A20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44F9F-A07A-43CC-873D-A69AE077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775853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535F6-4C93-487E-844D-6E598E0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F2E6-9DF8-4AEA-B42B-01AA691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27872-04DC-49C9-BC0C-157FDEE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73CBE-38FE-4ED3-BF1F-73B4284C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EE932-60D9-40C8-BA93-9773D3E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1559443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C817C-1E53-4B99-AE95-CD23374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63D9D-3E95-47C6-BF40-3EED52CE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69B4-743E-41AC-95FE-C214F4E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0ABD3-7016-4F3A-8367-4C848B0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F3F8-ADD5-401F-93B2-BB9956A8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15124100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BA92F-9A37-4A3D-90B4-D85D8CE8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40E5-0060-43F8-BCFD-F912441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897E1-8B65-4BA1-9AAF-120E8F4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926D1-1C54-44D1-8544-76F444A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A64F-74F2-4C3C-A2F6-39E2A53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18980367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C6458-4F62-4B19-9EEF-52E802AE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56EF0-43F3-41A2-ADF6-97F0712E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W1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dfa7637d849ab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04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2026-09-19T18:35:39.6840000Z</dcterms:created>
  <dcterms:modified xsi:type="dcterms:W3CDTF">2026-09-19T18:35:39.6840000Z</dcterms:modified>
</coreProperties>
</file>