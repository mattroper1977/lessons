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9548840ca8e4f15" Type="http://schemas.openxmlformats.org/officeDocument/2006/relationships/extended-properties" Target="docProps/app.xml"/><Relationship Id="R824d8ca4470a4282" Type="http://schemas.openxmlformats.org/officeDocument/2006/relationships/officeDocument" Target="ppt/presentation.xml"/><Relationship Id="Rb22d784e99e24a6b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dfd7ad85314d7b"/>
  </p:sldMasterIdLst>
  <p:notesMasterIdLst>
    <p:notesMasterId xmlns:r="http://schemas.openxmlformats.org/officeDocument/2006/relationships" r:id="R1a7733df68bb444b"/>
  </p:notesMasterIdLst>
  <p:sldIdLst>
    <p:sldId xmlns:r="http://schemas.openxmlformats.org/officeDocument/2006/relationships" id="256" r:id="Rce0065b443c444ea"/>
    <p:sldId xmlns:r="http://schemas.openxmlformats.org/officeDocument/2006/relationships" id="257" r:id="Rad4925284d124252"/>
    <p:sldId xmlns:r="http://schemas.openxmlformats.org/officeDocument/2006/relationships" id="258" r:id="R376d3473ceba44ac"/>
    <p:sldId xmlns:r="http://schemas.openxmlformats.org/officeDocument/2006/relationships" id="259" r:id="R32a92db787734fbf"/>
    <p:sldId xmlns:r="http://schemas.openxmlformats.org/officeDocument/2006/relationships" id="260" r:id="R98107aa7b2d2420e"/>
    <p:sldId xmlns:r="http://schemas.openxmlformats.org/officeDocument/2006/relationships" id="261" r:id="R6bef0baae5544587"/>
    <p:sldId xmlns:r="http://schemas.openxmlformats.org/officeDocument/2006/relationships" id="262" r:id="R7a0752d05f8d4efa"/>
    <p:sldId xmlns:r="http://schemas.openxmlformats.org/officeDocument/2006/relationships" id="263" r:id="R233f245e33cc4916"/>
    <p:sldId xmlns:r="http://schemas.openxmlformats.org/officeDocument/2006/relationships" id="264" r:id="Rb805082f3a26422c"/>
    <p:sldId xmlns:r="http://schemas.openxmlformats.org/officeDocument/2006/relationships" id="265" r:id="Rf110377e0d1747ca"/>
    <p:sldId xmlns:r="http://schemas.openxmlformats.org/officeDocument/2006/relationships" id="266" r:id="R4d18151fbf8049bd"/>
    <p:sldId xmlns:r="http://schemas.openxmlformats.org/officeDocument/2006/relationships" id="267" r:id="R0bf75a3d57d54777"/>
    <p:sldId xmlns:r="http://schemas.openxmlformats.org/officeDocument/2006/relationships" id="268" r:id="R265670a49e644f1e"/>
    <p:sldId xmlns:r="http://schemas.openxmlformats.org/officeDocument/2006/relationships" id="269" r:id="R3e3151302af044b6"/>
    <p:sldId xmlns:r="http://schemas.openxmlformats.org/officeDocument/2006/relationships" id="270" r:id="R89f9b89b93f24134"/>
    <p:sldId xmlns:r="http://schemas.openxmlformats.org/officeDocument/2006/relationships" id="271" r:id="R53d0392c32f4459a"/>
    <p:sldId xmlns:r="http://schemas.openxmlformats.org/officeDocument/2006/relationships" id="272" r:id="R68cd2c3bdd844f18"/>
    <p:sldId xmlns:r="http://schemas.openxmlformats.org/officeDocument/2006/relationships" id="273" r:id="Re1b20a6eb5c04166"/>
    <p:sldId xmlns:r="http://schemas.openxmlformats.org/officeDocument/2006/relationships" id="274" r:id="R424b70cb673b4d51"/>
    <p:sldId xmlns:r="http://schemas.openxmlformats.org/officeDocument/2006/relationships" id="275" r:id="R77ab45086dfc4ee8"/>
    <p:sldId xmlns:r="http://schemas.openxmlformats.org/officeDocument/2006/relationships" id="276" r:id="Rd595fc0684324738"/>
    <p:sldId xmlns:r="http://schemas.openxmlformats.org/officeDocument/2006/relationships" id="277" r:id="R37b7a9f7dc1d45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bf75a3d57d54777" Type="http://schemas.openxmlformats.org/officeDocument/2006/relationships/slide" Target="slides/slide12.xml"/><Relationship Id="R1248e0784ed9410f" Type="http://schemas.openxmlformats.org/officeDocument/2006/relationships/presProps" Target="presProps.xml"/><Relationship Id="R1a7733df68bb444b" Type="http://schemas.openxmlformats.org/officeDocument/2006/relationships/notesMaster" Target="notesMasters/notesMaster1.xml"/><Relationship Id="R233f245e33cc4916" Type="http://schemas.openxmlformats.org/officeDocument/2006/relationships/slide" Target="slides/slide8.xml"/><Relationship Id="R265670a49e644f1e" Type="http://schemas.openxmlformats.org/officeDocument/2006/relationships/slide" Target="slides/slide13.xml"/><Relationship Id="R32a92db787734fbf" Type="http://schemas.openxmlformats.org/officeDocument/2006/relationships/slide" Target="slides/slide4.xml"/><Relationship Id="R376d3473ceba44ac" Type="http://schemas.openxmlformats.org/officeDocument/2006/relationships/slide" Target="slides/slide3.xml"/><Relationship Id="R37b7a9f7dc1d452b" Type="http://schemas.openxmlformats.org/officeDocument/2006/relationships/slide" Target="slides/slide22.xml"/><Relationship Id="R3e3151302af044b6" Type="http://schemas.openxmlformats.org/officeDocument/2006/relationships/slide" Target="slides/slide14.xml"/><Relationship Id="R424b70cb673b4d51" Type="http://schemas.openxmlformats.org/officeDocument/2006/relationships/slide" Target="slides/slide19.xml"/><Relationship Id="R4d18151fbf8049bd" Type="http://schemas.openxmlformats.org/officeDocument/2006/relationships/slide" Target="slides/slide11.xml"/><Relationship Id="R51866ea8d7f94676" Type="http://schemas.openxmlformats.org/officeDocument/2006/relationships/tableStyles" Target="tableStyles.xml"/><Relationship Id="R53d0392c32f4459a" Type="http://schemas.openxmlformats.org/officeDocument/2006/relationships/slide" Target="slides/slide16.xml"/><Relationship Id="R68cd2c3bdd844f18" Type="http://schemas.openxmlformats.org/officeDocument/2006/relationships/slide" Target="slides/slide17.xml"/><Relationship Id="R6bef0baae5544587" Type="http://schemas.openxmlformats.org/officeDocument/2006/relationships/slide" Target="slides/slide6.xml"/><Relationship Id="R77ab45086dfc4ee8" Type="http://schemas.openxmlformats.org/officeDocument/2006/relationships/slide" Target="slides/slide20.xml"/><Relationship Id="R7a0752d05f8d4efa" Type="http://schemas.openxmlformats.org/officeDocument/2006/relationships/slide" Target="slides/slide7.xml"/><Relationship Id="R81dfd7ad85314d7b" Type="http://schemas.openxmlformats.org/officeDocument/2006/relationships/slideMaster" Target="slideMasters/slideMaster1.xml"/><Relationship Id="R89f9b89b93f24134" Type="http://schemas.openxmlformats.org/officeDocument/2006/relationships/slide" Target="slides/slide15.xml"/><Relationship Id="R98107aa7b2d2420e" Type="http://schemas.openxmlformats.org/officeDocument/2006/relationships/slide" Target="slides/slide5.xml"/><Relationship Id="Rad4925284d124252" Type="http://schemas.openxmlformats.org/officeDocument/2006/relationships/slide" Target="slides/slide2.xml"/><Relationship Id="Rb805082f3a26422c" Type="http://schemas.openxmlformats.org/officeDocument/2006/relationships/slide" Target="slides/slide9.xml"/><Relationship Id="Rce0065b443c444ea" Type="http://schemas.openxmlformats.org/officeDocument/2006/relationships/slide" Target="slides/slide1.xml"/><Relationship Id="Rd595fc0684324738" Type="http://schemas.openxmlformats.org/officeDocument/2006/relationships/slide" Target="slides/slide21.xml"/><Relationship Id="Rd8b101c2f217440e" Type="http://schemas.openxmlformats.org/officeDocument/2006/relationships/theme" Target="theme/theme1.xml"/><Relationship Id="Re1b20a6eb5c04166" Type="http://schemas.openxmlformats.org/officeDocument/2006/relationships/slide" Target="slides/slide18.xml"/><Relationship Id="Rf110377e0d1747ca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d592e4fadb2746e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168d5fac3a7436a" Type="http://schemas.openxmlformats.org/officeDocument/2006/relationships/slide" Target="../slides/slide1.xml"/><Relationship Id="Rcf7b67d2139646b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f394af9ab71147ef" Type="http://schemas.openxmlformats.org/officeDocument/2006/relationships/notesMaster" Target="../notesMasters/notesMaster1.xml"/><Relationship Id="Rf59b0dabc202461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480f9817c074e6f" Type="http://schemas.openxmlformats.org/officeDocument/2006/relationships/notesMaster" Target="../notesMasters/notesMaster1.xml"/><Relationship Id="R30fe3900742a4f1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d2a8685d1e54243" Type="http://schemas.openxmlformats.org/officeDocument/2006/relationships/notesMaster" Target="../notesMasters/notesMaster1.xml"/><Relationship Id="R4146915053c4440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e4bf94a8dc2a4b26" Type="http://schemas.openxmlformats.org/officeDocument/2006/relationships/slide" Target="../slides/slide5.xml"/><Relationship Id="Rf84a580b68384be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844b985f744490e" Type="http://schemas.openxmlformats.org/officeDocument/2006/relationships/slide" Target="../slides/slide6.xml"/><Relationship Id="Rab0b74d4182b445f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54adcc3489046c1" Type="http://schemas.openxmlformats.org/officeDocument/2006/relationships/notesMaster" Target="../notesMasters/notesMaster1.xml"/><Relationship Id="Re294b3f77a0a435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129350d1be543ce" Type="http://schemas.openxmlformats.org/officeDocument/2006/relationships/slide" Target="../slides/slide8.xml"/><Relationship Id="R4191a2f319fe48f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8fa4c12c5f2b4403" Type="http://schemas.openxmlformats.org/officeDocument/2006/relationships/notesMaster" Target="../notesMasters/notesMaster1.xml"/><Relationship Id="Re830557ca559489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8be19835e1f409e" Type="http://schemas.openxmlformats.org/officeDocument/2006/relationships/notesMaster" Target="../notesMasters/notesMaster1.xml"/><Relationship Id="R34cf367e2842488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1d59525aa3f74fd5" Type="http://schemas.openxmlformats.org/officeDocument/2006/relationships/slide" Target="../slides/slide11.xml"/><Relationship Id="R73657d89f8af4aff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b112fdfec764781" Type="http://schemas.openxmlformats.org/officeDocument/2006/relationships/slide" Target="../slides/slide12.xml"/><Relationship Id="Rd4e549db3eb44a9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353283d8e6c94155" Type="http://schemas.openxmlformats.org/officeDocument/2006/relationships/slide" Target="../slides/slide13.xml"/><Relationship Id="R4490ecc6303c463b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b8bf68aede514eed" Type="http://schemas.openxmlformats.org/officeDocument/2006/relationships/notesMaster" Target="../notesMasters/notesMaster1.xml"/><Relationship Id="Rf1bc700deb1147ef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2746f724319f478c" Type="http://schemas.openxmlformats.org/officeDocument/2006/relationships/slide" Target="../slides/slide15.xml"/><Relationship Id="Rc7d58d79ed934b86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235702cf724c72" Type="http://schemas.openxmlformats.org/officeDocument/2006/relationships/notesMaster" Target="../notesMasters/notesMaster1.xml"/><Relationship Id="R8f2f8d327325443b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e02f631f55b415b" Type="http://schemas.openxmlformats.org/officeDocument/2006/relationships/notesMaster" Target="../notesMasters/notesMaster1.xml"/><Relationship Id="R377e0c3591114b1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43b80c9636f409e" Type="http://schemas.openxmlformats.org/officeDocument/2006/relationships/notesMaster" Target="../notesMasters/notesMaster1.xml"/><Relationship Id="R4f96be890c9e4080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180bb15467574d31" Type="http://schemas.openxmlformats.org/officeDocument/2006/relationships/slide" Target="../slides/slide19.xml"/><Relationship Id="R40881170f3c84a1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33bf104e9aa24f9b" Type="http://schemas.openxmlformats.org/officeDocument/2006/relationships/notesMaster" Target="../notesMasters/notesMaster1.xml"/><Relationship Id="R9ca1702b8ca043b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ddbdbda8601345e6" Type="http://schemas.openxmlformats.org/officeDocument/2006/relationships/notesMaster" Target="../notesMasters/notesMaster1.xml"/><Relationship Id="Rf186a716587a4557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38c3b478fa3d424b" Type="http://schemas.openxmlformats.org/officeDocument/2006/relationships/slide" Target="../slides/slide22.xml"/><Relationship Id="Rba345bebe364491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Degrees Celsius.</a:t>
            </a:r>
          </a:p>
          <a:p xmlns:a="http://schemas.openxmlformats.org/drawingml/2006/main">
            <a:r>
              <a:t>Choose: Related to movement of Earth’s plates OR People or things in harm’s way. Answer: Related to movement of Earth’s plates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assessment or read one relevant card together. Answer: It explains risk, evaluates management and justifies a judgement with evidence.</a:t>
            </a:r>
          </a:p>
          <a:p xmlns:a="http://schemas.openxmlformats.org/drawingml/2006/main">
            <a:r>
              <a:t>Give a reason when ready. Answer: A title, source, relevant date, labels or key, and an explanation of what it contributes.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Audit a practice report against location, causes, effects, risk and management. Link the evidence to the enquiry.</a:t>
            </a:r>
          </a:p>
          <a:p xmlns:a="http://schemas.openxmlformats.org/drawingml/2006/main">
            <a:r>
              <a:t>Weigh two management approaches and explain how the evidence supports your final judgement.</a:t>
            </a:r>
          </a:p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Audit a practice report against location, causes, effects, risk and management. Choose a useful map or graph and explain why it belongs.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Location ___. Cause ___. Effects ___. Exposure and vulnerability ___. Management judgement ___. Evidence limit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Location ___. Cause ___. Effects ___. Exposure and vulnerability ___. Management judgement ___. Evidence limit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Weigh two management approaches and explain how the evidence supports your final judgement.</a:t>
            </a:r>
          </a:p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explains risk, evaluates management and justifies a judgement with evidence.</a:t>
            </a:r>
          </a:p>
          <a:p xmlns:a="http://schemas.openxmlformats.org/drawingml/2006/main">
            <a:r>
              <a:t>A title, source, relevant date, labels or key, and an explanation of what it contributes.</a:t>
            </a:r>
          </a:p>
          <a:p xmlns:a="http://schemas.openxmlformats.org/drawingml/2006/main">
            <a:r>
              <a:t>Support: Location ___. Cause ___. Effects ___. Exposure and vulnerability ___. Management judgement ___. Evidence limit ___.</a:t>
            </a:r>
          </a:p>
          <a:p xmlns:a="http://schemas.openxmlformats.org/drawingml/2006/main">
            <a:r>
              <a:t>Extension: Weigh two management approaches and explain how the evidence supports your final judgement.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case-study outcome against unit criteria; retain best evidence.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 Office July 2022 heatwave report, table on page 8</a:t>
            </a:r>
          </a:p>
          <a:p xmlns:a="http://schemas.openxmlformats.org/drawingml/2006/main">
            <a:r>
              <a:t>https://www.metoffice.gov.uk/binaries/content/assets/metofficegovuk/pdf/weather/learn-about/uk-past-events/interesting/2022/2022_03_july_heatwave.pdf</a:t>
            </a:r>
          </a:p>
          <a:p xmlns:a="http://schemas.openxmlformats.org/drawingml/2006/main">
            <a:r>
              <a:t>Four selected station maxima are not a national average or a long-term climate trend. The report marked values provisional at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cecb59c2921403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ccb98e12c7db4a8e" Type="http://schemas.openxmlformats.org/officeDocument/2006/relationships/slideLayout" Target="../slideLayouts/slideLayout1.xml"/><Relationship Id="Rdd79f91070484b0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b98e12c7db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d3bd534bc4a4768" Type="http://schemas.openxmlformats.org/officeDocument/2006/relationships/notesSlide" Target="../notesSlides/notesSlide1.xml"/><Relationship Id="Ra07a1c39ebb6401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c35da483d06145e5" Type="http://schemas.openxmlformats.org/officeDocument/2006/relationships/slideLayout" Target="../slideLayouts/slideLayout1.xml"/><Relationship Id="Rd34a13cd8a6b406b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6021b3bed064f50" Type="http://schemas.openxmlformats.org/officeDocument/2006/relationships/notesSlide" Target="../notesSlides/notesSlide3.xml"/><Relationship Id="R7829839d4cbd47e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bfb01baad22c4d72" Type="http://schemas.openxmlformats.org/officeDocument/2006/relationships/slideLayout" Target="../slideLayouts/slideLayout1.xml"/><Relationship Id="Rc24be8f09936498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f322f9c246a4430" Type="http://schemas.openxmlformats.org/officeDocument/2006/relationships/slideLayout" Target="../slideLayouts/slideLayout1.xml"/><Relationship Id="R81c961b589c443e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7c3ea53098d44aca" Type="http://schemas.openxmlformats.org/officeDocument/2006/relationships/slideLayout" Target="../slideLayouts/slideLayout1.xml"/><Relationship Id="Rc33307879ac74fe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a4c87b11e304166" Type="http://schemas.openxmlformats.org/officeDocument/2006/relationships/notesSlide" Target="../notesSlides/notesSlide7.xml"/><Relationship Id="R35b99be3ebfa46eb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05bc6ba449c04467" Type="http://schemas.openxmlformats.org/officeDocument/2006/relationships/notesSlide" Target="../notesSlides/notesSlide8.xml"/><Relationship Id="R8578b460137e422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75224b232f64d33" Type="http://schemas.openxmlformats.org/officeDocument/2006/relationships/slideLayout" Target="../slideLayouts/slideLayout1.xml"/><Relationship Id="R37fd3c11353e419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f640e5e18104014" Type="http://schemas.openxmlformats.org/officeDocument/2006/relationships/slideLayout" Target="../slideLayouts/slideLayout1.xml"/><Relationship Id="R88814892cd84482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b1cf4f3f1bd4754" Type="http://schemas.openxmlformats.org/officeDocument/2006/relationships/notesSlide" Target="../notesSlides/notesSlide11.xml"/><Relationship Id="R649a33042766416e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77d8bbe29ee046c7" Type="http://schemas.openxmlformats.org/officeDocument/2006/relationships/notesSlide" Target="../notesSlides/notesSlide12.xml"/><Relationship Id="Ra75bd898ade6482f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4553b00347074a4e" Type="http://schemas.openxmlformats.org/officeDocument/2006/relationships/notesSlide" Target="../notesSlides/notesSlide13.xml"/><Relationship Id="R75e0ce429541484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1284c960ab14e3b" Type="http://schemas.openxmlformats.org/officeDocument/2006/relationships/notesSlide" Target="../notesSlides/notesSlide14.xml"/><Relationship Id="R4f249f3a66da41a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cd6f348eb554797" Type="http://schemas.openxmlformats.org/officeDocument/2006/relationships/slideLayout" Target="../slideLayouts/slideLayout1.xml"/><Relationship Id="Raa5be99760a34a9a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d257e9519564aef" Type="http://schemas.openxmlformats.org/officeDocument/2006/relationships/slideLayout" Target="../slideLayouts/slideLayout1.xml"/><Relationship Id="Rbbacc792d91a434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c74bd9b5eef047e5" Type="http://schemas.openxmlformats.org/officeDocument/2006/relationships/slideLayout" Target="../slideLayouts/slideLayout1.xml"/><Relationship Id="Rc865a5bc975947f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27c5f8aa396c4193" Type="http://schemas.openxmlformats.org/officeDocument/2006/relationships/slideLayout" Target="../slideLayouts/slideLayout1.xml"/><Relationship Id="Rd9788a5cc34b4f9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7bd7f0856ad641c2" Type="http://schemas.openxmlformats.org/officeDocument/2006/relationships/slideLayout" Target="../slideLayouts/slideLayout1.xml"/><Relationship Id="R840758788cf14b9c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bed19146044e473e" Type="http://schemas.openxmlformats.org/officeDocument/2006/relationships/notesSlide" Target="../notesSlides/notesSlide20.xml"/><Relationship Id="Rd7d7b8e059c74ec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1059996bbd5447ed" Type="http://schemas.openxmlformats.org/officeDocument/2006/relationships/slideLayout" Target="../slideLayouts/slideLayout1.xml"/><Relationship Id="R3c8c8fc2267141dc" Type="http://schemas.openxmlformats.org/officeDocument/2006/relationships/image" Target="../media/image.png"/><Relationship Id="Rc09a73ac79b84d8e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30ad2258b0a64473" Type="http://schemas.openxmlformats.org/officeDocument/2006/relationships/slideLayout" Target="../slideLayouts/slideLayout1.xml"/><Relationship Id="Rc5b08b4c71f94845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017F4-3D1D-4CCC-834A-6C675A67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 hazard case-study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45E3A-4A73-46C2-96EC-0A1CBD8D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D6B29-D8E0-4FD2-A4C0-05B59B2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hazard case-study report.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76D6F-E794-433B-8974-B20AD4BE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Spring 2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1E1F3-A99B-4E4A-B8CF-8F335277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235243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4FCC6-1126-41B7-BCFE-D2534111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C25D3-2DF5-4EDB-BCB1-F83AA59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A0159-9017-4F89-80E9-154452D5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Which units belong on the temperature axis?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633F1-EABE-48E2-95AE-D14A1EB4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tectonic?</a:t>
            </a:r>
          </a:p>
        </p:txBody>
      </p:sp>
    </p:spTree>
    <p:extLst>
      <p:ext uri="{BB962C8B-B14F-4D97-AF65-F5344CB8AC3E}">
        <p14:creationId xmlns:p14="http://schemas.microsoft.com/office/powerpoint/2010/main" val="2124488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680E2-3FD9-4726-B81C-EEADF8B8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ECFE4-4A26-4915-9F89-B8198592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99FB0-B71E-4F44-A725-73DA834A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makes the report more than a description of the event?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D702B-A9D6-4847-8FAA-AE538E7F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must accompany the graph or map?</a:t>
            </a:r>
          </a:p>
        </p:txBody>
      </p:sp>
    </p:spTree>
    <p:extLst>
      <p:ext uri="{BB962C8B-B14F-4D97-AF65-F5344CB8AC3E}">
        <p14:creationId xmlns:p14="http://schemas.microsoft.com/office/powerpoint/2010/main" val="1608927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CBD85-CB6E-4649-A193-4AB4ECC5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11B81-15C5-4095-A8F6-51597BD0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5A0F6-7C59-4895-9AD3-44126FEE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tectonic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Related to movement of Earth’s plates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B52EF-7485-4B2D-B08B-883F516B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exposure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or things in harm’s 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70EDC-ECEE-4875-AA0D-0973D25A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vulnerability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Conditions making harm more likely or severe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F37B9-EDA3-4B2F-AAD3-CE034B1F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risk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Potential harm from a hazard in a particular setting</a:t>
            </a:r>
          </a:p>
        </p:txBody>
      </p:sp>
    </p:spTree>
    <p:extLst>
      <p:ext uri="{BB962C8B-B14F-4D97-AF65-F5344CB8AC3E}">
        <p14:creationId xmlns:p14="http://schemas.microsoft.com/office/powerpoint/2010/main" val="512686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7528B-A0F6-4A0E-8CB9-44AE685C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747C9-3E50-4469-B246-F5706EEC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9BCB0-1690-43D6-99D4-58FA7C6E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Audit a practice report against location, causes, effects, risk and management.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D776D-A63C-4521-97F8-9BDC2EDC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C6903-EA8E-4B53-9057-ACB4A453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984280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DAE08-7AC0-4050-A340-09E4661D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48290-CBA0-4B16-A541-6DBD3F96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DB16F-E67D-42C5-8574-1F90553D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Plan an evidence-based hazard judgement.</a:t>
            </a:r>
          </a:p>
        </p:txBody>
      </p:sp>
    </p:spTree>
    <p:extLst>
      <p:ext uri="{BB962C8B-B14F-4D97-AF65-F5344CB8AC3E}">
        <p14:creationId xmlns:p14="http://schemas.microsoft.com/office/powerpoint/2010/main" val="808736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32C04-51E4-48BE-A237-59C93D09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CC44A-A7C9-4A6F-8A7D-6411EC8A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B28A2-3F83-4ED6-BD63-5A21B9A7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Read the assessment requirement: S: case-study outcome against unit criteria; retain best evidence.</a:t>
            </a:r>
          </a:p>
        </p:txBody>
      </p:sp>
    </p:spTree>
    <p:extLst>
      <p:ext uri="{BB962C8B-B14F-4D97-AF65-F5344CB8AC3E}">
        <p14:creationId xmlns:p14="http://schemas.microsoft.com/office/powerpoint/2010/main" val="1856060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42572-ADAC-4ECB-8D87-B4CA71CF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B64D4-570B-4C9C-BC45-93787698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FE90B-6823-4B15-BEB0-8375FEB3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 connect a stated risk to a response, use a location and data value, then explain a limitation. A list of effects alone does not justify the judgement.</a:t>
            </a:r>
          </a:p>
        </p:txBody>
      </p:sp>
    </p:spTree>
    <p:extLst>
      <p:ext uri="{BB962C8B-B14F-4D97-AF65-F5344CB8AC3E}">
        <p14:creationId xmlns:p14="http://schemas.microsoft.com/office/powerpoint/2010/main" val="82192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6C442-89BC-43AB-9340-60D04132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A507D-5CA6-434D-B1EF-505B2493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2333A-4F81-4984-B528-2FF63812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must accompany the graph or map? A title, source, relevant date, labels or key, and an explanation of what it contributes.</a:t>
            </a:r>
          </a:p>
        </p:txBody>
      </p:sp>
    </p:spTree>
    <p:extLst>
      <p:ext uri="{BB962C8B-B14F-4D97-AF65-F5344CB8AC3E}">
        <p14:creationId xmlns:p14="http://schemas.microsoft.com/office/powerpoint/2010/main" val="1307836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22743-9B44-451C-8881-2AA5D24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A9D12-92BB-41FF-BF4E-1DD388D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6B1A8-13A9-4739-B6DE-1CF71C1C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Audit a practice report against location, causes, effects, risk and management.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0FC2B-B0AD-4873-B815-9EECD776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useful map or graph and explain why it belongs.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AA0F7-51ED-41C8-9A0F-897DEEA2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5208627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B1B12-733B-44F8-B573-CB332242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34054-DACF-4A49-BEED-187830C4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6BA0C-51AC-4A77-987A-9139A2AA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answer to the assessment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B26A9-1FFB-4ED2-8542-E5D1DF6A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34A54-5623-48B8-A900-1BBE8BA5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explanation or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16F31-B7A3-4D2B-8907-5D852922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conclusion and what the evidence does not show</a:t>
            </a:r>
          </a:p>
        </p:txBody>
      </p:sp>
    </p:spTree>
    <p:extLst>
      <p:ext uri="{BB962C8B-B14F-4D97-AF65-F5344CB8AC3E}">
        <p14:creationId xmlns:p14="http://schemas.microsoft.com/office/powerpoint/2010/main" val="9189287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C5484-CC5B-4A17-8E3C-AB7BB56B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59AC1-F491-43D5-9A38-29A34FCE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2F1A9-C4B7-4290-935D-D13EFA8C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Produce an independent case-study report for Japan 2011 or the July 2022 heatwave.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9A523-D7D3-4451-91AE-A1CF039E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Include location, causes, effects, risk, management and a useful map or graph.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EC733-DD00-494A-981B-33BD32F6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Justify a judgement and evaluate a source or data limitation.</a:t>
            </a:r>
          </a:p>
        </p:txBody>
      </p:sp>
    </p:spTree>
    <p:extLst>
      <p:ext uri="{BB962C8B-B14F-4D97-AF65-F5344CB8AC3E}">
        <p14:creationId xmlns:p14="http://schemas.microsoft.com/office/powerpoint/2010/main" val="19350797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2A2A1-AEF1-44FC-A415-8C2D29FA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8FB97-817F-4126-8F54-5FFDC2AF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A699C-6373-4C30-83AE-527244A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Produce an independent case-study report for Japan 2011 or the July 2022 heatwave.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FBD2A-EAAA-4CDE-80E8-988C2FEE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Include location, causes, effects, risk, management and a useful map or graph.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29FEB-3386-4F5D-B906-651636D8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Justify a judgement and evaluate a source or data limitation.</a:t>
            </a:r>
          </a:p>
        </p:txBody>
      </p:sp>
    </p:spTree>
    <p:extLst>
      <p:ext uri="{BB962C8B-B14F-4D97-AF65-F5344CB8AC3E}">
        <p14:creationId xmlns:p14="http://schemas.microsoft.com/office/powerpoint/2010/main" val="21371638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D049E-2643-4C89-BFA9-21DA30F5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101BA-74FA-4E62-A1CC-5E5491C7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F9F29-5E22-4DBD-B8BD-B0DFDA96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Produce an independent case-study report for Japan 2011 or the July 2022 heatwave.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06AC3-B22A-4618-B05A-9FFA889D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Include location, causes, effects, risk, management and a useful map or graph.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35C21-04CA-4924-91FE-1EC24133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Justify a judgement and evaluate a source or data limitation.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9F9AC-DB35-4A2D-B4BB-FA3DE3F5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Weigh two management approaches and explain how the evidence supports your final judgement.</a:t>
            </a:r>
          </a:p>
        </p:txBody>
      </p:sp>
    </p:spTree>
    <p:extLst>
      <p:ext uri="{BB962C8B-B14F-4D97-AF65-F5344CB8AC3E}">
        <p14:creationId xmlns:p14="http://schemas.microsoft.com/office/powerpoint/2010/main" val="10205141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283B5-C1BB-4331-9527-27048959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5B8A1-FCA3-42D9-8047-CFD2036A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6B3FE-55DE-4683-A784-CADFF4ED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case-study outcome against unit criteria; retain best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D5634-B3E7-4770-B44A-7490B223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7CA90-C48A-40A3-9877-98848ADF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4791785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E0313-7D2B-4F7A-81F3-8522826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59DDD-69D2-4883-8D35-81EC2E8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686B6-3547-4311-9F6F-2270CA2C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makes the report more than a description of the event?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06CF0-20BD-4275-8459-DFDF6B87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must accompany the graph or map?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F3717-935D-4B7C-AA47-1B26E280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371762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76FCF-C897-4CF3-865A-31E9AA49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Japan 11 March 2011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4AADC-7597-432C-9E00-AE261AA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7198D-78D2-49F2-BEB2-8C2E785E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magnitude 9.1 earthquake occurred off north-east Honshu, Japan. Sudden movement on the subduction boundary displaced the seafloor and produced a tsunami.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89FAB-5F95-4D96-AA6C-307CDE45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event record, official20110311054624120_30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77034-1F3A-4CD1-83D7-A4836C3A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Magnitude measures the earthquake; it is not a direct count of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1967376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22925-DC56-4B9C-841B-769F9973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Effects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78DAB-4E02-40D6-9054-5E5E4EF7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54930-EA20-47DA-81DD-75BBF842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Shaking and coastal flooding damaged places and disrupted people’s lives. Earthquake-resistant design addresses shaking; warnings, evacuation routes and higher ground address tsunami exposure.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D51AB-5EE4-47D9-9FFD-E56C21E1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explanation of the case and risk-management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9F0B5-65B1-4BAD-AFD1-0AA39D6C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sea wall or warning cannot eliminate all risk. Do not judge people without considering access and warning time.</a:t>
            </a:r>
          </a:p>
        </p:txBody>
      </p:sp>
    </p:spTree>
    <p:extLst>
      <p:ext uri="{BB962C8B-B14F-4D97-AF65-F5344CB8AC3E}">
        <p14:creationId xmlns:p14="http://schemas.microsoft.com/office/powerpoint/2010/main" val="12365011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395A3-1622-467A-B752-1FBC6FE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Heat and unequal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3A88C-F4E4-4250-94B8-BAB8C01E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95968-B355-41D6-B1CD-9D45A596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 19 July 2022 the Met Office recorded 40.3°C at Coningsby, 40.2°C at St James’s Park and 39.6°C at Topcliffe. Outdoor work increases exposure; difficulty accessing cool spaces can increase vulnerability. Shade and accessible cool spaces can reduce harm.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0D711-99E6-4B0E-8920-9E4BC34C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Met Office July 2022 report, station table; risk explanation authored for teaching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71CBC-1B53-4A62-A85F-B7A9ED78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risk factors, not a medical assessment of an individual.</a:t>
            </a:r>
          </a:p>
        </p:txBody>
      </p:sp>
    </p:spTree>
    <p:extLst>
      <p:ext uri="{BB962C8B-B14F-4D97-AF65-F5344CB8AC3E}">
        <p14:creationId xmlns:p14="http://schemas.microsoft.com/office/powerpoint/2010/main" val="10770652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BA0DD-B982-4FA1-939C-DBF2B22D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Reading a hazard feed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EF325-677B-46C0-BEBF-E8755C59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1F6EE-6FA3-47E6-9A23-C0061A50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USGS event row can include UTC time, place, magnitude and depth in kilometres. A short feed is a dated snapshot. It cannot predict the next earthquake.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B35E0-5D7E-4AD3-8DF4-424BA20A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earthquake feed documentation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9117F-CE2C-4996-BFFE-062A7A65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Small samples, reporting thresholds and later revisions affect patterns.</a:t>
            </a:r>
          </a:p>
        </p:txBody>
      </p:sp>
    </p:spTree>
    <p:extLst>
      <p:ext uri="{BB962C8B-B14F-4D97-AF65-F5344CB8AC3E}">
        <p14:creationId xmlns:p14="http://schemas.microsoft.com/office/powerpoint/2010/main" val="15751586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A837E-7B09-4B54-8872-DD9D70A7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F304C-AC7B-41C8-B079-A3D54425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c8fc2267141dc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19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A7FD9-E389-44DD-BDBE-147696ED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Selected station maxima on 19 July 2022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7AC5B-5FF1-4463-801C-AEFFBC15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W6                                      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43550"/>
                <a:gridCol w="554355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Station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Maximum °C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Coningsby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St James’s Park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Topcliffe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39.6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Sheffield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39.4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E7B08-AAEC-4289-9D5D-5D7F28E1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Units: °C</a:t>
            </a:r>
          </a:p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Four selected station maxima are not a national average or a long-term climate trend. The report marked values provisional at publication.</a:t>
            </a:r>
          </a:p>
        </p:txBody>
      </p:sp>
    </p:spTree>
    <p:extLst>
      <p:ext uri="{BB962C8B-B14F-4D97-AF65-F5344CB8AC3E}">
        <p14:creationId xmlns:p14="http://schemas.microsoft.com/office/powerpoint/2010/main" val="637282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2026-09-19T18:35:35.2870000Z</dcterms:created>
  <dcterms:modified xsi:type="dcterms:W3CDTF">2026-09-19T18:35:35.2870000Z</dcterms:modified>
</coreProperties>
</file>