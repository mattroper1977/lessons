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e51651ffc14f75" Type="http://schemas.openxmlformats.org/officeDocument/2006/relationships/officeDocument" Target="ppt/presentation.xml"/><Relationship Id="R4e49d09fdd934db5" Type="http://schemas.openxmlformats.org/package/2006/relationships/metadata/core-properties" Target="docProps/core.xml"/><Relationship Id="Rbc1eabd5f29842d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77c4c5f5d54726"/>
  </p:sldMasterIdLst>
  <p:notesMasterIdLst>
    <p:notesMasterId xmlns:r="http://schemas.openxmlformats.org/officeDocument/2006/relationships" r:id="Rb6e864c769264d2f"/>
  </p:notesMasterIdLst>
  <p:sldIdLst>
    <p:sldId xmlns:r="http://schemas.openxmlformats.org/officeDocument/2006/relationships" id="256" r:id="Ra2e7781f2f394628"/>
    <p:sldId xmlns:r="http://schemas.openxmlformats.org/officeDocument/2006/relationships" id="257" r:id="R9499d5bb98304149"/>
    <p:sldId xmlns:r="http://schemas.openxmlformats.org/officeDocument/2006/relationships" id="258" r:id="R8c298a87690b447b"/>
    <p:sldId xmlns:r="http://schemas.openxmlformats.org/officeDocument/2006/relationships" id="259" r:id="R177bf9604c1d44b6"/>
    <p:sldId xmlns:r="http://schemas.openxmlformats.org/officeDocument/2006/relationships" id="260" r:id="R8c1ddfcadd224596"/>
    <p:sldId xmlns:r="http://schemas.openxmlformats.org/officeDocument/2006/relationships" id="261" r:id="Rc60034ae46314f79"/>
    <p:sldId xmlns:r="http://schemas.openxmlformats.org/officeDocument/2006/relationships" id="262" r:id="Rb9932ec5b7284f98"/>
    <p:sldId xmlns:r="http://schemas.openxmlformats.org/officeDocument/2006/relationships" id="263" r:id="R88086cdeaa2847b9"/>
    <p:sldId xmlns:r="http://schemas.openxmlformats.org/officeDocument/2006/relationships" id="264" r:id="Rd0d826cfd9b34775"/>
    <p:sldId xmlns:r="http://schemas.openxmlformats.org/officeDocument/2006/relationships" id="265" r:id="Rf680c848d58c4447"/>
    <p:sldId xmlns:r="http://schemas.openxmlformats.org/officeDocument/2006/relationships" id="266" r:id="Ra421e19cd0144175"/>
    <p:sldId xmlns:r="http://schemas.openxmlformats.org/officeDocument/2006/relationships" id="267" r:id="R36dafd5fc7d44874"/>
    <p:sldId xmlns:r="http://schemas.openxmlformats.org/officeDocument/2006/relationships" id="268" r:id="Rb2ee71dc54aa44a7"/>
    <p:sldId xmlns:r="http://schemas.openxmlformats.org/officeDocument/2006/relationships" id="269" r:id="Rec58e0955f984a6c"/>
    <p:sldId xmlns:r="http://schemas.openxmlformats.org/officeDocument/2006/relationships" id="270" r:id="R7d048b86461441cb"/>
    <p:sldId xmlns:r="http://schemas.openxmlformats.org/officeDocument/2006/relationships" id="271" r:id="R7896913c3e35454f"/>
    <p:sldId xmlns:r="http://schemas.openxmlformats.org/officeDocument/2006/relationships" id="272" r:id="R4329ef37875e4c1d"/>
    <p:sldId xmlns:r="http://schemas.openxmlformats.org/officeDocument/2006/relationships" id="273" r:id="R93a41969afb5498d"/>
    <p:sldId xmlns:r="http://schemas.openxmlformats.org/officeDocument/2006/relationships" id="274" r:id="R39a90eb1bd5e44e0"/>
    <p:sldId xmlns:r="http://schemas.openxmlformats.org/officeDocument/2006/relationships" id="275" r:id="R167a19309cfd430d"/>
    <p:sldId xmlns:r="http://schemas.openxmlformats.org/officeDocument/2006/relationships" id="276" r:id="R509a7270bec94b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b04ac354914893" Type="http://schemas.openxmlformats.org/officeDocument/2006/relationships/presProps" Target="presProps.xml"/><Relationship Id="R167a19309cfd430d" Type="http://schemas.openxmlformats.org/officeDocument/2006/relationships/slide" Target="slides/slide20.xml"/><Relationship Id="R177bf9604c1d44b6" Type="http://schemas.openxmlformats.org/officeDocument/2006/relationships/slide" Target="slides/slide4.xml"/><Relationship Id="R36dafd5fc7d44874" Type="http://schemas.openxmlformats.org/officeDocument/2006/relationships/slide" Target="slides/slide12.xml"/><Relationship Id="R39a90eb1bd5e44e0" Type="http://schemas.openxmlformats.org/officeDocument/2006/relationships/slide" Target="slides/slide19.xml"/><Relationship Id="R4329ef37875e4c1d" Type="http://schemas.openxmlformats.org/officeDocument/2006/relationships/slide" Target="slides/slide17.xml"/><Relationship Id="R4eaf4b1854274ee6" Type="http://schemas.openxmlformats.org/officeDocument/2006/relationships/theme" Target="theme/theme1.xml"/><Relationship Id="R509a7270bec94bfc" Type="http://schemas.openxmlformats.org/officeDocument/2006/relationships/slide" Target="slides/slide21.xml"/><Relationship Id="R7896913c3e35454f" Type="http://schemas.openxmlformats.org/officeDocument/2006/relationships/slide" Target="slides/slide16.xml"/><Relationship Id="R7d048b86461441cb" Type="http://schemas.openxmlformats.org/officeDocument/2006/relationships/slide" Target="slides/slide15.xml"/><Relationship Id="R8777c4c5f5d54726" Type="http://schemas.openxmlformats.org/officeDocument/2006/relationships/slideMaster" Target="slideMasters/slideMaster1.xml"/><Relationship Id="R88086cdeaa2847b9" Type="http://schemas.openxmlformats.org/officeDocument/2006/relationships/slide" Target="slides/slide8.xml"/><Relationship Id="R8c1ddfcadd224596" Type="http://schemas.openxmlformats.org/officeDocument/2006/relationships/slide" Target="slides/slide5.xml"/><Relationship Id="R8c298a87690b447b" Type="http://schemas.openxmlformats.org/officeDocument/2006/relationships/slide" Target="slides/slide3.xml"/><Relationship Id="R93a41969afb5498d" Type="http://schemas.openxmlformats.org/officeDocument/2006/relationships/slide" Target="slides/slide18.xml"/><Relationship Id="R9499d5bb98304149" Type="http://schemas.openxmlformats.org/officeDocument/2006/relationships/slide" Target="slides/slide2.xml"/><Relationship Id="Ra2d359cd4762410a" Type="http://schemas.openxmlformats.org/officeDocument/2006/relationships/tableStyles" Target="tableStyles.xml"/><Relationship Id="Ra2e7781f2f394628" Type="http://schemas.openxmlformats.org/officeDocument/2006/relationships/slide" Target="slides/slide1.xml"/><Relationship Id="Ra421e19cd0144175" Type="http://schemas.openxmlformats.org/officeDocument/2006/relationships/slide" Target="slides/slide11.xml"/><Relationship Id="Rb2ee71dc54aa44a7" Type="http://schemas.openxmlformats.org/officeDocument/2006/relationships/slide" Target="slides/slide13.xml"/><Relationship Id="Rb6e864c769264d2f" Type="http://schemas.openxmlformats.org/officeDocument/2006/relationships/notesMaster" Target="notesMasters/notesMaster1.xml"/><Relationship Id="Rb9932ec5b7284f98" Type="http://schemas.openxmlformats.org/officeDocument/2006/relationships/slide" Target="slides/slide7.xml"/><Relationship Id="Rc60034ae46314f79" Type="http://schemas.openxmlformats.org/officeDocument/2006/relationships/slide" Target="slides/slide6.xml"/><Relationship Id="Rd0d826cfd9b34775" Type="http://schemas.openxmlformats.org/officeDocument/2006/relationships/slide" Target="slides/slide9.xml"/><Relationship Id="Rec58e0955f984a6c" Type="http://schemas.openxmlformats.org/officeDocument/2006/relationships/slide" Target="slides/slide14.xml"/><Relationship Id="Rf680c848d58c444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b1e5d179790e418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39259af64464eb5" Type="http://schemas.openxmlformats.org/officeDocument/2006/relationships/notesMaster" Target="../notesMasters/notesMaster1.xml"/><Relationship Id="R95cf04f2945e4dd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8f96acd36c044af" Type="http://schemas.openxmlformats.org/officeDocument/2006/relationships/notesMaster" Target="../notesMasters/notesMaster1.xml"/><Relationship Id="Re95300d07da54f4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f6fa886d46a4f91" Type="http://schemas.openxmlformats.org/officeDocument/2006/relationships/notesMaster" Target="../notesMasters/notesMaster1.xml"/><Relationship Id="R28c6f01ec854444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959302b3a6c47bb" Type="http://schemas.openxmlformats.org/officeDocument/2006/relationships/slide" Target="../slides/slide4.xml"/><Relationship Id="Rb010dd526c394d3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deb7e9abb5243d0" Type="http://schemas.openxmlformats.org/officeDocument/2006/relationships/notesMaster" Target="../notesMasters/notesMaster1.xml"/><Relationship Id="Raa3f7caa73cd44a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c3d6a5d3c434bfa" Type="http://schemas.openxmlformats.org/officeDocument/2006/relationships/slide" Target="../slides/slide6.xml"/><Relationship Id="R6c6573b0ffdc45f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fc4bfa216a74ec7" Type="http://schemas.openxmlformats.org/officeDocument/2006/relationships/slide" Target="../slides/slide7.xml"/><Relationship Id="R5fd4ef06a05b405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fe4827b31ad4df1" Type="http://schemas.openxmlformats.org/officeDocument/2006/relationships/notesMaster" Target="../notesMasters/notesMaster1.xml"/><Relationship Id="R7c6cd419dc0b41d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49603b0cb3c4a65" Type="http://schemas.openxmlformats.org/officeDocument/2006/relationships/notesMaster" Target="../notesMasters/notesMaster1.xml"/><Relationship Id="R20c45627b8a5429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2868a59984b4aaf" Type="http://schemas.openxmlformats.org/officeDocument/2006/relationships/slide" Target="../slides/slide10.xml"/><Relationship Id="R9a92e7edfa1043f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248eeb1229c46e0" Type="http://schemas.openxmlformats.org/officeDocument/2006/relationships/notesMaster" Target="../notesMasters/notesMaster1.xml"/><Relationship Id="Rbbcff39858804b1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8c09494a38804eb1" Type="http://schemas.openxmlformats.org/officeDocument/2006/relationships/notesMaster" Target="../notesMasters/notesMaster1.xml"/><Relationship Id="Rfbc4dbe8f2f343e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86f56097d234dee" Type="http://schemas.openxmlformats.org/officeDocument/2006/relationships/notesMaster" Target="../notesMasters/notesMaster1.xml"/><Relationship Id="R94aa4865047b4e93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cb0d6d11e82f43f4" Type="http://schemas.openxmlformats.org/officeDocument/2006/relationships/slide" Target="../slides/slide14.xml"/><Relationship Id="Rfa0530a34954402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1ae7fff59c24779" Type="http://schemas.openxmlformats.org/officeDocument/2006/relationships/notesMaster" Target="../notesMasters/notesMaster1.xml"/><Relationship Id="Rfaee33d47c194b6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642f500cff04194" Type="http://schemas.openxmlformats.org/officeDocument/2006/relationships/slide" Target="../slides/slide16.xml"/><Relationship Id="R48ade5912c91412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c1cf5548aa59477e" Type="http://schemas.openxmlformats.org/officeDocument/2006/relationships/notesMaster" Target="../notesMasters/notesMaster1.xml"/><Relationship Id="Rd174dc836e7d4b9b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69ee26411e8d4268" Type="http://schemas.openxmlformats.org/officeDocument/2006/relationships/notesMaster" Target="../notesMasters/notesMaster1.xml"/><Relationship Id="Ra308f158d777422b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2a562c6f2884118" Type="http://schemas.openxmlformats.org/officeDocument/2006/relationships/notesMaster" Target="../notesMasters/notesMaster1.xml"/><Relationship Id="Rc29b054980b94e59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69f4ee330b54dc0" Type="http://schemas.openxmlformats.org/officeDocument/2006/relationships/notesMaster" Target="../notesMasters/notesMaster1.xml"/><Relationship Id="Re6935fbd05b6477c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1ef74ad9770949b6" Type="http://schemas.openxmlformats.org/officeDocument/2006/relationships/notesMaster" Target="../notesMasters/notesMaster1.xml"/><Relationship Id="Red30b2be58704847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Yes, through messages or shared online activity.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No. Communities observe it in several countries.</a:t>
            </a:r>
          </a:p>
          <a:p xmlns:a="http://schemas.openxmlformats.org/drawingml/2006/main">
            <a:r>
              <a:t>Give a reason when ready. Answer: A credited account from people or organisations explaining the observance.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___, some communities ___. The source explains ___.</a:t>
            </a:r>
          </a:p>
          <a:p xmlns:a="http://schemas.openxmlformats.org/drawingml/2006/main">
            <a:r>
              <a:t>Locate India and the UK, then compare festival source details. Explain using a named detail.</a:t>
            </a:r>
          </a:p>
          <a:p xmlns:a="http://schemas.openxmlformats.org/drawingml/2006/main">
            <a:r>
              <a:t>Explain why a national location does not tell us an individual’s religion.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Locate India and the UK, then compare festival source details. Discuss why a celebration can be observed in several 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___, some communities ___. The source explains ___. Complete the organiser one space at a time. In ___, some communities ___. The source explains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___, some communities ___. The source explains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national location does not tell us an individual’s religion.</a:t>
            </a:r>
          </a:p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Communities observe it in several countries.</a:t>
            </a:r>
          </a:p>
          <a:p xmlns:a="http://schemas.openxmlformats.org/drawingml/2006/main">
            <a:r>
              <a:t>A credited account from people or organisations explaining the observance.</a:t>
            </a:r>
          </a:p>
          <a:p xmlns:a="http://schemas.openxmlformats.org/drawingml/2006/main">
            <a:r>
              <a:t>Support: In ___, some communities ___. The source explains ___.</a:t>
            </a:r>
          </a:p>
          <a:p xmlns:a="http://schemas.openxmlformats.org/drawingml/2006/main">
            <a:r>
              <a:t>Extension: Explain why a national location does not tell us an individual’s religion.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located example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8b7c82df9e3469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ebef0af897c417d" Type="http://schemas.openxmlformats.org/officeDocument/2006/relationships/slideLayout" Target="../slideLayouts/slideLayout1.xml"/><Relationship Id="Rc73dc430cd064c4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ef0af897c41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e509b913c1d4942" Type="http://schemas.openxmlformats.org/officeDocument/2006/relationships/slideLayout" Target="../slideLayouts/slideLayout1.xml"/><Relationship Id="R5e5fc325996f469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e60bc34bdd34f7e" Type="http://schemas.openxmlformats.org/officeDocument/2006/relationships/slideLayout" Target="../slideLayouts/slideLayout1.xml"/><Relationship Id="Rce73a976a01d41a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27a5d258c4b4209" Type="http://schemas.openxmlformats.org/officeDocument/2006/relationships/notesSlide" Target="../notesSlides/notesSlide3.xml"/><Relationship Id="R9ebc0091f7364c3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a50da487a22497a" Type="http://schemas.openxmlformats.org/officeDocument/2006/relationships/slideLayout" Target="../slideLayouts/slideLayout1.xml"/><Relationship Id="R325a3526a467419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23ef50a562d4c2e" Type="http://schemas.openxmlformats.org/officeDocument/2006/relationships/notesSlide" Target="../notesSlides/notesSlide5.xml"/><Relationship Id="Rd78de42efa8d4ab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1fdd50106884a79" Type="http://schemas.openxmlformats.org/officeDocument/2006/relationships/notesSlide" Target="../notesSlides/notesSlide6.xml"/><Relationship Id="Ref12b5500fec4e4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e8e2b608ba884a1e" Type="http://schemas.openxmlformats.org/officeDocument/2006/relationships/slideLayout" Target="../slideLayouts/slideLayout1.xml"/><Relationship Id="Rf2af16bfad22455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b4a24d0771a4c31" Type="http://schemas.openxmlformats.org/officeDocument/2006/relationships/notesSlide" Target="../notesSlides/notesSlide8.xml"/><Relationship Id="Ra921396a74b64d1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a212fe1345143f4" Type="http://schemas.openxmlformats.org/officeDocument/2006/relationships/slideLayout" Target="../slideLayouts/slideLayout1.xml"/><Relationship Id="Rac00c73231ce4db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cb46a4da42b47b5" Type="http://schemas.openxmlformats.org/officeDocument/2006/relationships/slideLayout" Target="../slideLayouts/slideLayout1.xml"/><Relationship Id="R203569f787094c7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e5d7e50edb34c62" Type="http://schemas.openxmlformats.org/officeDocument/2006/relationships/notesSlide" Target="../notesSlides/notesSlide11.xml"/><Relationship Id="Ra997978338dd4c8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f4affd0804b4b60" Type="http://schemas.openxmlformats.org/officeDocument/2006/relationships/slideLayout" Target="../slideLayouts/slideLayout1.xml"/><Relationship Id="Re9b16805949e402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def84fa8ffcf4b8b" Type="http://schemas.openxmlformats.org/officeDocument/2006/relationships/slideLayout" Target="../slideLayouts/slideLayout1.xml"/><Relationship Id="Rf3e2f4b57208478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a2ff725b27024ada" Type="http://schemas.openxmlformats.org/officeDocument/2006/relationships/slideLayout" Target="../slideLayouts/slideLayout1.xml"/><Relationship Id="Rbe9209d9731246f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aa22f30a51124bf7" Type="http://schemas.openxmlformats.org/officeDocument/2006/relationships/slideLayout" Target="../slideLayouts/slideLayout1.xml"/><Relationship Id="Rd0445757c34f4b2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33730d51b4374879" Type="http://schemas.openxmlformats.org/officeDocument/2006/relationships/notesSlide" Target="../notesSlides/notesSlide16.xml"/><Relationship Id="R681e8a6325734a36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abb4628548e34814" Type="http://schemas.openxmlformats.org/officeDocument/2006/relationships/slideLayout" Target="../slideLayouts/slideLayout1.xml"/><Relationship Id="Rf5cb6ec2bf65408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98e4cf9280e4063" Type="http://schemas.openxmlformats.org/officeDocument/2006/relationships/slideLayout" Target="../slideLayouts/slideLayout1.xml"/><Relationship Id="Rf3e7353b6dc845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86c4a2e591b64b1b" Type="http://schemas.openxmlformats.org/officeDocument/2006/relationships/slideLayout" Target="../slideLayouts/slideLayout1.xml"/><Relationship Id="R8f30d585a021478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39de7c5849f48e2" Type="http://schemas.openxmlformats.org/officeDocument/2006/relationships/notesSlide" Target="../notesSlides/notesSlide20.xml"/><Relationship Id="R45d935f8431a40cc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4831e4b7428e4644" Type="http://schemas.openxmlformats.org/officeDocument/2006/relationships/notesSlide" Target="../notesSlides/notesSlide21.xml"/><Relationship Id="Rc00bcfe95c1b439e" Type="http://schemas.openxmlformats.org/officeDocument/2006/relationships/slideLayout" Target="../slideLayouts/slideLayout1.xml"/><Relationship Id="Rf59cd6278beb436e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9F568-DDDC-4BF3-A874-3E791AD9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Festivals of light around the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5830C-54EE-473C-A9AB-B712CCAD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573B6-AEE4-47E6-8A03-F0A6127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Investigate festivals of light around the world with a Geography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15D06-3CFF-43BC-B953-DD6D24D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C3858-1AD8-4B43-B523-85EE5A3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84992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4E11D-7B95-4D03-8DFB-67DB9CF1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75AD2-1DC4-4B96-ADC3-60841E1D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B1D17-43F8-4147-A2AD-4707890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Can communities connect without people travelling?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7E1FC-334F-4D3D-8539-65CDD70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2092044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64CDE-19B0-45EE-9EC7-5E55C5D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A7612-513F-420D-87A0-61CF1AD3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20C1B-0B18-4D47-965D-7DBE49D9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Does Diwali belong to only one country?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971DA-AA71-4B14-88EC-C6BBB1E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supports an explanation of a festival’s meaning?</a:t>
            </a:r>
          </a:p>
        </p:txBody>
      </p:sp>
    </p:spTree>
    <p:extLst>
      <p:ext uri="{BB962C8B-B14F-4D97-AF65-F5344CB8AC3E}">
        <p14:creationId xmlns:p14="http://schemas.microsoft.com/office/powerpoint/2010/main" val="685262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22062-7DDE-4BF0-AC50-F4EFCABD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6ADEB-AEEC-4A6C-B74E-0EC70DA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245A1-EADF-4A0E-BAAF-C78008B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E7192-61FF-42F2-90DD-1E05CAF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F19BC-58AB-410B-A78A-5D88465D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B6E7-E153-4700-B075-94F97E61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122038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C4B4-1487-4A1F-B260-16A1B7C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D2F01-BDEB-49A4-A7F9-0D4FDDD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3D29-8203-4902-B10B-80DEEB0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India and the UK, then compare festival source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C80F4-87FF-423D-9456-6B830D99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6E51-05DB-473F-8470-5C01FA03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In ___, some communities ___. The source explains ___.</a:t>
            </a:r>
          </a:p>
        </p:txBody>
      </p:sp>
    </p:spTree>
    <p:extLst>
      <p:ext uri="{BB962C8B-B14F-4D97-AF65-F5344CB8AC3E}">
        <p14:creationId xmlns:p14="http://schemas.microsoft.com/office/powerpoint/2010/main" val="1255343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0DADD-161D-42F6-95C9-13CBB8B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B1C23-F3B3-4EFC-AA96-3DA9E26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5D1B5-DB8A-4955-8141-DEFF83A5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Does Diwali belong to only one country?</a:t>
            </a:r>
          </a:p>
        </p:txBody>
      </p:sp>
    </p:spTree>
    <p:extLst>
      <p:ext uri="{BB962C8B-B14F-4D97-AF65-F5344CB8AC3E}">
        <p14:creationId xmlns:p14="http://schemas.microsoft.com/office/powerpoint/2010/main" val="503161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66662-757B-4293-88C6-C811103C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2BFA-5FCA-46A7-83B4-20A577C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11534-3744-4A2B-9772-386737E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Diwali: Many Hindus mark Diwali with lamps, worship and gatherings. Light can express good overcoming evil and knowledge overcoming ignorance. Practices and stories vary.</a:t>
            </a:r>
          </a:p>
        </p:txBody>
      </p:sp>
    </p:spTree>
    <p:extLst>
      <p:ext uri="{BB962C8B-B14F-4D97-AF65-F5344CB8AC3E}">
        <p14:creationId xmlns:p14="http://schemas.microsoft.com/office/powerpoint/2010/main" val="1793990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21B3F-58D2-446E-8D4E-96796BC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58CBF-9183-4EB4-84C3-91A4894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A468B-7C0E-4DCF-B319-292B5E9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Communities observe it in several countries.</a:t>
            </a:r>
          </a:p>
        </p:txBody>
      </p:sp>
    </p:spTree>
    <p:extLst>
      <p:ext uri="{BB962C8B-B14F-4D97-AF65-F5344CB8AC3E}">
        <p14:creationId xmlns:p14="http://schemas.microsoft.com/office/powerpoint/2010/main" val="1802860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FDB8E-D5C7-4F1A-895A-D4C718B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42ADF-DE93-4CEF-BC6C-C19B5D2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ACCC0-B41D-4AF8-A823-8D21372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supports an explanation of a festival’s meaning? A credited account from people or organisations explaining the observance.</a:t>
            </a:r>
          </a:p>
        </p:txBody>
      </p:sp>
    </p:spTree>
    <p:extLst>
      <p:ext uri="{BB962C8B-B14F-4D97-AF65-F5344CB8AC3E}">
        <p14:creationId xmlns:p14="http://schemas.microsoft.com/office/powerpoint/2010/main" val="26387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D0ED-81BA-4FB3-BA88-8AF517EF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1BC6A-E5D0-4C80-9DB9-81E7BB78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4E4A4-2611-4529-AF54-28C3FEE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India and the UK, then compare festival source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82FC1-24EB-46E7-88E3-A48E96E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Discuss why a celebration can be observed in several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65DDA-7F79-4D0F-875E-C90E571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664764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4A6E9-CE17-4956-B152-DCEB033F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C70D-D19C-4D7E-9832-FD33610F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02D4-6F19-4B15-B45C-D919D9F0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85FE4-4885-4A71-B0E6-C65DE53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520C4-F65E-4D53-A385-891FF39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BED6D-5FC3-46E9-9AEB-9DEF1678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666892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D1B88-8DB6-49F8-B595-DBEA8A5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F0621-7262-47A2-9D15-9DB00527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DE337-27D7-48D1-BAB7-832C4ABD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one festival example on a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97CA1-7BF9-48FE-AADE-B367C916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an accurate feature, its meaning and a connection between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DA1D9-2984-4BA8-A105-8CFE7B12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short reflection using careful language.</a:t>
            </a:r>
          </a:p>
        </p:txBody>
      </p:sp>
    </p:spTree>
    <p:extLst>
      <p:ext uri="{BB962C8B-B14F-4D97-AF65-F5344CB8AC3E}">
        <p14:creationId xmlns:p14="http://schemas.microsoft.com/office/powerpoint/2010/main" val="7173500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F45A6-9FD9-438C-BE1B-7856995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8570-20BE-4E78-A85B-50EA18C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55F22-86DE-47BD-A105-E23272A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one festival example on a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79FE0-469D-46EA-BD02-C51D2F9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an accurate feature, its meaning and a connection between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50197-B00B-4DC1-B629-F1DA302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short reflection using careful language.</a:t>
            </a:r>
          </a:p>
        </p:txBody>
      </p:sp>
    </p:spTree>
    <p:extLst>
      <p:ext uri="{BB962C8B-B14F-4D97-AF65-F5344CB8AC3E}">
        <p14:creationId xmlns:p14="http://schemas.microsoft.com/office/powerpoint/2010/main" val="7490800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7E668-028B-4C6A-A636-54A87FE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9437-74AF-4ED2-A924-AB7DB13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96A15-B0A3-459F-9B9E-75A3401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one festival example on a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4D661-0E65-44E4-B82C-43B3EB24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an accurate feature, its meaning and a connection between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46FED-96ED-48CC-B0E5-2ADFF1E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short reflection using careful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A22AB-8C55-4A48-A45C-ECB03C30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national location does not tell us an individual’s religion.</a:t>
            </a:r>
          </a:p>
        </p:txBody>
      </p:sp>
    </p:spTree>
    <p:extLst>
      <p:ext uri="{BB962C8B-B14F-4D97-AF65-F5344CB8AC3E}">
        <p14:creationId xmlns:p14="http://schemas.microsoft.com/office/powerpoint/2010/main" val="1854510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17B84-3708-447F-A506-763B227F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F2DCD-194A-44BA-8283-D3068E9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893F1-124C-45F5-832E-BC36690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located example and reflection.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B9040-76F1-43AA-9CC0-70183E04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A0C25-C8C0-45EF-BF36-8E59165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624135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BB8FF-9673-44C6-8355-9CE8EAEA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2BBA3-1E3B-44CB-80F4-C81B9D9E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B70E2-0661-41B4-92F8-D68F383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Diwali belong to only one country?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6F707-1FE3-41DE-A2E2-9A12AB00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supports an explanation of a festival’s meaning?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04FA3-6EAF-4F4C-92EA-01D9E8F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557041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61D2-3E4E-4348-B40B-BFB85AB1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A6BF5-A167-4794-99DC-433575E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46ED1-1CE6-4A42-9CAA-1338FBBF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48714-E396-4F62-951E-648B414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6536-1E49-43A7-AB99-D757242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1073480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79EA7-B15B-483A-9E10-84A13B1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11B0F-C83F-47DB-B8DC-A5AF45AA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65D7-D556-4E42-BD0F-32DF2ABD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43F5F-81D0-4A00-BE13-FA42BD81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E742A-C1F0-4A79-9E3C-A09689F3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17529768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91C35-919B-4393-839F-ED200F35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67A78-24AC-4490-A492-6CBBB74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F9DF9-67D1-49CA-8546-7E1A050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5B511-B91B-4134-B855-BD951DE9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A773A-9E41-45F5-B7FB-3298BC2C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559520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B38AF-CBAF-4002-8992-B7E05BF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143A3-8DEF-437E-9CA8-115CFEC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B2051-55D0-400B-8AAD-842DBC20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8DB23-0A40-446A-B126-6AF2DD0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97EE9-FB2B-41F7-9E8D-4F19AA89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769727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338D-12DE-4998-8920-FD0246A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EF2BC-E05F-4A53-BBD4-85CB7F02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W4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cd6278beb436e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77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2026-09-19T18:36:05.7780000Z</dcterms:created>
  <dcterms:modified xsi:type="dcterms:W3CDTF">2026-09-19T18:36:05.7780000Z</dcterms:modified>
</coreProperties>
</file>