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30957a5352443d8" Type="http://schemas.openxmlformats.org/officeDocument/2006/relationships/extended-properties" Target="docProps/app.xml"/><Relationship Id="R77098a9de3ed4422" Type="http://schemas.openxmlformats.org/package/2006/relationships/metadata/core-properties" Target="docProps/core.xml"/><Relationship Id="R864d0002f7014d3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94f18bacb34f29"/>
  </p:sldMasterIdLst>
  <p:notesMasterIdLst>
    <p:notesMasterId xmlns:r="http://schemas.openxmlformats.org/officeDocument/2006/relationships" r:id="R7ff039a768714183"/>
  </p:notesMasterIdLst>
  <p:sldIdLst>
    <p:sldId xmlns:r="http://schemas.openxmlformats.org/officeDocument/2006/relationships" id="256" r:id="Rff36a7e706364d70"/>
    <p:sldId xmlns:r="http://schemas.openxmlformats.org/officeDocument/2006/relationships" id="257" r:id="R270ee2e9ccb44f7a"/>
    <p:sldId xmlns:r="http://schemas.openxmlformats.org/officeDocument/2006/relationships" id="258" r:id="R11b5663f7ee8410e"/>
    <p:sldId xmlns:r="http://schemas.openxmlformats.org/officeDocument/2006/relationships" id="259" r:id="R6a0776f2987f4d0a"/>
    <p:sldId xmlns:r="http://schemas.openxmlformats.org/officeDocument/2006/relationships" id="260" r:id="R3baf048e5c234230"/>
    <p:sldId xmlns:r="http://schemas.openxmlformats.org/officeDocument/2006/relationships" id="261" r:id="Rfe8de22a315748d7"/>
    <p:sldId xmlns:r="http://schemas.openxmlformats.org/officeDocument/2006/relationships" id="262" r:id="Rfd8fd801e7ac4b37"/>
    <p:sldId xmlns:r="http://schemas.openxmlformats.org/officeDocument/2006/relationships" id="263" r:id="Rab2f9628c0ce40fe"/>
    <p:sldId xmlns:r="http://schemas.openxmlformats.org/officeDocument/2006/relationships" id="264" r:id="R0f1288c4f1314a9d"/>
    <p:sldId xmlns:r="http://schemas.openxmlformats.org/officeDocument/2006/relationships" id="265" r:id="R5ab7cd8f28d7407a"/>
    <p:sldId xmlns:r="http://schemas.openxmlformats.org/officeDocument/2006/relationships" id="266" r:id="Rb6d27bbe18844ddc"/>
    <p:sldId xmlns:r="http://schemas.openxmlformats.org/officeDocument/2006/relationships" id="267" r:id="Rdf2d7cfd6f024fa4"/>
    <p:sldId xmlns:r="http://schemas.openxmlformats.org/officeDocument/2006/relationships" id="268" r:id="R1ff5f0e9875841ef"/>
    <p:sldId xmlns:r="http://schemas.openxmlformats.org/officeDocument/2006/relationships" id="269" r:id="Rb08789daa2dc474e"/>
    <p:sldId xmlns:r="http://schemas.openxmlformats.org/officeDocument/2006/relationships" id="270" r:id="Rf24603124ca04c3f"/>
    <p:sldId xmlns:r="http://schemas.openxmlformats.org/officeDocument/2006/relationships" id="271" r:id="R3d9510413767436e"/>
    <p:sldId xmlns:r="http://schemas.openxmlformats.org/officeDocument/2006/relationships" id="272" r:id="Rd8e60346d65b42e2"/>
    <p:sldId xmlns:r="http://schemas.openxmlformats.org/officeDocument/2006/relationships" id="273" r:id="Rf198bc02f283422d"/>
    <p:sldId xmlns:r="http://schemas.openxmlformats.org/officeDocument/2006/relationships" id="274" r:id="R3c671be7f26b43e8"/>
    <p:sldId xmlns:r="http://schemas.openxmlformats.org/officeDocument/2006/relationships" id="275" r:id="R096d371fbcdf470c"/>
    <p:sldId xmlns:r="http://schemas.openxmlformats.org/officeDocument/2006/relationships" id="276" r:id="R5c9d3ac96daf41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96d371fbcdf470c" Type="http://schemas.openxmlformats.org/officeDocument/2006/relationships/slide" Target="slides/slide20.xml"/><Relationship Id="R0f1288c4f1314a9d" Type="http://schemas.openxmlformats.org/officeDocument/2006/relationships/slide" Target="slides/slide9.xml"/><Relationship Id="R11b5663f7ee8410e" Type="http://schemas.openxmlformats.org/officeDocument/2006/relationships/slide" Target="slides/slide3.xml"/><Relationship Id="R1ff5f0e9875841ef" Type="http://schemas.openxmlformats.org/officeDocument/2006/relationships/slide" Target="slides/slide13.xml"/><Relationship Id="R270ee2e9ccb44f7a" Type="http://schemas.openxmlformats.org/officeDocument/2006/relationships/slide" Target="slides/slide2.xml"/><Relationship Id="R3baf048e5c234230" Type="http://schemas.openxmlformats.org/officeDocument/2006/relationships/slide" Target="slides/slide5.xml"/><Relationship Id="R3c671be7f26b43e8" Type="http://schemas.openxmlformats.org/officeDocument/2006/relationships/slide" Target="slides/slide19.xml"/><Relationship Id="R3d9510413767436e" Type="http://schemas.openxmlformats.org/officeDocument/2006/relationships/slide" Target="slides/slide16.xml"/><Relationship Id="R5ab7cd8f28d7407a" Type="http://schemas.openxmlformats.org/officeDocument/2006/relationships/slide" Target="slides/slide10.xml"/><Relationship Id="R5c9d3ac96daf41f9" Type="http://schemas.openxmlformats.org/officeDocument/2006/relationships/slide" Target="slides/slide21.xml"/><Relationship Id="R6a0776f2987f4d0a" Type="http://schemas.openxmlformats.org/officeDocument/2006/relationships/slide" Target="slides/slide4.xml"/><Relationship Id="R7ba8bebb6eb541fb" Type="http://schemas.openxmlformats.org/officeDocument/2006/relationships/theme" Target="theme/theme1.xml"/><Relationship Id="R7ff039a768714183" Type="http://schemas.openxmlformats.org/officeDocument/2006/relationships/notesMaster" Target="notesMasters/notesMaster1.xml"/><Relationship Id="R8694f18bacb34f29" Type="http://schemas.openxmlformats.org/officeDocument/2006/relationships/slideMaster" Target="slideMasters/slideMaster1.xml"/><Relationship Id="R924df4cae05c4cbc" Type="http://schemas.openxmlformats.org/officeDocument/2006/relationships/presProps" Target="presProps.xml"/><Relationship Id="Rab2f9628c0ce40fe" Type="http://schemas.openxmlformats.org/officeDocument/2006/relationships/slide" Target="slides/slide8.xml"/><Relationship Id="Rb08789daa2dc474e" Type="http://schemas.openxmlformats.org/officeDocument/2006/relationships/slide" Target="slides/slide14.xml"/><Relationship Id="Rb6d27bbe18844ddc" Type="http://schemas.openxmlformats.org/officeDocument/2006/relationships/slide" Target="slides/slide11.xml"/><Relationship Id="Rc59e68e49ca240df" Type="http://schemas.openxmlformats.org/officeDocument/2006/relationships/tableStyles" Target="tableStyles.xml"/><Relationship Id="Rd8e60346d65b42e2" Type="http://schemas.openxmlformats.org/officeDocument/2006/relationships/slide" Target="slides/slide17.xml"/><Relationship Id="Rdf2d7cfd6f024fa4" Type="http://schemas.openxmlformats.org/officeDocument/2006/relationships/slide" Target="slides/slide12.xml"/><Relationship Id="Rf198bc02f283422d" Type="http://schemas.openxmlformats.org/officeDocument/2006/relationships/slide" Target="slides/slide18.xml"/><Relationship Id="Rf24603124ca04c3f" Type="http://schemas.openxmlformats.org/officeDocument/2006/relationships/slide" Target="slides/slide15.xml"/><Relationship Id="Rfd8fd801e7ac4b37" Type="http://schemas.openxmlformats.org/officeDocument/2006/relationships/slide" Target="slides/slide7.xml"/><Relationship Id="Rfe8de22a315748d7" Type="http://schemas.openxmlformats.org/officeDocument/2006/relationships/slide" Target="slides/slide6.xml"/><Relationship Id="Rff36a7e706364d70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2efa7d97fc9e49b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89aef7912ed4054" Type="http://schemas.openxmlformats.org/officeDocument/2006/relationships/slide" Target="../slides/slide1.xml"/><Relationship Id="R8f7eaddc0375464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48833fce88a4bd5" Type="http://schemas.openxmlformats.org/officeDocument/2006/relationships/slide" Target="../slides/slide2.xml"/><Relationship Id="Rb41126fe95db4e3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0f60cb0e01a4318" Type="http://schemas.openxmlformats.org/officeDocument/2006/relationships/slide" Target="../slides/slide3.xml"/><Relationship Id="Rc57bfb4e989f4dde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c5c8b16386324b1d" Type="http://schemas.openxmlformats.org/officeDocument/2006/relationships/slide" Target="../slides/slide4.xml"/><Relationship Id="Rd0916f5a79d9431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7768166c97148e0" Type="http://schemas.openxmlformats.org/officeDocument/2006/relationships/slide" Target="../slides/slide5.xml"/><Relationship Id="R941e97b342ba44f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a4ff0ec149464ea1" Type="http://schemas.openxmlformats.org/officeDocument/2006/relationships/slide" Target="../slides/slide6.xml"/><Relationship Id="Rec5e69883229432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a583b445d184722" Type="http://schemas.openxmlformats.org/officeDocument/2006/relationships/notesMaster" Target="../notesMasters/notesMaster1.xml"/><Relationship Id="R81c85aedb3754d7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e8a183933414bd3" Type="http://schemas.openxmlformats.org/officeDocument/2006/relationships/slide" Target="../slides/slide8.xml"/><Relationship Id="R573ec8e7aac94be8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bbcc889e9856482c" Type="http://schemas.openxmlformats.org/officeDocument/2006/relationships/notesMaster" Target="../notesMasters/notesMaster1.xml"/><Relationship Id="Ree8ba01add2a468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9e18a7beae74673" Type="http://schemas.openxmlformats.org/officeDocument/2006/relationships/slide" Target="../slides/slide10.xml"/><Relationship Id="R0b428e09effe45c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dd44e3b5c2c49a4" Type="http://schemas.openxmlformats.org/officeDocument/2006/relationships/slide" Target="../slides/slide11.xml"/><Relationship Id="R2faa652f3c7c45bf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c925922949d84e6f" Type="http://schemas.openxmlformats.org/officeDocument/2006/relationships/notesMaster" Target="../notesMasters/notesMaster1.xml"/><Relationship Id="Rebcc3977120347d8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c3d3fe53ec0b482a" Type="http://schemas.openxmlformats.org/officeDocument/2006/relationships/slide" Target="../slides/slide13.xml"/><Relationship Id="Rce7c0fdd283041a8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d272087537148de" Type="http://schemas.openxmlformats.org/officeDocument/2006/relationships/notesMaster" Target="../notesMasters/notesMaster1.xml"/><Relationship Id="R7f9f11e446974131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1007e1803834866" Type="http://schemas.openxmlformats.org/officeDocument/2006/relationships/slide" Target="../slides/slide15.xml"/><Relationship Id="R18b50d3172774275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316d2fe7dc094172" Type="http://schemas.openxmlformats.org/officeDocument/2006/relationships/slide" Target="../slides/slide16.xml"/><Relationship Id="R45d9bf90b5c24f98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b9eb3a21a2d42d7" Type="http://schemas.openxmlformats.org/officeDocument/2006/relationships/notesMaster" Target="../notesMasters/notesMaster1.xml"/><Relationship Id="R8f77c41f15b44d4e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59e5d7d9fc20414c" Type="http://schemas.openxmlformats.org/officeDocument/2006/relationships/notesMaster" Target="../notesMasters/notesMaster1.xml"/><Relationship Id="Rfe2db63e79684491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3adc31b52b02460e" Type="http://schemas.openxmlformats.org/officeDocument/2006/relationships/notesMaster" Target="../notesMasters/notesMaster1.xml"/><Relationship Id="Rccb1658cbcf043a3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87ecf47174d34c34" Type="http://schemas.openxmlformats.org/officeDocument/2006/relationships/notesMaster" Target="../notesMasters/notesMaster1.xml"/><Relationship Id="Rc8e814f0c1e44a78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9f3307c575c34339" Type="http://schemas.openxmlformats.org/officeDocument/2006/relationships/notesMaster" Target="../notesMasters/notesMaster1.xml"/><Relationship Id="Rfd6b3ccc93de4d5f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The use of lights.</a:t>
            </a:r>
          </a:p>
          <a:p xmlns:a="http://schemas.openxmlformats.org/drawingml/2006/main">
            <a:r>
              <a:t>Choose: A special period of celebration or remembrance OR Something a person accepts as true. Answer: A special period of celebration or remembrance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D,H or read one relevant card together. Answer: It allows the audience to check the claims.</a:t>
            </a:r>
          </a:p>
          <a:p xmlns:a="http://schemas.openxmlformats.org/drawingml/2006/main">
            <a:r>
              <a:t>Give a reason when ready. Answer: A question response and one reflection or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My first point is ___. The source or map shows ___. A limit is ___.</a:t>
            </a:r>
          </a:p>
          <a:p xmlns:a="http://schemas.openxmlformats.org/drawingml/2006/main">
            <a:r>
              <a:t>Assemble three points supported by source cards and a map. Explain using a named detail.</a:t>
            </a:r>
          </a:p>
          <a:p xmlns:a="http://schemas.openxmlformats.org/drawingml/2006/main">
            <a:r>
              <a:t>Respond to a question about differences within communities.</a:t>
            </a:r>
          </a:p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Assemble three points supported by source cards and a map. Practise answering a respectful evidence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My first point is ___. The source or map shows ___. A limit is ___. Complete the organiser one space at a time. My first point is ___. The source or map shows ___. A limit is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first point is ___. The source or map shows ___. A limit is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Respond to a question about differences within communities.</a:t>
            </a:r>
          </a:p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allows the audience to check the claims.</a:t>
            </a:r>
          </a:p>
          <a:p xmlns:a="http://schemas.openxmlformats.org/drawingml/2006/main">
            <a:r>
              <a:t>A question response and one reflection or improvement.</a:t>
            </a:r>
          </a:p>
          <a:p xmlns:a="http://schemas.openxmlformats.org/drawingml/2006/main">
            <a:r>
              <a:t>Support: My first point is ___. The source or map shows ___. A limit is ___.</a:t>
            </a:r>
          </a:p>
          <a:p xmlns:a="http://schemas.openxmlformats.org/drawingml/2006/main">
            <a:r>
              <a:t>Extension: Respond to a question about differences within communities.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speaking checklist, questioning and reflection.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45b51ac02e3432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0c7b96bd1ea4e56" Type="http://schemas.openxmlformats.org/officeDocument/2006/relationships/theme" Target="theme/theme2.xml"/><Relationship Id="Rd71c21cef49e491b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1c21cef49e49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a2cd506b37fa47e5" Type="http://schemas.openxmlformats.org/officeDocument/2006/relationships/notesSlide" Target="../notesSlides/notesSlide1.xml"/><Relationship Id="Rbea1ef26d54b4f7d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79257376bd146f4" Type="http://schemas.openxmlformats.org/officeDocument/2006/relationships/slideLayout" Target="../slideLayouts/slideLayout1.xml"/><Relationship Id="R590499c263c34c9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97543802653e48f8" Type="http://schemas.openxmlformats.org/officeDocument/2006/relationships/slideLayout" Target="../slideLayouts/slideLayout1.xml"/><Relationship Id="Rcf005419476d467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c7a8377716747c9" Type="http://schemas.openxmlformats.org/officeDocument/2006/relationships/notesSlide" Target="../notesSlides/notesSlide4.xml"/><Relationship Id="Rdd13eed27e5749a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a0657364b8f46f9" Type="http://schemas.openxmlformats.org/officeDocument/2006/relationships/slideLayout" Target="../slideLayouts/slideLayout1.xml"/><Relationship Id="Rd7c12e7b01ae4ea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ee712aa26af484c" Type="http://schemas.openxmlformats.org/officeDocument/2006/relationships/notesSlide" Target="../notesSlides/notesSlide6.xml"/><Relationship Id="R9b7edfeabbe2494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601ae5bef869438c" Type="http://schemas.openxmlformats.org/officeDocument/2006/relationships/slideLayout" Target="../slideLayouts/slideLayout1.xml"/><Relationship Id="R9f2c5cefbd5a40e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a5e1ce3e16f4faf" Type="http://schemas.openxmlformats.org/officeDocument/2006/relationships/notesSlide" Target="../notesSlides/notesSlide8.xml"/><Relationship Id="R4ad784c1d1fe497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3db9f7f9e6c4900" Type="http://schemas.openxmlformats.org/officeDocument/2006/relationships/notesSlide" Target="../notesSlides/notesSlide9.xml"/><Relationship Id="Ra8e0de5906d841e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7fbe11d2edf4f03" Type="http://schemas.openxmlformats.org/officeDocument/2006/relationships/slideLayout" Target="../slideLayouts/slideLayout1.xml"/><Relationship Id="R7a5d5c1a89654d8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c3ef416f3ef4f7e" Type="http://schemas.openxmlformats.org/officeDocument/2006/relationships/slideLayout" Target="../slideLayouts/slideLayout1.xml"/><Relationship Id="Rc551d2c3171248dc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b124d9584414aa9" Type="http://schemas.openxmlformats.org/officeDocument/2006/relationships/slideLayout" Target="../slideLayouts/slideLayout1.xml"/><Relationship Id="R95da9dd3eff5448f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adbf96a287784edf" Type="http://schemas.openxmlformats.org/officeDocument/2006/relationships/notesSlide" Target="../notesSlides/notesSlide13.xml"/><Relationship Id="Rdeca4955b9dc4b6d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4b9794d0eabe4f8f" Type="http://schemas.openxmlformats.org/officeDocument/2006/relationships/slideLayout" Target="../slideLayouts/slideLayout1.xml"/><Relationship Id="Rbf0e560dcbbf463a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41d06a719894fd7" Type="http://schemas.openxmlformats.org/officeDocument/2006/relationships/slideLayout" Target="../slideLayouts/slideLayout1.xml"/><Relationship Id="Rf0d9d851c8ab4b9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3b4b8450719c4b1d" Type="http://schemas.openxmlformats.org/officeDocument/2006/relationships/slideLayout" Target="../slideLayouts/slideLayout1.xml"/><Relationship Id="R604fac5b68254c3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086493b6392847b1" Type="http://schemas.openxmlformats.org/officeDocument/2006/relationships/slideLayout" Target="../slideLayouts/slideLayout1.xml"/><Relationship Id="Rf37f130f8bbc44f0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88b66bb8b6604b15" Type="http://schemas.openxmlformats.org/officeDocument/2006/relationships/slideLayout" Target="../slideLayouts/slideLayout1.xml"/><Relationship Id="R907c584ba3fa487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042e1ccd9a714ae1" Type="http://schemas.openxmlformats.org/officeDocument/2006/relationships/notesSlide" Target="../notesSlides/notesSlide19.xml"/><Relationship Id="Rf5bf25dfe9c24ec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7f2b12455adf4c4c" Type="http://schemas.openxmlformats.org/officeDocument/2006/relationships/notesSlide" Target="../notesSlides/notesSlide20.xml"/><Relationship Id="Rc36383d55d474e0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73666d7b645a4692" Type="http://schemas.openxmlformats.org/officeDocument/2006/relationships/notesSlide" Target="../notesSlides/notesSlide21.xml"/><Relationship Id="Rd2f9d9911903473c" Type="http://schemas.openxmlformats.org/officeDocument/2006/relationships/image" Target="../media/image.png"/><Relationship Id="Rf4c0f8fc88b5469a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91156-B781-4D3E-9090-C3B5B10D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Presenting belief and belonging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73784-FA66-4968-81DB-86F8C132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CA68B-D6D8-480C-8BB9-7352B74F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 findings on belief and belonging.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5FF95-8DE2-4F3A-8F74-494B2F40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Autumn 2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EB2F4-8211-4F7C-B8B5-6B9CBA02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370178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17306-1C5A-448B-92CC-857F05D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1DC0B-1D01-46F0-B79D-F2FDAEC6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4415B-5B96-4B63-8B67-833C30E9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shared feature can the sources support?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1132D-275B-4A9D-908D-E6308D39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festival?</a:t>
            </a:r>
          </a:p>
        </p:txBody>
      </p:sp>
    </p:spTree>
    <p:extLst>
      <p:ext uri="{BB962C8B-B14F-4D97-AF65-F5344CB8AC3E}">
        <p14:creationId xmlns:p14="http://schemas.microsoft.com/office/powerpoint/2010/main" val="1861501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87744-FA9F-444E-858E-9FFE91B8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D6F1D-3028-40CB-B8FB-79BCEECC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1A861-C14F-477C-9D70-85018679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should a presentation use evidence?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80969-DC9D-41E6-9A25-4DBE454E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should be recorded after presenting?</a:t>
            </a:r>
          </a:p>
        </p:txBody>
      </p:sp>
    </p:spTree>
    <p:extLst>
      <p:ext uri="{BB962C8B-B14F-4D97-AF65-F5344CB8AC3E}">
        <p14:creationId xmlns:p14="http://schemas.microsoft.com/office/powerpoint/2010/main" val="1564089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FD93C-98E6-4542-A3E7-BAA9414A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3A263-1899-4AB4-99E5-2E3B1D2A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5E8FA-30D8-4FF3-BA5D-5BB46C4D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festival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special period of celebration or remembrance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0B390-9072-4F45-ABFD-A3532A8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accepts as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161D5-7D71-4B93-83A9-30586E4E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practice passed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4D3E7-62CA-49A2-B7EE-BE963BA0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 for people and what matters to them</a:t>
            </a:r>
          </a:p>
        </p:txBody>
      </p:sp>
    </p:spTree>
    <p:extLst>
      <p:ext uri="{BB962C8B-B14F-4D97-AF65-F5344CB8AC3E}">
        <p14:creationId xmlns:p14="http://schemas.microsoft.com/office/powerpoint/2010/main" val="1597237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1EB60-B29F-4128-B746-D70C34A7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4D0D0-30C2-4B7B-8E8A-E350C3C5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30F0E-00FA-4A86-9D1B-A113032A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Assemble three points supported by source cards and a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F312D-DB76-41C1-A7BE-915A568C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CAE17-3AD3-4A05-ACCB-0B82439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My first point is ___. The source or map shows ___. A limit is ___.</a:t>
            </a:r>
          </a:p>
        </p:txBody>
      </p:sp>
    </p:spTree>
    <p:extLst>
      <p:ext uri="{BB962C8B-B14F-4D97-AF65-F5344CB8AC3E}">
        <p14:creationId xmlns:p14="http://schemas.microsoft.com/office/powerpoint/2010/main" val="584574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64F6F-782E-4C5E-AD72-6A6852E5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E35DB-A282-4C2B-B56A-E2FAD358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72D84-C2E9-41C7-BA7B-87E8D860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Support a short presentation with a source.</a:t>
            </a:r>
          </a:p>
        </p:txBody>
      </p:sp>
    </p:spTree>
    <p:extLst>
      <p:ext uri="{BB962C8B-B14F-4D97-AF65-F5344CB8AC3E}">
        <p14:creationId xmlns:p14="http://schemas.microsoft.com/office/powerpoint/2010/main" val="20272197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F740A-95F3-4C0C-90A6-4EA9C284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5C723-D59D-4CFF-8690-978CEDC7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5046F-3567-4103-A024-4709F0AF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Diwali: Many Hindus mark Diwali with lamps, worship and gatherings. Light can express good overcoming evil and knowledge overcoming ignorance. Practices and stories vary. H Hanukkah: 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</p:spTree>
    <p:extLst>
      <p:ext uri="{BB962C8B-B14F-4D97-AF65-F5344CB8AC3E}">
        <p14:creationId xmlns:p14="http://schemas.microsoft.com/office/powerpoint/2010/main" val="1543593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35DB4-D794-4630-9547-EC2A61E2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F3B19-FF0C-4124-8F30-8CD625D1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E8015-CEF9-432A-B70B-F9732D2A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My point is that festivals can connect people across places. Card D describes Diwali; I locate India and the UK and avoid saying everyone celebrates alike.</a:t>
            </a:r>
          </a:p>
        </p:txBody>
      </p:sp>
    </p:spTree>
    <p:extLst>
      <p:ext uri="{BB962C8B-B14F-4D97-AF65-F5344CB8AC3E}">
        <p14:creationId xmlns:p14="http://schemas.microsoft.com/office/powerpoint/2010/main" val="19545995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0471E-B410-4D90-99CB-DFD0007A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FC89F-B3D5-46EC-8065-CFB915B7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334FC-42EB-4F52-8BD3-E1C3B49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should be recorded after presenting? A question response and one reflection 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271673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3EA10-0C61-4986-8758-CFC5E63C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347F3-4BF5-4EB3-B4D4-11DFB008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FCAAD-C25F-4DF8-A880-C36B77D7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Assemble three points supported by source cards and a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23EB6-496B-479E-AC60-B6403108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Practise answering a respectful evidence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F0F19-A72F-4E1D-9F56-D92C98FC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506682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6CBB3-3EE3-44BB-A9C9-7B31660E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56AE8-4F45-4F6B-A823-FAA2AEA7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9B817-7569-4386-9D66-BFD4D88C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main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FA0B0-18D9-4AFD-B7D8-80EEE3D3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factual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B6A77-4B6A-4180-9893-3C3286D0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visual or presentation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1BB17-6402-4F2F-9AC3-BB19DBA9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reason or response to a question</a:t>
            </a:r>
          </a:p>
        </p:txBody>
      </p:sp>
    </p:spTree>
    <p:extLst>
      <p:ext uri="{BB962C8B-B14F-4D97-AF65-F5344CB8AC3E}">
        <p14:creationId xmlns:p14="http://schemas.microsoft.com/office/powerpoint/2010/main" val="20132054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F5119-A1E2-4CC2-B05A-6E56B1B0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41F73-CF9C-43E3-8516-CB62482E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A847F-CCB2-4E90-AEE0-527F830E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and present three points on place, celebration and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FE2EB-CA6D-4DC5-8CAD-8C2B1D3C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visual and source reference.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A8030-CB77-4E70-8B83-A5F78C8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one question and record self or peer feedback; live, recorded or private delivery is valid.</a:t>
            </a:r>
          </a:p>
        </p:txBody>
      </p:sp>
    </p:spTree>
    <p:extLst>
      <p:ext uri="{BB962C8B-B14F-4D97-AF65-F5344CB8AC3E}">
        <p14:creationId xmlns:p14="http://schemas.microsoft.com/office/powerpoint/2010/main" val="2362626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D9525-EDEA-4006-ADF6-B887254F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6E154-CA1C-43EF-AC7D-1467D828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E007F-E695-4EA0-9556-058AF60B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and present three points on place, celebration and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33BDD-FE1E-4E2E-A35C-CCBDA1A8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visual and source reference.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84CF1-6F67-4017-852A-AD5F38F4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one question and record self or peer feedback; live, recorded or private delivery is valid.</a:t>
            </a:r>
          </a:p>
        </p:txBody>
      </p:sp>
    </p:spTree>
    <p:extLst>
      <p:ext uri="{BB962C8B-B14F-4D97-AF65-F5344CB8AC3E}">
        <p14:creationId xmlns:p14="http://schemas.microsoft.com/office/powerpoint/2010/main" val="10310549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F0600-D8A0-4141-905D-CF4147DE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AB358-F76F-4634-8B30-2B2A5F41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4CE1C-8A63-4DB1-AD33-911415AE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and present three points on place, celebration and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3A2EE-104B-4266-927C-459E9DE2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visual and source reference.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DCD37-E40A-47EE-99FB-BE97CD22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one question and record self or peer feedback; live, recorded or private delivery is valid.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3A093-855F-46E8-A002-86535850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Respond to a question about differences within communities.</a:t>
            </a:r>
          </a:p>
        </p:txBody>
      </p:sp>
    </p:spTree>
    <p:extLst>
      <p:ext uri="{BB962C8B-B14F-4D97-AF65-F5344CB8AC3E}">
        <p14:creationId xmlns:p14="http://schemas.microsoft.com/office/powerpoint/2010/main" val="10593270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994B6-A0BE-4657-B62B-D28CE8D7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A4032-FE63-47CB-BC73-BB66B4B4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195D0-0964-4872-A1AB-8BCBD9E3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speaking checklist, questioning and reflection.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4EEBA-47FE-413D-AB13-1D84516E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78263-0166-4750-9073-117E6EA8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442506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C2F8C-067E-4E0E-BD66-9612D665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9FE74-2894-4FEB-B83E-4AB6181A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FD838-EE4C-4D01-A641-DAD1C4E3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should a presentation use evidence?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74F6F-A621-44C9-8BFA-AD41FE80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should be recorded after presenting?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E5923-DE57-422C-9CB5-0DCF61CE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4558731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955F2-C404-4A54-99A0-3BD75C6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78730-9A1D-4AD7-ACB2-118B5ED8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02711-25D0-4048-97B3-CBC1398E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mark Diwali with lamps, worship and gatherings. Light can express good overcoming evil and knowledge overcoming ignorance. Practices and stories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9731D-C8D1-4832-BFCA-180926F2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5E2F1-82C2-4AD5-B691-D069D530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Hindu explanation does not cover every Hindu practice or other religions’ observances.</a:t>
            </a:r>
          </a:p>
        </p:txBody>
      </p:sp>
    </p:spTree>
    <p:extLst>
      <p:ext uri="{BB962C8B-B14F-4D97-AF65-F5344CB8AC3E}">
        <p14:creationId xmlns:p14="http://schemas.microsoft.com/office/powerpoint/2010/main" val="16858690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17BC6-1962-42CA-B6B5-1A7053F1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H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AEB9F-62F4-49F8-B26E-57C1CA1B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3691B-A0E4-4283-8F7F-0197C049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7812E-BE2B-4D60-B0F2-7F330D22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F5CFF-95C5-4E46-9BD9-C66B4BAD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one Jewish religious perspective; not all Jewish households observe identically.</a:t>
            </a:r>
          </a:p>
        </p:txBody>
      </p:sp>
    </p:spTree>
    <p:extLst>
      <p:ext uri="{BB962C8B-B14F-4D97-AF65-F5344CB8AC3E}">
        <p14:creationId xmlns:p14="http://schemas.microsoft.com/office/powerpoint/2010/main" val="20353413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769A2-FC6A-420F-80D4-45339078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O Objects and meanings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2B540-7D7C-4A63-8AEB-0DE32D8B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F742D-12AD-444C-94FD-DA89EDD5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 associated with Diwali. A hanukkiah is used at Hanukkah. Ask before touching borrowed objects; use an unlit replica or a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84804-7362-490A-A6D2-3DC87EF3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6ACEA-BF40-4E45-92D2-C52D45F6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6587135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90D31-2C7B-47FF-8940-319D1B50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S One family’s celebration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F22A4-7616-45CA-B851-5DDBDA07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B4B4D-8A4B-4C0E-B725-3EF1A2D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Diwali plan: prepare a welcoming space; arrange unlit lamps with an adult; gather for worship; share food and greetings. This is one sequence, not a rule for every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0622A-E66F-49E9-916B-9D20F430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22CB5-1D48-4592-A7B9-5BAB2009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9235014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C6466-BE5B-4C71-B7BA-C97B09BC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E11F8-33EF-4E69-8610-4891113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W6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9d9911903473c"/>
          <a:stretch xmlns:a="http://schemas.openxmlformats.org/drawingml/2006/main"/>
        </p:blipFill>
        <p:spPr>
          <a:xfrm xmlns:a="http://schemas.openxmlformats.org/drawingml/2006/main">
            <a:off x="1047750" y="1422336"/>
            <a:ext cx="10096500" cy="44895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94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2026-09-19T18:35:58.6060000Z</dcterms:created>
  <dcterms:modified xsi:type="dcterms:W3CDTF">2026-09-19T18:35:58.6060000Z</dcterms:modified>
</coreProperties>
</file>