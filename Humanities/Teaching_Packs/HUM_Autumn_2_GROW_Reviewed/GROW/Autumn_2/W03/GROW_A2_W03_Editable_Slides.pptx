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02b16297ad84964" Type="http://schemas.openxmlformats.org/officeDocument/2006/relationships/officeDocument" Target="ppt/presentation.xml"/><Relationship Id="Rb1972f361dd2477d" Type="http://schemas.openxmlformats.org/package/2006/relationships/metadata/core-properties" Target="docProps/core.xml"/><Relationship Id="Rc813fda677fd455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d5294e4b574b3c"/>
  </p:sldMasterIdLst>
  <p:notesMasterIdLst>
    <p:notesMasterId xmlns:r="http://schemas.openxmlformats.org/officeDocument/2006/relationships" r:id="R319642cea357414b"/>
  </p:notesMasterIdLst>
  <p:sldIdLst>
    <p:sldId xmlns:r="http://schemas.openxmlformats.org/officeDocument/2006/relationships" id="256" r:id="R0493600b45394a47"/>
    <p:sldId xmlns:r="http://schemas.openxmlformats.org/officeDocument/2006/relationships" id="257" r:id="R77c8e8c923454ee1"/>
    <p:sldId xmlns:r="http://schemas.openxmlformats.org/officeDocument/2006/relationships" id="258" r:id="Rb8dabbe3566846da"/>
    <p:sldId xmlns:r="http://schemas.openxmlformats.org/officeDocument/2006/relationships" id="259" r:id="R20c94154212b46ed"/>
    <p:sldId xmlns:r="http://schemas.openxmlformats.org/officeDocument/2006/relationships" id="260" r:id="R1649cfd44891494f"/>
    <p:sldId xmlns:r="http://schemas.openxmlformats.org/officeDocument/2006/relationships" id="261" r:id="Rbd67fe3ad808421a"/>
    <p:sldId xmlns:r="http://schemas.openxmlformats.org/officeDocument/2006/relationships" id="262" r:id="R1c4632898c3f4379"/>
    <p:sldId xmlns:r="http://schemas.openxmlformats.org/officeDocument/2006/relationships" id="263" r:id="Rc4020e071d144796"/>
    <p:sldId xmlns:r="http://schemas.openxmlformats.org/officeDocument/2006/relationships" id="264" r:id="R096ce0892a424aa6"/>
    <p:sldId xmlns:r="http://schemas.openxmlformats.org/officeDocument/2006/relationships" id="265" r:id="R9d64980a987a4028"/>
    <p:sldId xmlns:r="http://schemas.openxmlformats.org/officeDocument/2006/relationships" id="266" r:id="R2af183815e944656"/>
    <p:sldId xmlns:r="http://schemas.openxmlformats.org/officeDocument/2006/relationships" id="267" r:id="R7bb1ecb359724d1b"/>
    <p:sldId xmlns:r="http://schemas.openxmlformats.org/officeDocument/2006/relationships" id="268" r:id="R8e9157a9424a4de0"/>
    <p:sldId xmlns:r="http://schemas.openxmlformats.org/officeDocument/2006/relationships" id="269" r:id="Rfea42d8865a44add"/>
    <p:sldId xmlns:r="http://schemas.openxmlformats.org/officeDocument/2006/relationships" id="270" r:id="R93b85f1fcdf04756"/>
    <p:sldId xmlns:r="http://schemas.openxmlformats.org/officeDocument/2006/relationships" id="271" r:id="Rf9d6706dd1c144f7"/>
    <p:sldId xmlns:r="http://schemas.openxmlformats.org/officeDocument/2006/relationships" id="272" r:id="R67f14228387d49bf"/>
    <p:sldId xmlns:r="http://schemas.openxmlformats.org/officeDocument/2006/relationships" id="273" r:id="R0f19b98b2b2e4855"/>
    <p:sldId xmlns:r="http://schemas.openxmlformats.org/officeDocument/2006/relationships" id="274" r:id="R66bf1162f9de4f75"/>
    <p:sldId xmlns:r="http://schemas.openxmlformats.org/officeDocument/2006/relationships" id="275" r:id="R580e8a0bb2534c68"/>
    <p:sldId xmlns:r="http://schemas.openxmlformats.org/officeDocument/2006/relationships" id="276" r:id="Re02cebab588f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93600b45394a47" Type="http://schemas.openxmlformats.org/officeDocument/2006/relationships/slide" Target="slides/slide1.xml"/><Relationship Id="R096ce0892a424aa6" Type="http://schemas.openxmlformats.org/officeDocument/2006/relationships/slide" Target="slides/slide9.xml"/><Relationship Id="R0f19b98b2b2e4855" Type="http://schemas.openxmlformats.org/officeDocument/2006/relationships/slide" Target="slides/slide18.xml"/><Relationship Id="R12c6711bc1534726" Type="http://schemas.openxmlformats.org/officeDocument/2006/relationships/theme" Target="theme/theme1.xml"/><Relationship Id="R1649cfd44891494f" Type="http://schemas.openxmlformats.org/officeDocument/2006/relationships/slide" Target="slides/slide5.xml"/><Relationship Id="R1c4632898c3f4379" Type="http://schemas.openxmlformats.org/officeDocument/2006/relationships/slide" Target="slides/slide7.xml"/><Relationship Id="R20c94154212b46ed" Type="http://schemas.openxmlformats.org/officeDocument/2006/relationships/slide" Target="slides/slide4.xml"/><Relationship Id="R2af183815e944656" Type="http://schemas.openxmlformats.org/officeDocument/2006/relationships/slide" Target="slides/slide11.xml"/><Relationship Id="R319642cea357414b" Type="http://schemas.openxmlformats.org/officeDocument/2006/relationships/notesMaster" Target="notesMasters/notesMaster1.xml"/><Relationship Id="R5309feccbfe34f2a" Type="http://schemas.openxmlformats.org/officeDocument/2006/relationships/tableStyles" Target="tableStyles.xml"/><Relationship Id="R54d5294e4b574b3c" Type="http://schemas.openxmlformats.org/officeDocument/2006/relationships/slideMaster" Target="slideMasters/slideMaster1.xml"/><Relationship Id="R580e8a0bb2534c68" Type="http://schemas.openxmlformats.org/officeDocument/2006/relationships/slide" Target="slides/slide20.xml"/><Relationship Id="R66bf1162f9de4f75" Type="http://schemas.openxmlformats.org/officeDocument/2006/relationships/slide" Target="slides/slide19.xml"/><Relationship Id="R67f14228387d49bf" Type="http://schemas.openxmlformats.org/officeDocument/2006/relationships/slide" Target="slides/slide17.xml"/><Relationship Id="R77c8e8c923454ee1" Type="http://schemas.openxmlformats.org/officeDocument/2006/relationships/slide" Target="slides/slide2.xml"/><Relationship Id="R7bb1ecb359724d1b" Type="http://schemas.openxmlformats.org/officeDocument/2006/relationships/slide" Target="slides/slide12.xml"/><Relationship Id="R8e9157a9424a4de0" Type="http://schemas.openxmlformats.org/officeDocument/2006/relationships/slide" Target="slides/slide13.xml"/><Relationship Id="R93b85f1fcdf04756" Type="http://schemas.openxmlformats.org/officeDocument/2006/relationships/slide" Target="slides/slide15.xml"/><Relationship Id="R9d64980a987a4028" Type="http://schemas.openxmlformats.org/officeDocument/2006/relationships/slide" Target="slides/slide10.xml"/><Relationship Id="Rb8dabbe3566846da" Type="http://schemas.openxmlformats.org/officeDocument/2006/relationships/slide" Target="slides/slide3.xml"/><Relationship Id="Rbd67fe3ad808421a" Type="http://schemas.openxmlformats.org/officeDocument/2006/relationships/slide" Target="slides/slide6.xml"/><Relationship Id="Rc4020e071d144796" Type="http://schemas.openxmlformats.org/officeDocument/2006/relationships/slide" Target="slides/slide8.xml"/><Relationship Id="Rd34b972ac9dc4015" Type="http://schemas.openxmlformats.org/officeDocument/2006/relationships/presProps" Target="presProps.xml"/><Relationship Id="Re02cebab588f48a0" Type="http://schemas.openxmlformats.org/officeDocument/2006/relationships/slide" Target="slides/slide21.xml"/><Relationship Id="Rf9d6706dd1c144f7" Type="http://schemas.openxmlformats.org/officeDocument/2006/relationships/slide" Target="slides/slide16.xml"/><Relationship Id="Rfea42d8865a44add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ad6c919d437d4fa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f64af56a9d34b10" Type="http://schemas.openxmlformats.org/officeDocument/2006/relationships/slide" Target="../slides/slide1.xml"/><Relationship Id="Redeb3ffdcbd844f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3651c0f2ffe4768" Type="http://schemas.openxmlformats.org/officeDocument/2006/relationships/slide" Target="../slides/slide2.xml"/><Relationship Id="R90ff3e31e92e4a1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cf972236bd04aa8" Type="http://schemas.openxmlformats.org/officeDocument/2006/relationships/slide" Target="../slides/slide3.xml"/><Relationship Id="Rf6342ef962f7484f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bda93dd06724325" Type="http://schemas.openxmlformats.org/officeDocument/2006/relationships/notesMaster" Target="../notesMasters/notesMaster1.xml"/><Relationship Id="R0d857fcf5d76420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22ca7762efe4bb1" Type="http://schemas.openxmlformats.org/officeDocument/2006/relationships/slide" Target="../slides/slide5.xml"/><Relationship Id="R78cf2a925616497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582b7f14f294bd0" Type="http://schemas.openxmlformats.org/officeDocument/2006/relationships/notesMaster" Target="../notesMasters/notesMaster1.xml"/><Relationship Id="R65f695cf47fc42a8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d101a46ebb34d9a" Type="http://schemas.openxmlformats.org/officeDocument/2006/relationships/slide" Target="../slides/slide7.xml"/><Relationship Id="Rc7b14439520c4b1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2976d1f920b40ff" Type="http://schemas.openxmlformats.org/officeDocument/2006/relationships/notesMaster" Target="../notesMasters/notesMaster1.xml"/><Relationship Id="Redf5e48315fc40b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ad88e0e11b34ecb" Type="http://schemas.openxmlformats.org/officeDocument/2006/relationships/notesMaster" Target="../notesMasters/notesMaster1.xml"/><Relationship Id="R8ae94f8537b5472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1760a74d1d746a2" Type="http://schemas.openxmlformats.org/officeDocument/2006/relationships/notesMaster" Target="../notesMasters/notesMaster1.xml"/><Relationship Id="Rbbdcf5da473f4f97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cf7374298874f9b" Type="http://schemas.openxmlformats.org/officeDocument/2006/relationships/notesMaster" Target="../notesMasters/notesMaster1.xml"/><Relationship Id="Re758ec3085524f2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80697b2f11e34d68" Type="http://schemas.openxmlformats.org/officeDocument/2006/relationships/notesMaster" Target="../notesMasters/notesMaster1.xml"/><Relationship Id="Rdcd621499ebb4d0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3a80c1f12f246e1" Type="http://schemas.openxmlformats.org/officeDocument/2006/relationships/slide" Target="../slides/slide13.xml"/><Relationship Id="Rf47e68db7e344f9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ddd08a892384e77" Type="http://schemas.openxmlformats.org/officeDocument/2006/relationships/notesMaster" Target="../notesMasters/notesMaster1.xml"/><Relationship Id="Rb2af1bbff94d4953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836dd2305664bf8" Type="http://schemas.openxmlformats.org/officeDocument/2006/relationships/notesMaster" Target="../notesMasters/notesMaster1.xml"/><Relationship Id="R8883aac8898d448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be875da75f6446b8" Type="http://schemas.openxmlformats.org/officeDocument/2006/relationships/notesMaster" Target="../notesMasters/notesMaster1.xml"/><Relationship Id="Re6ee8ed1f1c24f1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35a1a260b8cc413f" Type="http://schemas.openxmlformats.org/officeDocument/2006/relationships/slide" Target="../slides/slide17.xml"/><Relationship Id="R3fafa226eb14486e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50ad51146124bf1" Type="http://schemas.openxmlformats.org/officeDocument/2006/relationships/slide" Target="../slides/slide18.xml"/><Relationship Id="R4c27e6fdbca54257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c81d9cbb3a643bd" Type="http://schemas.openxmlformats.org/officeDocument/2006/relationships/slide" Target="../slides/slide19.xml"/><Relationship Id="R79abe920b1684a06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97d2fbb5d4de41f9" Type="http://schemas.openxmlformats.org/officeDocument/2006/relationships/slide" Target="../slides/slide20.xml"/><Relationship Id="Re6d24f9cd661402e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e07796dfbe9041b2" Type="http://schemas.openxmlformats.org/officeDocument/2006/relationships/slide" Target="../slides/slide21.xml"/><Relationship Id="Re16c3da0c7374ae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1122.</a:t>
            </a:r>
          </a:p>
          <a:p xmlns:a="http://schemas.openxmlformats.org/drawingml/2006/main">
            <a:r>
              <a:t>Choose: A large land region OR A large body of salt water. Answer: A large land region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Yes, through messages or shared online activity.</a:t>
            </a:r>
          </a:p>
          <a:p xmlns:a="http://schemas.openxmlformats.org/drawingml/2006/main">
            <a:r>
              <a:t>Give a reason when ready. Answer: 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connects with ___ through ___. The account shows ___.</a:t>
            </a:r>
          </a:p>
          <a:p xmlns:a="http://schemas.openxmlformats.org/drawingml/2006/main">
            <a:r>
              <a:t>Build a connection from Middlesbrough to Mumbai. Explain using a named detail.</a:t>
            </a:r>
          </a:p>
          <a:p xmlns:a="http://schemas.openxmlformats.org/drawingml/2006/main">
            <a:r>
              <a:t>Explain how a connection might continue without a journey.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Middlesbrough group — Place — This is one end of the connection.</a:t>
            </a:r>
          </a:p>
          <a:p xmlns:a="http://schemas.openxmlformats.org/drawingml/2006/main">
            <a:r>
              <a:t>Shared greetings — Link — This is the communication in the fictional account.</a:t>
            </a:r>
          </a:p>
          <a:p xmlns:a="http://schemas.openxmlformats.org/drawingml/2006/main">
            <a:r>
              <a:t>Mumbai group — Place — This is the other end of the connection.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connects with ___ through ___. The account shows ___. Complete the organiser one space at a time. ___ connects with ___ through ___. The account shows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connects with ___ through ___. The account shows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connection might continue without a journey.</a:t>
            </a:r>
          </a:p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through messages or shared online activity.</a:t>
            </a:r>
          </a:p>
          <a:p xmlns:a="http://schemas.openxmlformats.org/drawingml/2006/main">
            <a:r>
              <a:t>No.</a:t>
            </a:r>
          </a:p>
          <a:p xmlns:a="http://schemas.openxmlformats.org/drawingml/2006/main">
            <a:r>
              <a:t>Support: ___ connects with ___ through ___. The account shows ___.</a:t>
            </a:r>
          </a:p>
          <a:p xmlns:a="http://schemas.openxmlformats.org/drawingml/2006/main">
            <a:r>
              <a:t>Extension: Explain how a connection might continue without a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explanation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fd2297a286042c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c88a5b0f7084776" Type="http://schemas.openxmlformats.org/officeDocument/2006/relationships/slideLayout" Target="../slideLayouts/slideLayout1.xml"/><Relationship Id="Rf2bd69ffe1a74dd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8a5b0f708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22441f2139448f2" Type="http://schemas.openxmlformats.org/officeDocument/2006/relationships/slideLayout" Target="../slideLayouts/slideLayout1.xml"/><Relationship Id="R92655028341540f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1bd46978935466f" Type="http://schemas.openxmlformats.org/officeDocument/2006/relationships/slideLayout" Target="../slideLayouts/slideLayout1.xml"/><Relationship Id="Rb502033e9a424d2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ad92db5953c470e" Type="http://schemas.openxmlformats.org/officeDocument/2006/relationships/slideLayout" Target="../slideLayouts/slideLayout1.xml"/><Relationship Id="R3a18a81677a24f3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b1a47696e9c0483f" Type="http://schemas.openxmlformats.org/officeDocument/2006/relationships/notesSlide" Target="../notesSlides/notesSlide4.xml"/><Relationship Id="Re7bb46949608435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e6a8461846974da2" Type="http://schemas.openxmlformats.org/officeDocument/2006/relationships/slideLayout" Target="../slideLayouts/slideLayout1.xml"/><Relationship Id="Rf2635b11d3ea415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afcd43399fbf4eb3" Type="http://schemas.openxmlformats.org/officeDocument/2006/relationships/notesSlide" Target="../notesSlides/notesSlide6.xml"/><Relationship Id="Rfaf55d0a91c941b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35f0ecb347f42b4" Type="http://schemas.openxmlformats.org/officeDocument/2006/relationships/slideLayout" Target="../slideLayouts/slideLayout1.xml"/><Relationship Id="R9be6ddee2a44490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c928b8961ef44102" Type="http://schemas.openxmlformats.org/officeDocument/2006/relationships/notesSlide" Target="../notesSlides/notesSlide8.xml"/><Relationship Id="Rd22b57b7af2a442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7e968a2f31a4328" Type="http://schemas.openxmlformats.org/officeDocument/2006/relationships/notesSlide" Target="../notesSlides/notesSlide9.xml"/><Relationship Id="Re485abbb26524bf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00f4b87757f460f" Type="http://schemas.openxmlformats.org/officeDocument/2006/relationships/slideLayout" Target="../slideLayouts/slideLayout1.xml"/><Relationship Id="Rb5645ca1e0a9442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7244f9abc294cec" Type="http://schemas.openxmlformats.org/officeDocument/2006/relationships/slideLayout" Target="../slideLayouts/slideLayout1.xml"/><Relationship Id="R8399fbd2f8aa437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d3746084266464f" Type="http://schemas.openxmlformats.org/officeDocument/2006/relationships/notesSlide" Target="../notesSlides/notesSlide12.xml"/><Relationship Id="R892d4782357a4cd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5778a8de0744de2" Type="http://schemas.openxmlformats.org/officeDocument/2006/relationships/notesSlide" Target="../notesSlides/notesSlide13.xml"/><Relationship Id="R8805354035314b2f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e82c46255194253" Type="http://schemas.openxmlformats.org/officeDocument/2006/relationships/slideLayout" Target="../slideLayouts/slideLayout1.xml"/><Relationship Id="R9562692ab3ee4a7d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731d4112cb5c4b9e" Type="http://schemas.openxmlformats.org/officeDocument/2006/relationships/notesSlide" Target="../notesSlides/notesSlide15.xml"/><Relationship Id="Re917c12512814186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62ee16c650d404a" Type="http://schemas.openxmlformats.org/officeDocument/2006/relationships/notesSlide" Target="../notesSlides/notesSlide16.xml"/><Relationship Id="Ra05857b5911949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9e36790b9d3402a" Type="http://schemas.openxmlformats.org/officeDocument/2006/relationships/slideLayout" Target="../slideLayouts/slideLayout1.xml"/><Relationship Id="R769bb6fd9bc0430f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caa433b70d5474a" Type="http://schemas.openxmlformats.org/officeDocument/2006/relationships/notesSlide" Target="../notesSlides/notesSlide18.xml"/><Relationship Id="Ra753b7d54d884cb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b891cda5074a36" Type="http://schemas.openxmlformats.org/officeDocument/2006/relationships/slideLayout" Target="../slideLayouts/slideLayout1.xml"/><Relationship Id="R728076dd7c624f5b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eef939424f774e7d" Type="http://schemas.openxmlformats.org/officeDocument/2006/relationships/notesSlide" Target="../notesSlides/notesSlide20.xml"/><Relationship Id="Rf1f69f6e3f834d0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401edd6823d24ad9" Type="http://schemas.openxmlformats.org/officeDocument/2006/relationships/notesSlide" Target="../notesSlides/notesSlide21.xml"/><Relationship Id="Raa34ba2b0c9c4f9d" Type="http://schemas.openxmlformats.org/officeDocument/2006/relationships/image" Target="../media/image.png"/><Relationship Id="Re3dfb9741779488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61E1B-9D2E-4F00-A4F8-97435290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Connections across the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870C3-DC38-4526-A419-3ADBD8EC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DA240-A7F2-4B1B-9FC1-7140D2FE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how communities are connected across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EF880-B2A7-46E4-A6D4-50E3621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F6552-4B87-4C83-86E2-70B681E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804493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E50F-1FAD-41B1-A4DB-13D2F08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5347-E02F-4FCB-B671-350995B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EDB80-A138-43A3-AF11-B9AD3F5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is the park’s four-figure reference on the practice grid?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B819F-745A-4864-BE9F-31452881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continent?</a:t>
            </a:r>
          </a:p>
        </p:txBody>
      </p:sp>
    </p:spTree>
    <p:extLst>
      <p:ext uri="{BB962C8B-B14F-4D97-AF65-F5344CB8AC3E}">
        <p14:creationId xmlns:p14="http://schemas.microsoft.com/office/powerpoint/2010/main" val="1688022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0F2ED-0975-426D-9D68-B96078B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9194-9752-4771-AF80-8E2DDBC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9C9D4-4C57-4816-8D74-EEA5043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Can communities connect without people travelling?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C6B3-A404-4148-9C69-CC18AD93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one example describe everyone in either place?</a:t>
            </a:r>
          </a:p>
        </p:txBody>
      </p:sp>
    </p:spTree>
    <p:extLst>
      <p:ext uri="{BB962C8B-B14F-4D97-AF65-F5344CB8AC3E}">
        <p14:creationId xmlns:p14="http://schemas.microsoft.com/office/powerpoint/2010/main" val="1223567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95CCF-BA92-44A0-8C8C-5FD6DE3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0D81E-2567-42D4-B179-8B37F2F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37602-C193-408E-B5EB-CA03A25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large land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9EB1B-243E-4626-B396-1BD4A0F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ocean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large body of salt water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CAEF0-5C8D-4B53-9865-609FF28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Where something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0AD89-C495-4828-85E2-3EC76A1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link between places or people</a:t>
            </a:r>
          </a:p>
        </p:txBody>
      </p:sp>
    </p:spTree>
    <p:extLst>
      <p:ext uri="{BB962C8B-B14F-4D97-AF65-F5344CB8AC3E}">
        <p14:creationId xmlns:p14="http://schemas.microsoft.com/office/powerpoint/2010/main" val="1451507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C15FF-4532-4D20-AC68-7A8F70D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2782D-8A62-4EA7-A17C-61A01446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31304-D459-4DD6-8B46-40DC6D4A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connection from Middlesbrough to Mumbai.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3FF8F-E070-428A-AF91-A1DB2A5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5E548-E004-4D46-8A81-DD64621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___ connects with ___ through ___. The account shows ___.</a:t>
            </a:r>
          </a:p>
        </p:txBody>
      </p:sp>
    </p:spTree>
    <p:extLst>
      <p:ext uri="{BB962C8B-B14F-4D97-AF65-F5344CB8AC3E}">
        <p14:creationId xmlns:p14="http://schemas.microsoft.com/office/powerpoint/2010/main" val="239626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2DFD-62D4-4E31-8B0A-1245C0E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7C821-5221-4322-988F-270CAE8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CA405-7A35-4C9E-84B7-552361CD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Can communities connect without people travelling?</a:t>
            </a:r>
          </a:p>
        </p:txBody>
      </p:sp>
    </p:spTree>
    <p:extLst>
      <p:ext uri="{BB962C8B-B14F-4D97-AF65-F5344CB8AC3E}">
        <p14:creationId xmlns:p14="http://schemas.microsoft.com/office/powerpoint/2010/main" val="1847845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1C519-A1DA-4B04-AEFF-45A64A21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716EC-3C08-4F5C-A997-330B037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F6F20-98C0-4C01-ACA5-0D5E3308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community link: Fictional case: a Middlesbrough community group shares festival greetings with a partner group in Mumbai. The link can involve people and communication without a physical journey.</a:t>
            </a:r>
          </a:p>
        </p:txBody>
      </p:sp>
    </p:spTree>
    <p:extLst>
      <p:ext uri="{BB962C8B-B14F-4D97-AF65-F5344CB8AC3E}">
        <p14:creationId xmlns:p14="http://schemas.microsoft.com/office/powerpoint/2010/main" val="1030863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D68DD-417D-4635-A25A-34ECA62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9A692-DC90-4E05-9277-B0668B6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4498B-80EC-4CC6-9C7E-40756DD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Yes, through messages or shared online activity.</a:t>
            </a:r>
          </a:p>
        </p:txBody>
      </p:sp>
    </p:spTree>
    <p:extLst>
      <p:ext uri="{BB962C8B-B14F-4D97-AF65-F5344CB8AC3E}">
        <p14:creationId xmlns:p14="http://schemas.microsoft.com/office/powerpoint/2010/main" val="1133143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774E1-EAB4-4F17-AFEB-E4A3D8C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FB5D6-CFBF-4708-B13C-AE3BA22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22C3D-C015-4DCF-9514-5CC4394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one example describe everyone in either place? No.</a:t>
            </a:r>
          </a:p>
        </p:txBody>
      </p:sp>
    </p:spTree>
    <p:extLst>
      <p:ext uri="{BB962C8B-B14F-4D97-AF65-F5344CB8AC3E}">
        <p14:creationId xmlns:p14="http://schemas.microsoft.com/office/powerpoint/2010/main" val="1101006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F862B-833A-4CC7-8909-0AB2C182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7830B-F2D7-45BD-9F2F-55E108C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D8D11-F0A0-428F-A5D3-A6245B7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connection from Middlesbrough to Mumbai.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74D9B-C45B-4514-BB70-4B2F805A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movement of people, goods and messages.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2D387-D9BA-4670-A0CF-7BD700F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1333363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9BE47-1AE9-4122-85DD-384C97C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33FC1-AC02-4888-9340-DBD1CD75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DECF-4D13-480E-B9E6-1B0DB09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Middlesbrough group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EA5FC-B08C-4F43-8A38-C8140D2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Shared greetings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6FE74-1A64-4641-B280-CBF2FD0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Mumbai group</a:t>
            </a:r>
          </a:p>
        </p:txBody>
      </p:sp>
    </p:spTree>
    <p:extLst>
      <p:ext uri="{BB962C8B-B14F-4D97-AF65-F5344CB8AC3E}">
        <p14:creationId xmlns:p14="http://schemas.microsoft.com/office/powerpoint/2010/main" val="6377257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F991F-B03C-4EC9-9E0B-D6C11C4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A1B6-F681-4074-BC71-6C03638D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2D123-1CEA-4517-A51B-097F828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connection map for the fictional partner groups.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3857-5E5A-418D-A93C-7504E71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both places and explain one link using the account.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9B40B-90BC-4B4B-AC3D-700C035E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that the example does not describe every community.</a:t>
            </a:r>
          </a:p>
        </p:txBody>
      </p:sp>
    </p:spTree>
    <p:extLst>
      <p:ext uri="{BB962C8B-B14F-4D97-AF65-F5344CB8AC3E}">
        <p14:creationId xmlns:p14="http://schemas.microsoft.com/office/powerpoint/2010/main" val="17936955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EEEA6-A01E-49FA-8302-1729B6D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DCA0C-690A-4BD8-9907-E97C0DA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42E58-FA7B-47EE-8A33-D269EBD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connection map for the fictional partner groups.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4A5FC-6DFE-4E64-806D-19B641D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both places and explain one link using the account.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1EFC0-1953-4595-BB65-B5C578F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that the example does not describe every community.</a:t>
            </a:r>
          </a:p>
        </p:txBody>
      </p:sp>
    </p:spTree>
    <p:extLst>
      <p:ext uri="{BB962C8B-B14F-4D97-AF65-F5344CB8AC3E}">
        <p14:creationId xmlns:p14="http://schemas.microsoft.com/office/powerpoint/2010/main" val="20329603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4BEC8-28AC-4106-9A90-19D16E1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BE40E-1DEF-4FD1-BCC8-23B79D5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1AA95-A466-49DA-9B09-15BA363A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connection map for the fictional partner groups.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4C39E-370B-48C6-A97B-CFD9FD5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both places and explain one link using the account.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2C4EF-B50A-48A8-A4B7-EA292AA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that the example does not describe every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163B-F35B-454B-BBE9-70E83FE7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a connection might continue without a journey.</a:t>
            </a:r>
          </a:p>
        </p:txBody>
      </p:sp>
    </p:spTree>
    <p:extLst>
      <p:ext uri="{BB962C8B-B14F-4D97-AF65-F5344CB8AC3E}">
        <p14:creationId xmlns:p14="http://schemas.microsoft.com/office/powerpoint/2010/main" val="19669526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4B345-36B3-470B-88DD-8DEE8A25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4D43A-D909-42C7-8850-93E1866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BE41E-C404-4D84-B314-532B113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explanation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E6A0B-746E-4C28-8F4D-E753CFC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C76A5-677F-489E-A949-A1BE11F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678454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26984-2EAE-4E63-AEC7-8F12B87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5E209-5A92-4EA0-BA77-6621F61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EC6A1-05D7-4DC5-9B85-5130D69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communities connect without people travelling?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96709-91B0-4900-8B1C-2472ED7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one example describe everyone in either place?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44443-4EC2-494C-9D73-B3C27362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809074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9597E-F3EC-404F-B92D-2B6685A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United Kingdom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9B22A-559F-47AB-8245-9694B269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B4A8-A051-4FE3-86CC-15BE05F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UK lies in Europe, beside the Atlantic Ocean. Teesside is in north-east England. A map can show different scales, from a neighbourhood to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A67D7-64FE-49AD-9EC8-D852CEF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Natural Earth world map and labelled place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B2382-77F4-4117-AD76-8C463338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small-scale map cannot show a safe street route.</a:t>
            </a:r>
          </a:p>
        </p:txBody>
      </p:sp>
    </p:spTree>
    <p:extLst>
      <p:ext uri="{BB962C8B-B14F-4D97-AF65-F5344CB8AC3E}">
        <p14:creationId xmlns:p14="http://schemas.microsoft.com/office/powerpoint/2010/main" val="10389109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44E56-86D6-4B47-B272-74273682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India and Japan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EE978-5113-4301-8EA0-F4EE9C7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E01B4-B704-4CAA-9CBB-F12FB927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India and Japan are in Asia. India borders the Indian Ocean; Japan is an island country beside the Pacific Ocean.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9BF4B-2974-4756-BAF7-879E812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Natural Earth world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0EED-5606-46A2-8E48-28A0F23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country is not a single culture or belief.</a:t>
            </a:r>
          </a:p>
        </p:txBody>
      </p:sp>
    </p:spTree>
    <p:extLst>
      <p:ext uri="{BB962C8B-B14F-4D97-AF65-F5344CB8AC3E}">
        <p14:creationId xmlns:p14="http://schemas.microsoft.com/office/powerpoint/2010/main" val="9766564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2C95-41B7-46F9-93C4-FC95446C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A community 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3B014-E5C0-4111-BBAA-DDDCB55E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14ABE-7A33-472B-8CC5-8DAB4DF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Middlesbrough community group shares festival greetings with a partner group in Mumbai. The link can involve people and communication without a physical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D1EF7-3787-4A18-ABD6-30F26DD8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5F10A-39D3-410B-AF3C-6343C487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3471547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A9A0F-39E0-402A-AA56-9A0EBE83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Celebrations across places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A879A-5535-4912-A464-956BED83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8D4BC-35D8-4834-BA51-8FC9C25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 and Hanukkah are observed by communities in different countries. Locate examples using the map; a festival is not confined to one country.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1154-1D38-4BCA-A70C-21FB4F6C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 and Chabad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C8F8D-84B1-4F8C-B155-E2C4696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Do not assign a religion to everyone living in a country.</a:t>
            </a:r>
          </a:p>
        </p:txBody>
      </p:sp>
    </p:spTree>
    <p:extLst>
      <p:ext uri="{BB962C8B-B14F-4D97-AF65-F5344CB8AC3E}">
        <p14:creationId xmlns:p14="http://schemas.microsoft.com/office/powerpoint/2010/main" val="7706711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0C25D-F768-4BDB-9B55-5BB887D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65C8F-D672-4E45-926C-B281A1E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W3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4ba2b0c9c4f9d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3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2026-09-19T18:36:16.7860000Z</dcterms:created>
  <dcterms:modified xsi:type="dcterms:W3CDTF">2026-09-19T18:36:16.7860000Z</dcterms:modified>
</coreProperties>
</file>