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81638cfd6204e33" Type="http://schemas.openxmlformats.org/package/2006/relationships/metadata/core-properties" Target="docProps/core.xml"/><Relationship Id="Rf668cdabef2d41aa" Type="http://schemas.openxmlformats.org/officeDocument/2006/relationships/extended-properties" Target="docProps/app.xml"/><Relationship Id="Rfcd287d854c2435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63b8c33d2408d"/>
  </p:sldMasterIdLst>
  <p:notesMasterIdLst>
    <p:notesMasterId xmlns:r="http://schemas.openxmlformats.org/officeDocument/2006/relationships" r:id="Rab54fd4311604921"/>
  </p:notesMasterIdLst>
  <p:sldIdLst>
    <p:sldId xmlns:r="http://schemas.openxmlformats.org/officeDocument/2006/relationships" id="256" r:id="R12e154db034841db"/>
    <p:sldId xmlns:r="http://schemas.openxmlformats.org/officeDocument/2006/relationships" id="257" r:id="R91b1681283df4b31"/>
    <p:sldId xmlns:r="http://schemas.openxmlformats.org/officeDocument/2006/relationships" id="258" r:id="R80fa32d3bc88469d"/>
    <p:sldId xmlns:r="http://schemas.openxmlformats.org/officeDocument/2006/relationships" id="259" r:id="Rbf1f3751eceb4385"/>
    <p:sldId xmlns:r="http://schemas.openxmlformats.org/officeDocument/2006/relationships" id="260" r:id="Re6a918a9b29a42ec"/>
    <p:sldId xmlns:r="http://schemas.openxmlformats.org/officeDocument/2006/relationships" id="261" r:id="R70ffbe4c61f74ba4"/>
    <p:sldId xmlns:r="http://schemas.openxmlformats.org/officeDocument/2006/relationships" id="262" r:id="Read39ccd654d4962"/>
    <p:sldId xmlns:r="http://schemas.openxmlformats.org/officeDocument/2006/relationships" id="263" r:id="R3948c8759f844996"/>
    <p:sldId xmlns:r="http://schemas.openxmlformats.org/officeDocument/2006/relationships" id="264" r:id="Rf571548bb3d74c8d"/>
    <p:sldId xmlns:r="http://schemas.openxmlformats.org/officeDocument/2006/relationships" id="265" r:id="Rd515002aace148a7"/>
    <p:sldId xmlns:r="http://schemas.openxmlformats.org/officeDocument/2006/relationships" id="266" r:id="Rf42ef2a568214fe9"/>
    <p:sldId xmlns:r="http://schemas.openxmlformats.org/officeDocument/2006/relationships" id="267" r:id="R345e5453cdc34aab"/>
    <p:sldId xmlns:r="http://schemas.openxmlformats.org/officeDocument/2006/relationships" id="268" r:id="R640fd5550c87472d"/>
    <p:sldId xmlns:r="http://schemas.openxmlformats.org/officeDocument/2006/relationships" id="269" r:id="R3c70cd8671b74a5d"/>
    <p:sldId xmlns:r="http://schemas.openxmlformats.org/officeDocument/2006/relationships" id="270" r:id="R7660c589247945b4"/>
    <p:sldId xmlns:r="http://schemas.openxmlformats.org/officeDocument/2006/relationships" id="271" r:id="Rf1d30f445f024646"/>
    <p:sldId xmlns:r="http://schemas.openxmlformats.org/officeDocument/2006/relationships" id="272" r:id="Rb793ea0e412b4864"/>
    <p:sldId xmlns:r="http://schemas.openxmlformats.org/officeDocument/2006/relationships" id="273" r:id="Recdb9be1954c4ea3"/>
    <p:sldId xmlns:r="http://schemas.openxmlformats.org/officeDocument/2006/relationships" id="274" r:id="R821b0f74ce674b40"/>
    <p:sldId xmlns:r="http://schemas.openxmlformats.org/officeDocument/2006/relationships" id="275" r:id="R954d07118225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d7e6608dc546e4" Type="http://schemas.openxmlformats.org/officeDocument/2006/relationships/presProps" Target="presProps.xml"/><Relationship Id="R12e154db034841db" Type="http://schemas.openxmlformats.org/officeDocument/2006/relationships/slide" Target="slides/slide1.xml"/><Relationship Id="R345e5453cdc34aab" Type="http://schemas.openxmlformats.org/officeDocument/2006/relationships/slide" Target="slides/slide12.xml"/><Relationship Id="R3948c8759f844996" Type="http://schemas.openxmlformats.org/officeDocument/2006/relationships/slide" Target="slides/slide8.xml"/><Relationship Id="R3c70cd8671b74a5d" Type="http://schemas.openxmlformats.org/officeDocument/2006/relationships/slide" Target="slides/slide14.xml"/><Relationship Id="R640fd5550c87472d" Type="http://schemas.openxmlformats.org/officeDocument/2006/relationships/slide" Target="slides/slide13.xml"/><Relationship Id="R70ffbe4c61f74ba4" Type="http://schemas.openxmlformats.org/officeDocument/2006/relationships/slide" Target="slides/slide6.xml"/><Relationship Id="R71e63b8c33d2408d" Type="http://schemas.openxmlformats.org/officeDocument/2006/relationships/slideMaster" Target="slideMasters/slideMaster1.xml"/><Relationship Id="R7660c589247945b4" Type="http://schemas.openxmlformats.org/officeDocument/2006/relationships/slide" Target="slides/slide15.xml"/><Relationship Id="R7cd1fef8d95c4e2a" Type="http://schemas.openxmlformats.org/officeDocument/2006/relationships/theme" Target="theme/theme1.xml"/><Relationship Id="R80fa32d3bc88469d" Type="http://schemas.openxmlformats.org/officeDocument/2006/relationships/slide" Target="slides/slide3.xml"/><Relationship Id="R821b0f74ce674b40" Type="http://schemas.openxmlformats.org/officeDocument/2006/relationships/slide" Target="slides/slide19.xml"/><Relationship Id="R91b1681283df4b31" Type="http://schemas.openxmlformats.org/officeDocument/2006/relationships/slide" Target="slides/slide2.xml"/><Relationship Id="R954d071182254e16" Type="http://schemas.openxmlformats.org/officeDocument/2006/relationships/slide" Target="slides/slide20.xml"/><Relationship Id="Rab54fd4311604921" Type="http://schemas.openxmlformats.org/officeDocument/2006/relationships/notesMaster" Target="notesMasters/notesMaster1.xml"/><Relationship Id="Rb793ea0e412b4864" Type="http://schemas.openxmlformats.org/officeDocument/2006/relationships/slide" Target="slides/slide17.xml"/><Relationship Id="Rbf1f3751eceb4385" Type="http://schemas.openxmlformats.org/officeDocument/2006/relationships/slide" Target="slides/slide4.xml"/><Relationship Id="Rd515002aace148a7" Type="http://schemas.openxmlformats.org/officeDocument/2006/relationships/slide" Target="slides/slide10.xml"/><Relationship Id="Re6a918a9b29a42ec" Type="http://schemas.openxmlformats.org/officeDocument/2006/relationships/slide" Target="slides/slide5.xml"/><Relationship Id="Read39ccd654d4962" Type="http://schemas.openxmlformats.org/officeDocument/2006/relationships/slide" Target="slides/slide7.xml"/><Relationship Id="Recb05be552524510" Type="http://schemas.openxmlformats.org/officeDocument/2006/relationships/tableStyles" Target="tableStyles.xml"/><Relationship Id="Recdb9be1954c4ea3" Type="http://schemas.openxmlformats.org/officeDocument/2006/relationships/slide" Target="slides/slide18.xml"/><Relationship Id="Rf1d30f445f024646" Type="http://schemas.openxmlformats.org/officeDocument/2006/relationships/slide" Target="slides/slide16.xml"/><Relationship Id="Rf42ef2a568214fe9" Type="http://schemas.openxmlformats.org/officeDocument/2006/relationships/slide" Target="slides/slide11.xml"/><Relationship Id="Rf571548bb3d74c8d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56bd9156e1304c7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10b86ac69f4a54" Type="http://schemas.openxmlformats.org/officeDocument/2006/relationships/notesMaster" Target="../notesMasters/notesMaster1.xml"/><Relationship Id="Re7648ac3358e41b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356c519c5494dc6" Type="http://schemas.openxmlformats.org/officeDocument/2006/relationships/slide" Target="../slides/slide2.xml"/><Relationship Id="Ra0cd965ff91c406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9de1b5b99404d23" Type="http://schemas.openxmlformats.org/officeDocument/2006/relationships/slide" Target="../slides/slide3.xml"/><Relationship Id="R30565cab9633493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9a55f97d0434162" Type="http://schemas.openxmlformats.org/officeDocument/2006/relationships/notesMaster" Target="../notesMasters/notesMaster1.xml"/><Relationship Id="Ra1377bb27cfb4f3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5fffd8d8c7f41a6" Type="http://schemas.openxmlformats.org/officeDocument/2006/relationships/notesMaster" Target="../notesMasters/notesMaster1.xml"/><Relationship Id="Raf5913271a94450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ab3e258ad2943b5" Type="http://schemas.openxmlformats.org/officeDocument/2006/relationships/notesMaster" Target="../notesMasters/notesMaster1.xml"/><Relationship Id="Rb3a7098ab5ef46e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268c887d1d48bf" Type="http://schemas.openxmlformats.org/officeDocument/2006/relationships/slide" Target="../slides/slide7.xml"/><Relationship Id="Rb2e2e4c28fa8452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fd8023aa4494145" Type="http://schemas.openxmlformats.org/officeDocument/2006/relationships/slide" Target="../slides/slide8.xml"/><Relationship Id="Rd9fb420303ed4d8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614359ce1304e67" Type="http://schemas.openxmlformats.org/officeDocument/2006/relationships/notesMaster" Target="../notesMasters/notesMaster1.xml"/><Relationship Id="Rb8a436ce61604a3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06750f4f2634bb5" Type="http://schemas.openxmlformats.org/officeDocument/2006/relationships/notesMaster" Target="../notesMasters/notesMaster1.xml"/><Relationship Id="R55ba618aaa764d6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e2aae5e1d0a4866" Type="http://schemas.openxmlformats.org/officeDocument/2006/relationships/notesMaster" Target="../notesMasters/notesMaster1.xml"/><Relationship Id="Rd06219c123e74b6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7321059e4994de4" Type="http://schemas.openxmlformats.org/officeDocument/2006/relationships/notesMaster" Target="../notesMasters/notesMaster1.xml"/><Relationship Id="R8f8c3df628274e89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605a5ae279a4eda" Type="http://schemas.openxmlformats.org/officeDocument/2006/relationships/slide" Target="../slides/slide13.xml"/><Relationship Id="Red26bf87c15b4f7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15df9a4b6c140e8" Type="http://schemas.openxmlformats.org/officeDocument/2006/relationships/slide" Target="../slides/slide14.xml"/><Relationship Id="R4508a1705993428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8fbe8200378240f4" Type="http://schemas.openxmlformats.org/officeDocument/2006/relationships/notesMaster" Target="../notesMasters/notesMaster1.xml"/><Relationship Id="Rc179e843f99e414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eebdcc5ba7a4bf1" Type="http://schemas.openxmlformats.org/officeDocument/2006/relationships/notesMaster" Target="../notesMasters/notesMaster1.xml"/><Relationship Id="Rdd1974db081d4f25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8f5ba5be9754c78" Type="http://schemas.openxmlformats.org/officeDocument/2006/relationships/notesMaster" Target="../notesMasters/notesMaster1.xml"/><Relationship Id="Rebc813ef1fb2463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035458bb8164584" Type="http://schemas.openxmlformats.org/officeDocument/2006/relationships/slide" Target="../slides/slide18.xml"/><Relationship Id="Ra47bf6cc49e74125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9f8790674e0e459a" Type="http://schemas.openxmlformats.org/officeDocument/2006/relationships/notesMaster" Target="../notesMasters/notesMaster1.xml"/><Relationship Id="Rc5d73c4e18114af0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b89aa41bd83349b3" Type="http://schemas.openxmlformats.org/officeDocument/2006/relationships/notesMaster" Target="../notesMasters/notesMaster1.xml"/><Relationship Id="Rc07d74dbe7a240a9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 incarnation: God became human in Jesus.</a:t>
            </a:r>
          </a:p>
          <a:p xmlns:a="http://schemas.openxmlformats.org/drawingml/2006/main">
            <a:r>
              <a:t>Choose: To look for what is the same and what is different OR A way that two things are the same. Answer: To look for what is the same and what is different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A,B or read one relevant card together. Answer: Both use light as a symbol, or both bring people together.</a:t>
            </a:r>
          </a:p>
          <a:p xmlns:a="http://schemas.openxmlformats.org/drawingml/2006/main">
            <a:r>
              <a:t>Give a reason when ready. Answer: No. We compare to understand.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Both ___ and ___ ___. However, ___.</a:t>
            </a:r>
          </a:p>
          <a:p xmlns:a="http://schemas.openxmlformats.org/drawingml/2006/main">
            <a:r>
              <a:t>Sort each statement: similarity or difference. Explain using a named detail.</a:t>
            </a:r>
          </a:p>
          <a:p xmlns:a="http://schemas.openxmlformats.org/drawingml/2006/main">
            <a:r>
              <a:t>Explain why using “however” is more respectful than saying one festival is better.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 is used as a symbol — Similarity — All three cards mention light.</a:t>
            </a:r>
          </a:p>
          <a:p xmlns:a="http://schemas.openxmlformats.org/drawingml/2006/main">
            <a:r>
              <a:t>The story behind the light — Difference — Each festival recalls a different story.</a:t>
            </a:r>
          </a:p>
          <a:p xmlns:a="http://schemas.openxmlformats.org/drawingml/2006/main">
            <a:r>
              <a:t>Families and communities gather — Similarity — All three bring people together.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Both ___ and ___ ___. However, ___. Complete the organiser one space at a time. Both ___ and ___ ___. However,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___ and ___ ___. However,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using “however” is more respectful than saying one festival is better.</a:t>
            </a:r>
          </a:p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use light as a symbol, or both bring people together.</a:t>
            </a:r>
          </a:p>
          <a:p xmlns:a="http://schemas.openxmlformats.org/drawingml/2006/main">
            <a:r>
              <a:t>No. We compare to understand.</a:t>
            </a:r>
          </a:p>
          <a:p xmlns:a="http://schemas.openxmlformats.org/drawingml/2006/main">
            <a:r>
              <a:t>Support: Both ___ and ___ ___. However, ___.</a:t>
            </a:r>
          </a:p>
          <a:p xmlns:a="http://schemas.openxmlformats.org/drawingml/2006/main">
            <a:r>
              <a:t>Extension: Explain why using “however” is more respectful than saying one festival is better.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with one similarity and one difference.</a:t>
            </a:r>
          </a:p>
          <a:p xmlns:a="http://schemas.openxmlformats.org/drawingml/2006/main">
            <a:r>
              <a:t>Compare only two festivals; colour-coded prompts; ‘poth/however' frame; oral-first response; scribe/typing; reduced writing target.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58816a6086d48e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a9d9d02a3a34b00" Type="http://schemas.openxmlformats.org/officeDocument/2006/relationships/slideLayout" Target="../slideLayouts/slideLayout1.xml"/><Relationship Id="R7b42c9a8f8c741e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d9d02a3a3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fac251b2c0c4991" Type="http://schemas.openxmlformats.org/officeDocument/2006/relationships/slideLayout" Target="../slideLayouts/slideLayout1.xml"/><Relationship Id="Rfbd39e1b94444fdf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30ea3e959a341f9" Type="http://schemas.openxmlformats.org/officeDocument/2006/relationships/slideLayout" Target="../slideLayouts/slideLayout1.xml"/><Relationship Id="R92fe07ebf60e4c9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786e71e210c46ee" Type="http://schemas.openxmlformats.org/officeDocument/2006/relationships/notesSlide" Target="../notesSlides/notesSlide3.xml"/><Relationship Id="Rd8ad9cc95a3e46e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8aa6bf4f73d440e" Type="http://schemas.openxmlformats.org/officeDocument/2006/relationships/slideLayout" Target="../slideLayouts/slideLayout1.xml"/><Relationship Id="Rd7194994e6ac47d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1d658cf0a9a4376" Type="http://schemas.openxmlformats.org/officeDocument/2006/relationships/image" Target="../media/image.png"/><Relationship Id="R8fb9c9efd68a47e0" Type="http://schemas.openxmlformats.org/officeDocument/2006/relationships/slideLayout" Target="../slideLayouts/slideLayout1.xml"/><Relationship Id="Rfe605c4e28b5400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70493bc57374155" Type="http://schemas.openxmlformats.org/officeDocument/2006/relationships/notesSlide" Target="../notesSlides/notesSlide6.xml"/><Relationship Id="Rc706a5031d1e492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6d92c1482824fe2" Type="http://schemas.openxmlformats.org/officeDocument/2006/relationships/slideLayout" Target="../slideLayouts/slideLayout1.xml"/><Relationship Id="Rdbc102f2365245c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f40a37e8bd94e24" Type="http://schemas.openxmlformats.org/officeDocument/2006/relationships/notesSlide" Target="../notesSlides/notesSlide8.xml"/><Relationship Id="R9ccdc35046674e5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e59e2bf1c72494b" Type="http://schemas.openxmlformats.org/officeDocument/2006/relationships/slideLayout" Target="../slideLayouts/slideLayout1.xml"/><Relationship Id="R3cbc7c7a04bd460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f391a1bc3a640ab" Type="http://schemas.openxmlformats.org/officeDocument/2006/relationships/notesSlide" Target="../notesSlides/notesSlide10.xml"/><Relationship Id="R6212049ae39b4c3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3e0c7a20b40e492e" Type="http://schemas.openxmlformats.org/officeDocument/2006/relationships/slideLayout" Target="../slideLayouts/slideLayout1.xml"/><Relationship Id="R6316bea51652473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8a772b975f64b18" Type="http://schemas.openxmlformats.org/officeDocument/2006/relationships/notesSlide" Target="../notesSlides/notesSlide12.xml"/><Relationship Id="Refe8539cbf0740c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0a5a87a796741b8" Type="http://schemas.openxmlformats.org/officeDocument/2006/relationships/notesSlide" Target="../notesSlides/notesSlide13.xml"/><Relationship Id="Ra531c9455ab5402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c5516d380d341b2" Type="http://schemas.openxmlformats.org/officeDocument/2006/relationships/slideLayout" Target="../slideLayouts/slideLayout1.xml"/><Relationship Id="R7ae1a51d435c483a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33db4888b6b44f7" Type="http://schemas.openxmlformats.org/officeDocument/2006/relationships/notesSlide" Target="../notesSlides/notesSlide15.xml"/><Relationship Id="R53fa6f6a6470424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0b391fd44324997" Type="http://schemas.openxmlformats.org/officeDocument/2006/relationships/notesSlide" Target="../notesSlides/notesSlide16.xml"/><Relationship Id="R82c09f56120845e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c355d0cfb49d4232" Type="http://schemas.openxmlformats.org/officeDocument/2006/relationships/slideLayout" Target="../slideLayouts/slideLayout1.xml"/><Relationship Id="Rcc13abc30fc54ba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0c17b9678d614cc0" Type="http://schemas.openxmlformats.org/officeDocument/2006/relationships/notesSlide" Target="../notesSlides/notesSlide18.xml"/><Relationship Id="Ra21fb47ff2904e9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65079afde3e48cd" Type="http://schemas.openxmlformats.org/officeDocument/2006/relationships/slideLayout" Target="../slideLayouts/slideLayout1.xml"/><Relationship Id="Rcb3d04bf57df4d2b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9f7548d3d0354021" Type="http://schemas.openxmlformats.org/officeDocument/2006/relationships/slideLayout" Target="../slideLayouts/slideLayout1.xml"/><Relationship Id="Rc9402a753cde405b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96FC2-BF6A-4824-9ED1-5B4D6A26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Comparing festivals of 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F38B8-7D7D-487C-9F9C-F7A73FD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5F77B-E84A-41F1-917A-E43C36CC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two festivals of light respectfully using one similarity and one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38A66-849D-4698-9DBF-307F3F8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53F50-2CA6-4300-A8DF-AA83C4EC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32351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9C29D-819D-417B-BE90-0E8F9B8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4BD5E-C1FC-49D2-A01B-0050D29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F7672-46B4-4218-9044-4126AAF6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belief connected to Christmas.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C2E8D-42F1-44D7-9A2D-E007EC8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compare?</a:t>
            </a:r>
          </a:p>
        </p:txBody>
      </p:sp>
    </p:spTree>
    <p:extLst>
      <p:ext uri="{BB962C8B-B14F-4D97-AF65-F5344CB8AC3E}">
        <p14:creationId xmlns:p14="http://schemas.microsoft.com/office/powerpoint/2010/main" val="1352308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39529-7964-4D9E-823B-EB8A519D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3D220-B7C8-4015-95D1-B8B3455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3C31F-5F0D-4818-BAF1-4E7276B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similarity between two festivals of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088C6-450E-40AD-A6EA-47FD3660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we compare festivals to decide which is best?</a:t>
            </a:r>
          </a:p>
        </p:txBody>
      </p:sp>
    </p:spTree>
    <p:extLst>
      <p:ext uri="{BB962C8B-B14F-4D97-AF65-F5344CB8AC3E}">
        <p14:creationId xmlns:p14="http://schemas.microsoft.com/office/powerpoint/2010/main" val="1105497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44264-DDDE-424B-9907-39D3779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4FEBE-D7A6-4D3D-A2FD-4097824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2B0BB-876E-47EC-A5A2-A0B0090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look for what is the same and what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DD0E1-1024-402B-8A10-1CDFFDC8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similarity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way that two things are the same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70185-A0BB-48DB-A194-720EE37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difference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way that two things are not the same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BB3EF-60E3-4B8E-861B-8D6401E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respectful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Showing care for other people’s beliefs</a:t>
            </a:r>
          </a:p>
        </p:txBody>
      </p:sp>
    </p:spTree>
    <p:extLst>
      <p:ext uri="{BB962C8B-B14F-4D97-AF65-F5344CB8AC3E}">
        <p14:creationId xmlns:p14="http://schemas.microsoft.com/office/powerpoint/2010/main" val="1182947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A61DF-2EE4-4979-88C9-F476998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8CDCC-271F-4634-9538-766E221E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658cf0a9a4376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ACE0F-7DC9-4B3A-B338-D71998A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festival?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AD530-9840-4A21-B815-7878C79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clue. Then tap its festival.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0B85A-806A-4E73-815A-DFC23EB5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Both ___ and ___ ___. However, ___.</a:t>
            </a:r>
          </a:p>
        </p:txBody>
      </p:sp>
    </p:spTree>
    <p:extLst>
      <p:ext uri="{BB962C8B-B14F-4D97-AF65-F5344CB8AC3E}">
        <p14:creationId xmlns:p14="http://schemas.microsoft.com/office/powerpoint/2010/main" val="1139567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3D935-6B66-425D-A409-B776FFE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16588-9B8C-4ECE-8EB6-E8B3A34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495D0-FE1D-40D9-994C-E493C68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similarity between two festivals of light.</a:t>
            </a:r>
          </a:p>
        </p:txBody>
      </p:sp>
    </p:spTree>
    <p:extLst>
      <p:ext uri="{BB962C8B-B14F-4D97-AF65-F5344CB8AC3E}">
        <p14:creationId xmlns:p14="http://schemas.microsoft.com/office/powerpoint/2010/main" val="1068673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F8B13-672D-43BE-8298-AC8C3D5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A4507-409F-44E9-955D-06F0FC2E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FF584-A601-4F48-A7F1-7176603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Diwali: Many Hindus, Sikhs and Jains. Diyas and rangoli. For many Hindus the light recalls Rama and Sita and good overcoming evil. B Hanukkah: Jewish. Eight nights. The menorah recalls the rededication of the Temple and the oil that lasted.</a:t>
            </a:r>
          </a:p>
        </p:txBody>
      </p:sp>
    </p:spTree>
    <p:extLst>
      <p:ext uri="{BB962C8B-B14F-4D97-AF65-F5344CB8AC3E}">
        <p14:creationId xmlns:p14="http://schemas.microsoft.com/office/powerpoint/2010/main" val="439408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057B3-D5D3-4117-980A-BBA5C5E3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13CFA-556B-40BF-987A-4088D803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CA30F-D0D8-4719-BE8A-7A53BC9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Both use light as a symbol, or both bring people together.</a:t>
            </a:r>
          </a:p>
        </p:txBody>
      </p:sp>
    </p:spTree>
    <p:extLst>
      <p:ext uri="{BB962C8B-B14F-4D97-AF65-F5344CB8AC3E}">
        <p14:creationId xmlns:p14="http://schemas.microsoft.com/office/powerpoint/2010/main" val="1059534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C1EA-6A44-40D9-B0C9-3DF20D27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1F461-735E-4F4D-9212-57AF272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27513-A328-40FB-BCB6-0335FC3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we compare festivals to decide which is best? No. We compare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32101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06FA9-F9AF-4773-9511-0BBECE92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5B903-0D11-40BF-A491-F0C2263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353A0-5AC7-4AF5-B5B4-F1283653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statement: similarity or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D12F4-7BAC-43D7-AFEE-BC4175FF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it aloud using “both” or “however”.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46A2A-8336-42C4-8ED2-267F96FC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053815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A4F46-70B5-4F40-8DB6-12149BD4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0CE22-DB50-49A3-B655-458854DC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E0552-EE41-4BC5-B07F-8F6F769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Light is used as a symbol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1E394-38A6-44ED-ABE1-4FC2F4E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story behind the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F0683-0E1D-42F8-9825-3A9E912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Families and communities gather</a:t>
            </a:r>
          </a:p>
        </p:txBody>
      </p:sp>
    </p:spTree>
    <p:extLst>
      <p:ext uri="{BB962C8B-B14F-4D97-AF65-F5344CB8AC3E}">
        <p14:creationId xmlns:p14="http://schemas.microsoft.com/office/powerpoint/2010/main" val="2019759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29760-6F96-45D7-A9C3-8C77912C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AF9AB-93E6-4A0C-B6B4-A57C1683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EF083-727E-4483-A6D5-0566A9A0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festival picture cards.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B0DC-5EF3-4B9D-B3EF-2CADFDE7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thing that is the same.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745D-2C47-493D-94C9-89D18EF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Both ___.</a:t>
            </a:r>
          </a:p>
        </p:txBody>
      </p:sp>
    </p:spTree>
    <p:extLst>
      <p:ext uri="{BB962C8B-B14F-4D97-AF65-F5344CB8AC3E}">
        <p14:creationId xmlns:p14="http://schemas.microsoft.com/office/powerpoint/2010/main" val="56924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4BE45-C965-4818-8E4B-BEC5ACA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A15B-2592-4C53-92EA-1C7AC0BA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D7A99-7A54-4009-8B06-6D4F1858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festivals.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1F78B-799E-4F4C-9A48-6DB9623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one similarity using “both”.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1126D-6A7B-480F-BD68-F386A09C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one difference using “however”.</a:t>
            </a:r>
          </a:p>
        </p:txBody>
      </p:sp>
    </p:spTree>
    <p:extLst>
      <p:ext uri="{BB962C8B-B14F-4D97-AF65-F5344CB8AC3E}">
        <p14:creationId xmlns:p14="http://schemas.microsoft.com/office/powerpoint/2010/main" val="17542313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30D2C-A8D2-471B-8580-15366C1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10A9B-1600-408F-9CBC-9852F58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2E45-DB5A-48D4-B3E0-6945B3FF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two festivals with a similarity and a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E4C40-DF33-4F77-BF19-C6974AB5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each with a detail from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DFFBF-0EDE-4EEE-AC18-DE81BA38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the third festival to your similarity.</a:t>
            </a:r>
          </a:p>
        </p:txBody>
      </p:sp>
    </p:spTree>
    <p:extLst>
      <p:ext uri="{BB962C8B-B14F-4D97-AF65-F5344CB8AC3E}">
        <p14:creationId xmlns:p14="http://schemas.microsoft.com/office/powerpoint/2010/main" val="2008046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BD3CA-04EC-4A8A-83E6-851DD327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A1412-4C86-419A-B591-C1CEED60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1B55C-BBCB-4754-942E-99FD672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comparison with one similarity and one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D3420-4579-451B-836E-C308695A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B003B-A47E-4547-A746-FAA58309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4172847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E7DFE-7419-42F0-BC08-F49C2D3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49A0E-525E-4BAE-878F-A598405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6D572-6DB6-42EE-A692-E0BED7A9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similarity between two festivals of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1AB6A-9348-4644-A29D-5B4CC22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we compare festivals to decide which is best?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67A42-DE65-47BB-A91E-9A5BBD2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323541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0CAA3-3840-46C7-B0A9-2114A275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8F1FD-DB73-4E52-A12C-49CC92A0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6FDF4-DF38-49C4-AFAE-8562869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Hindus, Sikhs and Jains. Diyas and rangoli. For many Hindus the light recalls Rama and Sita and good overcoming evil.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08D49-2B58-46BA-9B39-E1F6A773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7F76F-3867-4D0D-A16E-85BA1FF2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7681971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F6D64-E904-419D-BA63-D9164661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0CF88-87F2-4E82-B42B-7D5F270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72942-0CC6-4D30-BA33-22C009F5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Jewish. Eight nights. The menorah recalls the rededication of the Temple and the oil that lasted.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3688E-8C4A-450B-8CE5-B8DF138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AAED-2AD3-4F79-A048-3723538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2714866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83825-AF7D-417B-B7B7-BFF54829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Christmas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1192A-A04F-49E7-839B-8B250F28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2D116-E8D9-4CA9-B2FF-EB629816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Christian. Advent candles and carol services. Many Christians call Jesus the light of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832D9-5EF1-48CD-86B8-76C826E2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A5FD9-F7CD-44C6-A252-9A66854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8790546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04C55-2FBA-41A3-BAFC-81C5EEE4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Comparing respectfully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2717D-5426-431D-8962-50573DD8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A3E6E-B958-4593-B9E3-07A6C20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“both” for a similarity and “however” for a difference. We compare to understand, never to rank.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38C36-6D06-4A4E-AAC5-733E2E07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EAB7F-6A72-4D3C-ABE8-C780165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Three festivals are a small sample of many.</a:t>
            </a:r>
          </a:p>
        </p:txBody>
      </p:sp>
    </p:spTree>
    <p:extLst>
      <p:ext uri="{BB962C8B-B14F-4D97-AF65-F5344CB8AC3E}">
        <p14:creationId xmlns:p14="http://schemas.microsoft.com/office/powerpoint/2010/main" val="1088099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2026-09-19T18:22:00.2410000Z</dcterms:created>
  <dcterms:modified xsi:type="dcterms:W3CDTF">2026-09-19T18:22:00.2410000Z</dcterms:modified>
</coreProperties>
</file>