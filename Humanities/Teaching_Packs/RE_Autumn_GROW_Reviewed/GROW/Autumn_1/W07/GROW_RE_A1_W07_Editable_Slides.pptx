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711099b5ac4434c" Type="http://schemas.openxmlformats.org/officeDocument/2006/relationships/officeDocument" Target="ppt/presentation.xml"/><Relationship Id="R9322cbf61da0491d" Type="http://schemas.openxmlformats.org/package/2006/relationships/metadata/core-properties" Target="docProps/core.xml"/><Relationship Id="R95e390c0c534477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362f5dd585431d"/>
  </p:sldMasterIdLst>
  <p:notesMasterIdLst>
    <p:notesMasterId xmlns:r="http://schemas.openxmlformats.org/officeDocument/2006/relationships" r:id="R08cf18f82d5044b8"/>
  </p:notesMasterIdLst>
  <p:sldIdLst>
    <p:sldId xmlns:r="http://schemas.openxmlformats.org/officeDocument/2006/relationships" id="256" r:id="R308fddc5d143453a"/>
    <p:sldId xmlns:r="http://schemas.openxmlformats.org/officeDocument/2006/relationships" id="257" r:id="Rbb829b6abfe64f59"/>
    <p:sldId xmlns:r="http://schemas.openxmlformats.org/officeDocument/2006/relationships" id="258" r:id="R6d1ae3cd5cfe4cdd"/>
    <p:sldId xmlns:r="http://schemas.openxmlformats.org/officeDocument/2006/relationships" id="259" r:id="Rbf4bf2cba0464bca"/>
    <p:sldId xmlns:r="http://schemas.openxmlformats.org/officeDocument/2006/relationships" id="260" r:id="R6c50ec0439ce4f25"/>
    <p:sldId xmlns:r="http://schemas.openxmlformats.org/officeDocument/2006/relationships" id="261" r:id="R31a5cfc289c147e3"/>
    <p:sldId xmlns:r="http://schemas.openxmlformats.org/officeDocument/2006/relationships" id="262" r:id="Rd156471c5e254d2a"/>
    <p:sldId xmlns:r="http://schemas.openxmlformats.org/officeDocument/2006/relationships" id="263" r:id="R8f6c7608fe654b4a"/>
    <p:sldId xmlns:r="http://schemas.openxmlformats.org/officeDocument/2006/relationships" id="264" r:id="R3de67c66204447b9"/>
    <p:sldId xmlns:r="http://schemas.openxmlformats.org/officeDocument/2006/relationships" id="265" r:id="R36fa53eacf2b497e"/>
    <p:sldId xmlns:r="http://schemas.openxmlformats.org/officeDocument/2006/relationships" id="266" r:id="Rca97938603d04c69"/>
    <p:sldId xmlns:r="http://schemas.openxmlformats.org/officeDocument/2006/relationships" id="267" r:id="Re6e40ab9005b4555"/>
    <p:sldId xmlns:r="http://schemas.openxmlformats.org/officeDocument/2006/relationships" id="268" r:id="Rd3d76d0cab5a4b0f"/>
    <p:sldId xmlns:r="http://schemas.openxmlformats.org/officeDocument/2006/relationships" id="269" r:id="Rdcf564cc85a548e1"/>
    <p:sldId xmlns:r="http://schemas.openxmlformats.org/officeDocument/2006/relationships" id="270" r:id="Rd8f1f9105a2e406a"/>
    <p:sldId xmlns:r="http://schemas.openxmlformats.org/officeDocument/2006/relationships" id="271" r:id="Ra9f8f1b43275434d"/>
    <p:sldId xmlns:r="http://schemas.openxmlformats.org/officeDocument/2006/relationships" id="272" r:id="Rc00623e634244bb3"/>
    <p:sldId xmlns:r="http://schemas.openxmlformats.org/officeDocument/2006/relationships" id="273" r:id="Rdfde47c2a98a4236"/>
    <p:sldId xmlns:r="http://schemas.openxmlformats.org/officeDocument/2006/relationships" id="274" r:id="Re6c474e8cf14481e"/>
    <p:sldId xmlns:r="http://schemas.openxmlformats.org/officeDocument/2006/relationships" id="275" r:id="Rf6f1c74041fe4d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cf18f82d5044b8" Type="http://schemas.openxmlformats.org/officeDocument/2006/relationships/notesMaster" Target="notesMasters/notesMaster1.xml"/><Relationship Id="R308fddc5d143453a" Type="http://schemas.openxmlformats.org/officeDocument/2006/relationships/slide" Target="slides/slide1.xml"/><Relationship Id="R31a5cfc289c147e3" Type="http://schemas.openxmlformats.org/officeDocument/2006/relationships/slide" Target="slides/slide6.xml"/><Relationship Id="R36fa53eacf2b497e" Type="http://schemas.openxmlformats.org/officeDocument/2006/relationships/slide" Target="slides/slide10.xml"/><Relationship Id="R3b1d9c93547e426f" Type="http://schemas.openxmlformats.org/officeDocument/2006/relationships/presProps" Target="presProps.xml"/><Relationship Id="R3de67c66204447b9" Type="http://schemas.openxmlformats.org/officeDocument/2006/relationships/slide" Target="slides/slide9.xml"/><Relationship Id="R5bd1885577974322" Type="http://schemas.openxmlformats.org/officeDocument/2006/relationships/theme" Target="theme/theme1.xml"/><Relationship Id="R6c50ec0439ce4f25" Type="http://schemas.openxmlformats.org/officeDocument/2006/relationships/slide" Target="slides/slide5.xml"/><Relationship Id="R6d1ae3cd5cfe4cdd" Type="http://schemas.openxmlformats.org/officeDocument/2006/relationships/slide" Target="slides/slide3.xml"/><Relationship Id="R8f6c7608fe654b4a" Type="http://schemas.openxmlformats.org/officeDocument/2006/relationships/slide" Target="slides/slide8.xml"/><Relationship Id="R90362f5dd585431d" Type="http://schemas.openxmlformats.org/officeDocument/2006/relationships/slideMaster" Target="slideMasters/slideMaster1.xml"/><Relationship Id="Ra9f8f1b43275434d" Type="http://schemas.openxmlformats.org/officeDocument/2006/relationships/slide" Target="slides/slide16.xml"/><Relationship Id="Rbb829b6abfe64f59" Type="http://schemas.openxmlformats.org/officeDocument/2006/relationships/slide" Target="slides/slide2.xml"/><Relationship Id="Rbf4bf2cba0464bca" Type="http://schemas.openxmlformats.org/officeDocument/2006/relationships/slide" Target="slides/slide4.xml"/><Relationship Id="Rc00623e634244bb3" Type="http://schemas.openxmlformats.org/officeDocument/2006/relationships/slide" Target="slides/slide17.xml"/><Relationship Id="Rca97938603d04c69" Type="http://schemas.openxmlformats.org/officeDocument/2006/relationships/slide" Target="slides/slide11.xml"/><Relationship Id="Rd156471c5e254d2a" Type="http://schemas.openxmlformats.org/officeDocument/2006/relationships/slide" Target="slides/slide7.xml"/><Relationship Id="Rd3d76d0cab5a4b0f" Type="http://schemas.openxmlformats.org/officeDocument/2006/relationships/slide" Target="slides/slide13.xml"/><Relationship Id="Rd8f1f9105a2e406a" Type="http://schemas.openxmlformats.org/officeDocument/2006/relationships/slide" Target="slides/slide15.xml"/><Relationship Id="Rdcf564cc85a548e1" Type="http://schemas.openxmlformats.org/officeDocument/2006/relationships/slide" Target="slides/slide14.xml"/><Relationship Id="Rdfde47c2a98a4236" Type="http://schemas.openxmlformats.org/officeDocument/2006/relationships/slide" Target="slides/slide18.xml"/><Relationship Id="Re6c474e8cf14481e" Type="http://schemas.openxmlformats.org/officeDocument/2006/relationships/slide" Target="slides/slide19.xml"/><Relationship Id="Re6e40ab9005b4555" Type="http://schemas.openxmlformats.org/officeDocument/2006/relationships/slide" Target="slides/slide12.xml"/><Relationship Id="Rea0ed1aa1e9f4f13" Type="http://schemas.openxmlformats.org/officeDocument/2006/relationships/tableStyles" Target="tableStyles.xml"/><Relationship Id="Rf6f1c74041fe4def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3a33784698b94f1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c17a44d191b4526" Type="http://schemas.openxmlformats.org/officeDocument/2006/relationships/slide" Target="../slides/slide1.xml"/><Relationship Id="Rab2d42bae8f2423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e34663f6b544250" Type="http://schemas.openxmlformats.org/officeDocument/2006/relationships/slide" Target="../slides/slide2.xml"/><Relationship Id="R7e6501ff57234a4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4c0ce6d3a0f49b4" Type="http://schemas.openxmlformats.org/officeDocument/2006/relationships/slide" Target="../slides/slide3.xml"/><Relationship Id="Rcc25d969481c478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4568ad4fb2f46e3" Type="http://schemas.openxmlformats.org/officeDocument/2006/relationships/notesMaster" Target="../notesMasters/notesMaster1.xml"/><Relationship Id="Rb9e4dd1f74d94d1f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aea8127953af4a31" Type="http://schemas.openxmlformats.org/officeDocument/2006/relationships/notesMaster" Target="../notesMasters/notesMaster1.xml"/><Relationship Id="Rb6c17f787dae4f2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f59d83e2844acc" Type="http://schemas.openxmlformats.org/officeDocument/2006/relationships/notesMaster" Target="../notesMasters/notesMaster1.xml"/><Relationship Id="Rfa86bfcda74046e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06892f04176438b" Type="http://schemas.openxmlformats.org/officeDocument/2006/relationships/notesMaster" Target="../notesMasters/notesMaster1.xml"/><Relationship Id="Rb615399bf054434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af712eb105a4c63" Type="http://schemas.openxmlformats.org/officeDocument/2006/relationships/notesMaster" Target="../notesMasters/notesMaster1.xml"/><Relationship Id="R9d7bdfbbf84d4cd8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3bbdfe7b4c44229" Type="http://schemas.openxmlformats.org/officeDocument/2006/relationships/notesMaster" Target="../notesMasters/notesMaster1.xml"/><Relationship Id="Rc144f3be3a7f4d0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084a1fde3d24e7e" Type="http://schemas.openxmlformats.org/officeDocument/2006/relationships/slide" Target="../slides/slide10.xml"/><Relationship Id="Rb5f4cc68aca24c5a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f2b7c73f6f4406c" Type="http://schemas.openxmlformats.org/officeDocument/2006/relationships/slide" Target="../slides/slide11.xml"/><Relationship Id="Rd926e5ef98094f4a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faa7e802dc344710" Type="http://schemas.openxmlformats.org/officeDocument/2006/relationships/notesMaster" Target="../notesMasters/notesMaster1.xml"/><Relationship Id="Rfd48fe30b61f44b8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7dbe26d725c74517" Type="http://schemas.openxmlformats.org/officeDocument/2006/relationships/notesMaster" Target="../notesMasters/notesMaster1.xml"/><Relationship Id="Rd18bf76d87a942e6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7ae01e2e8bf94c4c" Type="http://schemas.openxmlformats.org/officeDocument/2006/relationships/slide" Target="../slides/slide14.xml"/><Relationship Id="Rbfb08b9538c84034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19147c567c84a44" Type="http://schemas.openxmlformats.org/officeDocument/2006/relationships/notesMaster" Target="../notesMasters/notesMaster1.xml"/><Relationship Id="R92862bb126c4430b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3b8ce029f1324945" Type="http://schemas.openxmlformats.org/officeDocument/2006/relationships/notesMaster" Target="../notesMasters/notesMaster1.xml"/><Relationship Id="Rd472f47bc80c4334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031f3ad0f4d490b" Type="http://schemas.openxmlformats.org/officeDocument/2006/relationships/notesMaster" Target="../notesMasters/notesMaster1.xml"/><Relationship Id="Rc5914feaa8b64cba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61e0eda71e904d11" Type="http://schemas.openxmlformats.org/officeDocument/2006/relationships/slide" Target="../slides/slide18.xml"/><Relationship Id="Rfb738281eb144066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c9504e7c3b14755" Type="http://schemas.openxmlformats.org/officeDocument/2006/relationships/notesMaster" Target="../notesMasters/notesMaster1.xml"/><Relationship Id="R437fbe83090c44f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ac256ce62823421d" Type="http://schemas.openxmlformats.org/officeDocument/2006/relationships/slide" Target="../slides/slide20.xml"/><Relationship Id="Rb999a94f10d3497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Both use light as a symbol, or both bring people together.</a:t>
            </a:r>
          </a:p>
          <a:p xmlns:a="http://schemas.openxmlformats.org/drawingml/2006/main">
            <a:r>
              <a:t>Choose: Taking time to remember people and events OR Being thankful. Answer: Taking time to remember people and events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B,C or read one relevant card together. Answer: Respect, gratitude or hope for peace.</a:t>
            </a:r>
          </a:p>
          <a:p xmlns:a="http://schemas.openxmlformats.org/drawingml/2006/main">
            <a:r>
              <a:t>Give a reason when ready. Answer: No. People of all worldviews remember.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One shared value is ___. It matters because ___.</a:t>
            </a:r>
          </a:p>
          <a:p xmlns:a="http://schemas.openxmlformats.org/drawingml/2006/main">
            <a:r>
              <a:t>Inspect each card, then match each action to a value. Explain using a named detail.</a:t>
            </a:r>
          </a:p>
          <a:p xmlns:a="http://schemas.openxmlformats.org/drawingml/2006/main">
            <a:r>
              <a:t>Explain how a religious and a non-religious person can share a value for different reasons.</a:t>
            </a:r>
          </a:p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Reading out the names on a memorial — Respect — Card B: naming people honours them.</a:t>
            </a:r>
          </a:p>
          <a:p xmlns:a="http://schemas.openxmlformats.org/drawingml/2006/main">
            <a:r>
              <a:t>Thinking about how to prevent war — Peace — Card C: Dan reflects on preventing war.</a:t>
            </a:r>
          </a:p>
          <a:p xmlns:a="http://schemas.openxmlformats.org/drawingml/2006/main">
            <a:r>
              <a:t>Keeping two minutes of silence — Gratitude and respect — Card A: silence is kept to remember.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One shared value is ___. It matters because ___. Complete the organiser one space at a time. One shared value is ___. It matters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shared value is ___. It matters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a religious and a non-religious person can share a value for different reasons.</a:t>
            </a:r>
          </a:p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Respect, gratitude or hope for peace.</a:t>
            </a:r>
          </a:p>
          <a:p xmlns:a="http://schemas.openxmlformats.org/drawingml/2006/main">
            <a:r>
              <a:t>No. People of all worldviews remember.</a:t>
            </a:r>
          </a:p>
          <a:p xmlns:a="http://schemas.openxmlformats.org/drawingml/2006/main">
            <a:r>
              <a:t>Support: One shared value is ___. It matters because ___.</a:t>
            </a:r>
          </a:p>
          <a:p xmlns:a="http://schemas.openxmlformats.org/drawingml/2006/main">
            <a:r>
              <a:t>Extension: Explain how a religious and a non-religious person can share a value for different reasons.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reflection naming one shared value and why it matters.</a:t>
            </a:r>
          </a:p>
          <a:p xmlns:a="http://schemas.openxmlformats.org/drawingml/2006/main">
            <a:r>
              <a:t>No personal bereavement disclosure; third-person examples; word/symbol choice; audio or scribed response; quiet alternative available.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  <a:p xmlns:a="http://schemas.openxmlformats.org/drawingml/2006/main">
            <a:r>
              <a:t>Humanists UK explanation of Humanism: https://humanists.uk/humanism/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e73c4202c104fb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04892151fc94e50" Type="http://schemas.openxmlformats.org/officeDocument/2006/relationships/slideLayout" Target="../slideLayouts/slideLayout1.xml"/><Relationship Id="Rc672679eb1a9472c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4892151fc94e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c09bf18736d4f07" Type="http://schemas.openxmlformats.org/officeDocument/2006/relationships/notesSlide" Target="../notesSlides/notesSlide1.xml"/><Relationship Id="Rc976ffe967a54ee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413dea6c0a34b60" Type="http://schemas.openxmlformats.org/officeDocument/2006/relationships/notesSlide" Target="../notesSlides/notesSlide2.xml"/><Relationship Id="Re2d3ae5c46eb44bf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ffe13b3abb24e9e" Type="http://schemas.openxmlformats.org/officeDocument/2006/relationships/slideLayout" Target="../slideLayouts/slideLayout1.xml"/><Relationship Id="R7c2e3c78713d4e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c47676ec0cc34700" Type="http://schemas.openxmlformats.org/officeDocument/2006/relationships/notesSlide" Target="../notesSlides/notesSlide4.xml"/><Relationship Id="Rd506a04bf26a416c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874fbd60115d4bb5" Type="http://schemas.openxmlformats.org/officeDocument/2006/relationships/image" Target="../media/image.png"/><Relationship Id="Rc4ab2b81d7b04819" Type="http://schemas.openxmlformats.org/officeDocument/2006/relationships/slideLayout" Target="../slideLayouts/slideLayout1.xml"/><Relationship Id="Rd61416568db04a0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a8318e6367e4786" Type="http://schemas.openxmlformats.org/officeDocument/2006/relationships/slideLayout" Target="../slideLayouts/slideLayout1.xml"/><Relationship Id="Rdc56642d148c416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55cbbb7ae3b14851" Type="http://schemas.openxmlformats.org/officeDocument/2006/relationships/notesSlide" Target="../notesSlides/notesSlide7.xml"/><Relationship Id="Rb6106a0478254c17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14ba382d8bb4176" Type="http://schemas.openxmlformats.org/officeDocument/2006/relationships/notesSlide" Target="../notesSlides/notesSlide8.xml"/><Relationship Id="Re5bf647f11d840e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66cb285fdaec44e4" Type="http://schemas.openxmlformats.org/officeDocument/2006/relationships/notesSlide" Target="../notesSlides/notesSlide9.xml"/><Relationship Id="Ra0c2b10cb691439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7c175542d31455b" Type="http://schemas.openxmlformats.org/officeDocument/2006/relationships/notesSlide" Target="../notesSlides/notesSlide10.xml"/><Relationship Id="R4995bb9d805f445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e4c76c6ee184b1a" Type="http://schemas.openxmlformats.org/officeDocument/2006/relationships/slideLayout" Target="../slideLayouts/slideLayout1.xml"/><Relationship Id="R25ac287d9c9546f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7c5d653880f84b2a" Type="http://schemas.openxmlformats.org/officeDocument/2006/relationships/slideLayout" Target="../slideLayouts/slideLayout1.xml"/><Relationship Id="Rd690cf522267477e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d31f1ac937a44b55" Type="http://schemas.openxmlformats.org/officeDocument/2006/relationships/notesSlide" Target="../notesSlides/notesSlide13.xml"/><Relationship Id="Re78dd6eb426e4d75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bbdd23882c04862" Type="http://schemas.openxmlformats.org/officeDocument/2006/relationships/notesSlide" Target="../notesSlides/notesSlide14.xml"/><Relationship Id="R531411e1d7014f0e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c077da9150e4539" Type="http://schemas.openxmlformats.org/officeDocument/2006/relationships/slideLayout" Target="../slideLayouts/slideLayout1.xml"/><Relationship Id="Rd2312795c49c43bc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3547a64881a4cf4" Type="http://schemas.openxmlformats.org/officeDocument/2006/relationships/slideLayout" Target="../slideLayouts/slideLayout1.xml"/><Relationship Id="R310f3aac15374551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9dafb744245f4060" Type="http://schemas.openxmlformats.org/officeDocument/2006/relationships/slideLayout" Target="../slideLayouts/slideLayout1.xml"/><Relationship Id="Reb5c78ac98f44cac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64f643d3510a4d90" Type="http://schemas.openxmlformats.org/officeDocument/2006/relationships/slideLayout" Target="../slideLayouts/slideLayout1.xml"/><Relationship Id="Rc03de86d1c0c437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6ed9a7fb4c24390" Type="http://schemas.openxmlformats.org/officeDocument/2006/relationships/slideLayout" Target="../slideLayouts/slideLayout1.xml"/><Relationship Id="Rc760413d36d54aaa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5e38572972d94d3c" Type="http://schemas.openxmlformats.org/officeDocument/2006/relationships/notesSlide" Target="../notesSlides/notesSlide20.xml"/><Relationship Id="Rba85dd6bebdb473c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3ED14-0EDA-40F2-A5B3-1F1094A3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Remembrance and shared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98ECF-FB1C-47E1-9A51-348D97F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E79F3-45E8-4428-8015-11FE8073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shared value connected to remembrance and respect.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3182F-2139-4B6A-A31D-3503D0CC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1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63B1E-44E9-4408-A3E2-424830DB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9422098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189B6-DBF1-43CF-BA13-4AB709E4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7FD49-EBD4-4545-A5E0-8493D7CE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79505-8E76-41EF-9157-41292952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Give one similarity between two festivals of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842D1-CC59-40C5-B3FA-EF192E2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remembrance?</a:t>
            </a:r>
          </a:p>
        </p:txBody>
      </p:sp>
    </p:spTree>
    <p:extLst>
      <p:ext uri="{BB962C8B-B14F-4D97-AF65-F5344CB8AC3E}">
        <p14:creationId xmlns:p14="http://schemas.microsoft.com/office/powerpoint/2010/main" val="596951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D5C68-DEFC-4A3B-B123-085ADD6F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A07E2-7534-4B6A-845B-D5FA8E5D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53261-39AC-4A97-83D1-5AD1895A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Name one value that Ruth and Dan share.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AFF3B-071B-4612-BBBB-36141FDF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 people have to be religious to take part in remembrance?</a:t>
            </a:r>
          </a:p>
        </p:txBody>
      </p:sp>
    </p:spTree>
    <p:extLst>
      <p:ext uri="{BB962C8B-B14F-4D97-AF65-F5344CB8AC3E}">
        <p14:creationId xmlns:p14="http://schemas.microsoft.com/office/powerpoint/2010/main" val="12885797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9FDA6-8477-471D-99DD-BF7485EA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F193B-5173-458B-B720-D0B6E950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8F6F8-02C0-4AE3-90B1-00916F5B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remembrance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Taking time to remember people and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90BE2-8926-481B-95A8-C9370096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gratitude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Being thankful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230F7-A30A-4754-9E07-A5F0AFBA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shared value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people of different worldviews agree is important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71427-0FDE-4FE0-A622-ED0B831F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reflection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Quiet thinking about something that matters</a:t>
            </a:r>
          </a:p>
        </p:txBody>
      </p:sp>
    </p:spTree>
    <p:extLst>
      <p:ext uri="{BB962C8B-B14F-4D97-AF65-F5344CB8AC3E}">
        <p14:creationId xmlns:p14="http://schemas.microsoft.com/office/powerpoint/2010/main" val="599798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E021D-A9E1-45C1-B278-70ADEED1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187B7-CDB5-4748-9632-B178FE9F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fbd60115d4bb5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0935A-E4AF-4528-BCFA-FCC16C44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do people remember?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EE03B-230D-4E51-A186-BCE4E6F9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reason. Talk about which matter most.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DEE01-A69B-4AA6-A3B8-D3AEDDC8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One shared value is ___. It matters because ___.</a:t>
            </a:r>
          </a:p>
        </p:txBody>
      </p:sp>
    </p:spTree>
    <p:extLst>
      <p:ext uri="{BB962C8B-B14F-4D97-AF65-F5344CB8AC3E}">
        <p14:creationId xmlns:p14="http://schemas.microsoft.com/office/powerpoint/2010/main" val="1915274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0D32D-7F4E-4A6D-AF59-7F974039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7A66B-6E29-4CAC-9A2D-4A15133C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ADAA9-1324-499E-AFE8-2ED72FD3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Name one value that Ruth and Dan share.</a:t>
            </a:r>
          </a:p>
        </p:txBody>
      </p:sp>
    </p:spTree>
    <p:extLst>
      <p:ext uri="{BB962C8B-B14F-4D97-AF65-F5344CB8AC3E}">
        <p14:creationId xmlns:p14="http://schemas.microsoft.com/office/powerpoint/2010/main" val="1130763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ABB77-1AD2-4DBC-A8CA-E73BA02A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389C4-EFCD-41DF-923D-C2EC0EE4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1E4CF-5972-4F64-AE06-2D6F0A60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A religious response: Fictional profile: Ruth is Christian. At her church service people pray for peace and read out names from the village memorial. C A non-religious response: Fictional profile: Dan is a Humanist. He stands in silence at the town memorial and thinks about how to prevent war.</a:t>
            </a:r>
          </a:p>
        </p:txBody>
      </p:sp>
    </p:spTree>
    <p:extLst>
      <p:ext uri="{BB962C8B-B14F-4D97-AF65-F5344CB8AC3E}">
        <p14:creationId xmlns:p14="http://schemas.microsoft.com/office/powerpoint/2010/main" val="1799168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CE08D-04CA-4594-9EC9-112642F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250AC-6D5D-47B4-A4E8-A0B81B30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7F611-AA4E-4471-A36E-673D55A4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Respect, gratitude or hope for peace.</a:t>
            </a:r>
          </a:p>
        </p:txBody>
      </p:sp>
    </p:spTree>
    <p:extLst>
      <p:ext uri="{BB962C8B-B14F-4D97-AF65-F5344CB8AC3E}">
        <p14:creationId xmlns:p14="http://schemas.microsoft.com/office/powerpoint/2010/main" val="527928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DEDAF-E73C-47A3-9084-033BC217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F1003-B0CA-475B-A41B-CECF944E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F2FCD-8826-47A9-95FF-BA92268B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 people have to be religious to take part in remembrance? No. People of all worldviews remember.</a:t>
            </a:r>
          </a:p>
        </p:txBody>
      </p:sp>
    </p:spTree>
    <p:extLst>
      <p:ext uri="{BB962C8B-B14F-4D97-AF65-F5344CB8AC3E}">
        <p14:creationId xmlns:p14="http://schemas.microsoft.com/office/powerpoint/2010/main" val="17900908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9FAD5-383E-48A1-8EC2-A41C993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45E79-53FE-43B6-B418-BA53846B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28632-F00B-4A94-ABEA-E8261043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Inspect each card, then match each action to a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2504E-AC36-45C4-A395-81C04FD8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a value that Ruth and Dan share.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F638B-EF4D-44BE-B2DE-11284974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9284952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909E8-B16B-4ABD-A563-FC95A114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B2ACD-B0F2-4BB3-B85C-F7F47C69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7CD80-8C71-4D9A-95E8-094575C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Reading out the names on a memorial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5BB07-BFAD-430B-BFF0-C5BA17B8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Thinking about how to prevent war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7B6FE-04DF-434E-AABB-A573F359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Keeping two minutes of silence</a:t>
            </a:r>
          </a:p>
        </p:txBody>
      </p:sp>
    </p:spTree>
    <p:extLst>
      <p:ext uri="{BB962C8B-B14F-4D97-AF65-F5344CB8AC3E}">
        <p14:creationId xmlns:p14="http://schemas.microsoft.com/office/powerpoint/2010/main" val="3311259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DF15A-79CB-4408-B52E-45230F8F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B478A-62E1-45E9-9651-ADF90165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872B8-6637-4927-A3A8-114202C2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value card: respect, gratitude or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0BB3C-EB8D-4B90-AA1C-DEEB402F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symbol or word to the reflection sheet.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92E8D-50BA-45BA-85B9-30122328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why it matters, or point to the reason card.</a:t>
            </a:r>
          </a:p>
        </p:txBody>
      </p:sp>
    </p:spTree>
    <p:extLst>
      <p:ext uri="{BB962C8B-B14F-4D97-AF65-F5344CB8AC3E}">
        <p14:creationId xmlns:p14="http://schemas.microsoft.com/office/powerpoint/2010/main" val="10687421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E33AE-F9B7-4751-8874-DE9BF9E8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D5E17-3AFC-4B42-8312-7981810D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32437-198A-4773-9141-90F4DB6B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remembrance reflection using words or symbols.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C1373-5533-4B5D-830F-07A74D00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shared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32103-A4A8-4236-9946-B0D1B834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it matters.</a:t>
            </a:r>
          </a:p>
        </p:txBody>
      </p:sp>
    </p:spTree>
    <p:extLst>
      <p:ext uri="{BB962C8B-B14F-4D97-AF65-F5344CB8AC3E}">
        <p14:creationId xmlns:p14="http://schemas.microsoft.com/office/powerpoint/2010/main" val="310165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F88FE-A662-4D97-AA23-7B6EC3D6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3509C-C00E-48D2-9232-5F437046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936F3-C1C5-46AF-B56E-56AEFD11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reflection that names a shared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0C03-E4A4-4419-AB2D-88ED967C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Ruth and Dan each show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012B1-5B30-4E69-A744-6B91C285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shared values help a community.</a:t>
            </a:r>
          </a:p>
        </p:txBody>
      </p:sp>
    </p:spTree>
    <p:extLst>
      <p:ext uri="{BB962C8B-B14F-4D97-AF65-F5344CB8AC3E}">
        <p14:creationId xmlns:p14="http://schemas.microsoft.com/office/powerpoint/2010/main" val="19807477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DE515-EF60-4CE9-B58E-2D5BC2AC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787BD-48A0-4A48-A951-80C326AA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897EC-9F83-4F35-AB43-8C9905C9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reflection naming one shared value and why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868FC-39C5-49A4-9D08-45F48150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8B0DE-B83D-42B2-90AD-B1FA8A9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120120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BE407-6BBA-4BE3-A925-DA213634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20B84-7DD2-4AD6-9B1A-BE49A814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19319-D3F0-4B95-9FB6-252DAC7C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value that Ruth and Dan share.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108F8-C991-441C-85F2-879C0AC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 people have to be religious to take part in remembrance?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E0F71-F5AC-48E9-BA60-B6D1DC51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6064490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8319A-2E3B-4BFB-A616-706C7CA2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Remembrance in the UK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70040-13B5-4846-A586-F252728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15FA2-360E-409F-8A1F-1AFC6D7A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11 November and Remembrance Sunday many people keep two minutes of silence and wear a poppy to remember people who died in wars.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953AE-E6C5-4117-9AEB-32667C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Royal British Legion, The poppy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B9FC7-66D4-434F-847F-20B7C059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Wearing a poppy is a personal choice. People hold different views.</a:t>
            </a:r>
          </a:p>
        </p:txBody>
      </p:sp>
    </p:spTree>
    <p:extLst>
      <p:ext uri="{BB962C8B-B14F-4D97-AF65-F5344CB8AC3E}">
        <p14:creationId xmlns:p14="http://schemas.microsoft.com/office/powerpoint/2010/main" val="14912444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74B94-E025-4285-9411-F471CE12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A religious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D46B4-A00A-4023-B4A1-E95ED6DD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EDBB2-6940-4435-A622-546C8943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Ruth is Christian. At her church service people pray for peace and read out names from the village memorial.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85342-2173-4170-A8B5-FB156446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F154E-98DC-49A0-9028-353F10FC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7414198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F80EC-57F9-4B66-9E29-B2ABDEFA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A non-religious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57B1D-46D3-42F0-B354-AEADA4DB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DF95A-725C-475D-8E15-9D7546BB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Dan is a Humanist. He stands in silence at the town memorial and thinks about how to prevent war.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DD9C7-51A8-4787-B35E-44A78D0E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C36B8-37BE-465E-B11B-9A744CAA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21187998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4FC55-3AA5-4187-9306-ABA7E99E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Shared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F0E81-A7EE-478D-9A54-9F662BB8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27E9B-17D1-4C9F-BA06-E5187910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Ruth and Dan believe different things. Both show respect, gratitude and a hope for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D691B-9FF0-49D8-8B35-27643D1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C970F-636B-409F-BEC1-5C347D6D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Sharing values does not make two worldviews the same.</a:t>
            </a:r>
          </a:p>
        </p:txBody>
      </p:sp>
    </p:spTree>
    <p:extLst>
      <p:ext uri="{BB962C8B-B14F-4D97-AF65-F5344CB8AC3E}">
        <p14:creationId xmlns:p14="http://schemas.microsoft.com/office/powerpoint/2010/main" val="1475132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2026-09-19T18:22:11.4370000Z</dcterms:created>
  <dcterms:modified xsi:type="dcterms:W3CDTF">2026-09-19T18:22:11.4370000Z</dcterms:modified>
</coreProperties>
</file>