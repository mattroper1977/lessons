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d0861fd905744763" Type="http://schemas.openxmlformats.org/package/2006/relationships/metadata/core-properties" Target="docProps/core.xml"/><Relationship Id="Rd50fe33062564e3c" Type="http://schemas.openxmlformats.org/officeDocument/2006/relationships/officeDocument" Target="ppt/presentation.xml"/><Relationship Id="Red783b415a104000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ff6796dbcf4363"/>
  </p:sldMasterIdLst>
  <p:notesMasterIdLst>
    <p:notesMasterId xmlns:r="http://schemas.openxmlformats.org/officeDocument/2006/relationships" r:id="R4f8d6033bf214fd8"/>
  </p:notesMasterIdLst>
  <p:sldIdLst>
    <p:sldId xmlns:r="http://schemas.openxmlformats.org/officeDocument/2006/relationships" id="256" r:id="R40da352e9f5d4b16"/>
    <p:sldId xmlns:r="http://schemas.openxmlformats.org/officeDocument/2006/relationships" id="257" r:id="Rb6479bb786fc4460"/>
    <p:sldId xmlns:r="http://schemas.openxmlformats.org/officeDocument/2006/relationships" id="258" r:id="Rcbc98d36492d43be"/>
    <p:sldId xmlns:r="http://schemas.openxmlformats.org/officeDocument/2006/relationships" id="259" r:id="R7d4bbee42afd4af0"/>
    <p:sldId xmlns:r="http://schemas.openxmlformats.org/officeDocument/2006/relationships" id="260" r:id="R2bc97e14cc3a4686"/>
    <p:sldId xmlns:r="http://schemas.openxmlformats.org/officeDocument/2006/relationships" id="261" r:id="R14df12001c7b4448"/>
    <p:sldId xmlns:r="http://schemas.openxmlformats.org/officeDocument/2006/relationships" id="262" r:id="R19f855b81b1c4a7b"/>
    <p:sldId xmlns:r="http://schemas.openxmlformats.org/officeDocument/2006/relationships" id="263" r:id="Rb266923dd5b842f3"/>
    <p:sldId xmlns:r="http://schemas.openxmlformats.org/officeDocument/2006/relationships" id="264" r:id="Rfc1f204c28f443a4"/>
    <p:sldId xmlns:r="http://schemas.openxmlformats.org/officeDocument/2006/relationships" id="265" r:id="R3f793d1d51664b55"/>
    <p:sldId xmlns:r="http://schemas.openxmlformats.org/officeDocument/2006/relationships" id="266" r:id="R135e33243cc44ffc"/>
    <p:sldId xmlns:r="http://schemas.openxmlformats.org/officeDocument/2006/relationships" id="267" r:id="R99c8d44c0ba34dc8"/>
    <p:sldId xmlns:r="http://schemas.openxmlformats.org/officeDocument/2006/relationships" id="268" r:id="R7e474e72fb6d4603"/>
    <p:sldId xmlns:r="http://schemas.openxmlformats.org/officeDocument/2006/relationships" id="269" r:id="R09af94194dbe43ee"/>
    <p:sldId xmlns:r="http://schemas.openxmlformats.org/officeDocument/2006/relationships" id="270" r:id="Rb86946db619046db"/>
    <p:sldId xmlns:r="http://schemas.openxmlformats.org/officeDocument/2006/relationships" id="271" r:id="Rae754e332fee41e2"/>
    <p:sldId xmlns:r="http://schemas.openxmlformats.org/officeDocument/2006/relationships" id="272" r:id="R9f962ba5c0534c66"/>
    <p:sldId xmlns:r="http://schemas.openxmlformats.org/officeDocument/2006/relationships" id="273" r:id="Rcc35f06b81994eed"/>
    <p:sldId xmlns:r="http://schemas.openxmlformats.org/officeDocument/2006/relationships" id="274" r:id="Re991e2407fcc44aa"/>
    <p:sldId xmlns:r="http://schemas.openxmlformats.org/officeDocument/2006/relationships" id="275" r:id="Ref140d8926ae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9af94194dbe43ee" Type="http://schemas.openxmlformats.org/officeDocument/2006/relationships/slide" Target="slides/slide14.xml"/><Relationship Id="R135e33243cc44ffc" Type="http://schemas.openxmlformats.org/officeDocument/2006/relationships/slide" Target="slides/slide11.xml"/><Relationship Id="R14df12001c7b4448" Type="http://schemas.openxmlformats.org/officeDocument/2006/relationships/slide" Target="slides/slide6.xml"/><Relationship Id="R19f855b81b1c4a7b" Type="http://schemas.openxmlformats.org/officeDocument/2006/relationships/slide" Target="slides/slide7.xml"/><Relationship Id="R2064f78bcccb4ca7" Type="http://schemas.openxmlformats.org/officeDocument/2006/relationships/presProps" Target="presProps.xml"/><Relationship Id="R21d6f57472e24c5f" Type="http://schemas.openxmlformats.org/officeDocument/2006/relationships/tableStyles" Target="tableStyles.xml"/><Relationship Id="R2bc97e14cc3a4686" Type="http://schemas.openxmlformats.org/officeDocument/2006/relationships/slide" Target="slides/slide5.xml"/><Relationship Id="R3f793d1d51664b55" Type="http://schemas.openxmlformats.org/officeDocument/2006/relationships/slide" Target="slides/slide10.xml"/><Relationship Id="R40da352e9f5d4b16" Type="http://schemas.openxmlformats.org/officeDocument/2006/relationships/slide" Target="slides/slide1.xml"/><Relationship Id="R4f8d6033bf214fd8" Type="http://schemas.openxmlformats.org/officeDocument/2006/relationships/notesMaster" Target="notesMasters/notesMaster1.xml"/><Relationship Id="R6b706a4e4cec47c2" Type="http://schemas.openxmlformats.org/officeDocument/2006/relationships/theme" Target="theme/theme1.xml"/><Relationship Id="R7d4bbee42afd4af0" Type="http://schemas.openxmlformats.org/officeDocument/2006/relationships/slide" Target="slides/slide4.xml"/><Relationship Id="R7e474e72fb6d4603" Type="http://schemas.openxmlformats.org/officeDocument/2006/relationships/slide" Target="slides/slide13.xml"/><Relationship Id="R99c8d44c0ba34dc8" Type="http://schemas.openxmlformats.org/officeDocument/2006/relationships/slide" Target="slides/slide12.xml"/><Relationship Id="R9f962ba5c0534c66" Type="http://schemas.openxmlformats.org/officeDocument/2006/relationships/slide" Target="slides/slide17.xml"/><Relationship Id="Rae754e332fee41e2" Type="http://schemas.openxmlformats.org/officeDocument/2006/relationships/slide" Target="slides/slide16.xml"/><Relationship Id="Rb266923dd5b842f3" Type="http://schemas.openxmlformats.org/officeDocument/2006/relationships/slide" Target="slides/slide8.xml"/><Relationship Id="Rb6479bb786fc4460" Type="http://schemas.openxmlformats.org/officeDocument/2006/relationships/slide" Target="slides/slide2.xml"/><Relationship Id="Rb86946db619046db" Type="http://schemas.openxmlformats.org/officeDocument/2006/relationships/slide" Target="slides/slide15.xml"/><Relationship Id="Rbeff6796dbcf4363" Type="http://schemas.openxmlformats.org/officeDocument/2006/relationships/slideMaster" Target="slideMasters/slideMaster1.xml"/><Relationship Id="Rcbc98d36492d43be" Type="http://schemas.openxmlformats.org/officeDocument/2006/relationships/slide" Target="slides/slide3.xml"/><Relationship Id="Rcc35f06b81994eed" Type="http://schemas.openxmlformats.org/officeDocument/2006/relationships/slide" Target="slides/slide18.xml"/><Relationship Id="Re991e2407fcc44aa" Type="http://schemas.openxmlformats.org/officeDocument/2006/relationships/slide" Target="slides/slide19.xml"/><Relationship Id="Ref140d8926ae4b91" Type="http://schemas.openxmlformats.org/officeDocument/2006/relationships/slide" Target="slides/slide20.xml"/><Relationship Id="Rfc1f204c28f443a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187a74a178de48d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2859a1e573e4b1f" Type="http://schemas.openxmlformats.org/officeDocument/2006/relationships/slide" Target="../slides/slide1.xml"/><Relationship Id="Rd4d437f50b3a4eb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188637a3dc042ae" Type="http://schemas.openxmlformats.org/officeDocument/2006/relationships/notesMaster" Target="../notesMasters/notesMaster1.xml"/><Relationship Id="R4d69d0e2f0de4f0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d8642bb5ab345ad" Type="http://schemas.openxmlformats.org/officeDocument/2006/relationships/slide" Target="../slides/slide3.xml"/><Relationship Id="R8fde25d07a994adf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ba151561c0e406c" Type="http://schemas.openxmlformats.org/officeDocument/2006/relationships/slide" Target="../slides/slide4.xml"/><Relationship Id="R9f9c33e29629442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dc7e5b9ae48424f" Type="http://schemas.openxmlformats.org/officeDocument/2006/relationships/slide" Target="../slides/slide5.xml"/><Relationship Id="Rded0bc45203c445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6af826505a043bf" Type="http://schemas.openxmlformats.org/officeDocument/2006/relationships/slide" Target="../slides/slide6.xml"/><Relationship Id="R894f6a0a1b1e430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3d963526684079" Type="http://schemas.openxmlformats.org/officeDocument/2006/relationships/slide" Target="../slides/slide7.xml"/><Relationship Id="Rc1e07128b9dd4fc4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dcc1a8e3fc85429c" Type="http://schemas.openxmlformats.org/officeDocument/2006/relationships/notesMaster" Target="../notesMasters/notesMaster1.xml"/><Relationship Id="Rdfe917df2443485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e2ea20fb60349d0" Type="http://schemas.openxmlformats.org/officeDocument/2006/relationships/notesMaster" Target="../notesMasters/notesMaster1.xml"/><Relationship Id="Rab5ae3278e004768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900fc8a829874465" Type="http://schemas.openxmlformats.org/officeDocument/2006/relationships/slide" Target="../slides/slide10.xml"/><Relationship Id="Re318778a80494374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a482412bd83e438b" Type="http://schemas.openxmlformats.org/officeDocument/2006/relationships/slide" Target="../slides/slide11.xml"/><Relationship Id="Rb1eacc0d45a1410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9e51d9f898d403e" Type="http://schemas.openxmlformats.org/officeDocument/2006/relationships/notesMaster" Target="../notesMasters/notesMaster1.xml"/><Relationship Id="Ra5a2a4c7ed5b47c3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83248baf0f0c46fc" Type="http://schemas.openxmlformats.org/officeDocument/2006/relationships/notesMaster" Target="../notesMasters/notesMaster1.xml"/><Relationship Id="Ra6c0144b15634066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45baac8d57ee4c9f" Type="http://schemas.openxmlformats.org/officeDocument/2006/relationships/slide" Target="../slides/slide14.xml"/><Relationship Id="R813b41b49c0b4218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e79790abc8648e1" Type="http://schemas.openxmlformats.org/officeDocument/2006/relationships/slide" Target="../slides/slide15.xml"/><Relationship Id="R6d8016e23199437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88076925c37e4ab8" Type="http://schemas.openxmlformats.org/officeDocument/2006/relationships/notesMaster" Target="../notesMasters/notesMaster1.xml"/><Relationship Id="Rc2049b2f3c5d418c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8c6f383548eb4d80" Type="http://schemas.openxmlformats.org/officeDocument/2006/relationships/slide" Target="../slides/slide17.xml"/><Relationship Id="Rdfc4bb301c8b47bf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8e613f93bb53477e" Type="http://schemas.openxmlformats.org/officeDocument/2006/relationships/slide" Target="../slides/slide18.xml"/><Relationship Id="Rca7ff93db8e94a7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223e161c0f5410c" Type="http://schemas.openxmlformats.org/officeDocument/2006/relationships/notesMaster" Target="../notesMasters/notesMaster1.xml"/><Relationship Id="R580607dd801b4860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3bc55d1f1e004973" Type="http://schemas.openxmlformats.org/officeDocument/2006/relationships/notesMaster" Target="../notesMasters/notesMaster1.xml"/><Relationship Id="R40445022d7734433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Any two, for example Christianity and Humanism.</a:t>
            </a:r>
          </a:p>
          <a:p xmlns:a="http://schemas.openxmlformats.org/drawingml/2006/main">
            <a:r>
              <a:t>Choose: Who a person is and how they see themselves OR To have an effect on something. Answer: Who a person is and how they see themselves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Generosity: caring for those in need.</a:t>
            </a:r>
          </a:p>
          <a:p xmlns:a="http://schemas.openxmlformats.org/drawingml/2006/main">
            <a:r>
              <a:t>Give a reason when ready. Answer: No. Family, friends, place and culture also shape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Belief can shape identity by ___.</a:t>
            </a:r>
          </a:p>
          <a:p xmlns:a="http://schemas.openxmlformats.org/drawingml/2006/main">
            <a:r>
              <a:t>Decide whether each statement is a belief, a value or a choice. Explain using a named detail.</a:t>
            </a:r>
          </a:p>
          <a:p xmlns:a="http://schemas.openxmlformats.org/drawingml/2006/main">
            <a:r>
              <a:t>Explain why two people with the same belief might make different choices.</a:t>
            </a:r>
          </a:p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“God asks people to care for those in need.” — Belief — It is something Imran holds to be true.</a:t>
            </a:r>
          </a:p>
          <a:p xmlns:a="http://schemas.openxmlformats.org/drawingml/2006/main">
            <a:r>
              <a:t>Generosity matters to him — Value — It is what he thinks is important.</a:t>
            </a:r>
          </a:p>
          <a:p xmlns:a="http://schemas.openxmlformats.org/drawingml/2006/main">
            <a:r>
              <a:t>Helps at the food bank each week — Choice — It is what he decides to do.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Belief can shape identity by ___. Complete the organiser one space at a time. Belief can shape identity by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Belief can shape identity by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two people with the same belief might make different choices.</a:t>
            </a:r>
          </a:p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Generosity: caring for those in need.</a:t>
            </a:r>
          </a:p>
          <a:p xmlns:a="http://schemas.openxmlformats.org/drawingml/2006/main">
            <a:r>
              <a:t>No. Family, friends, place and culture also shape identity.</a:t>
            </a:r>
          </a:p>
          <a:p xmlns:a="http://schemas.openxmlformats.org/drawingml/2006/main">
            <a:r>
              <a:t>Support: Belief can shape identity by ___.</a:t>
            </a:r>
          </a:p>
          <a:p xmlns:a="http://schemas.openxmlformats.org/drawingml/2006/main">
            <a:r>
              <a:t>Extension: Explain why two people with the same belief might make different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identity-influence chain for one profile.</a:t>
            </a:r>
          </a:p>
          <a:p xmlns:a="http://schemas.openxmlformats.org/drawingml/2006/main">
            <a:r>
              <a:t>Colour-coded profile; reduced reading; sentence frame; verbal answer accepted; scribe/typing; extension through explanation rather than length.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d9a0009d726406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44bf38fc9134c2a" Type="http://schemas.openxmlformats.org/officeDocument/2006/relationships/slideLayout" Target="../slideLayouts/slideLayout1.xml"/><Relationship Id="Ra74be7b51b1e486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4bf38fc913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b04e2d8508242e4" Type="http://schemas.openxmlformats.org/officeDocument/2006/relationships/slideLayout" Target="../slideLayouts/slideLayout1.xml"/><Relationship Id="R685e0dd8e9b548d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c971d04aca841fe" Type="http://schemas.openxmlformats.org/officeDocument/2006/relationships/slideLayout" Target="../slideLayouts/slideLayout1.xml"/><Relationship Id="Rdf9503d9bb954d9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a6ac3cc7da0c4b39" Type="http://schemas.openxmlformats.org/officeDocument/2006/relationships/slideLayout" Target="../slideLayouts/slideLayout1.xml"/><Relationship Id="Rdc4c73a59ba4403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71ae9f051e4f4659" Type="http://schemas.openxmlformats.org/officeDocument/2006/relationships/slideLayout" Target="../slideLayouts/slideLayout1.xml"/><Relationship Id="R83ffecf9d74644e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7fff81aebf24838" Type="http://schemas.openxmlformats.org/officeDocument/2006/relationships/slideLayout" Target="../slideLayouts/slideLayout1.xml"/><Relationship Id="Rc0fbfb7ec3de4827" Type="http://schemas.openxmlformats.org/officeDocument/2006/relationships/notesSlide" Target="../notesSlides/notesSlide5.xml"/><Relationship Id="Rf385a1171f994d5a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2aac45eeed314356" Type="http://schemas.openxmlformats.org/officeDocument/2006/relationships/notesSlide" Target="../notesSlides/notesSlide6.xml"/><Relationship Id="Rcd41a9bd4e5c4a4b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b284e92f15a4406" Type="http://schemas.openxmlformats.org/officeDocument/2006/relationships/slideLayout" Target="../slideLayouts/slideLayout1.xml"/><Relationship Id="Rbd2b343ed941481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885f4842f102448c" Type="http://schemas.openxmlformats.org/officeDocument/2006/relationships/notesSlide" Target="../notesSlides/notesSlide8.xml"/><Relationship Id="Rea8f99d435444ae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9d1aec2da8e417e" Type="http://schemas.openxmlformats.org/officeDocument/2006/relationships/slideLayout" Target="../slideLayouts/slideLayout1.xml"/><Relationship Id="Raa40dbdf31b144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ba7a2961a314ea8" Type="http://schemas.openxmlformats.org/officeDocument/2006/relationships/slideLayout" Target="../slideLayouts/slideLayout1.xml"/><Relationship Id="R6e678d81d9654eb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3bcb8d48afe4812" Type="http://schemas.openxmlformats.org/officeDocument/2006/relationships/slideLayout" Target="../slideLayouts/slideLayout1.xml"/><Relationship Id="Rcc817f8beba34eb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5ca9ec79f7e4691" Type="http://schemas.openxmlformats.org/officeDocument/2006/relationships/notesSlide" Target="../notesSlides/notesSlide12.xml"/><Relationship Id="R7dc13a9ddb474e36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d9dc7ac8a0443c6" Type="http://schemas.openxmlformats.org/officeDocument/2006/relationships/notesSlide" Target="../notesSlides/notesSlide13.xml"/><Relationship Id="R8e569a4e06a34e2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4a12aaa3ec84b24" Type="http://schemas.openxmlformats.org/officeDocument/2006/relationships/notesSlide" Target="../notesSlides/notesSlide14.xml"/><Relationship Id="Re844869eb1c74a9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a0c80b256f014c4e" Type="http://schemas.openxmlformats.org/officeDocument/2006/relationships/notesSlide" Target="../notesSlides/notesSlide15.xml"/><Relationship Id="Rc28925e679504ac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42a827ee126949b7" Type="http://schemas.openxmlformats.org/officeDocument/2006/relationships/notesSlide" Target="../notesSlides/notesSlide16.xml"/><Relationship Id="Re1db61811715446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06a4115704941a0" Type="http://schemas.openxmlformats.org/officeDocument/2006/relationships/notesSlide" Target="../notesSlides/notesSlide17.xml"/><Relationship Id="Raf4eefbc8a594584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b55557acf6a425f" Type="http://schemas.openxmlformats.org/officeDocument/2006/relationships/notesSlide" Target="../notesSlides/notesSlide18.xml"/><Relationship Id="Rb2d8f31cd4d2497a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df428b01be5435a" Type="http://schemas.openxmlformats.org/officeDocument/2006/relationships/notesSlide" Target="../notesSlides/notesSlide19.xml"/><Relationship Id="R60a49460418149ae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4efc3d1e49894efd" Type="http://schemas.openxmlformats.org/officeDocument/2006/relationships/notesSlide" Target="../notesSlides/notesSlide20.xml"/><Relationship Id="Ra7c1f903c23e483a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19D5F-0125-48EC-AAED-F1FA5C09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How beliefs shape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F3B9B-EE5E-465F-8E79-A07EB82A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C21FD-DFAD-4793-A0AB-D9431E5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one way beliefs can shape a person's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02B1F-BDB2-460B-9B36-9DF1304A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1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B9EA3-9328-40BE-883C-3AB9649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961214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A7D2F-111D-4C05-9973-FBF4948F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79735-7B31-481C-BF2C-50959D9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3E1F5-28FC-4C90-9F4D-70711E57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Name two different worldviews found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D7A52-003E-4B2D-9555-0F9C1D0E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identity?</a:t>
            </a:r>
          </a:p>
        </p:txBody>
      </p:sp>
    </p:spTree>
    <p:extLst>
      <p:ext uri="{BB962C8B-B14F-4D97-AF65-F5344CB8AC3E}">
        <p14:creationId xmlns:p14="http://schemas.microsoft.com/office/powerpoint/2010/main" val="742763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D5084-5367-4B62-BADE-1FFCA79E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983D6-A6E5-4DEF-B62A-EF622A40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43D6C-B14B-454A-BFB0-020D8BAD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value does Imran’s belief lead 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CAB37-5780-482D-8CD7-2A2ADAAE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belief the only thing that shapes identity?</a:t>
            </a:r>
          </a:p>
        </p:txBody>
      </p:sp>
    </p:spTree>
    <p:extLst>
      <p:ext uri="{BB962C8B-B14F-4D97-AF65-F5344CB8AC3E}">
        <p14:creationId xmlns:p14="http://schemas.microsoft.com/office/powerpoint/2010/main" val="1496518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97CBC-77C7-48B5-889A-BD7F0394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D65E8-0F7E-4C75-8A99-7E69C686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26695-2201-4A11-845E-64307F37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a person is and how they see themselves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DBAB5-024C-4465-A5A5-A259AA0D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influence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have an effect on something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B8EC5-A366-4731-B853-13E73F93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value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thinks is important in how to 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10C70-6D00-4BAB-97E4-58972260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choice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decision between options</a:t>
            </a:r>
          </a:p>
        </p:txBody>
      </p:sp>
    </p:spTree>
    <p:extLst>
      <p:ext uri="{BB962C8B-B14F-4D97-AF65-F5344CB8AC3E}">
        <p14:creationId xmlns:p14="http://schemas.microsoft.com/office/powerpoint/2010/main" val="1579195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E548F-9608-40CB-B3BC-E24EB1B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12425-CE01-4304-8283-74FDDF39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5a1171f994d5a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53E11-DA16-4484-B28B-D1618269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can shape identity?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8F24E-3811-47DC-9A71-E74AE75F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one. Can it shape who a person is?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44462-B772-4DE8-BD5B-5E747B91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Belief can shape identity by ___.</a:t>
            </a:r>
          </a:p>
        </p:txBody>
      </p:sp>
    </p:spTree>
    <p:extLst>
      <p:ext uri="{BB962C8B-B14F-4D97-AF65-F5344CB8AC3E}">
        <p14:creationId xmlns:p14="http://schemas.microsoft.com/office/powerpoint/2010/main" val="1379616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FC8B4-DA79-4B50-B362-2F53C200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E45BB-E0C4-4BAB-9643-9AF5FF48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6D872-4810-4288-972A-45C93892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value does Imran’s belief lead to?</a:t>
            </a:r>
          </a:p>
        </p:txBody>
      </p:sp>
    </p:spTree>
    <p:extLst>
      <p:ext uri="{BB962C8B-B14F-4D97-AF65-F5344CB8AC3E}">
        <p14:creationId xmlns:p14="http://schemas.microsoft.com/office/powerpoint/2010/main" val="1411709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C848E-CE43-493B-B9D1-66A5849D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C5765-A4F9-4B4F-8FAF-71A989A0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F943F-337B-4C17-9D87-4E4DBB59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Imran’s chain: Fictional profile: Imran believes that God asks people to care for those in need. So he values generosity. So he chooses to help at the food bank each week.</a:t>
            </a:r>
          </a:p>
        </p:txBody>
      </p:sp>
    </p:spTree>
    <p:extLst>
      <p:ext uri="{BB962C8B-B14F-4D97-AF65-F5344CB8AC3E}">
        <p14:creationId xmlns:p14="http://schemas.microsoft.com/office/powerpoint/2010/main" val="410201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F9DFF-E878-4951-9926-B220D10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FCCC5-90C2-47B4-A1F5-36671F22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DE64D-9694-4CEB-BC66-C5A56396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Generosity: caring for those in need.</a:t>
            </a:r>
          </a:p>
        </p:txBody>
      </p:sp>
    </p:spTree>
    <p:extLst>
      <p:ext uri="{BB962C8B-B14F-4D97-AF65-F5344CB8AC3E}">
        <p14:creationId xmlns:p14="http://schemas.microsoft.com/office/powerpoint/2010/main" val="1133783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A771B-37AD-4014-8216-5DCF7EBE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9D435-E583-4C87-826F-793D7366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82068-5E3B-449E-97F8-C53F85C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belief the only thing that shapes identity? No. Family, friends, place and culture also shape identity.</a:t>
            </a:r>
          </a:p>
        </p:txBody>
      </p:sp>
    </p:spTree>
    <p:extLst>
      <p:ext uri="{BB962C8B-B14F-4D97-AF65-F5344CB8AC3E}">
        <p14:creationId xmlns:p14="http://schemas.microsoft.com/office/powerpoint/2010/main" val="13194578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5274A-6FE3-4601-BC4A-A4168E7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B804F-DCD0-4DE2-B933-F1E65626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D457A-DFE1-42A7-8261-2B50B40B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whether each statement is a belief, a value or a choice.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888F6-BD5F-4DDF-AC89-78CC0E44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Highlight the clue that links one step to the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D2CD0-8F7D-47B6-AE69-714F1E7F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0214893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9BEA7-C70F-44AC-955C-1A1A5580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CA0EB-B201-40B3-B54E-078224C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DE8F1-A2DB-4237-B65A-9B4C2954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“God asks people to care for those in need.”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6D68A-A988-4E8E-A781-1B0C7E58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Generosity matters to him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82E99-3BB6-4DAE-A370-677F28F9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Helps at the food bank each week</a:t>
            </a:r>
          </a:p>
        </p:txBody>
      </p:sp>
    </p:spTree>
    <p:extLst>
      <p:ext uri="{BB962C8B-B14F-4D97-AF65-F5344CB8AC3E}">
        <p14:creationId xmlns:p14="http://schemas.microsoft.com/office/powerpoint/2010/main" val="15645357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D3CF3-8723-4B22-A9E8-850ABE6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3C37A-11E7-4632-A63E-75803AB8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48A41-D457-43A2-A217-A5F99C5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profile: Imran or Ellie.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FE227-75E8-43D5-AAE6-DB8D67A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three chain cards in order: belief, value, choice.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BB84C-EA1E-41C6-A769-C5F12AF4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Belief can shape identity by ___.</a:t>
            </a:r>
          </a:p>
        </p:txBody>
      </p:sp>
    </p:spTree>
    <p:extLst>
      <p:ext uri="{BB962C8B-B14F-4D97-AF65-F5344CB8AC3E}">
        <p14:creationId xmlns:p14="http://schemas.microsoft.com/office/powerpoint/2010/main" val="1569386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C4B59-37DF-4319-9AD1-918EFF82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AA3DF-1F89-429E-B65A-9FCAC2A6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1B05A-102E-452B-AA4C-D4CE9F6D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profile.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214C1-127D-4C21-A217-9605FEB7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chain: belief → value → choice.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B4192-8C73-4E3B-AC63-77010535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link using the word “so”.</a:t>
            </a:r>
          </a:p>
        </p:txBody>
      </p:sp>
    </p:spTree>
    <p:extLst>
      <p:ext uri="{BB962C8B-B14F-4D97-AF65-F5344CB8AC3E}">
        <p14:creationId xmlns:p14="http://schemas.microsoft.com/office/powerpoint/2010/main" val="13769519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8D7D5-80D5-4559-921D-F2BC3E45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C145F-230D-43E8-9E04-C7697BF9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F2541-8D09-432C-BD63-20682E8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chain for both profiles.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0E5D6-4FBB-4F67-A118-82C0145B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similarity between the two chains.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6D106-5550-4F12-BA19-BEBBB611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other influence on identity and say how it could change the choice.</a:t>
            </a:r>
          </a:p>
        </p:txBody>
      </p:sp>
    </p:spTree>
    <p:extLst>
      <p:ext uri="{BB962C8B-B14F-4D97-AF65-F5344CB8AC3E}">
        <p14:creationId xmlns:p14="http://schemas.microsoft.com/office/powerpoint/2010/main" val="19722941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A97F7-D0BE-4311-BF73-3C38337D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83DD9-61AC-4870-A34F-32947816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46FC1-B736-4EB0-9F4F-1269EF06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identity-influence chain for one profile.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6D984-873F-4E4E-BC61-0B96BC24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B57E9-4C1E-450B-9B3F-590BCC59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7347613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03583-3356-46C3-BCDF-6828641F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B13E6-ADF9-49DB-BD09-1EF26FBF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8F460-967E-4DC6-B65E-2100781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value does Imran’s belief lead 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49171-959D-4363-B888-C0F37045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belief the only thing that shapes identity?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7C687-DFCC-41B2-88F0-0AD20167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3235059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A9ED0-786D-4926-AFD6-509F4A93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Imran’s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AF091-9170-4294-A518-03E0A8EB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CBCA2-93CE-4001-8649-BE9F64FA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Imran believes that God asks people to care for those in need. So he values generosity. So he chooses to help at the food bank each week.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4644A-A9E3-4571-B379-BCD1792B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FFE71-F38C-4798-AE93-3F6E9F0F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8565878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7794-82E9-46D3-82DF-7CC65F18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Ellie’s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A56CC-D60C-473E-B2CA-84AB6C7A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29EF7-D280-4707-93B0-CBC36F72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Ellie believes this is the one life we have. So she values making a difference now. So she chooses to join a litter pick.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5B8AB-8506-4087-B2AD-83C24927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469C5-41F3-4D08-B637-6690A4DC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6200123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E7392-33E2-4267-A323-8B8890F8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What shapes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8AC07-4430-4A8C-AFE2-3FEA730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1E48D-C402-4BD7-BA61-0B12901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Family, friends, place, interests, culture and beliefs can all shape identity. Belief is one influence among many.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65770-6909-4D79-93E8-FB8D9FB5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84A5D-FBCE-4238-A1C7-5D727616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does not fully decide who someone is.</a:t>
            </a:r>
          </a:p>
        </p:txBody>
      </p:sp>
    </p:spTree>
    <p:extLst>
      <p:ext uri="{BB962C8B-B14F-4D97-AF65-F5344CB8AC3E}">
        <p14:creationId xmlns:p14="http://schemas.microsoft.com/office/powerpoint/2010/main" val="16442810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618CE-D7AB-4C96-9AF0-74F60591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The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7B868-5244-4F09-A85A-2B331748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2EB75-EED7-47AA-A72C-40A7A9F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 → value → choice. Ask: what does the person believe? What do they care about because of it? What do they 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BBA23-C96F-4CF6-8FBE-2FFBF112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ECCD8-B4B6-433C-B3B2-355ED072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Real lives are less tidy than a three-step chain.</a:t>
            </a:r>
          </a:p>
        </p:txBody>
      </p:sp>
    </p:spTree>
    <p:extLst>
      <p:ext uri="{BB962C8B-B14F-4D97-AF65-F5344CB8AC3E}">
        <p14:creationId xmlns:p14="http://schemas.microsoft.com/office/powerpoint/2010/main" val="591798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2026-09-19T18:22:15.0430000Z</dcterms:created>
  <dcterms:modified xsi:type="dcterms:W3CDTF">2026-09-19T18:22:15.0430000Z</dcterms:modified>
</coreProperties>
</file>