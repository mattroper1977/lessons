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bc0ea799efec463c" Type="http://schemas.openxmlformats.org/officeDocument/2006/relationships/extended-properties" Target="docProps/app.xml"/><Relationship Id="Rc1bdc472c4e8417c" Type="http://schemas.openxmlformats.org/officeDocument/2006/relationships/officeDocument" Target="ppt/presentation.xml"/><Relationship Id="Rc38f275ec28b44a3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1e7c4ed09547a6"/>
  </p:sldMasterIdLst>
  <p:notesMasterIdLst>
    <p:notesMasterId xmlns:r="http://schemas.openxmlformats.org/officeDocument/2006/relationships" r:id="Rd26b199a979b49de"/>
  </p:notesMasterIdLst>
  <p:sldIdLst>
    <p:sldId xmlns:r="http://schemas.openxmlformats.org/officeDocument/2006/relationships" id="256" r:id="R90592627cac1498e"/>
    <p:sldId xmlns:r="http://schemas.openxmlformats.org/officeDocument/2006/relationships" id="257" r:id="R202f9401aa8c42a1"/>
    <p:sldId xmlns:r="http://schemas.openxmlformats.org/officeDocument/2006/relationships" id="258" r:id="Re20e1aac10b1423a"/>
    <p:sldId xmlns:r="http://schemas.openxmlformats.org/officeDocument/2006/relationships" id="259" r:id="R56eba509f3c44f33"/>
    <p:sldId xmlns:r="http://schemas.openxmlformats.org/officeDocument/2006/relationships" id="260" r:id="Rfcd3e08ca31c484c"/>
    <p:sldId xmlns:r="http://schemas.openxmlformats.org/officeDocument/2006/relationships" id="261" r:id="Re04507caad364c8d"/>
    <p:sldId xmlns:r="http://schemas.openxmlformats.org/officeDocument/2006/relationships" id="262" r:id="Rb07ac86684204273"/>
    <p:sldId xmlns:r="http://schemas.openxmlformats.org/officeDocument/2006/relationships" id="263" r:id="Rac6fcfc744fe415c"/>
    <p:sldId xmlns:r="http://schemas.openxmlformats.org/officeDocument/2006/relationships" id="264" r:id="R0995d50df82e4057"/>
    <p:sldId xmlns:r="http://schemas.openxmlformats.org/officeDocument/2006/relationships" id="265" r:id="R2f76e695a68740fd"/>
    <p:sldId xmlns:r="http://schemas.openxmlformats.org/officeDocument/2006/relationships" id="266" r:id="R95fa87e6c5ed436e"/>
    <p:sldId xmlns:r="http://schemas.openxmlformats.org/officeDocument/2006/relationships" id="267" r:id="R9e6c07f4c9974549"/>
    <p:sldId xmlns:r="http://schemas.openxmlformats.org/officeDocument/2006/relationships" id="268" r:id="R3d3b09a105ad4136"/>
    <p:sldId xmlns:r="http://schemas.openxmlformats.org/officeDocument/2006/relationships" id="269" r:id="R25bf57fb503a4646"/>
    <p:sldId xmlns:r="http://schemas.openxmlformats.org/officeDocument/2006/relationships" id="270" r:id="R9c9fb584189a4467"/>
    <p:sldId xmlns:r="http://schemas.openxmlformats.org/officeDocument/2006/relationships" id="271" r:id="R3f226a8828464b75"/>
    <p:sldId xmlns:r="http://schemas.openxmlformats.org/officeDocument/2006/relationships" id="272" r:id="R93fe3c4bf6164654"/>
    <p:sldId xmlns:r="http://schemas.openxmlformats.org/officeDocument/2006/relationships" id="273" r:id="R9937ce081b07455d"/>
    <p:sldId xmlns:r="http://schemas.openxmlformats.org/officeDocument/2006/relationships" id="274" r:id="R70591b1d8c954666"/>
    <p:sldId xmlns:r="http://schemas.openxmlformats.org/officeDocument/2006/relationships" id="275" r:id="Rf46b32c5e28a49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004d0465bd14874" Type="http://schemas.openxmlformats.org/officeDocument/2006/relationships/tableStyles" Target="tableStyles.xml"/><Relationship Id="R0995d50df82e4057" Type="http://schemas.openxmlformats.org/officeDocument/2006/relationships/slide" Target="slides/slide9.xml"/><Relationship Id="R0deea3b79fc44b7c" Type="http://schemas.openxmlformats.org/officeDocument/2006/relationships/theme" Target="theme/theme1.xml"/><Relationship Id="R202f9401aa8c42a1" Type="http://schemas.openxmlformats.org/officeDocument/2006/relationships/slide" Target="slides/slide2.xml"/><Relationship Id="R25bf57fb503a4646" Type="http://schemas.openxmlformats.org/officeDocument/2006/relationships/slide" Target="slides/slide14.xml"/><Relationship Id="R2f76e695a68740fd" Type="http://schemas.openxmlformats.org/officeDocument/2006/relationships/slide" Target="slides/slide10.xml"/><Relationship Id="R3d3b09a105ad4136" Type="http://schemas.openxmlformats.org/officeDocument/2006/relationships/slide" Target="slides/slide13.xml"/><Relationship Id="R3f226a8828464b75" Type="http://schemas.openxmlformats.org/officeDocument/2006/relationships/slide" Target="slides/slide16.xml"/><Relationship Id="R56eba509f3c44f33" Type="http://schemas.openxmlformats.org/officeDocument/2006/relationships/slide" Target="slides/slide4.xml"/><Relationship Id="R70591b1d8c954666" Type="http://schemas.openxmlformats.org/officeDocument/2006/relationships/slide" Target="slides/slide19.xml"/><Relationship Id="R782090751d4641a4" Type="http://schemas.openxmlformats.org/officeDocument/2006/relationships/presProps" Target="presProps.xml"/><Relationship Id="R90592627cac1498e" Type="http://schemas.openxmlformats.org/officeDocument/2006/relationships/slide" Target="slides/slide1.xml"/><Relationship Id="R931e7c4ed09547a6" Type="http://schemas.openxmlformats.org/officeDocument/2006/relationships/slideMaster" Target="slideMasters/slideMaster1.xml"/><Relationship Id="R93fe3c4bf6164654" Type="http://schemas.openxmlformats.org/officeDocument/2006/relationships/slide" Target="slides/slide17.xml"/><Relationship Id="R95fa87e6c5ed436e" Type="http://schemas.openxmlformats.org/officeDocument/2006/relationships/slide" Target="slides/slide11.xml"/><Relationship Id="R9937ce081b07455d" Type="http://schemas.openxmlformats.org/officeDocument/2006/relationships/slide" Target="slides/slide18.xml"/><Relationship Id="R9c9fb584189a4467" Type="http://schemas.openxmlformats.org/officeDocument/2006/relationships/slide" Target="slides/slide15.xml"/><Relationship Id="R9e6c07f4c9974549" Type="http://schemas.openxmlformats.org/officeDocument/2006/relationships/slide" Target="slides/slide12.xml"/><Relationship Id="Rac6fcfc744fe415c" Type="http://schemas.openxmlformats.org/officeDocument/2006/relationships/slide" Target="slides/slide8.xml"/><Relationship Id="Rb07ac86684204273" Type="http://schemas.openxmlformats.org/officeDocument/2006/relationships/slide" Target="slides/slide7.xml"/><Relationship Id="Rd26b199a979b49de" Type="http://schemas.openxmlformats.org/officeDocument/2006/relationships/notesMaster" Target="notesMasters/notesMaster1.xml"/><Relationship Id="Re04507caad364c8d" Type="http://schemas.openxmlformats.org/officeDocument/2006/relationships/slide" Target="slides/slide6.xml"/><Relationship Id="Re20e1aac10b1423a" Type="http://schemas.openxmlformats.org/officeDocument/2006/relationships/slide" Target="slides/slide3.xml"/><Relationship Id="Rf46b32c5e28a49a0" Type="http://schemas.openxmlformats.org/officeDocument/2006/relationships/slide" Target="slides/slide20.xml"/><Relationship Id="Rfcd3e08ca31c484c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7394c3f95d2f4ed5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2b71463628440b8" Type="http://schemas.openxmlformats.org/officeDocument/2006/relationships/notesMaster" Target="../notesMasters/notesMaster1.xml"/><Relationship Id="Rda6a12891f244b56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133435bff859488c" Type="http://schemas.openxmlformats.org/officeDocument/2006/relationships/slide" Target="../slides/slide2.xml"/><Relationship Id="Rc437057a8653419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c84b7ee65ddc4e64" Type="http://schemas.openxmlformats.org/officeDocument/2006/relationships/notesMaster" Target="../notesMasters/notesMaster1.xml"/><Relationship Id="Rdf5c75ef32a3421b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a0a641b9b79d414d" Type="http://schemas.openxmlformats.org/officeDocument/2006/relationships/notesMaster" Target="../notesMasters/notesMaster1.xml"/><Relationship Id="Rc85ca93ee6df4f2e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c0429e49795f4433" Type="http://schemas.openxmlformats.org/officeDocument/2006/relationships/slide" Target="../slides/slide5.xml"/><Relationship Id="Rcfb2dca16c414224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04756aefbdee43d2" Type="http://schemas.openxmlformats.org/officeDocument/2006/relationships/notesMaster" Target="../notesMasters/notesMaster1.xml"/><Relationship Id="R8198b7b6f75346d4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0ea4e07d442d4030" Type="http://schemas.openxmlformats.org/officeDocument/2006/relationships/notesMaster" Target="../notesMasters/notesMaster1.xml"/><Relationship Id="R9496cd1c14ba463d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afbaf0e2791049fd" Type="http://schemas.openxmlformats.org/officeDocument/2006/relationships/slide" Target="../slides/slide8.xml"/><Relationship Id="Rd823f79ab2a14f07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704607b8371e4609" Type="http://schemas.openxmlformats.org/officeDocument/2006/relationships/notesMaster" Target="../notesMasters/notesMaster1.xml"/><Relationship Id="Ra1315eb8d6fb448d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8978fb1faaa34900" Type="http://schemas.openxmlformats.org/officeDocument/2006/relationships/notesMaster" Target="../notesMasters/notesMaster1.xml"/><Relationship Id="Rf5d1e23c5909499c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9744db0638b74398" Type="http://schemas.openxmlformats.org/officeDocument/2006/relationships/slide" Target="../slides/slide11.xml"/><Relationship Id="Rcb3c72ac4ddf416d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a926bd5a79774198" Type="http://schemas.openxmlformats.org/officeDocument/2006/relationships/notesMaster" Target="../notesMasters/notesMaster1.xml"/><Relationship Id="Rd24d24e6db9b4656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20e3812cb33e4b06" Type="http://schemas.openxmlformats.org/officeDocument/2006/relationships/slide" Target="../slides/slide13.xml"/><Relationship Id="R2ce065f79efa489b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7aa23f32d7f143cc" Type="http://schemas.openxmlformats.org/officeDocument/2006/relationships/notesMaster" Target="../notesMasters/notesMaster1.xml"/><Relationship Id="Rc9738616e3494615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dce933964e634c15" Type="http://schemas.openxmlformats.org/officeDocument/2006/relationships/notesMaster" Target="../notesMasters/notesMaster1.xml"/><Relationship Id="Re2b811b9d8d74e5c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c243fdc33f7e4d8c" Type="http://schemas.openxmlformats.org/officeDocument/2006/relationships/slide" Target="../slides/slide16.xml"/><Relationship Id="Re1d1ffb896854d84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6d72e38e239a49b8" Type="http://schemas.openxmlformats.org/officeDocument/2006/relationships/notesMaster" Target="../notesMasters/notesMaster1.xml"/><Relationship Id="Re2b0e7ef739b49a1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62d8b13f5d294d84" Type="http://schemas.openxmlformats.org/officeDocument/2006/relationships/slide" Target="../slides/slide18.xml"/><Relationship Id="Rcc07c190127d4e6a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80bbc8896ece440f" Type="http://schemas.openxmlformats.org/officeDocument/2006/relationships/slide" Target="../slides/slide19.xml"/><Relationship Id="Ra91c2d818863433a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6f81c433bb9c40ae" Type="http://schemas.openxmlformats.org/officeDocument/2006/relationships/slide" Target="../slides/slide20.xml"/><Relationship Id="Rcce3749bcae64fc7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“What happens? What does it mean?” response.</a:t>
            </a:r>
          </a:p>
          <a:p xmlns:a="http://schemas.openxmlformats.org/drawingml/2006/main">
            <a:r>
              <a:t>Chunked story; numbered sequencing; symbol prompts; reduced writing; verbal/scribed option; key words pre- taught.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Good overcoming evil, hope or welcome.</a:t>
            </a:r>
          </a:p>
          <a:p xmlns:a="http://schemas.openxmlformats.org/drawingml/2006/main">
            <a:r>
              <a:t>Choose: A Jewish festival of lights that lasts eight nights OR The Hanukkah lamp, also called a hanukkiah, with eight lights and a helper light. Answer: A Jewish festival of lights that lasts eight nights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C,D or read one relevant card together. Answer: Remembering the rededication of the Temple, faith or hope.</a:t>
            </a:r>
          </a:p>
          <a:p xmlns:a="http://schemas.openxmlformats.org/drawingml/2006/main">
            <a:r>
              <a:t>Give a reason when ready. Answer: Eight nights.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“What happens? What does it mean?” response.</a:t>
            </a:r>
          </a:p>
          <a:p xmlns:a="http://schemas.openxmlformats.org/drawingml/2006/main">
            <a:r>
              <a:t>Chunked story; numbered sequencing; symbol prompts; reduced writing; verbal/scribed option; key words pre- taught.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“What happens? What does it mean?” response.</a:t>
            </a:r>
          </a:p>
          <a:p xmlns:a="http://schemas.openxmlformats.org/drawingml/2006/main">
            <a:r>
              <a:t>Chunked story; numbered sequencing; symbol prompts; reduced writing; verbal/scribed option; key words pre- taught.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“What happens? What does it mean?” response.</a:t>
            </a:r>
          </a:p>
          <a:p xmlns:a="http://schemas.openxmlformats.org/drawingml/2006/main">
            <a:r>
              <a:t>Chunked story; numbered sequencing; symbol prompts; reduced writing; verbal/scribed option; key words pre- taught.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“What happens? What does it mean?” response.</a:t>
            </a:r>
          </a:p>
          <a:p xmlns:a="http://schemas.openxmlformats.org/drawingml/2006/main">
            <a:r>
              <a:t>Chunked story; numbered sequencing; symbol prompts; reduced writing; verbal/scribed option; key words pre- taught.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“What happens? What does it mean?” response.</a:t>
            </a:r>
          </a:p>
          <a:p xmlns:a="http://schemas.openxmlformats.org/drawingml/2006/main">
            <a:r>
              <a:t>Chunked story; numbered sequencing; symbol prompts; reduced writing; verbal/scribed option; key words pre- taught.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At Hanukkah people ___. This means ___.</a:t>
            </a:r>
          </a:p>
          <a:p xmlns:a="http://schemas.openxmlformats.org/drawingml/2006/main">
            <a:r>
              <a:t>Put the four story cards in order. Explain using a named detail.</a:t>
            </a:r>
          </a:p>
          <a:p xmlns:a="http://schemas.openxmlformats.org/drawingml/2006/main">
            <a:r>
              <a:t>Compare the meaning of light at Hanukkah with the meaning of light at Diwali.</a:t>
            </a:r>
          </a:p>
          <a:p xmlns:a="http://schemas.openxmlformats.org/drawingml/2006/main">
            <a:r>
              <a:t>F: “What happens? What does it mean?” response.</a:t>
            </a:r>
          </a:p>
          <a:p xmlns:a="http://schemas.openxmlformats.org/drawingml/2006/main">
            <a:r>
              <a:t>Chunked story; numbered sequencing; symbol prompts; reduced writing; verbal/scribed option; key words pre- taught.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Temple is taken over and misused — 1 — The story starts with the loss of the Temple.</a:t>
            </a:r>
          </a:p>
          <a:p xmlns:a="http://schemas.openxmlformats.org/drawingml/2006/main">
            <a:r>
              <a:t>The Maccabees win the Temple back — 2 — The victory comes next.</a:t>
            </a:r>
          </a:p>
          <a:p xmlns:a="http://schemas.openxmlformats.org/drawingml/2006/main">
            <a:r>
              <a:t>The lamp is lit and the oil lasts eight days — 3 — The rededication follows the victory.</a:t>
            </a:r>
          </a:p>
          <a:p xmlns:a="http://schemas.openxmlformats.org/drawingml/2006/main">
            <a:r>
              <a:t>Families light the menorah for eight nights — 4 — This is how the story is remembered today.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At Hanukkah people ___. This means ___. Complete the organiser one space at a time. At Hanukkah people ___. This means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“What happens? What does it mean?” response.</a:t>
            </a:r>
          </a:p>
          <a:p xmlns:a="http://schemas.openxmlformats.org/drawingml/2006/main">
            <a:r>
              <a:t>Chunked story; numbered sequencing; symbol prompts; reduced writing; verbal/scribed option; key words pre- taught.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Hanukkah people ___. This means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“What happens? What does it mean?” response.</a:t>
            </a:r>
          </a:p>
          <a:p xmlns:a="http://schemas.openxmlformats.org/drawingml/2006/main">
            <a:r>
              <a:t>Chunked story; numbered sequencing; symbol prompts; reduced writing; verbal/scribed option; key words pre- taught.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Compare the meaning of light at Hanukkah with the meaning of light at Diwali.</a:t>
            </a:r>
          </a:p>
          <a:p xmlns:a="http://schemas.openxmlformats.org/drawingml/2006/main">
            <a:r>
              <a:t>F: “What happens? What does it mean?” response.</a:t>
            </a:r>
          </a:p>
          <a:p xmlns:a="http://schemas.openxmlformats.org/drawingml/2006/main">
            <a:r>
              <a:t>Chunked story; numbered sequencing; symbol prompts; reduced writing; verbal/scribed option; key words pre- taught.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“What happens? What does it mean?” response.</a:t>
            </a:r>
          </a:p>
          <a:p xmlns:a="http://schemas.openxmlformats.org/drawingml/2006/main">
            <a:r>
              <a:t>Chunked story; numbered sequencing; symbol prompts; reduced writing; verbal/scribed option; key words pre- taught.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Remembering the rededication of the Temple, faith or hope.</a:t>
            </a:r>
          </a:p>
          <a:p xmlns:a="http://schemas.openxmlformats.org/drawingml/2006/main">
            <a:r>
              <a:t>Eight nights.</a:t>
            </a:r>
          </a:p>
          <a:p xmlns:a="http://schemas.openxmlformats.org/drawingml/2006/main">
            <a:r>
              <a:t>Support: At Hanukkah people ___. This means ___.</a:t>
            </a:r>
          </a:p>
          <a:p xmlns:a="http://schemas.openxmlformats.org/drawingml/2006/main">
            <a:r>
              <a:t>Extension: Compare the meaning of light at Hanukkah with the meaning of light at Diwali.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“What happens? What does it mean?” response.</a:t>
            </a:r>
          </a:p>
          <a:p xmlns:a="http://schemas.openxmlformats.org/drawingml/2006/main">
            <a:r>
              <a:t>Chunked story; numbered sequencing; symbol prompts; reduced writing; verbal/scribed option; key words pre- taught.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“What happens? What does it mean?” response.</a:t>
            </a:r>
          </a:p>
          <a:p xmlns:a="http://schemas.openxmlformats.org/drawingml/2006/main">
            <a:r>
              <a:t>Chunked story; numbered sequencing; symbol prompts; reduced writing; verbal/scribed option; key words pre- taught.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“What happens? What does it mean?” response.</a:t>
            </a:r>
          </a:p>
          <a:p xmlns:a="http://schemas.openxmlformats.org/drawingml/2006/main">
            <a:r>
              <a:t>Chunked story; numbered sequencing; symbol prompts; reduced writing; verbal/scribed option; key words pre- taught.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“What happens? What does it mean?” response.</a:t>
            </a:r>
          </a:p>
          <a:p xmlns:a="http://schemas.openxmlformats.org/drawingml/2006/main">
            <a:r>
              <a:t>Chunked story; numbered sequencing; symbol prompts; reduced writing; verbal/scribed option; key words pre- taught.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a317c60d43f64dea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77108417692d49d2" Type="http://schemas.openxmlformats.org/officeDocument/2006/relationships/slideLayout" Target="../slideLayouts/slideLayout1.xml"/><Relationship Id="Rf8ef61e4827b424e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108417692d49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cbf6b676ef544c1" Type="http://schemas.openxmlformats.org/officeDocument/2006/relationships/slideLayout" Target="../slideLayouts/slideLayout1.xml"/><Relationship Id="R41072d0f044a475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03fbe1befdcb41da" Type="http://schemas.openxmlformats.org/officeDocument/2006/relationships/notesSlide" Target="../notesSlides/notesSlide2.xml"/><Relationship Id="R99ddc4e68ba2470a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73484e745f094141" Type="http://schemas.openxmlformats.org/officeDocument/2006/relationships/slideLayout" Target="../slideLayouts/slideLayout1.xml"/><Relationship Id="R76cb104a69ee49ce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495e2b30c9674045" Type="http://schemas.openxmlformats.org/officeDocument/2006/relationships/notesSlide" Target="../notesSlides/notesSlide4.xml"/><Relationship Id="R939ae8fa85ad40df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2798e1ec5f9f49a4" Type="http://schemas.openxmlformats.org/officeDocument/2006/relationships/image" Target="../media/image.png"/><Relationship Id="R5d7a093d338142c6" Type="http://schemas.openxmlformats.org/officeDocument/2006/relationships/notesSlide" Target="../notesSlides/notesSlide5.xml"/><Relationship Id="R9f093dad2bd841b3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8dd65a049d4a48d5" Type="http://schemas.openxmlformats.org/officeDocument/2006/relationships/notesSlide" Target="../notesSlides/notesSlide6.xml"/><Relationship Id="Rde67b5d205b4434e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67401f75fefe4112" Type="http://schemas.openxmlformats.org/officeDocument/2006/relationships/notesSlide" Target="../notesSlides/notesSlide7.xml"/><Relationship Id="Rdee25749cbbb4b2f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7608722631f043cc" Type="http://schemas.openxmlformats.org/officeDocument/2006/relationships/slideLayout" Target="../slideLayouts/slideLayout1.xml"/><Relationship Id="Rd6273a57a0844149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0f6dc7afc82148ca" Type="http://schemas.openxmlformats.org/officeDocument/2006/relationships/notesSlide" Target="../notesSlides/notesSlide9.xml"/><Relationship Id="R7ac775692461446b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1545f58f1b0b489c" Type="http://schemas.openxmlformats.org/officeDocument/2006/relationships/slideLayout" Target="../slideLayouts/slideLayout1.xml"/><Relationship Id="R475610b8cd55488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269485c2c8e64a07" Type="http://schemas.openxmlformats.org/officeDocument/2006/relationships/slideLayout" Target="../slideLayouts/slideLayout1.xml"/><Relationship Id="Rde4e85571e854efc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0d5bd21098ef4fb6" Type="http://schemas.openxmlformats.org/officeDocument/2006/relationships/slideLayout" Target="../slideLayouts/slideLayout1.xml"/><Relationship Id="R55045410a16041f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dcee000e1be94552" Type="http://schemas.openxmlformats.org/officeDocument/2006/relationships/slideLayout" Target="../slideLayouts/slideLayout1.xml"/><Relationship Id="Rfe03182c8abf4df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5a3bdb1f7e544ae6" Type="http://schemas.openxmlformats.org/officeDocument/2006/relationships/slideLayout" Target="../slideLayouts/slideLayout1.xml"/><Relationship Id="Re2c8ab571ca040c9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4cced2ad27964737" Type="http://schemas.openxmlformats.org/officeDocument/2006/relationships/slideLayout" Target="../slideLayouts/slideLayout1.xml"/><Relationship Id="R9f97f78dc4f84a50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645a17ae97994fb1" Type="http://schemas.openxmlformats.org/officeDocument/2006/relationships/notesSlide" Target="../notesSlides/notesSlide16.xml"/><Relationship Id="Rcd5c7d6b77464063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1326cf98318f473d" Type="http://schemas.openxmlformats.org/officeDocument/2006/relationships/slideLayout" Target="../slideLayouts/slideLayout1.xml"/><Relationship Id="R5b76747c7d194e4a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289e1277e41049ce" Type="http://schemas.openxmlformats.org/officeDocument/2006/relationships/slideLayout" Target="../slideLayouts/slideLayout1.xml"/><Relationship Id="R3d9e0705c6434967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19dda6db366c43f1" Type="http://schemas.openxmlformats.org/officeDocument/2006/relationships/slideLayout" Target="../slideLayouts/slideLayout1.xml"/><Relationship Id="R4127bd63534e4326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01f1497031bc4d80" Type="http://schemas.openxmlformats.org/officeDocument/2006/relationships/notesSlide" Target="../notesSlides/notesSlide20.xml"/><Relationship Id="Rdff32fc0def44180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C21A1-7A14-47C3-B6B2-DD13138C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Hanukkah and the theme of light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295F9-EF41-4884-905D-10BEE6D9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W4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FC7BB4-D0D3-49CC-A7E0-10E8077C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Describe how light is used at Hanukkah and explain one meaning it can represent.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1FB4A-FCB9-4CF6-8A9C-A2BE44A9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GROW / RE &amp; World Views / Autumn 1 / Week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6C314-0FA9-4622-BD08-9C027EB8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6300440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31BD4-0F04-4CCE-A6F7-DA0908D3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0B4DB-0EF3-4DB6-BAC4-95F115C5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W4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F5209-BED0-466E-8EF7-E608FAD0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Name one thing light can represent at Diwali.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9C5468-6495-4739-ABA1-C69A3003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Hanukkah?</a:t>
            </a:r>
          </a:p>
        </p:txBody>
      </p:sp>
    </p:spTree>
    <p:extLst>
      <p:ext uri="{BB962C8B-B14F-4D97-AF65-F5344CB8AC3E}">
        <p14:creationId xmlns:p14="http://schemas.microsoft.com/office/powerpoint/2010/main" val="748265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5752B9-1232-46A4-A97B-5B675F78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893613-214C-4D36-8B6C-DEFC12E9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W4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3E231-9423-415B-B79C-0214B0CC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Give one meaning of light at Hanukkah.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D62B23-5870-489E-A103-230DE104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How many nights does Hanukkah last?</a:t>
            </a:r>
          </a:p>
        </p:txBody>
      </p:sp>
    </p:spTree>
    <p:extLst>
      <p:ext uri="{BB962C8B-B14F-4D97-AF65-F5344CB8AC3E}">
        <p14:creationId xmlns:p14="http://schemas.microsoft.com/office/powerpoint/2010/main" val="2392217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A1E4F4-A340-4C68-9C58-6626506D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789583-5831-48CD-83C3-F0345DB7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W4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BB7D13-E258-42DE-99CB-94D92F89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Hanukkah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Jewish festival of lights that lasts eight nights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89060-80A1-4AA8-9EF7-B173C9CD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menorah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Hanukkah lamp, also called a hanukkiah, with eight lights and a helper light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580AF-529A-4123-A829-6D1583C4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Judaism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religion of Jewish people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17AE2-FC72-4578-8632-DC4EDE1B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rededicate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To make a holy place ready for worship again</a:t>
            </a:r>
          </a:p>
        </p:txBody>
      </p:sp>
    </p:spTree>
    <p:extLst>
      <p:ext uri="{BB962C8B-B14F-4D97-AF65-F5344CB8AC3E}">
        <p14:creationId xmlns:p14="http://schemas.microsoft.com/office/powerpoint/2010/main" val="15715370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C04062-A6EF-4305-AB01-21431278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C2F6FD-B6CD-40C7-9611-648447F3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W4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8e1ec5f9f49a4"/>
          <a:stretch xmlns:a="http://schemas.openxmlformats.org/drawingml/2006/main"/>
        </p:blipFill>
        <p:spPr>
          <a:xfrm xmlns:a="http://schemas.openxmlformats.org/drawingml/2006/main">
            <a:off x="1303193" y="3286125"/>
            <a:ext cx="9585614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027FC-381B-4FFF-879A-6B675A52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might the candles communicate?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B87CB-452C-405F-BF77-769AD431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Look at the menorah image. Tap each idea and talk about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373924-8826-41DD-B34A-720F9462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one evidence card together. Highlight a useful detail. Rehearse with: At Hanukkah people ___. This means ___.</a:t>
            </a:r>
          </a:p>
        </p:txBody>
      </p:sp>
    </p:spTree>
    <p:extLst>
      <p:ext uri="{BB962C8B-B14F-4D97-AF65-F5344CB8AC3E}">
        <p14:creationId xmlns:p14="http://schemas.microsoft.com/office/powerpoint/2010/main" val="4768820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18B38-980C-48C4-9ED0-AF74A512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914E1D-E206-4FFD-9875-1BD4679F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W4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509DC-ADE0-4E75-A8F7-660B4FB7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Give one meaning of light at Hanukkah.</a:t>
            </a:r>
          </a:p>
        </p:txBody>
      </p:sp>
    </p:spTree>
    <p:extLst>
      <p:ext uri="{BB962C8B-B14F-4D97-AF65-F5344CB8AC3E}">
        <p14:creationId xmlns:p14="http://schemas.microsoft.com/office/powerpoint/2010/main" val="15253294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D84A2-2663-4F5A-9716-B62F72A2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A1810-A43C-427F-851C-1917D1D5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W4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99FC7E-8BF1-475E-B694-70B888DF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C The oil: They rededicated the Temple and lit its lamp. Tradition says there was only enough pure oil for one day, but it lasted eight. D Hanukkah today: Jewish families light one more light each night for eight nights. The lights recall the rededication and stand for faith and hope.</a:t>
            </a:r>
          </a:p>
        </p:txBody>
      </p:sp>
    </p:spTree>
    <p:extLst>
      <p:ext uri="{BB962C8B-B14F-4D97-AF65-F5344CB8AC3E}">
        <p14:creationId xmlns:p14="http://schemas.microsoft.com/office/powerpoint/2010/main" val="9373368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EE752-A148-4F96-A44E-F5C466B1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B6549-3929-4339-AA0A-313F03BB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W4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FDFCF7-3299-4954-A08E-AD8CE4EF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Remembering the rededication of the Temple, faith or hope.</a:t>
            </a:r>
          </a:p>
        </p:txBody>
      </p:sp>
    </p:spTree>
    <p:extLst>
      <p:ext uri="{BB962C8B-B14F-4D97-AF65-F5344CB8AC3E}">
        <p14:creationId xmlns:p14="http://schemas.microsoft.com/office/powerpoint/2010/main" val="7891006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BDC8F-5361-49FE-8132-EE7ABAAC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97475-3BFB-4CE5-A88E-755E8C3D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W4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47AF95-C62B-4A38-9550-CECA5C92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How many nights does Hanukkah last? Eight nights.</a:t>
            </a:r>
          </a:p>
        </p:txBody>
      </p:sp>
    </p:spTree>
    <p:extLst>
      <p:ext uri="{BB962C8B-B14F-4D97-AF65-F5344CB8AC3E}">
        <p14:creationId xmlns:p14="http://schemas.microsoft.com/office/powerpoint/2010/main" val="10232351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A9506D-F502-4C77-9BE1-603F86CB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0CD6C5-EA4B-4692-ABCA-8BCAFD29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W4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67A532-DFFF-48A2-8988-A6788BCF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Put the four story cards in order.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37499-6944-4D5E-BD5D-8A7E92E5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Connect the light to remembrance, faith or hope.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29D7EA-1E3F-41B6-854A-A527D8DA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8619216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284F3-0EFD-49C7-9210-3ADE45D5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CB636-4605-430C-9764-1AF7AE15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W4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5DCF3-2397-4A2D-AD88-9FEE8BB8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Temple is taken over and misused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C01E8D-DF1F-44C2-874B-1F940772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Maccabees win the Temple back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187E0-727A-4F1C-BAF0-90279395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lamp is lit and the oil lasts eight days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C2B38-E7F2-40C1-856E-E209469B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Families light the menorah for eight nights</a:t>
            </a:r>
          </a:p>
        </p:txBody>
      </p:sp>
    </p:spTree>
    <p:extLst>
      <p:ext uri="{BB962C8B-B14F-4D97-AF65-F5344CB8AC3E}">
        <p14:creationId xmlns:p14="http://schemas.microsoft.com/office/powerpoint/2010/main" val="20637780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3B6CDE-81D8-4B1E-8945-86116F8D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D719F-3C60-44DE-99B1-D44367E4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W4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F2A28B-D9E9-4D08-AE01-77CED093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Put three story cards in order.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4FFE2-26BB-4107-AF25-B784FF83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Match the menorah picture to one meaning word.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5BD5F-A225-4157-BEE3-3C43FEB6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Say or finish: The light means ___.</a:t>
            </a:r>
          </a:p>
        </p:txBody>
      </p:sp>
    </p:spTree>
    <p:extLst>
      <p:ext uri="{BB962C8B-B14F-4D97-AF65-F5344CB8AC3E}">
        <p14:creationId xmlns:p14="http://schemas.microsoft.com/office/powerpoint/2010/main" val="5796776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C390D4-F3FA-4B6B-9FE3-3C49B919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B9A18-F57D-42EC-A991-99A9059F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W4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301F7-0388-48E5-8AB8-4F591A65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Answer “What happens?” in one or two sentences.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3CCB95-CCE3-4014-8CDE-C75AA367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Answer “What does it mean?” using faith, hope or remembrance.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2BBAEE-1B34-436F-B812-A43C7DA2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your answer against card D.</a:t>
            </a:r>
          </a:p>
        </p:txBody>
      </p:sp>
    </p:spTree>
    <p:extLst>
      <p:ext uri="{BB962C8B-B14F-4D97-AF65-F5344CB8AC3E}">
        <p14:creationId xmlns:p14="http://schemas.microsoft.com/office/powerpoint/2010/main" val="8300551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04D2AE-8600-43BF-BC56-48852914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27A287-3A5B-4164-A212-244CF870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W4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FF424-EF25-40C7-AC43-D2D7D29A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Answer both questions in your own words.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11F111-BE25-4E1D-A36F-A8385D6D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why one more light is added each night.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FECF6-7661-4FBC-9B1E-267228C4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one meaning of light with Diwali.</a:t>
            </a:r>
          </a:p>
        </p:txBody>
      </p:sp>
    </p:spTree>
    <p:extLst>
      <p:ext uri="{BB962C8B-B14F-4D97-AF65-F5344CB8AC3E}">
        <p14:creationId xmlns:p14="http://schemas.microsoft.com/office/powerpoint/2010/main" val="97615189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C3C444-676A-4D11-9E30-CCB73BA7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DA828-6FDC-48E1-A6F8-9855BF7F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W4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859DD-134A-498C-9237-2064D63E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“What happens? What does it mean?” response.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13995-C253-4100-9034-3D609204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1111DF-2C37-4BE8-A579-7D2214C1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64976840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945E26-DF20-48A1-A984-7C3FDFFB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9007B-BFE3-49DA-94EA-1C8BB24A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W4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4A82EB-75AE-4C62-85F8-D31F0ACD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Give one meaning of light at Hanukkah.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9C2D05-CBF5-46E5-B188-304B0A64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How many nights does Hanukkah last?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13C12-8779-43A5-896C-4436197C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1111667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2361D-571D-4631-B227-7DD36045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A The Temple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239E12-64DE-448A-9C29-86D8C119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W4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BD2F26-E400-444B-9F51-6756CC13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Over 2,000 years ago the Jewish Temple in Jerusalem was taken over and misused by a foreign ruler.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BFABDB-EEEB-42DE-BAC4-98E6FE69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retelling; see Chabad, What is Hanukkah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FBA096-AC9F-4B92-B47D-CC8D8740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is a short retelling of a longer history.</a:t>
            </a:r>
          </a:p>
        </p:txBody>
      </p:sp>
    </p:spTree>
    <p:extLst>
      <p:ext uri="{BB962C8B-B14F-4D97-AF65-F5344CB8AC3E}">
        <p14:creationId xmlns:p14="http://schemas.microsoft.com/office/powerpoint/2010/main" val="65079630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45B50-0C11-45D1-9F41-D39DFE50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B The Maccabees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52CCC8-CAA9-485A-BEDE-B66149B0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W4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9A9910-EBF3-4EBF-B78D-8EF6A6B2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small group of Jewish fighters, the Maccabees, won the Temple back.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25EF24-5809-4A74-907D-3A224366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retelling; see Chabad, What is Hanukkah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C26BD-E197-4B51-A281-10627B58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is a short retelling of a longer history.</a:t>
            </a:r>
          </a:p>
        </p:txBody>
      </p:sp>
    </p:spTree>
    <p:extLst>
      <p:ext uri="{BB962C8B-B14F-4D97-AF65-F5344CB8AC3E}">
        <p14:creationId xmlns:p14="http://schemas.microsoft.com/office/powerpoint/2010/main" val="65754663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99361B-5571-4BC4-ACBB-490AD6E5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C The oil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37E61-68E4-48FE-B548-86455F06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W4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3E424-66AD-4EE1-8DD0-55854A3A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They rededicated the Temple and lit its lamp. Tradition says there was only enough pure oil for one day, but it lasted eight.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E1514-4B79-47F1-A611-1153B034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retelling; see Chabad, What is Hanukkah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D5B412-3850-4D93-B9BE-9297ADCA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The oil story is a religious tradition.</a:t>
            </a:r>
          </a:p>
        </p:txBody>
      </p:sp>
    </p:spTree>
    <p:extLst>
      <p:ext uri="{BB962C8B-B14F-4D97-AF65-F5344CB8AC3E}">
        <p14:creationId xmlns:p14="http://schemas.microsoft.com/office/powerpoint/2010/main" val="93639383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D2C518-E9E3-4654-9A22-6F290D2E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D Hanukkah today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B1A9A2-A597-4A4B-965E-BE828A74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W4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47757-82F2-42DF-B405-0C88D99B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Jewish families light one more light each night for eight nights. The lights recall the rededication and stand for faith and hope.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AD7FB-6011-42FA-B4AA-4D677F86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summary; see Chabad, What is Hanukkah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EBE47-5B93-4E2A-A0A2-1AF4909D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Jewish families celebrate in different ways.</a:t>
            </a:r>
          </a:p>
        </p:txBody>
      </p:sp>
    </p:spTree>
    <p:extLst>
      <p:ext uri="{BB962C8B-B14F-4D97-AF65-F5344CB8AC3E}">
        <p14:creationId xmlns:p14="http://schemas.microsoft.com/office/powerpoint/2010/main" val="5617362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2026-09-19T18:22:07.6540000Z</dcterms:created>
  <dcterms:modified xsi:type="dcterms:W3CDTF">2026-09-19T18:22:07.6540000Z</dcterms:modified>
</coreProperties>
</file>