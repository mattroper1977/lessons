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00af52d0ccc450a" Type="http://schemas.openxmlformats.org/officeDocument/2006/relationships/officeDocument" Target="ppt/presentation.xml"/><Relationship Id="R51d310db2f284f02" Type="http://schemas.openxmlformats.org/package/2006/relationships/metadata/core-properties" Target="docProps/core.xml"/><Relationship Id="R86982a1b97814fb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80c099ca6547ef"/>
  </p:sldMasterIdLst>
  <p:notesMasterIdLst>
    <p:notesMasterId xmlns:r="http://schemas.openxmlformats.org/officeDocument/2006/relationships" r:id="R801490f0e44346e4"/>
  </p:notesMasterIdLst>
  <p:sldIdLst>
    <p:sldId xmlns:r="http://schemas.openxmlformats.org/officeDocument/2006/relationships" id="256" r:id="Re10e0addfe7b4c3c"/>
    <p:sldId xmlns:r="http://schemas.openxmlformats.org/officeDocument/2006/relationships" id="257" r:id="Rf192dca9be394de0"/>
    <p:sldId xmlns:r="http://schemas.openxmlformats.org/officeDocument/2006/relationships" id="258" r:id="R450e5e868fbf4e70"/>
    <p:sldId xmlns:r="http://schemas.openxmlformats.org/officeDocument/2006/relationships" id="259" r:id="R22141bb6011148d5"/>
    <p:sldId xmlns:r="http://schemas.openxmlformats.org/officeDocument/2006/relationships" id="260" r:id="R836b6d93efba4f96"/>
    <p:sldId xmlns:r="http://schemas.openxmlformats.org/officeDocument/2006/relationships" id="261" r:id="Rd565991552e4441d"/>
    <p:sldId xmlns:r="http://schemas.openxmlformats.org/officeDocument/2006/relationships" id="262" r:id="R7d722f17aa9047c2"/>
    <p:sldId xmlns:r="http://schemas.openxmlformats.org/officeDocument/2006/relationships" id="263" r:id="Rf07cada085104b59"/>
    <p:sldId xmlns:r="http://schemas.openxmlformats.org/officeDocument/2006/relationships" id="264" r:id="R836ca06bd77e432a"/>
    <p:sldId xmlns:r="http://schemas.openxmlformats.org/officeDocument/2006/relationships" id="265" r:id="R77b11f5b58df450d"/>
    <p:sldId xmlns:r="http://schemas.openxmlformats.org/officeDocument/2006/relationships" id="266" r:id="R6c432389b0964961"/>
    <p:sldId xmlns:r="http://schemas.openxmlformats.org/officeDocument/2006/relationships" id="267" r:id="R206c14bdb3d24e60"/>
    <p:sldId xmlns:r="http://schemas.openxmlformats.org/officeDocument/2006/relationships" id="268" r:id="R202081083eef47ba"/>
    <p:sldId xmlns:r="http://schemas.openxmlformats.org/officeDocument/2006/relationships" id="269" r:id="R307b62cf6ea6448b"/>
    <p:sldId xmlns:r="http://schemas.openxmlformats.org/officeDocument/2006/relationships" id="270" r:id="R9a92686e99fc4d2a"/>
    <p:sldId xmlns:r="http://schemas.openxmlformats.org/officeDocument/2006/relationships" id="271" r:id="R15440316312c4028"/>
    <p:sldId xmlns:r="http://schemas.openxmlformats.org/officeDocument/2006/relationships" id="272" r:id="R8c52a955a860453f"/>
    <p:sldId xmlns:r="http://schemas.openxmlformats.org/officeDocument/2006/relationships" id="273" r:id="R7dd868b22e1841ec"/>
    <p:sldId xmlns:r="http://schemas.openxmlformats.org/officeDocument/2006/relationships" id="274" r:id="R43bbda907300466d"/>
    <p:sldId xmlns:r="http://schemas.openxmlformats.org/officeDocument/2006/relationships" id="275" r:id="Rd3074345ef0d4a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440316312c4028" Type="http://schemas.openxmlformats.org/officeDocument/2006/relationships/slide" Target="slides/slide16.xml"/><Relationship Id="R16d86b1cc78e4917" Type="http://schemas.openxmlformats.org/officeDocument/2006/relationships/tableStyles" Target="tableStyles.xml"/><Relationship Id="R202081083eef47ba" Type="http://schemas.openxmlformats.org/officeDocument/2006/relationships/slide" Target="slides/slide13.xml"/><Relationship Id="R206c14bdb3d24e60" Type="http://schemas.openxmlformats.org/officeDocument/2006/relationships/slide" Target="slides/slide12.xml"/><Relationship Id="R22141bb6011148d5" Type="http://schemas.openxmlformats.org/officeDocument/2006/relationships/slide" Target="slides/slide4.xml"/><Relationship Id="R307b62cf6ea6448b" Type="http://schemas.openxmlformats.org/officeDocument/2006/relationships/slide" Target="slides/slide14.xml"/><Relationship Id="R43bbda907300466d" Type="http://schemas.openxmlformats.org/officeDocument/2006/relationships/slide" Target="slides/slide19.xml"/><Relationship Id="R450e5e868fbf4e70" Type="http://schemas.openxmlformats.org/officeDocument/2006/relationships/slide" Target="slides/slide3.xml"/><Relationship Id="R6c432389b0964961" Type="http://schemas.openxmlformats.org/officeDocument/2006/relationships/slide" Target="slides/slide11.xml"/><Relationship Id="R77b11f5b58df450d" Type="http://schemas.openxmlformats.org/officeDocument/2006/relationships/slide" Target="slides/slide10.xml"/><Relationship Id="R7d722f17aa9047c2" Type="http://schemas.openxmlformats.org/officeDocument/2006/relationships/slide" Target="slides/slide7.xml"/><Relationship Id="R7dd868b22e1841ec" Type="http://schemas.openxmlformats.org/officeDocument/2006/relationships/slide" Target="slides/slide18.xml"/><Relationship Id="R801490f0e44346e4" Type="http://schemas.openxmlformats.org/officeDocument/2006/relationships/notesMaster" Target="notesMasters/notesMaster1.xml"/><Relationship Id="R836b6d93efba4f96" Type="http://schemas.openxmlformats.org/officeDocument/2006/relationships/slide" Target="slides/slide5.xml"/><Relationship Id="R836ca06bd77e432a" Type="http://schemas.openxmlformats.org/officeDocument/2006/relationships/slide" Target="slides/slide9.xml"/><Relationship Id="R8c52a955a860453f" Type="http://schemas.openxmlformats.org/officeDocument/2006/relationships/slide" Target="slides/slide17.xml"/><Relationship Id="R8f80c099ca6547ef" Type="http://schemas.openxmlformats.org/officeDocument/2006/relationships/slideMaster" Target="slideMasters/slideMaster1.xml"/><Relationship Id="R9a27995c32af4dd3" Type="http://schemas.openxmlformats.org/officeDocument/2006/relationships/theme" Target="theme/theme1.xml"/><Relationship Id="R9a92686e99fc4d2a" Type="http://schemas.openxmlformats.org/officeDocument/2006/relationships/slide" Target="slides/slide15.xml"/><Relationship Id="Rb345ab66a3c644f5" Type="http://schemas.openxmlformats.org/officeDocument/2006/relationships/presProps" Target="presProps.xml"/><Relationship Id="Rd3074345ef0d4a5e" Type="http://schemas.openxmlformats.org/officeDocument/2006/relationships/slide" Target="slides/slide20.xml"/><Relationship Id="Rd565991552e4441d" Type="http://schemas.openxmlformats.org/officeDocument/2006/relationships/slide" Target="slides/slide6.xml"/><Relationship Id="Re10e0addfe7b4c3c" Type="http://schemas.openxmlformats.org/officeDocument/2006/relationships/slide" Target="slides/slide1.xml"/><Relationship Id="Rf07cada085104b59" Type="http://schemas.openxmlformats.org/officeDocument/2006/relationships/slide" Target="slides/slide8.xml"/><Relationship Id="Rf192dca9be394de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5c9900555a5d40a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b4fe43f4e442e0" Type="http://schemas.openxmlformats.org/officeDocument/2006/relationships/notesMaster" Target="../notesMasters/notesMaster1.xml"/><Relationship Id="Rf908d546d44d44f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d57071e2b9834f33" Type="http://schemas.openxmlformats.org/officeDocument/2006/relationships/notesMaster" Target="../notesMasters/notesMaster1.xml"/><Relationship Id="Rd8a053d19e64486f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4fab9bf2e31426b" Type="http://schemas.openxmlformats.org/officeDocument/2006/relationships/notesMaster" Target="../notesMasters/notesMaster1.xml"/><Relationship Id="Rbf7afb0307b14af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b4635f4b751426f" Type="http://schemas.openxmlformats.org/officeDocument/2006/relationships/slide" Target="../slides/slide4.xml"/><Relationship Id="R9d739e87e7cc462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29712753d734dde" Type="http://schemas.openxmlformats.org/officeDocument/2006/relationships/slide" Target="../slides/slide5.xml"/><Relationship Id="R90e0c28f9631417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a625e085dcb4734" Type="http://schemas.openxmlformats.org/officeDocument/2006/relationships/slide" Target="../slides/slide6.xml"/><Relationship Id="Rc818d2bd7b3b417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30c9fd496f943bc" Type="http://schemas.openxmlformats.org/officeDocument/2006/relationships/slide" Target="../slides/slide7.xml"/><Relationship Id="Rc98a611f364d40cf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0e734bcf352491e" Type="http://schemas.openxmlformats.org/officeDocument/2006/relationships/slide" Target="../slides/slide8.xml"/><Relationship Id="R8832f41ad6f3481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163404575ac4542" Type="http://schemas.openxmlformats.org/officeDocument/2006/relationships/slide" Target="../slides/slide9.xml"/><Relationship Id="R919d3d74749248f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8929ce20e574397" Type="http://schemas.openxmlformats.org/officeDocument/2006/relationships/notesMaster" Target="../notesMasters/notesMaster1.xml"/><Relationship Id="Rbd060d35538f447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bf32bd7e9504053" Type="http://schemas.openxmlformats.org/officeDocument/2006/relationships/slide" Target="../slides/slide11.xml"/><Relationship Id="R92f17f30e81d46ae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814c8a0f79946b4" Type="http://schemas.openxmlformats.org/officeDocument/2006/relationships/notesMaster" Target="../notesMasters/notesMaster1.xml"/><Relationship Id="R3ba3fdb16bb04ff0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f6a6540c3cf44b9" Type="http://schemas.openxmlformats.org/officeDocument/2006/relationships/slide" Target="../slides/slide13.xml"/><Relationship Id="Rafd85531dc7b4cda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b501274882794951" Type="http://schemas.openxmlformats.org/officeDocument/2006/relationships/notesMaster" Target="../notesMasters/notesMaster1.xml"/><Relationship Id="Rec609ecf022f4c80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07989da510b4d22" Type="http://schemas.openxmlformats.org/officeDocument/2006/relationships/slide" Target="../slides/slide15.xml"/><Relationship Id="Rc8957e6eea594f3b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3c290282a774e81" Type="http://schemas.openxmlformats.org/officeDocument/2006/relationships/notesMaster" Target="../notesMasters/notesMaster1.xml"/><Relationship Id="R84d3d27855e2489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250727931914fca" Type="http://schemas.openxmlformats.org/officeDocument/2006/relationships/notesMaster" Target="../notesMasters/notesMaster1.xml"/><Relationship Id="R22f797265c174768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f71745c70c046b2" Type="http://schemas.openxmlformats.org/officeDocument/2006/relationships/slide" Target="../slides/slide18.xml"/><Relationship Id="R7384b52e80894b4c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d9261469bc944319" Type="http://schemas.openxmlformats.org/officeDocument/2006/relationships/notesMaster" Target="../notesMasters/notesMaster1.xml"/><Relationship Id="Rf965bb049a784600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3a09a97704434f14" Type="http://schemas.openxmlformats.org/officeDocument/2006/relationships/notesMaster" Target="../notesMasters/notesMaster1.xml"/><Relationship Id="R576d735b85f14b2b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Generosity: caring for those in need.</a:t>
            </a:r>
          </a:p>
          <a:p xmlns:a="http://schemas.openxmlformats.org/drawingml/2006/main">
            <a:r>
              <a:t>Choose: A festival of lights celebrated by many Hindus, Sikhs and Jains OR A small lamp, often made of clay. Answer: A festival of lights celebrated by many Hindus, Sikhs and Jains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Good overcoming evil, hope or welcome.</a:t>
            </a:r>
          </a:p>
          <a:p xmlns:a="http://schemas.openxmlformats.org/drawingml/2006/main">
            <a:r>
              <a:t>Give a reason when ready. Answer: No. Many Sikhs and Jains also celebrate at this time, with their own meanings.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At Diwali, ___ is a symbol of ___ because ___.</a:t>
            </a:r>
          </a:p>
          <a:p xmlns:a="http://schemas.openxmlformats.org/drawingml/2006/main">
            <a:r>
              <a:t>Match each symbol or practice to a meaning. Explain using a named detail.</a:t>
            </a:r>
          </a:p>
          <a:p xmlns:a="http://schemas.openxmlformats.org/drawingml/2006/main">
            <a:r>
              <a:t>Explain how one festival season can carry different meanings for Hindus, Sikhs and Jains.</a:t>
            </a:r>
          </a:p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Rows of lit diyas — Good overcoming evil — Card A: lamps guide Rama and Sita home.</a:t>
            </a:r>
          </a:p>
          <a:p xmlns:a="http://schemas.openxmlformats.org/drawingml/2006/main">
            <a:r>
              <a:t>Rangoli by the door — Welcome — Card C: rangoli welcome guests.</a:t>
            </a:r>
          </a:p>
          <a:p xmlns:a="http://schemas.openxmlformats.org/drawingml/2006/main">
            <a:r>
              <a:t>Sharing sweets with visitors — Community and joy — Card C: families visit and share.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At Diwali, ___ is a symbol of ___ because ___. Complete the organiser one space at a time. At Diwali, ___ is a symbol of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Diwali, ___ is a symbol of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one festival season can carry different meanings for Hindus, Sikhs and Jains.</a:t>
            </a:r>
          </a:p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overcoming evil, hope or welcome.</a:t>
            </a:r>
          </a:p>
          <a:p xmlns:a="http://schemas.openxmlformats.org/drawingml/2006/main">
            <a:r>
              <a:t>No. Many Sikhs and Jains also celebrate at this time, with their own meanings.</a:t>
            </a:r>
          </a:p>
          <a:p xmlns:a="http://schemas.openxmlformats.org/drawingml/2006/main">
            <a:r>
              <a:t>Support: At Diwali, ___ is a symbol of ___ because ___.</a:t>
            </a:r>
          </a:p>
          <a:p xmlns:a="http://schemas.openxmlformats.org/drawingml/2006/main">
            <a:r>
              <a:t>Extension: Explain how one festival season can carry different meanings for Hindus, Sikhs and Jains.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→ meaning response.</a:t>
            </a:r>
          </a:p>
          <a:p xmlns:a="http://schemas.openxmlformats.org/drawingml/2006/main">
            <a:r>
              <a:t>Image-led input; reduced symbol set; read-aloud; matching before writing; sentence stems; draw/label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ae43420248e417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4a2d97702394b33" Type="http://schemas.openxmlformats.org/officeDocument/2006/relationships/theme" Target="theme/theme2.xml"/><Relationship Id="R93a4026676654b9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a4026676654b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b635da803a54c17" Type="http://schemas.openxmlformats.org/officeDocument/2006/relationships/slideLayout" Target="../slideLayouts/slideLayout1.xml"/><Relationship Id="R9d34ae764463477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be26dc738104a5d" Type="http://schemas.openxmlformats.org/officeDocument/2006/relationships/notesSlide" Target="../notesSlides/notesSlide2.xml"/><Relationship Id="R8174e622e8424b2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683d1e63f2e4b6f" Type="http://schemas.openxmlformats.org/officeDocument/2006/relationships/slideLayout" Target="../slideLayouts/slideLayout1.xml"/><Relationship Id="Red8feb295a584c7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e5163cbbeb64a30" Type="http://schemas.openxmlformats.org/officeDocument/2006/relationships/slideLayout" Target="../slideLayouts/slideLayout1.xml"/><Relationship Id="Raae75fa11bc04e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4aa78eaad714ab4" Type="http://schemas.openxmlformats.org/officeDocument/2006/relationships/notesSlide" Target="../notesSlides/notesSlide5.xml"/><Relationship Id="R48220bf5ba954679" Type="http://schemas.openxmlformats.org/officeDocument/2006/relationships/slideLayout" Target="../slideLayouts/slideLayout1.xml"/><Relationship Id="R9d1ba44d856c4da2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34a425a001a74674" Type="http://schemas.openxmlformats.org/officeDocument/2006/relationships/notesSlide" Target="../notesSlides/notesSlide6.xml"/><Relationship Id="Ra44a239b6ba141d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bbbe440ee3b741cc" Type="http://schemas.openxmlformats.org/officeDocument/2006/relationships/slideLayout" Target="../slideLayouts/slideLayout1.xml"/><Relationship Id="Refd83b368ee7486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636375ed0834daf" Type="http://schemas.openxmlformats.org/officeDocument/2006/relationships/notesSlide" Target="../notesSlides/notesSlide8.xml"/><Relationship Id="Rdb38a48f67154ec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ebcac4f11374b7a" Type="http://schemas.openxmlformats.org/officeDocument/2006/relationships/slideLayout" Target="../slideLayouts/slideLayout1.xml"/><Relationship Id="R23d6a0db28aa4dda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9f97f2eaf614eab" Type="http://schemas.openxmlformats.org/officeDocument/2006/relationships/slideLayout" Target="../slideLayouts/slideLayout1.xml"/><Relationship Id="R3175e8311fdd4b8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53dcce410824ca4" Type="http://schemas.openxmlformats.org/officeDocument/2006/relationships/slideLayout" Target="../slideLayouts/slideLayout1.xml"/><Relationship Id="R7b4b3e2030d9444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bc60748467764072" Type="http://schemas.openxmlformats.org/officeDocument/2006/relationships/slideLayout" Target="../slideLayouts/slideLayout1.xml"/><Relationship Id="Re4c7744bfce548da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4c1deb32a3d4f89" Type="http://schemas.openxmlformats.org/officeDocument/2006/relationships/notesSlide" Target="../notesSlides/notesSlide13.xml"/><Relationship Id="R83676d5302d6464e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f9b497459fc48e2" Type="http://schemas.openxmlformats.org/officeDocument/2006/relationships/slideLayout" Target="../slideLayouts/slideLayout1.xml"/><Relationship Id="Re35967e1b3f24f7c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891c307b613542e2" Type="http://schemas.openxmlformats.org/officeDocument/2006/relationships/notesSlide" Target="../notesSlides/notesSlide15.xml"/><Relationship Id="Re821ec7b7b9b405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f2cf083067e4146" Type="http://schemas.openxmlformats.org/officeDocument/2006/relationships/slideLayout" Target="../slideLayouts/slideLayout1.xml"/><Relationship Id="Rde30246ec7d24a9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3a8940bbef9747ed" Type="http://schemas.openxmlformats.org/officeDocument/2006/relationships/notesSlide" Target="../notesSlides/notesSlide17.xml"/><Relationship Id="R8d6871094b5640c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2207295cb20c4630" Type="http://schemas.openxmlformats.org/officeDocument/2006/relationships/notesSlide" Target="../notesSlides/notesSlide18.xml"/><Relationship Id="R5f00a47a0d454a7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196b97d22c4949b1" Type="http://schemas.openxmlformats.org/officeDocument/2006/relationships/slideLayout" Target="../slideLayouts/slideLayout1.xml"/><Relationship Id="Rcd3b4641ca2f4d00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7486f07702fc4554" Type="http://schemas.openxmlformats.org/officeDocument/2006/relationships/slideLayout" Target="../slideLayouts/slideLayout1.xml"/><Relationship Id="R7cce530341834ff0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82B8E-1299-46CA-95A1-A94BA054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Diwali: festival, story and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13AC-E705-4E6D-BDBA-C79FF06B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98914-4902-4111-A897-505972CE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meaning connected to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B6CAA-9A18-4D97-BB47-605C02E9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1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E4B14-DE8C-4CD7-9387-EB7B95CD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983740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4D484-256B-4339-BE5F-9A876C7E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FBDCE-C54C-4112-BAF7-F115ADF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7D4DD-CA5C-44E5-AE79-D0189220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value does Imran’s belief lead 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914D1-23B5-4F37-86F5-AF3DE69C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Diwali?</a:t>
            </a:r>
          </a:p>
        </p:txBody>
      </p:sp>
    </p:spTree>
    <p:extLst>
      <p:ext uri="{BB962C8B-B14F-4D97-AF65-F5344CB8AC3E}">
        <p14:creationId xmlns:p14="http://schemas.microsoft.com/office/powerpoint/2010/main" val="1326737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E340D-9095-44E8-9CC8-98541A33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35E90-5C45-4069-82A0-DBCE024E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9253F-B989-4C9E-9E99-7D0768E9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one thing light can represent at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FF90A-9903-401A-B306-CE871B7E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Diwali celebrated only by Hindus?</a:t>
            </a:r>
          </a:p>
        </p:txBody>
      </p:sp>
    </p:spTree>
    <p:extLst>
      <p:ext uri="{BB962C8B-B14F-4D97-AF65-F5344CB8AC3E}">
        <p14:creationId xmlns:p14="http://schemas.microsoft.com/office/powerpoint/2010/main" val="171829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E581F-058A-4A05-B497-F6FBE3E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7B3DB-D476-4313-BF59-C10419C1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3D6D2-0918-4490-A236-B65C32F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Diwali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festival of lights celebrated by many Hindus, Sikhs and Jains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FDE5E-4A19-477D-AE9B-666BF8D9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diya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small lamp, often made of clay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09F86-983E-41B2-98BC-5ED232A6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rangoli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bright pattern made on the floor to welcome guests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BCEC3-6E6C-4A6B-8D3B-9D6444DE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stands for an idea</a:t>
            </a:r>
          </a:p>
        </p:txBody>
      </p:sp>
    </p:spTree>
    <p:extLst>
      <p:ext uri="{BB962C8B-B14F-4D97-AF65-F5344CB8AC3E}">
        <p14:creationId xmlns:p14="http://schemas.microsoft.com/office/powerpoint/2010/main" val="359002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57DA3-BC44-424B-ABE6-DF074D76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062B1-2786-4D1A-B3D9-F546655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ba44d856c4da2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E068B-8A98-4256-8CF9-6ACAE50B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Mystery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D6267-0275-4FA6-B1ED-475115A2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Reveal one clue at a time. Which festival is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69454-35E8-4347-A47C-5253224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At Diwali, ___ is a symbol of ___ because ___.</a:t>
            </a:r>
          </a:p>
        </p:txBody>
      </p:sp>
    </p:spTree>
    <p:extLst>
      <p:ext uri="{BB962C8B-B14F-4D97-AF65-F5344CB8AC3E}">
        <p14:creationId xmlns:p14="http://schemas.microsoft.com/office/powerpoint/2010/main" val="292332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1D36D-73BA-4BAF-A5F4-27EA5B04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331A-689D-4812-9871-E11C3337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82B20-8883-4CDB-98DD-BC35455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one thing light can represent at Diwali.</a:t>
            </a:r>
          </a:p>
        </p:txBody>
      </p:sp>
    </p:spTree>
    <p:extLst>
      <p:ext uri="{BB962C8B-B14F-4D97-AF65-F5344CB8AC3E}">
        <p14:creationId xmlns:p14="http://schemas.microsoft.com/office/powerpoint/2010/main" val="268725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82CCF-A4B1-4194-A238-A34F891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C43D7-BE41-4F09-8D9C-FAFD4247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A84E4-9B30-4590-A99B-13FEF88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Rama and Sita: Many Hindus tell the story of Rama and Sita at Diwali. After Rama rescues Sita from Ravana, people light lamps to guide them home. Light stands for good overcoming evil.</a:t>
            </a:r>
          </a:p>
        </p:txBody>
      </p:sp>
    </p:spTree>
    <p:extLst>
      <p:ext uri="{BB962C8B-B14F-4D97-AF65-F5344CB8AC3E}">
        <p14:creationId xmlns:p14="http://schemas.microsoft.com/office/powerpoint/2010/main" val="1354993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4FD74-900F-444A-A785-0523CFC4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C1062-7126-4E56-AFC0-4747877B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46876-57C3-4E71-B1F8-F234E4F0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Good overcoming evil, hope or welcome.</a:t>
            </a:r>
          </a:p>
        </p:txBody>
      </p:sp>
    </p:spTree>
    <p:extLst>
      <p:ext uri="{BB962C8B-B14F-4D97-AF65-F5344CB8AC3E}">
        <p14:creationId xmlns:p14="http://schemas.microsoft.com/office/powerpoint/2010/main" val="244125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EF70D-CBA6-490A-98EC-3A44E9A0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353AA-BC4C-4783-9BC3-F7F1573F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2657C-AFB4-41AD-AB56-68DFFD8D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Diwali celebrated only by Hindus? No. Many Sikhs and Jains also celebrate at this time, with their own meanings.</a:t>
            </a:r>
          </a:p>
        </p:txBody>
      </p:sp>
    </p:spTree>
    <p:extLst>
      <p:ext uri="{BB962C8B-B14F-4D97-AF65-F5344CB8AC3E}">
        <p14:creationId xmlns:p14="http://schemas.microsoft.com/office/powerpoint/2010/main" val="515088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87F4F-4B58-4FAC-99AE-57716AE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C607A-BBEA-469B-9CA8-E72536CD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6DF50-5E23-4921-89E9-61EABC5A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symbol or practice to a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22F61-4488-4CF0-B1D5-8CE4A265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the evidence card you used.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6A1EF-E1BD-44DA-BF64-48D9B06E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415974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E4F83-CA22-4621-A9BA-14B04CCA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5F41E-711C-42B0-866D-C8B5B8AC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28B5B-B627-4D06-9EE8-3DDDD431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Rows of lit diyas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1E388-C75B-42FA-918D-AEFC6EB8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Rangoli by the door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2FEA6-84DE-4D17-B9E2-DC2A726C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Sharing sweets with visitors</a:t>
            </a:r>
          </a:p>
        </p:txBody>
      </p:sp>
    </p:spTree>
    <p:extLst>
      <p:ext uri="{BB962C8B-B14F-4D97-AF65-F5344CB8AC3E}">
        <p14:creationId xmlns:p14="http://schemas.microsoft.com/office/powerpoint/2010/main" val="16135990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41312-BD38-4D68-99CA-B68894BB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44132-0508-4AF8-8131-A745EA9F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CE624-2E31-4DB7-A0FF-922C50B6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symbol: diya or rangoli.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6B821-CA4D-4408-B395-1B41CDCC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it to its meaning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842CF-5CBF-4E6A-8DCF-8E9EBEB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Draw and label: symbol → meaning.</a:t>
            </a:r>
          </a:p>
        </p:txBody>
      </p:sp>
    </p:spTree>
    <p:extLst>
      <p:ext uri="{BB962C8B-B14F-4D97-AF65-F5344CB8AC3E}">
        <p14:creationId xmlns:p14="http://schemas.microsoft.com/office/powerpoint/2010/main" val="3909799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3612C-AE2C-4BCF-8B4A-2896B579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4FAD0-1F1C-430D-99AB-6CCB931F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34AFF-20F2-4743-88FA-0D762BF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Diwali symbol or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64826-07B3-432F-B12B-7EEC79D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Write: symbol → meaning.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83D6B-1E4D-48EE-8502-CF3A8440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meaning using the story or a card.</a:t>
            </a:r>
          </a:p>
        </p:txBody>
      </p:sp>
    </p:spTree>
    <p:extLst>
      <p:ext uri="{BB962C8B-B14F-4D97-AF65-F5344CB8AC3E}">
        <p14:creationId xmlns:p14="http://schemas.microsoft.com/office/powerpoint/2010/main" val="8681391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F3C1A-E4AF-4F4B-B7ED-B9FA80C6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31E38-9590-438C-8DAA-B8CD7B1B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F01C8-B775-4B96-995E-D3835291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two symbols and give the meaning of 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EF47-B192-421E-8530-52ACC057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one meaning to the Rama and Sita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478C4-5031-4946-9319-1383771B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Sikhs or Jains give the season another meaning.</a:t>
            </a:r>
          </a:p>
        </p:txBody>
      </p:sp>
    </p:spTree>
    <p:extLst>
      <p:ext uri="{BB962C8B-B14F-4D97-AF65-F5344CB8AC3E}">
        <p14:creationId xmlns:p14="http://schemas.microsoft.com/office/powerpoint/2010/main" val="18353214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07761-0EB6-4DBA-91D5-4DD852B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5AB21-9C04-488F-964D-6ED9EBF8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E8D93-6EEE-4AC2-B1F3-23BE566A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symbol → meaning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B8FE8-0A94-4D8E-8009-A8AC8EAC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AFB62-8635-4D5B-9E2A-55B59000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0410504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4850D-6079-4133-A76A-457E7A87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7CAC1-BD89-4518-AC2E-94D5B36E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A6E56-F042-48B0-BEF8-33A42778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thing light can represent at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6C95D-E51C-4751-B450-8BA05770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Diwali celebrated only by Hindus?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837E9-65A4-4360-A543-1EBBC334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3435966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4D1BC-0000-44EE-84B9-6A9D8702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Rama and Sita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11715-6695-4643-9480-5C8C99C4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9900C-AFD6-4112-BFDB-33B79C9E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tell the story of Rama and Sita at Diwali. After Rama rescues Sita from Ravana, people light lamps to guide them home. Light stands for good overcoming evil.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EB187-3A22-4A95-ADF7-55E107E5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30CE-D7BE-4281-B03B-7A65533F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Not everyone who celebrates Diwali tells this story.</a:t>
            </a:r>
          </a:p>
        </p:txBody>
      </p:sp>
    </p:spTree>
    <p:extLst>
      <p:ext uri="{BB962C8B-B14F-4D97-AF65-F5344CB8AC3E}">
        <p14:creationId xmlns:p14="http://schemas.microsoft.com/office/powerpoint/2010/main" val="18482348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B3C9F-C3BF-42BC-A45E-09A33640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Different communities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D5A80-92FE-47A9-B035-388EBFA4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AFA46-DAFE-4411-A41A-A752FEB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Sikhs mark Bandi Chhor Divas at the same time, remembering Guru Hargobind’s release from prison. Many Jains remember Mahavira. One festival season holds several meanings.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34C8A-FC01-4407-BB67-FAA6ACCB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132E1-756F-4E10-ABE9-F5E35F7A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are short summaries of long traditions.</a:t>
            </a:r>
          </a:p>
        </p:txBody>
      </p:sp>
    </p:spTree>
    <p:extLst>
      <p:ext uri="{BB962C8B-B14F-4D97-AF65-F5344CB8AC3E}">
        <p14:creationId xmlns:p14="http://schemas.microsoft.com/office/powerpoint/2010/main" val="8800489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7FE2B-E975-49E2-8EB7-023A85DF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Practices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8770D-2E5C-42B2-9A68-208027D0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BAED0-265E-489C-8A31-108BE4C8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Families clean and decorate homes, make rangoli, light diyas, share sweets and visit each other. Many Hindus also pray to Lakshmi.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D045D-A502-443A-AABC-25F6B3B8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E4ACF-F0E2-43A3-B1F8-44535E65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Families celebrate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19005934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A998C-BC34-4EF3-8203-DB5701D5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Symbol and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3C54C-CAE8-4BEB-BBA2-995D3AA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3FFFE-DDF5-43A2-8673-5E5C8AE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symbol stands for an idea. Ask: what is it? What does it mean to the people who use it?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3311E-F6B3-4DE6-BF64-9725A08E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07FF8-E882-4BFC-965C-55BDA2F9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symbol can mean different things to different people.</a:t>
            </a:r>
          </a:p>
        </p:txBody>
      </p:sp>
    </p:spTree>
    <p:extLst>
      <p:ext uri="{BB962C8B-B14F-4D97-AF65-F5344CB8AC3E}">
        <p14:creationId xmlns:p14="http://schemas.microsoft.com/office/powerpoint/2010/main" val="1482730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2026-09-19T18:22:18.5940000Z</dcterms:created>
  <dcterms:modified xsi:type="dcterms:W3CDTF">2026-09-19T18:22:18.5940000Z</dcterms:modified>
</coreProperties>
</file>