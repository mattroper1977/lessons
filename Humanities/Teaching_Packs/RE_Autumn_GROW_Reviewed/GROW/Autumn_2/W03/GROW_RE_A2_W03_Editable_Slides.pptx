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1b45d72f904459b" Type="http://schemas.openxmlformats.org/officeDocument/2006/relationships/officeDocument" Target="ppt/presentation.xml"/><Relationship Id="R2a9baf2492384bdb" Type="http://schemas.openxmlformats.org/officeDocument/2006/relationships/extended-properties" Target="docProps/app.xml"/><Relationship Id="R8830d5bb07394e54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65c8ce65fb481e"/>
  </p:sldMasterIdLst>
  <p:notesMasterIdLst>
    <p:notesMasterId xmlns:r="http://schemas.openxmlformats.org/officeDocument/2006/relationships" r:id="Rcde3ef13ad434f54"/>
  </p:notesMasterIdLst>
  <p:sldIdLst>
    <p:sldId xmlns:r="http://schemas.openxmlformats.org/officeDocument/2006/relationships" id="256" r:id="R93d2ccf455954a54"/>
    <p:sldId xmlns:r="http://schemas.openxmlformats.org/officeDocument/2006/relationships" id="257" r:id="R8e93bc31ad354e5b"/>
    <p:sldId xmlns:r="http://schemas.openxmlformats.org/officeDocument/2006/relationships" id="258" r:id="Ra77a052037584a9a"/>
    <p:sldId xmlns:r="http://schemas.openxmlformats.org/officeDocument/2006/relationships" id="259" r:id="Rfb334e3828ed4fab"/>
    <p:sldId xmlns:r="http://schemas.openxmlformats.org/officeDocument/2006/relationships" id="260" r:id="R7247a1612ddc4ebe"/>
    <p:sldId xmlns:r="http://schemas.openxmlformats.org/officeDocument/2006/relationships" id="261" r:id="Ra9c3e92eefdf4922"/>
    <p:sldId xmlns:r="http://schemas.openxmlformats.org/officeDocument/2006/relationships" id="262" r:id="R85c6f815a35d4e53"/>
    <p:sldId xmlns:r="http://schemas.openxmlformats.org/officeDocument/2006/relationships" id="263" r:id="Rf238a55363eb42f1"/>
    <p:sldId xmlns:r="http://schemas.openxmlformats.org/officeDocument/2006/relationships" id="264" r:id="R1059d0671eb648a7"/>
    <p:sldId xmlns:r="http://schemas.openxmlformats.org/officeDocument/2006/relationships" id="265" r:id="Ra2e7c43b4e564389"/>
    <p:sldId xmlns:r="http://schemas.openxmlformats.org/officeDocument/2006/relationships" id="266" r:id="R9c7a00760a3045f6"/>
    <p:sldId xmlns:r="http://schemas.openxmlformats.org/officeDocument/2006/relationships" id="267" r:id="R9183956af11740a2"/>
    <p:sldId xmlns:r="http://schemas.openxmlformats.org/officeDocument/2006/relationships" id="268" r:id="R35f341fa021e44ad"/>
    <p:sldId xmlns:r="http://schemas.openxmlformats.org/officeDocument/2006/relationships" id="269" r:id="Rfc38a5ca5a124521"/>
    <p:sldId xmlns:r="http://schemas.openxmlformats.org/officeDocument/2006/relationships" id="270" r:id="R39d7443844644203"/>
    <p:sldId xmlns:r="http://schemas.openxmlformats.org/officeDocument/2006/relationships" id="271" r:id="R7a7dd82fa8614c0a"/>
    <p:sldId xmlns:r="http://schemas.openxmlformats.org/officeDocument/2006/relationships" id="272" r:id="Rde82683449a04c1b"/>
    <p:sldId xmlns:r="http://schemas.openxmlformats.org/officeDocument/2006/relationships" id="273" r:id="R74cdb8797c434cb0"/>
    <p:sldId xmlns:r="http://schemas.openxmlformats.org/officeDocument/2006/relationships" id="274" r:id="R5ca04820901341f7"/>
    <p:sldId xmlns:r="http://schemas.openxmlformats.org/officeDocument/2006/relationships" id="275" r:id="Rcc703791cab742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059d0671eb648a7" Type="http://schemas.openxmlformats.org/officeDocument/2006/relationships/slide" Target="slides/slide9.xml"/><Relationship Id="R35f341fa021e44ad" Type="http://schemas.openxmlformats.org/officeDocument/2006/relationships/slide" Target="slides/slide13.xml"/><Relationship Id="R39d7443844644203" Type="http://schemas.openxmlformats.org/officeDocument/2006/relationships/slide" Target="slides/slide15.xml"/><Relationship Id="R4e04f267517a4c9f" Type="http://schemas.openxmlformats.org/officeDocument/2006/relationships/presProps" Target="presProps.xml"/><Relationship Id="R5ca04820901341f7" Type="http://schemas.openxmlformats.org/officeDocument/2006/relationships/slide" Target="slides/slide19.xml"/><Relationship Id="R7247a1612ddc4ebe" Type="http://schemas.openxmlformats.org/officeDocument/2006/relationships/slide" Target="slides/slide5.xml"/><Relationship Id="R74cdb8797c434cb0" Type="http://schemas.openxmlformats.org/officeDocument/2006/relationships/slide" Target="slides/slide18.xml"/><Relationship Id="R7a7dd82fa8614c0a" Type="http://schemas.openxmlformats.org/officeDocument/2006/relationships/slide" Target="slides/slide16.xml"/><Relationship Id="R857cf34770284bd9" Type="http://schemas.openxmlformats.org/officeDocument/2006/relationships/theme" Target="theme/theme1.xml"/><Relationship Id="R85c6f815a35d4e53" Type="http://schemas.openxmlformats.org/officeDocument/2006/relationships/slide" Target="slides/slide7.xml"/><Relationship Id="R8e93bc31ad354e5b" Type="http://schemas.openxmlformats.org/officeDocument/2006/relationships/slide" Target="slides/slide2.xml"/><Relationship Id="R9183956af11740a2" Type="http://schemas.openxmlformats.org/officeDocument/2006/relationships/slide" Target="slides/slide12.xml"/><Relationship Id="R93d2ccf455954a54" Type="http://schemas.openxmlformats.org/officeDocument/2006/relationships/slide" Target="slides/slide1.xml"/><Relationship Id="R9c7a00760a3045f6" Type="http://schemas.openxmlformats.org/officeDocument/2006/relationships/slide" Target="slides/slide11.xml"/><Relationship Id="Ra2e7c43b4e564389" Type="http://schemas.openxmlformats.org/officeDocument/2006/relationships/slide" Target="slides/slide10.xml"/><Relationship Id="Ra77a052037584a9a" Type="http://schemas.openxmlformats.org/officeDocument/2006/relationships/slide" Target="slides/slide3.xml"/><Relationship Id="Ra9c3e92eefdf4922" Type="http://schemas.openxmlformats.org/officeDocument/2006/relationships/slide" Target="slides/slide6.xml"/><Relationship Id="Rcc703791cab7426a" Type="http://schemas.openxmlformats.org/officeDocument/2006/relationships/slide" Target="slides/slide20.xml"/><Relationship Id="Rcde3ef13ad434f54" Type="http://schemas.openxmlformats.org/officeDocument/2006/relationships/notesMaster" Target="notesMasters/notesMaster1.xml"/><Relationship Id="Rd765c8ce65fb481e" Type="http://schemas.openxmlformats.org/officeDocument/2006/relationships/slideMaster" Target="slideMasters/slideMaster1.xml"/><Relationship Id="Rde82683449a04c1b" Type="http://schemas.openxmlformats.org/officeDocument/2006/relationships/slide" Target="slides/slide17.xml"/><Relationship Id="Rf238a55363eb42f1" Type="http://schemas.openxmlformats.org/officeDocument/2006/relationships/slide" Target="slides/slide8.xml"/><Relationship Id="Rf989a67eecac468d" Type="http://schemas.openxmlformats.org/officeDocument/2006/relationships/tableStyles" Target="tableStyles.xml"/><Relationship Id="Rfb334e3828ed4fab" Type="http://schemas.openxmlformats.org/officeDocument/2006/relationships/slide" Target="slides/slide4.xml"/><Relationship Id="Rfc38a5ca5a1245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0c79997391a443fa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3951d68502c45bd" Type="http://schemas.openxmlformats.org/officeDocument/2006/relationships/slide" Target="../slides/slide1.xml"/><Relationship Id="Rc4b8df18cf82410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9e07ee8f7b5247a0" Type="http://schemas.openxmlformats.org/officeDocument/2006/relationships/slide" Target="../slides/slide2.xml"/><Relationship Id="Rf357cd90347146e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afafcc2269f74fb6" Type="http://schemas.openxmlformats.org/officeDocument/2006/relationships/slide" Target="../slides/slide3.xml"/><Relationship Id="Rbb83eb9454e9425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49f9c4ce581044d8" Type="http://schemas.openxmlformats.org/officeDocument/2006/relationships/slide" Target="../slides/slide4.xml"/><Relationship Id="R83e68c5bd2c84370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150022b0631f4a3f" Type="http://schemas.openxmlformats.org/officeDocument/2006/relationships/notesMaster" Target="../notesMasters/notesMaster1.xml"/><Relationship Id="Rfea87aca095d437d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1624c3c023324716" Type="http://schemas.openxmlformats.org/officeDocument/2006/relationships/slide" Target="../slides/slide6.xml"/><Relationship Id="R2ee2b6ba51284e2f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07651f3f13c54141" Type="http://schemas.openxmlformats.org/officeDocument/2006/relationships/notesMaster" Target="../notesMasters/notesMaster1.xml"/><Relationship Id="Rde800cef288e4ca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3f92f2686abf4e75" Type="http://schemas.openxmlformats.org/officeDocument/2006/relationships/notesMaster" Target="../notesMasters/notesMaster1.xml"/><Relationship Id="Rb019eb066a3946e7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ada07f9ac7164f4e" Type="http://schemas.openxmlformats.org/officeDocument/2006/relationships/notesMaster" Target="../notesMasters/notesMaster1.xml"/><Relationship Id="Re510a43b452d4647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858d88f4e2244926" Type="http://schemas.openxmlformats.org/officeDocument/2006/relationships/notesMaster" Target="../notesMasters/notesMaster1.xml"/><Relationship Id="R994da6d4bf2e458a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3066d439dc9e4a01" Type="http://schemas.openxmlformats.org/officeDocument/2006/relationships/slide" Target="../slides/slide11.xml"/><Relationship Id="R3f99b7a4268346cd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0588226aab4f41f6" Type="http://schemas.openxmlformats.org/officeDocument/2006/relationships/slide" Target="../slides/slide12.xml"/><Relationship Id="Rb9adbce65d294560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5e74bb26f9944b17" Type="http://schemas.openxmlformats.org/officeDocument/2006/relationships/slide" Target="../slides/slide13.xml"/><Relationship Id="R978f19cce6cb4e0f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8d56aebc108d4caa" Type="http://schemas.openxmlformats.org/officeDocument/2006/relationships/notesMaster" Target="../notesMasters/notesMaster1.xml"/><Relationship Id="Rbb4cddbefec54cab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58a2e2d4c4f44370" Type="http://schemas.openxmlformats.org/officeDocument/2006/relationships/notesMaster" Target="../notesMasters/notesMaster1.xml"/><Relationship Id="Re9c293ccd26b4a77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391731d3b71a42a8" Type="http://schemas.openxmlformats.org/officeDocument/2006/relationships/slide" Target="../slides/slide16.xml"/><Relationship Id="R3ab77453d9a84f93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0282ac2adf344ea1" Type="http://schemas.openxmlformats.org/officeDocument/2006/relationships/notesMaster" Target="../notesMasters/notesMaster1.xml"/><Relationship Id="R13cb720e16ab45ce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0bd24d150c0e4e2c" Type="http://schemas.openxmlformats.org/officeDocument/2006/relationships/notesMaster" Target="../notesMasters/notesMaster1.xml"/><Relationship Id="R6ac7cf5ed98f4b40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279f447dde8649f8" Type="http://schemas.openxmlformats.org/officeDocument/2006/relationships/slide" Target="../slides/slide19.xml"/><Relationship Id="Ra7ef5deb98bb43ea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0cdd0db8f6c244af" Type="http://schemas.openxmlformats.org/officeDocument/2006/relationships/notesMaster" Target="../notesMasters/notesMaster1.xml"/><Relationship Id="R8677e8a7dfbd4b1b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description of one practice using at least three key terms.</a:t>
            </a:r>
          </a:p>
          <a:p xmlns:a="http://schemas.openxmlformats.org/drawingml/2006/main">
            <a:r>
              <a:t>Three-word minimum vocabulary target; word bank; cloze version; verbal rehearsal; scribe/typing; image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For example, the mihrab shows the direction of Makkah for prayer.</a:t>
            </a:r>
          </a:p>
          <a:p xmlns:a="http://schemas.openxmlformats.org/drawingml/2006/main">
            <a:r>
              <a:t>Choose: Something people do as part of their beliefs OR A set of actions done in a fixed way with meaning. Answer: Something people do as part of their beliefs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word or read one relevant card together. Answer: A set of actions done in a fixed way with meaning.</a:t>
            </a:r>
          </a:p>
          <a:p xmlns:a="http://schemas.openxmlformats.org/drawingml/2006/main">
            <a:r>
              <a:t>Give a reason when ready. Answer: No. Prayer can be aloud or silent.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description of one practice using at least three key terms.</a:t>
            </a:r>
          </a:p>
          <a:p xmlns:a="http://schemas.openxmlformats.org/drawingml/2006/main">
            <a:r>
              <a:t>Three-word minimum vocabulary target; word bank; cloze version; verbal rehearsal; scribe/typing; image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description of one practice using at least three key terms.</a:t>
            </a:r>
          </a:p>
          <a:p xmlns:a="http://schemas.openxmlformats.org/drawingml/2006/main">
            <a:r>
              <a:t>Three-word minimum vocabulary target; word bank; cloze version; verbal rehearsal; scribe/typing; image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description of one practice using at least three key terms.</a:t>
            </a:r>
          </a:p>
          <a:p xmlns:a="http://schemas.openxmlformats.org/drawingml/2006/main">
            <a:r>
              <a:t>Three-word minimum vocabulary target; word bank; cloze version; verbal rehearsal; scribe/typing; image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description of one practice using at least three key terms.</a:t>
            </a:r>
          </a:p>
          <a:p xmlns:a="http://schemas.openxmlformats.org/drawingml/2006/main">
            <a:r>
              <a:t>Three-word minimum vocabulary target; word bank; cloze version; verbal rehearsal; scribe/typing; image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description of one practice using at least three key terms.</a:t>
            </a:r>
          </a:p>
          <a:p xmlns:a="http://schemas.openxmlformats.org/drawingml/2006/main">
            <a:r>
              <a:t>Three-word minimum vocabulary target; word bank; cloze version; verbal rehearsal; scribe/typing; image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___ is a ___ in which ___.</a:t>
            </a:r>
          </a:p>
          <a:p xmlns:a="http://schemas.openxmlformats.org/drawingml/2006/main">
            <a:r>
              <a:t>Improve each vague description using RE vocabulary. Explain using a named detail.</a:t>
            </a:r>
          </a:p>
          <a:p xmlns:a="http://schemas.openxmlformats.org/drawingml/2006/main">
            <a:r>
              <a:t>Explain why accurate vocabulary is a way of showing respect.</a:t>
            </a:r>
          </a:p>
          <a:p xmlns:a="http://schemas.openxmlformats.org/drawingml/2006/main">
            <a:r>
              <a:t>F: description of one practice using at least three key terms.</a:t>
            </a:r>
          </a:p>
          <a:p xmlns:a="http://schemas.openxmlformats.org/drawingml/2006/main">
            <a:r>
              <a:t>Three-word minimum vocabulary target; word bank; cloze version; verbal rehearsal; scribe/typing; image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Muslims do praying stuff a lot. — Muslims offer salah, a ritual prayer, five times a day. — “Salah”, “ritual” and “five times a day” make it precise.</a:t>
            </a:r>
          </a:p>
          <a:p xmlns:a="http://schemas.openxmlformats.org/drawingml/2006/main">
            <a:r>
              <a:t>Christians eat bread at church. — Christians share bread and wine in Holy Communion, an act of worship. — Naming the practice and its purpose improves it.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___ is a ___ in which ___. Complete the organiser one space at a time. ___ is a ___ in which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description of one practice using at least three key terms.</a:t>
            </a:r>
          </a:p>
          <a:p xmlns:a="http://schemas.openxmlformats.org/drawingml/2006/main">
            <a:r>
              <a:t>Three-word minimum vocabulary target; word bank; cloze version; verbal rehearsal; scribe/typing; image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___ is a ___ in which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description of one practice using at least three key terms.</a:t>
            </a:r>
          </a:p>
          <a:p xmlns:a="http://schemas.openxmlformats.org/drawingml/2006/main">
            <a:r>
              <a:t>Three-word minimum vocabulary target; word bank; cloze version; verbal rehearsal; scribe/typing; image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why accurate vocabulary is a way of showing respect.</a:t>
            </a:r>
          </a:p>
          <a:p xmlns:a="http://schemas.openxmlformats.org/drawingml/2006/main">
            <a:r>
              <a:t>F: description of one practice using at least three key terms.</a:t>
            </a:r>
          </a:p>
          <a:p xmlns:a="http://schemas.openxmlformats.org/drawingml/2006/main">
            <a:r>
              <a:t>Three-word minimum vocabulary target; word bank; cloze version; verbal rehearsal; scribe/typing; image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description of one practice using at least three key terms.</a:t>
            </a:r>
          </a:p>
          <a:p xmlns:a="http://schemas.openxmlformats.org/drawingml/2006/main">
            <a:r>
              <a:t>Three-word minimum vocabulary target; word bank; cloze version; verbal rehearsal; scribe/typing; image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set of actions done in a fixed way with meaning.</a:t>
            </a:r>
          </a:p>
          <a:p xmlns:a="http://schemas.openxmlformats.org/drawingml/2006/main">
            <a:r>
              <a:t>No. Prayer can be aloud or silent.</a:t>
            </a:r>
          </a:p>
          <a:p xmlns:a="http://schemas.openxmlformats.org/drawingml/2006/main">
            <a:r>
              <a:t>Support: ___ is a ___ in which ___.</a:t>
            </a:r>
          </a:p>
          <a:p xmlns:a="http://schemas.openxmlformats.org/drawingml/2006/main">
            <a:r>
              <a:t>Extension: Explain why accurate vocabulary is a way of showing respect.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description of one practice using at least three key terms.</a:t>
            </a:r>
          </a:p>
          <a:p xmlns:a="http://schemas.openxmlformats.org/drawingml/2006/main">
            <a:r>
              <a:t>Three-word minimum vocabulary target; word bank; cloze version; verbal rehearsal; scribe/typing; image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description of one practice using at least three key terms.</a:t>
            </a:r>
          </a:p>
          <a:p xmlns:a="http://schemas.openxmlformats.org/drawingml/2006/main">
            <a:r>
              <a:t>Three-word minimum vocabulary target; word bank; cloze version; verbal rehearsal; scribe/typing; image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description of one practice using at least three key terms.</a:t>
            </a:r>
          </a:p>
          <a:p xmlns:a="http://schemas.openxmlformats.org/drawingml/2006/main">
            <a:r>
              <a:t>Three-word minimum vocabulary target; word bank; cloze version; verbal rehearsal; scribe/typing; image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description of one practice using at least three key terms.</a:t>
            </a:r>
          </a:p>
          <a:p xmlns:a="http://schemas.openxmlformats.org/drawingml/2006/main">
            <a:r>
              <a:t>Three-word minimum vocabulary target; word bank; cloze version; verbal rehearsal; scribe/typing; image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8125e25ff7ad43a4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1f19d9af2dad4944" Type="http://schemas.openxmlformats.org/officeDocument/2006/relationships/theme" Target="theme/theme2.xml"/><Relationship Id="Ra9a22a863964466a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a22a86396446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5888b4c1b3d4de3" Type="http://schemas.openxmlformats.org/officeDocument/2006/relationships/notesSlide" Target="../notesSlides/notesSlide1.xml"/><Relationship Id="R93a2ca9db9a640a6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35895bb1256941af" Type="http://schemas.openxmlformats.org/officeDocument/2006/relationships/slideLayout" Target="../slideLayouts/slideLayout1.xml"/><Relationship Id="Rad68511566e2411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64a0871037604b6c" Type="http://schemas.openxmlformats.org/officeDocument/2006/relationships/notesSlide" Target="../notesSlides/notesSlide3.xml"/><Relationship Id="R69f51be4fb8d4668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91e7cb680ffe4025" Type="http://schemas.openxmlformats.org/officeDocument/2006/relationships/notesSlide" Target="../notesSlides/notesSlide4.xml"/><Relationship Id="Rfc599a04089a4a5e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70328658ebe84167" Type="http://schemas.openxmlformats.org/officeDocument/2006/relationships/notesSlide" Target="../notesSlides/notesSlide5.xml"/><Relationship Id="R854d3d5a7f6e40f8" Type="http://schemas.openxmlformats.org/officeDocument/2006/relationships/image" Target="../media/image.png"/><Relationship Id="Ref6db3c8cadc45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c43afad52ae44cba" Type="http://schemas.openxmlformats.org/officeDocument/2006/relationships/notesSlide" Target="../notesSlides/notesSlide6.xml"/><Relationship Id="Rdefb711bd0d84b88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e872ac98569e4336" Type="http://schemas.openxmlformats.org/officeDocument/2006/relationships/notesSlide" Target="../notesSlides/notesSlide7.xml"/><Relationship Id="Read1434eae524cc9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19d0a080914c47d0" Type="http://schemas.openxmlformats.org/officeDocument/2006/relationships/slideLayout" Target="../slideLayouts/slideLayout1.xml"/><Relationship Id="Rffffbea6df6f44fc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51ac6cf285634640" Type="http://schemas.openxmlformats.org/officeDocument/2006/relationships/slideLayout" Target="../slideLayouts/slideLayout1.xml"/><Relationship Id="R87aeb934769749b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5aca4822b94d4264" Type="http://schemas.openxmlformats.org/officeDocument/2006/relationships/slideLayout" Target="../slideLayouts/slideLayout1.xml"/><Relationship Id="R9d35a54897ec45b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003cf93f01f84859" Type="http://schemas.openxmlformats.org/officeDocument/2006/relationships/notesSlide" Target="../notesSlides/notesSlide11.xml"/><Relationship Id="R248fee31699f47c6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5c39d315ea0d41bb" Type="http://schemas.openxmlformats.org/officeDocument/2006/relationships/slideLayout" Target="../slideLayouts/slideLayout1.xml"/><Relationship Id="R7aab38a4f30b42dc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867588f47114462d" Type="http://schemas.openxmlformats.org/officeDocument/2006/relationships/slideLayout" Target="../slideLayouts/slideLayout1.xml"/><Relationship Id="Rfd37114092b14bef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b93db03dfd024eba" Type="http://schemas.openxmlformats.org/officeDocument/2006/relationships/notesSlide" Target="../notesSlides/notesSlide14.xml"/><Relationship Id="Re32f69da6aa94e88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bfa0d7e294da456c" Type="http://schemas.openxmlformats.org/officeDocument/2006/relationships/slideLayout" Target="../slideLayouts/slideLayout1.xml"/><Relationship Id="Rc84287040b984c40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4a3803a0e68d4628" Type="http://schemas.openxmlformats.org/officeDocument/2006/relationships/notesSlide" Target="../notesSlides/notesSlide16.xml"/><Relationship Id="Rdb56ed21d7624e8f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84cbaa76ba894f76" Type="http://schemas.openxmlformats.org/officeDocument/2006/relationships/slideLayout" Target="../slideLayouts/slideLayout1.xml"/><Relationship Id="Rde0d1b07ede142dd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39759b0988e642f4" Type="http://schemas.openxmlformats.org/officeDocument/2006/relationships/slideLayout" Target="../slideLayouts/slideLayout1.xml"/><Relationship Id="R4474aafe6f244b4e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7dca70d5ef1947f9" Type="http://schemas.openxmlformats.org/officeDocument/2006/relationships/notesSlide" Target="../notesSlides/notesSlide19.xml"/><Relationship Id="R85155cfc5cd14cb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67e32518e4a64204" Type="http://schemas.openxmlformats.org/officeDocument/2006/relationships/notesSlide" Target="../notesSlides/notesSlide20.xml"/><Relationship Id="R9f0760f1aaab4ea8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8834F-AA54-453A-829A-8C15FC7B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Religious practice and subject vocabulary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26677-CCE3-43EC-AAC2-5A76D613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W3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A8C4C-BA73-4197-9A4F-50D266A9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accurate RE vocabulary to describe one religious practice.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A7529-710E-41ED-873E-722805C6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 / RE &amp; World Views / Autumn 2 / Week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5FEF3-0F0D-4C01-B075-B372C94B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2425356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557FD-C970-4D7A-A6F2-0ACEE3E3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60FC9-F7B3-46CF-826A-6A5A223F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W3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69001-9A9C-4FFD-BDDD-639DC9BA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Name one feature of a mosque and its purpose.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C3915-9C22-4D37-8EA4-B746F3D2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practice?</a:t>
            </a:r>
          </a:p>
        </p:txBody>
      </p:sp>
    </p:spTree>
    <p:extLst>
      <p:ext uri="{BB962C8B-B14F-4D97-AF65-F5344CB8AC3E}">
        <p14:creationId xmlns:p14="http://schemas.microsoft.com/office/powerpoint/2010/main" val="14653557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870E19-D8EE-46E6-AB16-1CC49D83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13B99-1699-45E4-86B5-00C0E11F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W3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56863-C51A-4165-A097-F61ED878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Define the word “ritual”.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6EB54-B75A-453D-8005-7F9FCFA0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Is all prayer spoken aloud?</a:t>
            </a:r>
          </a:p>
        </p:txBody>
      </p:sp>
    </p:spTree>
    <p:extLst>
      <p:ext uri="{BB962C8B-B14F-4D97-AF65-F5344CB8AC3E}">
        <p14:creationId xmlns:p14="http://schemas.microsoft.com/office/powerpoint/2010/main" val="8965083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35564-A0D3-48B2-90D9-2A1D0DDE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0FA23-BD98-492E-89D2-A9580901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W3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4758C-2471-4BFA-A3F2-257E63BB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practice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people do as part of their beliefs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344E3-04C5-4C8F-9CE1-E605C347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ritual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set of actions done in a fixed way with meaning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CA4217-8587-4C12-8666-130D3123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worship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Showing devotion to God or gods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E283C-0878-4DD5-BDF5-603D7619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prayer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Communicating with God, aloud or silently</a:t>
            </a:r>
          </a:p>
        </p:txBody>
      </p:sp>
    </p:spTree>
    <p:extLst>
      <p:ext uri="{BB962C8B-B14F-4D97-AF65-F5344CB8AC3E}">
        <p14:creationId xmlns:p14="http://schemas.microsoft.com/office/powerpoint/2010/main" val="15381648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B69A9-87BA-410B-B1D3-02FA936E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384B6-714D-4C0E-A999-4BCC376F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W3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d3d5a7f6e40f8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7D9B8-0EA6-4E9C-B282-7E9DBF6F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Match the word to the image idea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56CA79-49EB-451E-A4E2-237073B5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Tap the correct pairs.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27BAB-8D92-48BC-A789-923C2C06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one evidence card together. Highlight a useful detail. Rehearse with: ___ is a ___ in which ___.</a:t>
            </a:r>
          </a:p>
        </p:txBody>
      </p:sp>
    </p:spTree>
    <p:extLst>
      <p:ext uri="{BB962C8B-B14F-4D97-AF65-F5344CB8AC3E}">
        <p14:creationId xmlns:p14="http://schemas.microsoft.com/office/powerpoint/2010/main" val="12507382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AC945-F9B3-496E-AAE4-F2EE7D01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C4883-5E9D-4877-AB53-D8B4DA73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W3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77C06-227D-4740-84DD-C92DFBC9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Define the word “ritual”.</a:t>
            </a:r>
          </a:p>
        </p:txBody>
      </p:sp>
    </p:spTree>
    <p:extLst>
      <p:ext uri="{BB962C8B-B14F-4D97-AF65-F5344CB8AC3E}">
        <p14:creationId xmlns:p14="http://schemas.microsoft.com/office/powerpoint/2010/main" val="15632789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1B720-A56E-4617-BDCF-E95143A7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2C90E-6A44-49AE-9D30-A82329EC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W3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27329-E766-499A-A7D8-274E0736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Use the lesson word bank and the named examples on the evidence cards.</a:t>
            </a:r>
          </a:p>
        </p:txBody>
      </p:sp>
    </p:spTree>
    <p:extLst>
      <p:ext uri="{BB962C8B-B14F-4D97-AF65-F5344CB8AC3E}">
        <p14:creationId xmlns:p14="http://schemas.microsoft.com/office/powerpoint/2010/main" val="11008756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1BA50-E184-4B3A-984B-43391583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5020E-BCD3-400D-8F84-BD9D0AD2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W3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03744-4094-4F96-B42D-8F211E93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A set of actions done in a fixed way with meaning.</a:t>
            </a:r>
          </a:p>
        </p:txBody>
      </p:sp>
    </p:spTree>
    <p:extLst>
      <p:ext uri="{BB962C8B-B14F-4D97-AF65-F5344CB8AC3E}">
        <p14:creationId xmlns:p14="http://schemas.microsoft.com/office/powerpoint/2010/main" val="7831972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CC36B-3D43-4E61-8B50-7F8704B3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D4813-BF57-417B-BD38-751681D9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W3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2330B-2B94-4A93-8055-8F1736DB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Is all prayer spoken aloud? No. Prayer can be aloud or silent.</a:t>
            </a:r>
          </a:p>
        </p:txBody>
      </p:sp>
    </p:spTree>
    <p:extLst>
      <p:ext uri="{BB962C8B-B14F-4D97-AF65-F5344CB8AC3E}">
        <p14:creationId xmlns:p14="http://schemas.microsoft.com/office/powerpoint/2010/main" val="5619936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5902D-06B5-48D1-ABC1-3584E9BD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32A14-2DCD-4077-AF73-60F9A59E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W3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541ED-ED0B-4989-9138-40DB5BEC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each vague description using RE vocabulary.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B25C3-350E-41C9-A48C-5D9E8DCC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that each new sentence is accurate.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24E41-B5AC-4851-9288-7179303F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3603026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F9024-ED58-420D-A32C-582784D0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74BD1-BD5D-46DA-81EA-F16A9B03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W3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C019D-E37A-4FC1-90B3-9C0CB86C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Muslims do praying stuff a lot.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01108-B371-4C45-97F8-5DCFB081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Christians eat bread at church.</a:t>
            </a:r>
          </a:p>
        </p:txBody>
      </p:sp>
    </p:spTree>
    <p:extLst>
      <p:ext uri="{BB962C8B-B14F-4D97-AF65-F5344CB8AC3E}">
        <p14:creationId xmlns:p14="http://schemas.microsoft.com/office/powerpoint/2010/main" val="18772154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41E4B-3AF2-47F2-A57A-6F0DA0E7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08CBB-A9AC-4350-9038-7F83008F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W3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21707-922C-4A85-A2F8-AF6D2673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practice card.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3037F-4E42-4936-9C81-FC9751C4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the cloze sentence using three words from the bank.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F8B88-4A59-44BF-B50B-AF42B133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it to an adult.</a:t>
            </a:r>
          </a:p>
        </p:txBody>
      </p:sp>
    </p:spTree>
    <p:extLst>
      <p:ext uri="{BB962C8B-B14F-4D97-AF65-F5344CB8AC3E}">
        <p14:creationId xmlns:p14="http://schemas.microsoft.com/office/powerpoint/2010/main" val="19269365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40C64-AEF7-49D4-97DC-17249335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FCA38-E005-427D-99E6-5A24FDC2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W3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6DDBA-5E8E-4A2D-B929-A635B2A7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religious practice.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C6ACD-2094-4A47-9CFE-B4288522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Describe it using at least three key terms.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FD09B-3BFB-4FA2-9B57-330A5FB0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Underline the key terms.</a:t>
            </a:r>
          </a:p>
        </p:txBody>
      </p:sp>
    </p:spTree>
    <p:extLst>
      <p:ext uri="{BB962C8B-B14F-4D97-AF65-F5344CB8AC3E}">
        <p14:creationId xmlns:p14="http://schemas.microsoft.com/office/powerpoint/2010/main" val="19739301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F81F4-33B6-4F44-A98E-91BC10FB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C638D-2EA2-4119-8338-0BD85058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W3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B9106-0A9D-4653-80CC-621DFED0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Describe one practice using at least four key terms.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63F87-F269-467D-A3E2-105C48A0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its meaning for believers.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BFBF3-2E16-41A1-B59D-85EEA012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Note one way the practice varies.</a:t>
            </a:r>
          </a:p>
        </p:txBody>
      </p:sp>
    </p:spTree>
    <p:extLst>
      <p:ext uri="{BB962C8B-B14F-4D97-AF65-F5344CB8AC3E}">
        <p14:creationId xmlns:p14="http://schemas.microsoft.com/office/powerpoint/2010/main" val="18723967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EA7A2-9B20-482C-908D-6BBCE9C6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23EF9-F371-4F8C-8D32-9757D713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W3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0964C-77C7-401A-93D7-21957E1F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description of one practice using at least three key terms.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F18F8-DFE7-47D3-83F8-1FC534A7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24787-D88F-4DA6-89F9-E6E61210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2989550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7B828-B718-4200-90F6-0EF2EBC6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A04E3-93F1-450C-B19D-257D2C35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W3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1B971-1C7D-4F3F-9AE1-AD99A0EA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Define the word “ritual”.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0631D-30D2-4F1D-9A95-AEEA6041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Is all prayer spoken aloud?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E6A27-1F23-45C4-BF5A-B9598FDE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8152370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979296-3D18-4D0E-98EC-1A1B1332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A Salah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57329-31C5-44F1-9331-8D98D161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W3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CD06D-864D-4D13-9DBB-9DD1E8B9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Salah is Muslim prayer, offered five times a day facing Makkah. It follows a set pattern of standing, bowing and kneeling, so it is a ritual.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432C3-0DC2-49E5-8883-62AC4ED1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2A927-B2E5-4385-BA1A-ED1B98EE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Belief and practice vary between individuals and communities.</a:t>
            </a:r>
          </a:p>
        </p:txBody>
      </p:sp>
    </p:spTree>
    <p:extLst>
      <p:ext uri="{BB962C8B-B14F-4D97-AF65-F5344CB8AC3E}">
        <p14:creationId xmlns:p14="http://schemas.microsoft.com/office/powerpoint/2010/main" val="142461412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B8028-8A60-448B-85D2-31F0A4BB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B Holy Communion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E5B94-3AB7-4440-A348-7F92E76B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W3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35BFE-D83C-4042-ABEA-F3E9B98A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 Holy Communion Christians share bread and wine to remember Jesus. It is an act of worship done in community.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A1D78-C1B5-4876-87C2-65410F22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FF8C1-23D2-401D-8C2F-60BB8D46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Christian churches hold Communion in different ways and give it different names.</a:t>
            </a:r>
          </a:p>
        </p:txBody>
      </p:sp>
    </p:spTree>
    <p:extLst>
      <p:ext uri="{BB962C8B-B14F-4D97-AF65-F5344CB8AC3E}">
        <p14:creationId xmlns:p14="http://schemas.microsoft.com/office/powerpoint/2010/main" val="54443635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E5E13-E5BD-45E7-BF53-499027FF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C Vague and precise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9C144-91E8-41AC-A24B-1A2FBDB4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W3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B7F8F-365D-4838-8FEC-73BF1F3E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Vague: “They do a thing with bread.” Precise: “Christians share bread and wine in Holy Communion, an act of worship.”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DC23D-FE9C-447A-90FE-10872CF9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A9D88-5B5A-4E5A-B7CB-0A984316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Precise words still need a respectful tone.</a:t>
            </a:r>
          </a:p>
        </p:txBody>
      </p:sp>
    </p:spTree>
    <p:extLst>
      <p:ext uri="{BB962C8B-B14F-4D97-AF65-F5344CB8AC3E}">
        <p14:creationId xmlns:p14="http://schemas.microsoft.com/office/powerpoint/2010/main" val="60076356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9F6AF-D632-4016-BCA0-6DA52FD2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D Word bank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9DBCB-A178-4E1F-B73D-5F645D75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W3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18833-E7A1-4300-AC12-2E3292A5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practice · worship · ritual · prayer · sacred · community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DD894-96DF-485A-8FF0-89329AA4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05000-0792-4201-8411-DD21C3C2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word bank is a support. Use the words that fit.</a:t>
            </a:r>
          </a:p>
        </p:txBody>
      </p:sp>
    </p:spTree>
    <p:extLst>
      <p:ext uri="{BB962C8B-B14F-4D97-AF65-F5344CB8AC3E}">
        <p14:creationId xmlns:p14="http://schemas.microsoft.com/office/powerpoint/2010/main" val="2477422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2026-09-19T18:21:53.2370000Z</dcterms:created>
  <dcterms:modified xsi:type="dcterms:W3CDTF">2026-09-19T18:21:53.2370000Z</dcterms:modified>
</coreProperties>
</file>