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578c0c16462454c" Type="http://schemas.openxmlformats.org/officeDocument/2006/relationships/officeDocument" Target="ppt/presentation.xml"/><Relationship Id="R16962f15204a4633" Type="http://schemas.openxmlformats.org/package/2006/relationships/metadata/core-properties" Target="docProps/core.xml"/><Relationship Id="R33120196336d495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285b8e38c04911"/>
  </p:sldMasterIdLst>
  <p:notesMasterIdLst>
    <p:notesMasterId xmlns:r="http://schemas.openxmlformats.org/officeDocument/2006/relationships" r:id="R1709f667fa4949c6"/>
  </p:notesMasterIdLst>
  <p:sldIdLst>
    <p:sldId xmlns:r="http://schemas.openxmlformats.org/officeDocument/2006/relationships" id="256" r:id="Rf42b2609a5634577"/>
    <p:sldId xmlns:r="http://schemas.openxmlformats.org/officeDocument/2006/relationships" id="257" r:id="Rc7816912c78d418a"/>
    <p:sldId xmlns:r="http://schemas.openxmlformats.org/officeDocument/2006/relationships" id="258" r:id="Rd8bd1b3ab4db4b28"/>
    <p:sldId xmlns:r="http://schemas.openxmlformats.org/officeDocument/2006/relationships" id="259" r:id="Rcfe04d3abba441e3"/>
    <p:sldId xmlns:r="http://schemas.openxmlformats.org/officeDocument/2006/relationships" id="260" r:id="R000a9a73553a4548"/>
    <p:sldId xmlns:r="http://schemas.openxmlformats.org/officeDocument/2006/relationships" id="261" r:id="Rcb6145961db7459d"/>
    <p:sldId xmlns:r="http://schemas.openxmlformats.org/officeDocument/2006/relationships" id="262" r:id="R647557618aae4d3a"/>
    <p:sldId xmlns:r="http://schemas.openxmlformats.org/officeDocument/2006/relationships" id="263" r:id="R70a7937e3eca4515"/>
    <p:sldId xmlns:r="http://schemas.openxmlformats.org/officeDocument/2006/relationships" id="264" r:id="Re861c356ebd445ce"/>
    <p:sldId xmlns:r="http://schemas.openxmlformats.org/officeDocument/2006/relationships" id="265" r:id="R042efda3938e4964"/>
    <p:sldId xmlns:r="http://schemas.openxmlformats.org/officeDocument/2006/relationships" id="266" r:id="R6fc0206b96e64944"/>
    <p:sldId xmlns:r="http://schemas.openxmlformats.org/officeDocument/2006/relationships" id="267" r:id="R3994a05cc12c4a6e"/>
    <p:sldId xmlns:r="http://schemas.openxmlformats.org/officeDocument/2006/relationships" id="268" r:id="R1a45c118a1d443ef"/>
    <p:sldId xmlns:r="http://schemas.openxmlformats.org/officeDocument/2006/relationships" id="269" r:id="R06907310fc3f497b"/>
    <p:sldId xmlns:r="http://schemas.openxmlformats.org/officeDocument/2006/relationships" id="270" r:id="R7b1d3395435448e8"/>
    <p:sldId xmlns:r="http://schemas.openxmlformats.org/officeDocument/2006/relationships" id="271" r:id="Rde9afda5e45d4382"/>
    <p:sldId xmlns:r="http://schemas.openxmlformats.org/officeDocument/2006/relationships" id="272" r:id="Rf5c6b3f6d7314a10"/>
    <p:sldId xmlns:r="http://schemas.openxmlformats.org/officeDocument/2006/relationships" id="273" r:id="Rce8a38f57c9b436e"/>
    <p:sldId xmlns:r="http://schemas.openxmlformats.org/officeDocument/2006/relationships" id="274" r:id="R6eeb353fb1d44cb3"/>
    <p:sldId xmlns:r="http://schemas.openxmlformats.org/officeDocument/2006/relationships" id="275" r:id="Rd639856e2e3b441f"/>
    <p:sldId xmlns:r="http://schemas.openxmlformats.org/officeDocument/2006/relationships" id="276" r:id="R2f12f1692994419d"/>
    <p:sldId xmlns:r="http://schemas.openxmlformats.org/officeDocument/2006/relationships" id="277" r:id="R273c478768f94a5f"/>
    <p:sldId xmlns:r="http://schemas.openxmlformats.org/officeDocument/2006/relationships" id="278" r:id="Rdc2f46b5ccc74ef7"/>
    <p:sldId xmlns:r="http://schemas.openxmlformats.org/officeDocument/2006/relationships" id="279" r:id="R4daf99bb796440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00a9a73553a4548" Type="http://schemas.openxmlformats.org/officeDocument/2006/relationships/slide" Target="slides/slide5.xml"/><Relationship Id="R042efda3938e4964" Type="http://schemas.openxmlformats.org/officeDocument/2006/relationships/slide" Target="slides/slide10.xml"/><Relationship Id="R06907310fc3f497b" Type="http://schemas.openxmlformats.org/officeDocument/2006/relationships/slide" Target="slides/slide14.xml"/><Relationship Id="R1709f667fa4949c6" Type="http://schemas.openxmlformats.org/officeDocument/2006/relationships/notesMaster" Target="notesMasters/notesMaster1.xml"/><Relationship Id="R1a45c118a1d443ef" Type="http://schemas.openxmlformats.org/officeDocument/2006/relationships/slide" Target="slides/slide13.xml"/><Relationship Id="R273c478768f94a5f" Type="http://schemas.openxmlformats.org/officeDocument/2006/relationships/slide" Target="slides/slide22.xml"/><Relationship Id="R2f12f1692994419d" Type="http://schemas.openxmlformats.org/officeDocument/2006/relationships/slide" Target="slides/slide21.xml"/><Relationship Id="R3994a05cc12c4a6e" Type="http://schemas.openxmlformats.org/officeDocument/2006/relationships/slide" Target="slides/slide12.xml"/><Relationship Id="R3b285b8e38c04911" Type="http://schemas.openxmlformats.org/officeDocument/2006/relationships/slideMaster" Target="slideMasters/slideMaster1.xml"/><Relationship Id="R4daf99bb79644030" Type="http://schemas.openxmlformats.org/officeDocument/2006/relationships/slide" Target="slides/slide24.xml"/><Relationship Id="R647557618aae4d3a" Type="http://schemas.openxmlformats.org/officeDocument/2006/relationships/slide" Target="slides/slide7.xml"/><Relationship Id="R6723c43a4dcd4568" Type="http://schemas.openxmlformats.org/officeDocument/2006/relationships/tableStyles" Target="tableStyles.xml"/><Relationship Id="R6eeb353fb1d44cb3" Type="http://schemas.openxmlformats.org/officeDocument/2006/relationships/slide" Target="slides/slide19.xml"/><Relationship Id="R6fc0206b96e64944" Type="http://schemas.openxmlformats.org/officeDocument/2006/relationships/slide" Target="slides/slide11.xml"/><Relationship Id="R70a7937e3eca4515" Type="http://schemas.openxmlformats.org/officeDocument/2006/relationships/slide" Target="slides/slide8.xml"/><Relationship Id="R7b1d3395435448e8" Type="http://schemas.openxmlformats.org/officeDocument/2006/relationships/slide" Target="slides/slide15.xml"/><Relationship Id="R8208a9f0cfa649d8" Type="http://schemas.openxmlformats.org/officeDocument/2006/relationships/theme" Target="theme/theme1.xml"/><Relationship Id="R982c2d9a9c104ae5" Type="http://schemas.openxmlformats.org/officeDocument/2006/relationships/presProps" Target="presProps.xml"/><Relationship Id="Rc7816912c78d418a" Type="http://schemas.openxmlformats.org/officeDocument/2006/relationships/slide" Target="slides/slide2.xml"/><Relationship Id="Rcb6145961db7459d" Type="http://schemas.openxmlformats.org/officeDocument/2006/relationships/slide" Target="slides/slide6.xml"/><Relationship Id="Rce8a38f57c9b436e" Type="http://schemas.openxmlformats.org/officeDocument/2006/relationships/slide" Target="slides/slide18.xml"/><Relationship Id="Rcfe04d3abba441e3" Type="http://schemas.openxmlformats.org/officeDocument/2006/relationships/slide" Target="slides/slide4.xml"/><Relationship Id="Rd639856e2e3b441f" Type="http://schemas.openxmlformats.org/officeDocument/2006/relationships/slide" Target="slides/slide20.xml"/><Relationship Id="Rd8bd1b3ab4db4b28" Type="http://schemas.openxmlformats.org/officeDocument/2006/relationships/slide" Target="slides/slide3.xml"/><Relationship Id="Rdc2f46b5ccc74ef7" Type="http://schemas.openxmlformats.org/officeDocument/2006/relationships/slide" Target="slides/slide23.xml"/><Relationship Id="Rde9afda5e45d4382" Type="http://schemas.openxmlformats.org/officeDocument/2006/relationships/slide" Target="slides/slide16.xml"/><Relationship Id="Re861c356ebd445ce" Type="http://schemas.openxmlformats.org/officeDocument/2006/relationships/slide" Target="slides/slide9.xml"/><Relationship Id="Rf42b2609a5634577" Type="http://schemas.openxmlformats.org/officeDocument/2006/relationships/slide" Target="slides/slide1.xml"/><Relationship Id="Rf5c6b3f6d7314a10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448984eaf0b8404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933e18690e345f3" Type="http://schemas.openxmlformats.org/officeDocument/2006/relationships/slide" Target="../slides/slide1.xml"/><Relationship Id="Rede0dac5d8584d2c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2102f456ce424636" Type="http://schemas.openxmlformats.org/officeDocument/2006/relationships/slide" Target="../slides/slide2.xml"/><Relationship Id="Rf0d66834dab9425d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1e05758cf039465a" Type="http://schemas.openxmlformats.org/officeDocument/2006/relationships/slide" Target="../slides/slide3.xml"/><Relationship Id="Rb6c9ac6a29ae4593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cdeb947ba333410a" Type="http://schemas.openxmlformats.org/officeDocument/2006/relationships/notesMaster" Target="../notesMasters/notesMaster1.xml"/><Relationship Id="Rcf78d0d606024237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21ad72dec8ab48e9" Type="http://schemas.openxmlformats.org/officeDocument/2006/relationships/notesMaster" Target="../notesMasters/notesMaster1.xml"/><Relationship Id="R714f3c1a758a49ac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7fcc81531ff42eb" Type="http://schemas.openxmlformats.org/officeDocument/2006/relationships/slide" Target="../slides/slide6.xml"/><Relationship Id="R1ab51bcf1a9747e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50baa76ba754abb" Type="http://schemas.openxmlformats.org/officeDocument/2006/relationships/slide" Target="../slides/slide7.xml"/><Relationship Id="Rfb4783b9e0484e05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371711a2fb134cce" Type="http://schemas.openxmlformats.org/officeDocument/2006/relationships/notesMaster" Target="../notesMasters/notesMaster1.xml"/><Relationship Id="R90f70035d1994ede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4bdbbec9b62b4621" Type="http://schemas.openxmlformats.org/officeDocument/2006/relationships/slide" Target="../slides/slide9.xml"/><Relationship Id="R757fe43f9f864c8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64bf17775a40430f" Type="http://schemas.openxmlformats.org/officeDocument/2006/relationships/slide" Target="../slides/slide10.xml"/><Relationship Id="R81279c62b83f4360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07d46775afc34a8b" Type="http://schemas.openxmlformats.org/officeDocument/2006/relationships/notesMaster" Target="../notesMasters/notesMaster1.xml"/><Relationship Id="Rc5dbc1f49b7e4b8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1cb828fb6f6d4d43" Type="http://schemas.openxmlformats.org/officeDocument/2006/relationships/notesMaster" Target="../notesMasters/notesMaster1.xml"/><Relationship Id="Rbce7e01002864b14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10cd846b30fb4008" Type="http://schemas.openxmlformats.org/officeDocument/2006/relationships/notesMaster" Target="../notesMasters/notesMaster1.xml"/><Relationship Id="R307e8cd7e4f34fb0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1ea920ff52b4c2f" Type="http://schemas.openxmlformats.org/officeDocument/2006/relationships/slide" Target="../slides/slide14.xml"/><Relationship Id="R3475586877704b16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991b0a5aaa654486" Type="http://schemas.openxmlformats.org/officeDocument/2006/relationships/notesMaster" Target="../notesMasters/notesMaster1.xml"/><Relationship Id="Rc254ba690c184b84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4511997d46e44e05" Type="http://schemas.openxmlformats.org/officeDocument/2006/relationships/slide" Target="../slides/slide16.xml"/><Relationship Id="Re38fa3dd15984dc8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61463b6749664a7b" Type="http://schemas.openxmlformats.org/officeDocument/2006/relationships/slide" Target="../slides/slide17.xml"/><Relationship Id="R6cc277f3e98746a4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68f428a1ae3f428d" Type="http://schemas.openxmlformats.org/officeDocument/2006/relationships/notesMaster" Target="../notesMasters/notesMaster1.xml"/><Relationship Id="Rd893ec5afbaa463b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ca4531db2c564065" Type="http://schemas.openxmlformats.org/officeDocument/2006/relationships/notesMaster" Target="../notesMasters/notesMaster1.xml"/><Relationship Id="Rca8139c26ef645ce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09b499961f3043d4" Type="http://schemas.openxmlformats.org/officeDocument/2006/relationships/slide" Target="../slides/slide20.xml"/><Relationship Id="Rb092f42c3d764377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6883572bb9994005" Type="http://schemas.openxmlformats.org/officeDocument/2006/relationships/slide" Target="../slides/slide21.xml"/><Relationship Id="Rfd72fd082c7e4658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588942d074c64ab0" Type="http://schemas.openxmlformats.org/officeDocument/2006/relationships/notesMaster" Target="../notesMasters/notesMaster1.xml"/><Relationship Id="Rb83176ee9bac4f6a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86d81b0d1aea4a4b" Type="http://schemas.openxmlformats.org/officeDocument/2006/relationships/slide" Target="../slides/slide23.xml"/><Relationship Id="Rb5cf364484af4af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0301db4ffa7c4b9b" Type="http://schemas.openxmlformats.org/officeDocument/2006/relationships/slide" Target="../slides/slide24.xml"/><Relationship Id="Raf92f9b9fd624d0c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For example, accept their choice without mocking it.</a:t>
            </a:r>
          </a:p>
          <a:p xmlns:a="http://schemas.openxmlformats.org/drawingml/2006/main">
            <a:r>
              <a:t>Choose: An example or fact that supports an answer OR Something that gives information, such as an image or a profile. Answer: An example or fact that supports an answer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It fits the question, it is accurate and you can explain it.</a:t>
            </a:r>
          </a:p>
          <a:p xmlns:a="http://schemas.openxmlformats.org/drawingml/2006/main">
            <a:r>
              <a:t>Give a reason when ready. Answer: No. A different answer with good evidence is just as strong.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I think ___. The source shows ___. This means ___ because ___.</a:t>
            </a:r>
          </a:p>
          <a:p xmlns:a="http://schemas.openxmlformats.org/drawingml/2006/main">
            <a:r>
              <a:t>Match each piece of evidence to the question it best supports. Explain using a named detail.</a:t>
            </a:r>
          </a:p>
          <a:p xmlns:a="http://schemas.openxmlformats.org/drawingml/2006/main">
            <a:r>
              <a:t>Explain which of your answers is strongest and why.</a:t>
            </a:r>
          </a:p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row of lit diyas — How can a festival show belief? — Light at Diwali stands for good overcoming evil.</a:t>
            </a:r>
          </a:p>
          <a:p xmlns:a="http://schemas.openxmlformats.org/drawingml/2006/main">
            <a:r>
              <a:t>Simran serving langar — How can a community support belonging? — Serving others helps Simran feel part of something.</a:t>
            </a:r>
          </a:p>
          <a:p xmlns:a="http://schemas.openxmlformats.org/drawingml/2006/main">
            <a:r>
              <a:t>Ben’s reply to Aaliyah — How can we respect different values? — He accepts a priority he does not share.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I think ___. The source shows ___. This means ___ because ___. Complete the organiser one space at a time. I think ___. The source shows ___. This means ___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think ___. The source shows ___. This means ___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which of your answers is strongest and why.</a:t>
            </a:r>
          </a:p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fits the question, it is accurate and you can explain it.</a:t>
            </a:r>
          </a:p>
          <a:p xmlns:a="http://schemas.openxmlformats.org/drawingml/2006/main">
            <a:r>
              <a:t>No. A different answer with good evidence is just as strong.</a:t>
            </a:r>
          </a:p>
          <a:p xmlns:a="http://schemas.openxmlformats.org/drawingml/2006/main">
            <a:r>
              <a:t>Support: I think ___. The source shows ___. This means ___ because ___.</a:t>
            </a:r>
          </a:p>
          <a:p xmlns:a="http://schemas.openxmlformats.org/drawingml/2006/main">
            <a:r>
              <a:t>Extension: Explain which of your answers is strongest and why.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belief-and-identity assessment and UAS evidence task.</a:t>
            </a:r>
          </a:p>
          <a:p xmlns:a="http://schemas.openxmlformats.org/drawingml/2006/main">
            <a:r>
              <a:t>Reader/scribe/typing as normal way of working; chunked pages; reduced reading; enlarged text; extra processing time; accessible response formats.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explanation of Hanukkah: https://www.chabad.org/holidays/chanukah/article_cdo/aid/102911/jewish/What-Is-Hanukkah.htm</a:t>
            </a:r>
          </a:p>
          <a:p xmlns:a="http://schemas.openxmlformats.org/drawingml/2006/main">
            <a:r>
              <a:t>Luke 2 Christian Nativity account: https://www.biblegateway.com/passage/?search=Luke+2&amp;version=KJV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3d4e6e37bdc44e9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4390bccef464d22" Type="http://schemas.openxmlformats.org/officeDocument/2006/relationships/slideLayout" Target="../slideLayouts/slideLayout1.xml"/><Relationship Id="Rf8ca53248e594c28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390bccef464d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4b9e4465bb64158" Type="http://schemas.openxmlformats.org/officeDocument/2006/relationships/slideLayout" Target="../slideLayouts/slideLayout1.xml"/><Relationship Id="Rfd24f666674c4db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57c53c85d414612" Type="http://schemas.openxmlformats.org/officeDocument/2006/relationships/notesSlide" Target="../notesSlides/notesSlide2.xml"/><Relationship Id="R7ef03b48e67c418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667b6c8ea10d41c2" Type="http://schemas.openxmlformats.org/officeDocument/2006/relationships/notesSlide" Target="../notesSlides/notesSlide3.xml"/><Relationship Id="Rfc5945029819498d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01333b7abeb545f9" Type="http://schemas.openxmlformats.org/officeDocument/2006/relationships/slideLayout" Target="../slideLayouts/slideLayout1.xml"/><Relationship Id="Ra886db6483634aa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175e56684cd4185" Type="http://schemas.openxmlformats.org/officeDocument/2006/relationships/image" Target="../media/image.png"/><Relationship Id="R6551d652f3c345f3" Type="http://schemas.openxmlformats.org/officeDocument/2006/relationships/slideLayout" Target="../slideLayouts/slideLayout1.xml"/><Relationship Id="Rbf4f3b6e46b1421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88b92f63e7214998" Type="http://schemas.openxmlformats.org/officeDocument/2006/relationships/notesSlide" Target="../notesSlides/notesSlide6.xml"/><Relationship Id="R8f40c073d337420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782efac0bad54b70" Type="http://schemas.openxmlformats.org/officeDocument/2006/relationships/notesSlide" Target="../notesSlides/notesSlide7.xml"/><Relationship Id="Rf893efa94cd64a06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bc22ce4ed0646f6" Type="http://schemas.openxmlformats.org/officeDocument/2006/relationships/notesSlide" Target="../notesSlides/notesSlide8.xml"/><Relationship Id="R8ed4c1ffffc84aae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5c30afc8ef3448dd" Type="http://schemas.openxmlformats.org/officeDocument/2006/relationships/notesSlide" Target="../notesSlides/notesSlide9.xml"/><Relationship Id="Rab9fd3cdc3674e26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4772578077e548c7" Type="http://schemas.openxmlformats.org/officeDocument/2006/relationships/slideLayout" Target="../slideLayouts/slideLayout1.xml"/><Relationship Id="R54c19649c6ef40fe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4753e8daa4d74288" Type="http://schemas.openxmlformats.org/officeDocument/2006/relationships/slideLayout" Target="../slideLayouts/slideLayout1.xml"/><Relationship Id="Rf4c4864999dc421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465be0933c6147b8" Type="http://schemas.openxmlformats.org/officeDocument/2006/relationships/notesSlide" Target="../notesSlides/notesSlide12.xml"/><Relationship Id="R4e81c8cef5024ae0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618da3525f148ab" Type="http://schemas.openxmlformats.org/officeDocument/2006/relationships/notesSlide" Target="../notesSlides/notesSlide13.xml"/><Relationship Id="Rd5f0f8e752db4d04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62a1650efef844ca" Type="http://schemas.openxmlformats.org/officeDocument/2006/relationships/slideLayout" Target="../slideLayouts/slideLayout1.xml"/><Relationship Id="Rdded5bb4f4584c49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5df1d8c6f9224306" Type="http://schemas.openxmlformats.org/officeDocument/2006/relationships/slideLayout" Target="../slideLayouts/slideLayout1.xml"/><Relationship Id="Re6a7b9e71ae54dd1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40250f4ca45b41d2" Type="http://schemas.openxmlformats.org/officeDocument/2006/relationships/notesSlide" Target="../notesSlides/notesSlide16.xml"/><Relationship Id="R6f4f4fb77cf847ed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4fc03d8328c94b96" Type="http://schemas.openxmlformats.org/officeDocument/2006/relationships/notesSlide" Target="../notesSlides/notesSlide17.xml"/><Relationship Id="R9d2ff69c63a147d0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36ecc5e2ed3741ea" Type="http://schemas.openxmlformats.org/officeDocument/2006/relationships/notesSlide" Target="../notesSlides/notesSlide18.xml"/><Relationship Id="R9fc15288c9544af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2b314cdd574942a5" Type="http://schemas.openxmlformats.org/officeDocument/2006/relationships/notesSlide" Target="../notesSlides/notesSlide19.xml"/><Relationship Id="R2c2626f0e39c4cf5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2caac760ec4043f7" Type="http://schemas.openxmlformats.org/officeDocument/2006/relationships/notesSlide" Target="../notesSlides/notesSlide20.xml"/><Relationship Id="R2f56350fe7a24883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3b71e02cd6054f79" Type="http://schemas.openxmlformats.org/officeDocument/2006/relationships/notesSlide" Target="../notesSlides/notesSlide21.xml"/><Relationship Id="R6ac6fce864934d00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55c2679f44d34f18" Type="http://schemas.openxmlformats.org/officeDocument/2006/relationships/notesSlide" Target="../notesSlides/notesSlide22.xml"/><Relationship Id="Rbe13532b161b4dda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5c6d99fdd56c441c" Type="http://schemas.openxmlformats.org/officeDocument/2006/relationships/notesSlide" Target="../notesSlides/notesSlide23.xml"/><Relationship Id="R63d9b9f058584ea7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39232c776eb74922" Type="http://schemas.openxmlformats.org/officeDocument/2006/relationships/slideLayout" Target="../slideLayouts/slideLayout1.xml"/><Relationship Id="R984c9c50c5924f05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65E98-122F-443C-92FF-30912958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Belief and identity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E067C-A95A-4362-880F-C2E6D9ED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BEA09-AE1D-4D53-8918-3496818E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understanding of beliefs, festivals, belonging and respect using evidence from the term.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24007-DEAF-4745-A3A5-BC42EBFF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RE &amp; World Views / Autumn 2 / 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85B0E-929A-40DD-A7D6-3427BFA0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258675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A62E8-C136-4A87-A36A-8E072BAD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36E3F-144E-490B-87F6-9D69ECCD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CD769-957E-4C52-AF7E-D6A9192A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Give one way to show respect when values differ.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3856F-35BC-402F-B585-5E95CD8A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evidence?</a:t>
            </a:r>
          </a:p>
        </p:txBody>
      </p:sp>
    </p:spTree>
    <p:extLst>
      <p:ext uri="{BB962C8B-B14F-4D97-AF65-F5344CB8AC3E}">
        <p14:creationId xmlns:p14="http://schemas.microsoft.com/office/powerpoint/2010/main" val="1687773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49C0C-C452-431B-83F6-B5EAD4FB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309D6-47E7-4B81-A889-611E1976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36C4F-0451-43BC-B914-94BE2C77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makes evidence strong?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543E6-F3E8-4938-BADF-86346B7C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Is a model answer the only correct answer?</a:t>
            </a:r>
          </a:p>
        </p:txBody>
      </p:sp>
    </p:spTree>
    <p:extLst>
      <p:ext uri="{BB962C8B-B14F-4D97-AF65-F5344CB8AC3E}">
        <p14:creationId xmlns:p14="http://schemas.microsoft.com/office/powerpoint/2010/main" val="6622149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BC43E-8A97-463E-ACA3-E797C262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993E0-82CB-43D2-A5CD-0BB40038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C202B-D98E-4BC4-AA00-12FD6B2B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example or fact that supports an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26587-DA91-4A2E-B3DD-65CE0AF0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gives information, such as an image or a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ACFCA-AA0D-4E86-A3D6-531C6F97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 say how or why, using “because”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20BAD-9B45-44EB-BC19-282AA52C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next step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One thing to improve next time</a:t>
            </a:r>
          </a:p>
        </p:txBody>
      </p:sp>
    </p:spTree>
    <p:extLst>
      <p:ext uri="{BB962C8B-B14F-4D97-AF65-F5344CB8AC3E}">
        <p14:creationId xmlns:p14="http://schemas.microsoft.com/office/powerpoint/2010/main" val="14576376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28291-7CA8-49EB-BA2D-291C82CD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6A750-9E84-40B6-B0F0-D53321EC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5e56684cd4185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0EDE6-9D8A-40D4-B50A-79EEA079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01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Strongest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17633-FB0C-4576-B812-4F68B05C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0255"/>
            <a:ext cx="1108710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“How can a festival show belief?” Tap the strongest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1CD67-6364-4FD8-8FB0-504213A9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8465"/>
            <a:ext cx="1108710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I think ___. The source shows ___. This means ___ because ___.</a:t>
            </a:r>
          </a:p>
        </p:txBody>
      </p:sp>
    </p:spTree>
    <p:extLst>
      <p:ext uri="{BB962C8B-B14F-4D97-AF65-F5344CB8AC3E}">
        <p14:creationId xmlns:p14="http://schemas.microsoft.com/office/powerpoint/2010/main" val="3308776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8BCDF-67D6-479B-A30A-7D232FD6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4D94C-4CE4-4B91-B3CB-14F115E8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ED4B8-FBB7-44B1-B1E8-8DB5703C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makes evidence strong?</a:t>
            </a:r>
          </a:p>
        </p:txBody>
      </p:sp>
    </p:spTree>
    <p:extLst>
      <p:ext uri="{BB962C8B-B14F-4D97-AF65-F5344CB8AC3E}">
        <p14:creationId xmlns:p14="http://schemas.microsoft.com/office/powerpoint/2010/main" val="10787778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4DEE9-A361-4748-921C-62EF21B3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2629F-6878-436C-AA8F-A04FC16C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A8813-57C2-441D-9231-6C4A8AA0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Using a source: Point: answer the question. Evidence: “The source shows…”. Explain: “This means… because…”.</a:t>
            </a:r>
          </a:p>
        </p:txBody>
      </p:sp>
    </p:spTree>
    <p:extLst>
      <p:ext uri="{BB962C8B-B14F-4D97-AF65-F5344CB8AC3E}">
        <p14:creationId xmlns:p14="http://schemas.microsoft.com/office/powerpoint/2010/main" val="20289501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14ADB-2B3A-4DB9-B59B-A7C39C35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79656-02FE-4E35-9703-04E6B2F9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37C83-6875-461B-BD04-66025A2E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It fits the question, it is accurate and you can explain it.</a:t>
            </a:r>
          </a:p>
        </p:txBody>
      </p:sp>
    </p:spTree>
    <p:extLst>
      <p:ext uri="{BB962C8B-B14F-4D97-AF65-F5344CB8AC3E}">
        <p14:creationId xmlns:p14="http://schemas.microsoft.com/office/powerpoint/2010/main" val="1990903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03A77-BA53-43E4-ADE6-E1664088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05B83-8A66-42DE-8E7C-CB3746B4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ED802-3B60-440B-8FD2-ABA19980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Is a model answer the only correct answer? No. A different answer with good evidence is just as strong.</a:t>
            </a:r>
          </a:p>
        </p:txBody>
      </p:sp>
    </p:spTree>
    <p:extLst>
      <p:ext uri="{BB962C8B-B14F-4D97-AF65-F5344CB8AC3E}">
        <p14:creationId xmlns:p14="http://schemas.microsoft.com/office/powerpoint/2010/main" val="7376441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E21D0-390D-4B43-B404-7267B670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6BC9A-5A6B-427C-A703-5ECE5BCB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EFBA7-CE76-42A6-9D26-BAD49D6A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each piece of evidence to the question it best supports.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F7F46-9AFE-44A0-81C5-6E4DBC60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one supported answer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01AE4-806A-4F52-BF05-06F7C746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21381223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4DBFF-2B81-4268-A4DC-3ECDB9ED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37386-3BFA-48BD-9F99-7EC8E0BE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F9A67-1F1E-4EF0-B840-DE1B5C29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row of lit diyas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02B2F-01A4-4043-A739-B270397E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Simran serving langar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AB324-5886-45E8-97D7-68ADF70F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Ben’s reply to Aaliyah</a:t>
            </a:r>
          </a:p>
        </p:txBody>
      </p:sp>
    </p:spTree>
    <p:extLst>
      <p:ext uri="{BB962C8B-B14F-4D97-AF65-F5344CB8AC3E}">
        <p14:creationId xmlns:p14="http://schemas.microsoft.com/office/powerpoint/2010/main" val="12316216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C7873-25F8-4E75-B39A-E9D183C1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AAB7E-A499-433B-A50A-1FA5C7DA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2BE09-2CA3-4577-BA9B-B07C6D64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using picture and word choices.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DB02B-776A-47AD-81FB-C0DBF016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the source that supports your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85C90-AE09-4731-B957-DAACA4D8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Tell an adult one reason. They can write it.</a:t>
            </a:r>
          </a:p>
        </p:txBody>
      </p:sp>
    </p:spTree>
    <p:extLst>
      <p:ext uri="{BB962C8B-B14F-4D97-AF65-F5344CB8AC3E}">
        <p14:creationId xmlns:p14="http://schemas.microsoft.com/office/powerpoint/2010/main" val="19234505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D6149-20E5-442E-978C-B8C1F3D0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F5B2E-D58B-45E0-95EB-7DA48ACE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05BCB-04D3-4C5B-9CA3-19C8E857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each question with a 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F67D3-DA23-4852-904E-FB87AA06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evidence from a source or image.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78BA3-DCD5-4E5D-A923-E7688EAB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using “because”.</a:t>
            </a:r>
          </a:p>
        </p:txBody>
      </p:sp>
    </p:spTree>
    <p:extLst>
      <p:ext uri="{BB962C8B-B14F-4D97-AF65-F5344CB8AC3E}">
        <p14:creationId xmlns:p14="http://schemas.microsoft.com/office/powerpoint/2010/main" val="10726149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EE7FE-3C9E-48FD-9D4C-2C2EF9EC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0CCF1-660F-4509-801A-4AA156AF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8F1F1-D842-4D96-B92E-014C41EC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each question with point, evidence and explanation.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F5806-569B-490E-BB4B-8DC12E97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two worldviews in one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1B46F-EDD7-4EA9-B193-24D27187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one strength and one next step.</a:t>
            </a:r>
          </a:p>
        </p:txBody>
      </p:sp>
    </p:spTree>
    <p:extLst>
      <p:ext uri="{BB962C8B-B14F-4D97-AF65-F5344CB8AC3E}">
        <p14:creationId xmlns:p14="http://schemas.microsoft.com/office/powerpoint/2010/main" val="382724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FE22B-8E27-4B41-A3E5-F370E7BD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FC97F-F163-4B5C-A7B6-75B76D1A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C6CDA-642A-4BBA-820F-279D094C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belief-and-identity assessment and UAS evidence task.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DBF8E-09DB-4128-BC3B-ED782D6F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4E6BB-1131-482E-8320-8A61E747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9551054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A9306-6AE4-4A05-AE83-E2B69C47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BAD7B-2753-4C38-BC6B-E2BA773F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375B6-BFF5-4900-A171-281CA1AB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makes evidence strong?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268FA-44FF-4CB1-AF02-9AE38A26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a model answer the only correct answer?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D6DA3-A83E-413E-9621-F7EE5BF2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2340671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CC756-3773-4FD5-9739-2285CF8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Using a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66969-FB31-42D8-B639-5C1C763F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2A70D-47D7-41E9-91C3-29A9F083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Point: answer the question. Evidence: “The source shows…”. Explain: “This means… because…”.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139FC-2CD7-44D7-B8E4-1E716A3C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AE0D9-6E64-4ED9-BCCC-1946087F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frame is a support. Your own wording is welcome.</a:t>
            </a:r>
          </a:p>
        </p:txBody>
      </p:sp>
    </p:spTree>
    <p:extLst>
      <p:ext uri="{BB962C8B-B14F-4D97-AF65-F5344CB8AC3E}">
        <p14:creationId xmlns:p14="http://schemas.microsoft.com/office/powerpoint/2010/main" val="7009058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E8D74-3CC2-4309-B029-A52D93E3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Sample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19851-60EC-4C38-8B01-7926777E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CE129-C2DC-4948-A339-578707EA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“How can a festival show what people believe?”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7F13D-069D-4B1D-B0C0-A74ED1D8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05CAC-61C2-4873-84E7-7FC514DE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a practice question, not the assessment.</a:t>
            </a:r>
          </a:p>
        </p:txBody>
      </p:sp>
    </p:spTree>
    <p:extLst>
      <p:ext uri="{BB962C8B-B14F-4D97-AF65-F5344CB8AC3E}">
        <p14:creationId xmlns:p14="http://schemas.microsoft.com/office/powerpoint/2010/main" val="4321491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EF2CD-9D0B-4F30-AF74-49E355E9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Sample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FFF9B-2BB7-41F6-B3FD-A5BBCD42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4DF20-7143-4F0C-B146-5E21AC6E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 row of lit diyas. “The source shows lamps lit at Diwali. For many Hindus this means good overcoming evil.”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A3647-1D1B-480F-BD67-EBD5B72C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B5A94-37CB-44EB-8705-25BDD5AE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model shows the method. It is not the only good answer.</a:t>
            </a:r>
          </a:p>
        </p:txBody>
      </p:sp>
    </p:spTree>
    <p:extLst>
      <p:ext uri="{BB962C8B-B14F-4D97-AF65-F5344CB8AC3E}">
        <p14:creationId xmlns:p14="http://schemas.microsoft.com/office/powerpoint/2010/main" val="1460102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7B2E4-F15B-4291-84B0-E3C6D74A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This term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1C5FC-BE78-4C70-A76A-7EF7A196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9F672-5724-4101-8F70-54DE94FB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Worldviews · identity chains · Diwali · Hanukkah · Christmas · comparing · remembrance · belonging · places of worship · vocabulary · big questions · visitor ·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EED5B-6AAD-4DB7-AF5F-A9947A23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65A87-1885-4BA2-B71C-4E097B8D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Choose what you can explain.</a:t>
            </a:r>
          </a:p>
        </p:txBody>
      </p:sp>
    </p:spTree>
    <p:extLst>
      <p:ext uri="{BB962C8B-B14F-4D97-AF65-F5344CB8AC3E}">
        <p14:creationId xmlns:p14="http://schemas.microsoft.com/office/powerpoint/2010/main" val="2640695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A6EB2-6706-43AA-8F41-6E2B2C7F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E1 Assessment source Rama and Sita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45B20-455B-4EE8-AA49-D2B1A46D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4BFE2-F14D-4DDB-A428-D2D0514E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Hindus tell the story of Rama and Sita at Diwali. After Rama rescues Sita from Ravana, people light lamps to guide them home. Light stands for good overcoming evil.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BE3E2-EB6F-40F2-B7FC-41BCD9C8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retelling; see Hindu American Foundation,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662B3-1A2E-40E0-AAE1-2D1BBD0C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Not everyone who celebrates Diwali tells this story.</a:t>
            </a:r>
          </a:p>
        </p:txBody>
      </p:sp>
    </p:spTree>
    <p:extLst>
      <p:ext uri="{BB962C8B-B14F-4D97-AF65-F5344CB8AC3E}">
        <p14:creationId xmlns:p14="http://schemas.microsoft.com/office/powerpoint/2010/main" val="16408215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DE217-FB07-4921-AB92-1F868F6F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E2 Assessment source Practices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21F49-4B6F-43AD-BBBC-4F76DE46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9BC68-E165-4179-A0B2-371E9B47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Families clean and decorate homes, make rangoli, light diyas, share sweets and visit each other. Many Hindus also pray to Lakshmi.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98FA6-121B-4A20-B498-0A34C963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summary; see Hindu American Foundation,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1A079-3F8D-46D6-B86A-FECDD103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Families celebrate in different ways.</a:t>
            </a:r>
          </a:p>
        </p:txBody>
      </p:sp>
    </p:spTree>
    <p:extLst>
      <p:ext uri="{BB962C8B-B14F-4D97-AF65-F5344CB8AC3E}">
        <p14:creationId xmlns:p14="http://schemas.microsoft.com/office/powerpoint/2010/main" val="2748147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836F3-79E5-4710-B449-E28324E4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E3 Assessment source The oil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61C4C-4747-4853-811B-B2CD658D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E91FC-76D3-4ECF-9C7A-B42110DD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They rededicated the Temple and lit its lamp. Tradition says there was only enough pure oil for one day, but it lasted eight.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84F52-C6AB-4D0F-9D8F-4E4B6D15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retelling; see Chabad, What is Hanukkah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6FC5A-C1A3-410F-96D5-8D630F20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 oil story is a religious tradition.</a:t>
            </a:r>
          </a:p>
        </p:txBody>
      </p:sp>
    </p:spTree>
    <p:extLst>
      <p:ext uri="{BB962C8B-B14F-4D97-AF65-F5344CB8AC3E}">
        <p14:creationId xmlns:p14="http://schemas.microsoft.com/office/powerpoint/2010/main" val="10518629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D5FB3-1FDD-44EB-AF6D-9ADC73CF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E4 Assessment source Hanukkah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AF14F-C060-426B-9480-95E7B98A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W7                                     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2ADEA-8041-4973-8360-D22F7D93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Jewish families light one more light each night for eight nights. The lights recall the rededication and stand for faith and hope.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1D28C-D011-4513-9924-3057AEB9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summary; see Chabad, What is Hanukkah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BD7AB-9B12-4BE7-BA1B-BA065325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Jewish families celebrate in different ways.</a:t>
            </a:r>
          </a:p>
        </p:txBody>
      </p:sp>
    </p:spTree>
    <p:extLst>
      <p:ext uri="{BB962C8B-B14F-4D97-AF65-F5344CB8AC3E}">
        <p14:creationId xmlns:p14="http://schemas.microsoft.com/office/powerpoint/2010/main" val="63998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2026-09-19T18:21:46.0340000Z</dcterms:created>
  <dcterms:modified xsi:type="dcterms:W3CDTF">2026-09-19T18:21:46.0340000Z</dcterms:modified>
</coreProperties>
</file>