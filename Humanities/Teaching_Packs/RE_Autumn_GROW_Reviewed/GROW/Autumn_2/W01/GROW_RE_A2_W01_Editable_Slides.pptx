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c8ab89338be41b2" Type="http://schemas.openxmlformats.org/officeDocument/2006/relationships/officeDocument" Target="ppt/presentation.xml"/><Relationship Id="R6ac566a930964ad3" Type="http://schemas.openxmlformats.org/package/2006/relationships/metadata/core-properties" Target="docProps/core.xml"/><Relationship Id="Rfaf90cd6511c4ee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9f719e8cb84738"/>
  </p:sldMasterIdLst>
  <p:notesMasterIdLst>
    <p:notesMasterId xmlns:r="http://schemas.openxmlformats.org/officeDocument/2006/relationships" r:id="Re5fa4c8afd7045f8"/>
  </p:notesMasterIdLst>
  <p:sldIdLst>
    <p:sldId xmlns:r="http://schemas.openxmlformats.org/officeDocument/2006/relationships" id="256" r:id="R9ab71094dfc944e9"/>
    <p:sldId xmlns:r="http://schemas.openxmlformats.org/officeDocument/2006/relationships" id="257" r:id="Ra42c8d9b88784c45"/>
    <p:sldId xmlns:r="http://schemas.openxmlformats.org/officeDocument/2006/relationships" id="258" r:id="R66c009dc5b8b47c7"/>
    <p:sldId xmlns:r="http://schemas.openxmlformats.org/officeDocument/2006/relationships" id="259" r:id="Raaa9f77a7953427d"/>
    <p:sldId xmlns:r="http://schemas.openxmlformats.org/officeDocument/2006/relationships" id="260" r:id="R52fae0fe311d4ea3"/>
    <p:sldId xmlns:r="http://schemas.openxmlformats.org/officeDocument/2006/relationships" id="261" r:id="R477e1f8763aa43a7"/>
    <p:sldId xmlns:r="http://schemas.openxmlformats.org/officeDocument/2006/relationships" id="262" r:id="R0d3df10fd7ff4d23"/>
    <p:sldId xmlns:r="http://schemas.openxmlformats.org/officeDocument/2006/relationships" id="263" r:id="R97db67ba01344fed"/>
    <p:sldId xmlns:r="http://schemas.openxmlformats.org/officeDocument/2006/relationships" id="264" r:id="R2c096ad49d2b4b0c"/>
    <p:sldId xmlns:r="http://schemas.openxmlformats.org/officeDocument/2006/relationships" id="265" r:id="R4eb623b004e94e1a"/>
    <p:sldId xmlns:r="http://schemas.openxmlformats.org/officeDocument/2006/relationships" id="266" r:id="R7bc5146163f44475"/>
    <p:sldId xmlns:r="http://schemas.openxmlformats.org/officeDocument/2006/relationships" id="267" r:id="R116b0d963e0c4eb3"/>
    <p:sldId xmlns:r="http://schemas.openxmlformats.org/officeDocument/2006/relationships" id="268" r:id="R5b3d2da62ad14d47"/>
    <p:sldId xmlns:r="http://schemas.openxmlformats.org/officeDocument/2006/relationships" id="269" r:id="R9bd6a1781d1d4066"/>
    <p:sldId xmlns:r="http://schemas.openxmlformats.org/officeDocument/2006/relationships" id="270" r:id="R5cef18d9482d4ae2"/>
    <p:sldId xmlns:r="http://schemas.openxmlformats.org/officeDocument/2006/relationships" id="271" r:id="Rc9cd0811d0f34d3b"/>
    <p:sldId xmlns:r="http://schemas.openxmlformats.org/officeDocument/2006/relationships" id="272" r:id="R9a75e6587a6d4866"/>
    <p:sldId xmlns:r="http://schemas.openxmlformats.org/officeDocument/2006/relationships" id="273" r:id="R8eb4429411924535"/>
    <p:sldId xmlns:r="http://schemas.openxmlformats.org/officeDocument/2006/relationships" id="274" r:id="R1c450e22f5024301"/>
    <p:sldId xmlns:r="http://schemas.openxmlformats.org/officeDocument/2006/relationships" id="275" r:id="R3193f174e62842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3df10fd7ff4d23" Type="http://schemas.openxmlformats.org/officeDocument/2006/relationships/slide" Target="slides/slide7.xml"/><Relationship Id="R0d9f719e8cb84738" Type="http://schemas.openxmlformats.org/officeDocument/2006/relationships/slideMaster" Target="slideMasters/slideMaster1.xml"/><Relationship Id="R116b0d963e0c4eb3" Type="http://schemas.openxmlformats.org/officeDocument/2006/relationships/slide" Target="slides/slide12.xml"/><Relationship Id="R1c450e22f5024301" Type="http://schemas.openxmlformats.org/officeDocument/2006/relationships/slide" Target="slides/slide19.xml"/><Relationship Id="R2c096ad49d2b4b0c" Type="http://schemas.openxmlformats.org/officeDocument/2006/relationships/slide" Target="slides/slide9.xml"/><Relationship Id="R3193f174e62842d8" Type="http://schemas.openxmlformats.org/officeDocument/2006/relationships/slide" Target="slides/slide20.xml"/><Relationship Id="R477e1f8763aa43a7" Type="http://schemas.openxmlformats.org/officeDocument/2006/relationships/slide" Target="slides/slide6.xml"/><Relationship Id="R4eb623b004e94e1a" Type="http://schemas.openxmlformats.org/officeDocument/2006/relationships/slide" Target="slides/slide10.xml"/><Relationship Id="R52fae0fe311d4ea3" Type="http://schemas.openxmlformats.org/officeDocument/2006/relationships/slide" Target="slides/slide5.xml"/><Relationship Id="R5b3d2da62ad14d47" Type="http://schemas.openxmlformats.org/officeDocument/2006/relationships/slide" Target="slides/slide13.xml"/><Relationship Id="R5cef18d9482d4ae2" Type="http://schemas.openxmlformats.org/officeDocument/2006/relationships/slide" Target="slides/slide15.xml"/><Relationship Id="R63a2bc7d68724c1b" Type="http://schemas.openxmlformats.org/officeDocument/2006/relationships/tableStyles" Target="tableStyles.xml"/><Relationship Id="R66c009dc5b8b47c7" Type="http://schemas.openxmlformats.org/officeDocument/2006/relationships/slide" Target="slides/slide3.xml"/><Relationship Id="R7bc5146163f44475" Type="http://schemas.openxmlformats.org/officeDocument/2006/relationships/slide" Target="slides/slide11.xml"/><Relationship Id="R8eb4429411924535" Type="http://schemas.openxmlformats.org/officeDocument/2006/relationships/slide" Target="slides/slide18.xml"/><Relationship Id="R97db67ba01344fed" Type="http://schemas.openxmlformats.org/officeDocument/2006/relationships/slide" Target="slides/slide8.xml"/><Relationship Id="R9a75e6587a6d4866" Type="http://schemas.openxmlformats.org/officeDocument/2006/relationships/slide" Target="slides/slide17.xml"/><Relationship Id="R9ab71094dfc944e9" Type="http://schemas.openxmlformats.org/officeDocument/2006/relationships/slide" Target="slides/slide1.xml"/><Relationship Id="R9bd6a1781d1d4066" Type="http://schemas.openxmlformats.org/officeDocument/2006/relationships/slide" Target="slides/slide14.xml"/><Relationship Id="Ra42c8d9b88784c45" Type="http://schemas.openxmlformats.org/officeDocument/2006/relationships/slide" Target="slides/slide2.xml"/><Relationship Id="Raaa9f77a7953427d" Type="http://schemas.openxmlformats.org/officeDocument/2006/relationships/slide" Target="slides/slide4.xml"/><Relationship Id="Rbaec1f1308db4d82" Type="http://schemas.openxmlformats.org/officeDocument/2006/relationships/theme" Target="theme/theme1.xml"/><Relationship Id="Rc9cd0811d0f34d3b" Type="http://schemas.openxmlformats.org/officeDocument/2006/relationships/slide" Target="slides/slide16.xml"/><Relationship Id="Rd846db22a4b942af" Type="http://schemas.openxmlformats.org/officeDocument/2006/relationships/presProps" Target="presProps.xml"/><Relationship Id="Re5fa4c8afd7045f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d12e620ca1434a4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d0ee2d8c54fc454d" Type="http://schemas.openxmlformats.org/officeDocument/2006/relationships/slide" Target="../slides/slide1.xml"/><Relationship Id="Re3f4a04867e044b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f99ddae4c15417f" Type="http://schemas.openxmlformats.org/officeDocument/2006/relationships/notesMaster" Target="../notesMasters/notesMaster1.xml"/><Relationship Id="Ra2d15ea83d184c0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8b175dc73c344ae" Type="http://schemas.openxmlformats.org/officeDocument/2006/relationships/notesMaster" Target="../notesMasters/notesMaster1.xml"/><Relationship Id="Rd0cbedf9e6c348f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573a756d8894769" Type="http://schemas.openxmlformats.org/officeDocument/2006/relationships/notesMaster" Target="../notesMasters/notesMaster1.xml"/><Relationship Id="Rab3e6b2fc1d94e2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4b8c4d53dc247a4" Type="http://schemas.openxmlformats.org/officeDocument/2006/relationships/notesMaster" Target="../notesMasters/notesMaster1.xml"/><Relationship Id="Rb1f0c3ef897b48c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6bdf8b24ad945e2" Type="http://schemas.openxmlformats.org/officeDocument/2006/relationships/notesMaster" Target="../notesMasters/notesMaster1.xml"/><Relationship Id="R6ec51c81caed4eec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7283c19230d4ff9" Type="http://schemas.openxmlformats.org/officeDocument/2006/relationships/notesMaster" Target="../notesMasters/notesMaster1.xml"/><Relationship Id="R8d393b83e4ff479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ecf104565f3459c" Type="http://schemas.openxmlformats.org/officeDocument/2006/relationships/notesMaster" Target="../notesMasters/notesMaster1.xml"/><Relationship Id="Rbb19b79bfa9d4f1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e61bb97c6aa484f" Type="http://schemas.openxmlformats.org/officeDocument/2006/relationships/slide" Target="../slides/slide9.xml"/><Relationship Id="Rbb3ed0367622483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fe590e821c247eb" Type="http://schemas.openxmlformats.org/officeDocument/2006/relationships/slide" Target="../slides/slide10.xml"/><Relationship Id="Rd4891ea7edd2408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d4dcdb356bd45e1" Type="http://schemas.openxmlformats.org/officeDocument/2006/relationships/notesMaster" Target="../notesMasters/notesMaster1.xml"/><Relationship Id="R89fa3a214e26468e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ce9d3db1ac4d418a" Type="http://schemas.openxmlformats.org/officeDocument/2006/relationships/slide" Target="../slides/slide12.xml"/><Relationship Id="Ref57970eeb0545e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7131dbb43a54510" Type="http://schemas.openxmlformats.org/officeDocument/2006/relationships/notesMaster" Target="../notesMasters/notesMaster1.xml"/><Relationship Id="R48466a1d539f45fa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1baad04217447d0" Type="http://schemas.openxmlformats.org/officeDocument/2006/relationships/slide" Target="../slides/slide14.xml"/><Relationship Id="Rd2b308f814c648bc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611457509ae14dd6" Type="http://schemas.openxmlformats.org/officeDocument/2006/relationships/notesMaster" Target="../notesMasters/notesMaster1.xml"/><Relationship Id="Rd7d3a4d69e46410d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8ca03fddddae4dfe" Type="http://schemas.openxmlformats.org/officeDocument/2006/relationships/slide" Target="../slides/slide16.xml"/><Relationship Id="Rae8f6d015f8f4aa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3bee27828d14b46" Type="http://schemas.openxmlformats.org/officeDocument/2006/relationships/notesMaster" Target="../notesMasters/notesMaster1.xml"/><Relationship Id="Rb350db6176804fdd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2c78088732f4ca4" Type="http://schemas.openxmlformats.org/officeDocument/2006/relationships/slide" Target="../slides/slide18.xml"/><Relationship Id="R8379cea321134bde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57cf04fbba924f3e" Type="http://schemas.openxmlformats.org/officeDocument/2006/relationships/slide" Target="../slides/slide19.xml"/><Relationship Id="R9b57bd45c142497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fa4b315c1cb43d5" Type="http://schemas.openxmlformats.org/officeDocument/2006/relationships/slide" Target="../slides/slide20.xml"/><Relationship Id="R8dbeaa8175ef491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belonging means feeling part of a group and welcome in it.</a:t>
            </a:r>
          </a:p>
          <a:p xmlns:a="http://schemas.openxmlformats.org/drawingml/2006/main">
            <a:r>
              <a:t>Use the reminder strip or talk it through with an adult. Answer: Feeling part of a group and welcome in it</a:t>
            </a:r>
          </a:p>
          <a:p xmlns:a="http://schemas.openxmlformats.org/drawingml/2006/main">
            <a:r>
              <a:t>Choose: Feeling part of a group and welcome in it OR People who share a religion and meet together. Answer: Feeling part of a group and welcome in 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For example, sharing a meal, praying together or serving others.</a:t>
            </a:r>
          </a:p>
          <a:p xmlns:a="http://schemas.openxmlformats.org/drawingml/2006/main">
            <a:r>
              <a:t>Give a reason when ready. Answer: No. Belonging varies between individuals.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In ___ community, belonging can mean ___.</a:t>
            </a:r>
          </a:p>
          <a:p xmlns:a="http://schemas.openxmlformats.org/drawingml/2006/main">
            <a:r>
              <a:t>Sort each detail: Simran’s community, Yusuf’s community or both. Explain using a named detail.</a:t>
            </a:r>
          </a:p>
          <a:p xmlns:a="http://schemas.openxmlformats.org/drawingml/2006/main">
            <a:r>
              <a:t>Explain how a shared practice can build belonging better than words alone.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Serving langar to anyone who comes — Simran’s community — Card A: langar at the gurdwara.</a:t>
            </a:r>
          </a:p>
          <a:p xmlns:a="http://schemas.openxmlformats.org/drawingml/2006/main">
            <a:r>
              <a:t>Breaking the fast together in Ramadan — Yusuf’s community — Card B: the community shares the meal.</a:t>
            </a:r>
          </a:p>
          <a:p xmlns:a="http://schemas.openxmlformats.org/drawingml/2006/main">
            <a:r>
              <a:t>Shared food brings people together — Both — Cards A and B both describe shared meals.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In ___ community, belonging can mean ___. Complete the organiser one space at a time. In ___ community, belonging can mean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___ community, belonging can mean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 shared practice can build belonging better than words alone.</a:t>
            </a:r>
          </a:p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example, sharing a meal, praying together or serving others.</a:t>
            </a:r>
          </a:p>
          <a:p xmlns:a="http://schemas.openxmlformats.org/drawingml/2006/main">
            <a:r>
              <a:t>No. Belonging varies between individuals.</a:t>
            </a:r>
          </a:p>
          <a:p xmlns:a="http://schemas.openxmlformats.org/drawingml/2006/main">
            <a:r>
              <a:t>Support: In ___ community, belonging can mean ___.</a:t>
            </a:r>
          </a:p>
          <a:p xmlns:a="http://schemas.openxmlformats.org/drawingml/2006/main">
            <a:r>
              <a:t>Extension: Explain how a shared practice can build belonging better than words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belonging comparison map.</a:t>
            </a:r>
          </a:p>
          <a:p xmlns:a="http://schemas.openxmlformats.org/drawingml/2006/main">
            <a:r>
              <a:t>Short profiles; visual categories; reduced comparison; sentence stems; verbal/scribed route; no need to discuss own community.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e9ce5256ccd49e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35df0c7a7ff4637" Type="http://schemas.openxmlformats.org/officeDocument/2006/relationships/theme" Target="theme/theme2.xml"/><Relationship Id="Rf4651301c64f41b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651301c64f41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7802031dd24769" Type="http://schemas.openxmlformats.org/officeDocument/2006/relationships/notesSlide" Target="../notesSlides/notesSlide1.xml"/><Relationship Id="R850636c03c6c44d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a8114202e2f421c" Type="http://schemas.openxmlformats.org/officeDocument/2006/relationships/notesSlide" Target="../notesSlides/notesSlide2.xml"/><Relationship Id="Rbbc017384a974b5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0e7edc925c64174" Type="http://schemas.openxmlformats.org/officeDocument/2006/relationships/slideLayout" Target="../slideLayouts/slideLayout1.xml"/><Relationship Id="Rb545a6d12b9f4e7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3fe514e0eb74369" Type="http://schemas.openxmlformats.org/officeDocument/2006/relationships/slideLayout" Target="../slideLayouts/slideLayout1.xml"/><Relationship Id="Re9a05e749d4a4d7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8b49d7c80cf748ca" Type="http://schemas.openxmlformats.org/officeDocument/2006/relationships/notesSlide" Target="../notesSlides/notesSlide5.xml"/><Relationship Id="Rd223e08ccdcd47f6" Type="http://schemas.openxmlformats.org/officeDocument/2006/relationships/slideLayout" Target="../slideLayouts/slideLayout1.xml"/><Relationship Id="Rfcbf75038df94b9a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6e17ed158304253" Type="http://schemas.openxmlformats.org/officeDocument/2006/relationships/notesSlide" Target="../notesSlides/notesSlide6.xml"/><Relationship Id="R496983b4b90341a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4e4e58f7bef04ee4" Type="http://schemas.openxmlformats.org/officeDocument/2006/relationships/notesSlide" Target="../notesSlides/notesSlide7.xml"/><Relationship Id="R5c5b5220fa014a3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f03503b75cf4a1b" Type="http://schemas.openxmlformats.org/officeDocument/2006/relationships/slideLayout" Target="../slideLayouts/slideLayout1.xml"/><Relationship Id="Rdd7cadd070594a7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43488ebecdb4eec" Type="http://schemas.openxmlformats.org/officeDocument/2006/relationships/notesSlide" Target="../notesSlides/notesSlide9.xml"/><Relationship Id="Rd8780118e62042f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b67af1ca15f4842" Type="http://schemas.openxmlformats.org/officeDocument/2006/relationships/notesSlide" Target="../notesSlides/notesSlide10.xml"/><Relationship Id="R41139edc8d2840f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da3ebc57539f48c1" Type="http://schemas.openxmlformats.org/officeDocument/2006/relationships/slideLayout" Target="../slideLayouts/slideLayout1.xml"/><Relationship Id="Re9bbb6ed06694d3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3321b8c0a4c46a4" Type="http://schemas.openxmlformats.org/officeDocument/2006/relationships/slideLayout" Target="../slideLayouts/slideLayout1.xml"/><Relationship Id="Re633e4b6631740c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81d7772b5c94170" Type="http://schemas.openxmlformats.org/officeDocument/2006/relationships/notesSlide" Target="../notesSlides/notesSlide13.xml"/><Relationship Id="Rcad58443ca44490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cf8071e3c19249b2" Type="http://schemas.openxmlformats.org/officeDocument/2006/relationships/slideLayout" Target="../slideLayouts/slideLayout1.xml"/><Relationship Id="Rf8c37529b202421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21f08ce3e634729" Type="http://schemas.openxmlformats.org/officeDocument/2006/relationships/notesSlide" Target="../notesSlides/notesSlide15.xml"/><Relationship Id="R09705f712c5a44f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2943679dec040fa" Type="http://schemas.openxmlformats.org/officeDocument/2006/relationships/notesSlide" Target="../notesSlides/notesSlide16.xml"/><Relationship Id="R356b35bf9e684d1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88154b8c03be4dff" Type="http://schemas.openxmlformats.org/officeDocument/2006/relationships/notesSlide" Target="../notesSlides/notesSlide17.xml"/><Relationship Id="Ra4c0621e11fc452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0959eecf524443d" Type="http://schemas.openxmlformats.org/officeDocument/2006/relationships/notesSlide" Target="../notesSlides/notesSlide18.xml"/><Relationship Id="Rc4ed1f6689d94f4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9e89228f2c484977" Type="http://schemas.openxmlformats.org/officeDocument/2006/relationships/notesSlide" Target="../notesSlides/notesSlide19.xml"/><Relationship Id="Rf5717df2035c4aa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e7c43a86b4444de" Type="http://schemas.openxmlformats.org/officeDocument/2006/relationships/notesSlide" Target="../notesSlides/notesSlide20.xml"/><Relationship Id="R897907b116fe442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C80C0-6BBB-4169-8BEC-DDF2224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Belonging across faiths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E3547-8D0C-4CBF-84D4-8E9B9F09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AB77A-3E58-4C90-9278-49847F2A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what belonging can mean in two faith or worldview communities.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39ABC-1B25-4DFA-8376-DA28213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32F11-E0E8-49B3-B466-26E95328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11993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8DF62-6328-4F7C-9A3E-BD5981B3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49FD3-3B1E-4543-B27A-3F7E2435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25715-2A84-4F22-BAA5-CCB5A66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belonging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D90CA-873B-48FC-8650-35F5A5D6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belonging?</a:t>
            </a:r>
          </a:p>
        </p:txBody>
      </p:sp>
    </p:spTree>
    <p:extLst>
      <p:ext uri="{BB962C8B-B14F-4D97-AF65-F5344CB8AC3E}">
        <p14:creationId xmlns:p14="http://schemas.microsoft.com/office/powerpoint/2010/main" val="1983195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9240B-77F2-4EA7-BFA7-1D44D48E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A60D5-6BB0-45A7-8608-38C26C6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FC0D3-8A50-4BD7-9ABC-57B8A256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way a faith community can support belonging.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319AE-0716-4880-BC6B-E0F1B1E5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everyone in a faith community feel belonging in the same way?</a:t>
            </a:r>
          </a:p>
        </p:txBody>
      </p:sp>
    </p:spTree>
    <p:extLst>
      <p:ext uri="{BB962C8B-B14F-4D97-AF65-F5344CB8AC3E}">
        <p14:creationId xmlns:p14="http://schemas.microsoft.com/office/powerpoint/2010/main" val="1464416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5751D-1C42-457D-81F9-649D0C6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8A2E1-621C-4B3C-B3AA-46477A3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14213-72CF-4590-8EF9-B08D8B2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belonging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Feeling part of a group and welcome in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327C5-87D8-47A5-8DA2-061B56FF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faith community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who share a religion and meet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2B9C3-4D78-4A4E-8282-26CF02EE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people do as part of their beliefs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B7110-BA8D-406E-91D7-F0A805B6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Help given to someone</a:t>
            </a:r>
          </a:p>
        </p:txBody>
      </p:sp>
    </p:spTree>
    <p:extLst>
      <p:ext uri="{BB962C8B-B14F-4D97-AF65-F5344CB8AC3E}">
        <p14:creationId xmlns:p14="http://schemas.microsoft.com/office/powerpoint/2010/main" val="1235519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1EFBF-0494-4F42-B47A-38521E95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0FC5-69AF-451C-93A1-E1FB0364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f75038df94b9a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C22E1-80C9-4925-B8E1-0E015CD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helps people feel they belong?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D6B5B-67C7-4269-A996-5DED6769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idea. Does it help someone belong?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A93EE-FE48-4D51-BCF1-3E3D638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In ___ community, belonging can mean ___.</a:t>
            </a:r>
          </a:p>
        </p:txBody>
      </p:sp>
    </p:spTree>
    <p:extLst>
      <p:ext uri="{BB962C8B-B14F-4D97-AF65-F5344CB8AC3E}">
        <p14:creationId xmlns:p14="http://schemas.microsoft.com/office/powerpoint/2010/main" val="725524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AE142-C68B-433F-AC8A-4A109311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212DD-FF17-4884-9233-9F45CA19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5A20D-E40F-4611-86DD-E5775D6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way a faith community can support belonging.</a:t>
            </a:r>
          </a:p>
        </p:txBody>
      </p:sp>
    </p:spTree>
    <p:extLst>
      <p:ext uri="{BB962C8B-B14F-4D97-AF65-F5344CB8AC3E}">
        <p14:creationId xmlns:p14="http://schemas.microsoft.com/office/powerpoint/2010/main" val="968773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2E46C-2EE8-40F1-B9FF-EB5438D3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379D0-F25C-4966-A292-06AA7AC7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DEC01-04CF-444D-995D-DD0A4547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Simran: Fictional profile: Simran is Sikh. At the gurdwara she helps serve langar, a free meal for anyone. She says serving others makes her feel part of something.</a:t>
            </a:r>
          </a:p>
        </p:txBody>
      </p:sp>
    </p:spTree>
    <p:extLst>
      <p:ext uri="{BB962C8B-B14F-4D97-AF65-F5344CB8AC3E}">
        <p14:creationId xmlns:p14="http://schemas.microsoft.com/office/powerpoint/2010/main" val="2019925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74AEA-5D98-40B0-BA5C-175E5F84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F5CBC-6FEA-4E1E-B87B-557BBC54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95255-D15B-4471-A8FF-611B4532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example, sharing a meal, praying together or serving others.</a:t>
            </a:r>
          </a:p>
        </p:txBody>
      </p:sp>
    </p:spTree>
    <p:extLst>
      <p:ext uri="{BB962C8B-B14F-4D97-AF65-F5344CB8AC3E}">
        <p14:creationId xmlns:p14="http://schemas.microsoft.com/office/powerpoint/2010/main" val="1847248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1DF77-2ABC-40C1-9EAE-08C73D16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E4946-9D37-4274-BBA7-D8C6A19B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240B9-1A33-4F59-A977-0D8FB0EC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everyone in a faith community feel belonging in the same way? No. Belonging varies between individuals.</a:t>
            </a:r>
          </a:p>
        </p:txBody>
      </p:sp>
    </p:spTree>
    <p:extLst>
      <p:ext uri="{BB962C8B-B14F-4D97-AF65-F5344CB8AC3E}">
        <p14:creationId xmlns:p14="http://schemas.microsoft.com/office/powerpoint/2010/main" val="1018638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47A99-88F7-414D-AF83-400E4993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6CB7D-C162-4B19-8FB8-42D0132D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E2868-2832-44F5-AE3B-ACB69A0E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detail: Simran’s community, Yusuf’s community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49E3B-D5D5-4F5F-A750-DC005A5D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four lenses: people, place, practice,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360E4-9950-4803-BE52-5051A358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35829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9F843-0859-42BA-BB80-3EAD981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8D939-2967-4E47-8458-2A0C6B47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0C6BB-6E8D-44FA-AC74-C30B6B2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Serving langar to anyone who 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E7473-F3B7-4FB7-8261-14812E60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Breaking the fast together in Ramadan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B60E5-439C-4632-8FC5-8900AE1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Shared food brings people together</a:t>
            </a:r>
          </a:p>
        </p:txBody>
      </p:sp>
    </p:spTree>
    <p:extLst>
      <p:ext uri="{BB962C8B-B14F-4D97-AF65-F5344CB8AC3E}">
        <p14:creationId xmlns:p14="http://schemas.microsoft.com/office/powerpoint/2010/main" val="4012665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9D29D-9DC0-4DE4-A0A8-15AC536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75C8C-BF9A-4228-B8FC-A04427C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77DB2-70F3-4307-AC15-960D6C89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profile.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D483F-5B65-4A6F-890C-125DDD12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Fill in two lenses: place and practice.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993F2-3425-44D9-AF4B-66E75695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Belonging can mean ___.</a:t>
            </a:r>
          </a:p>
        </p:txBody>
      </p:sp>
    </p:spTree>
    <p:extLst>
      <p:ext uri="{BB962C8B-B14F-4D97-AF65-F5344CB8AC3E}">
        <p14:creationId xmlns:p14="http://schemas.microsoft.com/office/powerpoint/2010/main" val="18772113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C5177-D3D8-43E6-8B94-B65A2CE5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DB7FC-B517-4B06-A5C0-80BCE786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A74D9-C03D-4E8C-8B58-7A01EA0F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map for both profiles using the four lenses.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4606C-7FF6-489F-911A-4E55FC3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Find one similarity.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42EEB-99FC-45EA-AE2D-A60F6CED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Finish: In ___ community, belonging can mean ___.</a:t>
            </a:r>
          </a:p>
        </p:txBody>
      </p:sp>
    </p:spTree>
    <p:extLst>
      <p:ext uri="{BB962C8B-B14F-4D97-AF65-F5344CB8AC3E}">
        <p14:creationId xmlns:p14="http://schemas.microsoft.com/office/powerpoint/2010/main" val="4316033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7E3F2-633B-4852-BAB1-37C4628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DC76D-8A6F-4233-BE68-68B2B7BF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4F979-77BC-4BEA-98C4-2ECDE1C6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map for both profiles.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388D9-3140-4FA8-9663-729FECBE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79B9-B8BF-4802-857E-D6E77D1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belonging varies between individuals.</a:t>
            </a:r>
          </a:p>
        </p:txBody>
      </p:sp>
    </p:spTree>
    <p:extLst>
      <p:ext uri="{BB962C8B-B14F-4D97-AF65-F5344CB8AC3E}">
        <p14:creationId xmlns:p14="http://schemas.microsoft.com/office/powerpoint/2010/main" val="14584374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D24C9-44E3-4FB6-8EB0-074FD7EA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755C3-700C-4DAC-ADA8-58F787E5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FDD92-EB26-4209-8B80-7FE0F24E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belonging comparison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A6607-7694-4600-96BC-D44AA00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01AF6-AE08-4CA6-B85F-3E3761D2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7142506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568D8-0675-4523-AE61-FE50E95D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318AD-30E1-45FF-9C73-9D25890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9E674-7AF6-4F5B-BF34-D4AE998E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way a faith community can support belonging.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92D31-39A9-4F59-95DF-7F9A17CE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everyone in a faith community feel belonging in the same way?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D478-DA18-411F-A11C-8501A0E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4697118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8C5C5-8FDF-462D-AB0F-4BB7E226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Simran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A922B-F1A7-4077-AF6E-0720FEA4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D5506-3C87-43B6-BD21-B4F3EC5B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Simran is Sikh. At the gurdwara she helps serve langar, a free meal for anyone. She says serving others makes her feel part of something.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8BC4-C037-4C47-902A-1BD7BB39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99510-7151-49B4-9E56-2901AA01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219741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5C26E-360E-4141-93CF-BB55295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Yusuf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A2FAD-9FB0-4DCC-B7CC-4C593DF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41F1E-3B67-4BDE-8A58-63E581E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Yusuf is Muslim. At Friday prayers he stands shoulder to shoulder with others. During Ramadan the community breaks the fast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9DE4-C179-454F-8B54-79287AAF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F8399-370D-422D-B927-00E0C7A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2737994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BAFEE-579D-404D-BCCD-8A185FA6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Four lenses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7CB92-CD7F-4D58-A55B-F806D451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3FD28-70F4-4C79-ABF1-7D45B1BD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People: who is there? Place: where do they meet? Practice: what do they do? Values: what matters to them?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6C03D-EC9B-4D98-BF3E-99263FFC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4B018-DA46-480D-B191-5A8E4F6E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Four lenses are a starting point, not the whole picture.</a:t>
            </a:r>
          </a:p>
        </p:txBody>
      </p:sp>
    </p:spTree>
    <p:extLst>
      <p:ext uri="{BB962C8B-B14F-4D97-AF65-F5344CB8AC3E}">
        <p14:creationId xmlns:p14="http://schemas.microsoft.com/office/powerpoint/2010/main" val="10680761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64536-CB30-4D58-B415-49743FFF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Belonging varies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ACD36-AE40-4179-AFCC-B5692ABA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BD7D7-A2D5-4470-B452-C0B653A6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 people feel they belong strongly to a faith community. Others belong in quieter ways, or to several communities.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E416C-5732-4885-810F-26FFBB03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CB1C4-4908-4C28-AF3D-5DF4933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Belonging is personal and can change.</a:t>
            </a:r>
          </a:p>
        </p:txBody>
      </p:sp>
    </p:spTree>
    <p:extLst>
      <p:ext uri="{BB962C8B-B14F-4D97-AF65-F5344CB8AC3E}">
        <p14:creationId xmlns:p14="http://schemas.microsoft.com/office/powerpoint/2010/main" val="2080092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2026-09-19T18:21:39.1870000Z</dcterms:created>
  <dcterms:modified xsi:type="dcterms:W3CDTF">2026-09-19T18:21:39.1870000Z</dcterms:modified>
</coreProperties>
</file>