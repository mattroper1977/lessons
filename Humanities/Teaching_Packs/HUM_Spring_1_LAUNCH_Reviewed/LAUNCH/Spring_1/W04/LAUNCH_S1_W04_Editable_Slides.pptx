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3f119f340b94b89" Type="http://schemas.openxmlformats.org/officeDocument/2006/relationships/extended-properties" Target="docProps/app.xml"/><Relationship Id="R8680d6e44fbc4e03" Type="http://schemas.openxmlformats.org/package/2006/relationships/metadata/core-properties" Target="docProps/core.xml"/><Relationship Id="R886c909a999c4b47"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57fd3e12fd64211"/>
  </p:sldMasterIdLst>
  <p:notesMasterIdLst>
    <p:notesMasterId xmlns:r="http://schemas.openxmlformats.org/officeDocument/2006/relationships" r:id="R7b1b922d6bb5413e"/>
  </p:notesMasterIdLst>
  <p:sldIdLst>
    <p:sldId xmlns:r="http://schemas.openxmlformats.org/officeDocument/2006/relationships" id="256" r:id="Rdcb7d0bd1bff4a99"/>
    <p:sldId xmlns:r="http://schemas.openxmlformats.org/officeDocument/2006/relationships" id="257" r:id="R76cb954d50294ef4"/>
    <p:sldId xmlns:r="http://schemas.openxmlformats.org/officeDocument/2006/relationships" id="258" r:id="Rbde64390f28e4834"/>
    <p:sldId xmlns:r="http://schemas.openxmlformats.org/officeDocument/2006/relationships" id="259" r:id="R7750b0c977fb49af"/>
    <p:sldId xmlns:r="http://schemas.openxmlformats.org/officeDocument/2006/relationships" id="260" r:id="R5d4b4b0570954332"/>
    <p:sldId xmlns:r="http://schemas.openxmlformats.org/officeDocument/2006/relationships" id="261" r:id="Rf28436076a554615"/>
    <p:sldId xmlns:r="http://schemas.openxmlformats.org/officeDocument/2006/relationships" id="262" r:id="Raae0a08c199d4772"/>
    <p:sldId xmlns:r="http://schemas.openxmlformats.org/officeDocument/2006/relationships" id="263" r:id="R599d2445780b4654"/>
    <p:sldId xmlns:r="http://schemas.openxmlformats.org/officeDocument/2006/relationships" id="264" r:id="R34458386473d44b6"/>
    <p:sldId xmlns:r="http://schemas.openxmlformats.org/officeDocument/2006/relationships" id="265" r:id="R2d74e5261e7342ad"/>
    <p:sldId xmlns:r="http://schemas.openxmlformats.org/officeDocument/2006/relationships" id="266" r:id="R287e8c69a21145ba"/>
    <p:sldId xmlns:r="http://schemas.openxmlformats.org/officeDocument/2006/relationships" id="267" r:id="R920e6ec05fa6417b"/>
    <p:sldId xmlns:r="http://schemas.openxmlformats.org/officeDocument/2006/relationships" id="268" r:id="Ra79cffedb685494c"/>
    <p:sldId xmlns:r="http://schemas.openxmlformats.org/officeDocument/2006/relationships" id="269" r:id="R9d06fca281d340a2"/>
    <p:sldId xmlns:r="http://schemas.openxmlformats.org/officeDocument/2006/relationships" id="270" r:id="Rafe58a03b9f3456b"/>
    <p:sldId xmlns:r="http://schemas.openxmlformats.org/officeDocument/2006/relationships" id="271" r:id="R31cd736edb254797"/>
    <p:sldId xmlns:r="http://schemas.openxmlformats.org/officeDocument/2006/relationships" id="272" r:id="R938564f4de6f4346"/>
    <p:sldId xmlns:r="http://schemas.openxmlformats.org/officeDocument/2006/relationships" id="273" r:id="Rca37712a3e754a76"/>
    <p:sldId xmlns:r="http://schemas.openxmlformats.org/officeDocument/2006/relationships" id="274" r:id="R49c0cffcd82a40aa"/>
    <p:sldId xmlns:r="http://schemas.openxmlformats.org/officeDocument/2006/relationships" id="275" r:id="Re3a4b9602ddb4c47"/>
    <p:sldId xmlns:r="http://schemas.openxmlformats.org/officeDocument/2006/relationships" id="276" r:id="R80b72ab35af9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87e8c69a21145ba" Type="http://schemas.openxmlformats.org/officeDocument/2006/relationships/slide" Target="slides/slide11.xml"/><Relationship Id="R2d74e5261e7342ad" Type="http://schemas.openxmlformats.org/officeDocument/2006/relationships/slide" Target="slides/slide10.xml"/><Relationship Id="R31cd736edb254797" Type="http://schemas.openxmlformats.org/officeDocument/2006/relationships/slide" Target="slides/slide16.xml"/><Relationship Id="R32808c092b614577" Type="http://schemas.openxmlformats.org/officeDocument/2006/relationships/tableStyles" Target="tableStyles.xml"/><Relationship Id="R34458386473d44b6" Type="http://schemas.openxmlformats.org/officeDocument/2006/relationships/slide" Target="slides/slide9.xml"/><Relationship Id="R357fd3e12fd64211" Type="http://schemas.openxmlformats.org/officeDocument/2006/relationships/slideMaster" Target="slideMasters/slideMaster1.xml"/><Relationship Id="R49c0cffcd82a40aa" Type="http://schemas.openxmlformats.org/officeDocument/2006/relationships/slide" Target="slides/slide19.xml"/><Relationship Id="R599d2445780b4654" Type="http://schemas.openxmlformats.org/officeDocument/2006/relationships/slide" Target="slides/slide8.xml"/><Relationship Id="R5d4b4b0570954332" Type="http://schemas.openxmlformats.org/officeDocument/2006/relationships/slide" Target="slides/slide5.xml"/><Relationship Id="R76cb954d50294ef4" Type="http://schemas.openxmlformats.org/officeDocument/2006/relationships/slide" Target="slides/slide2.xml"/><Relationship Id="R7750b0c977fb49af" Type="http://schemas.openxmlformats.org/officeDocument/2006/relationships/slide" Target="slides/slide4.xml"/><Relationship Id="R7868c19b1dd74d03" Type="http://schemas.openxmlformats.org/officeDocument/2006/relationships/theme" Target="theme/theme1.xml"/><Relationship Id="R7b1b922d6bb5413e" Type="http://schemas.openxmlformats.org/officeDocument/2006/relationships/notesMaster" Target="notesMasters/notesMaster1.xml"/><Relationship Id="R80409b5203214c95" Type="http://schemas.openxmlformats.org/officeDocument/2006/relationships/presProps" Target="presProps.xml"/><Relationship Id="R80b72ab35af94a3d" Type="http://schemas.openxmlformats.org/officeDocument/2006/relationships/slide" Target="slides/slide21.xml"/><Relationship Id="R920e6ec05fa6417b" Type="http://schemas.openxmlformats.org/officeDocument/2006/relationships/slide" Target="slides/slide12.xml"/><Relationship Id="R938564f4de6f4346" Type="http://schemas.openxmlformats.org/officeDocument/2006/relationships/slide" Target="slides/slide17.xml"/><Relationship Id="R9d06fca281d340a2" Type="http://schemas.openxmlformats.org/officeDocument/2006/relationships/slide" Target="slides/slide14.xml"/><Relationship Id="Ra79cffedb685494c" Type="http://schemas.openxmlformats.org/officeDocument/2006/relationships/slide" Target="slides/slide13.xml"/><Relationship Id="Raae0a08c199d4772" Type="http://schemas.openxmlformats.org/officeDocument/2006/relationships/slide" Target="slides/slide7.xml"/><Relationship Id="Rafe58a03b9f3456b" Type="http://schemas.openxmlformats.org/officeDocument/2006/relationships/slide" Target="slides/slide15.xml"/><Relationship Id="Rbde64390f28e4834" Type="http://schemas.openxmlformats.org/officeDocument/2006/relationships/slide" Target="slides/slide3.xml"/><Relationship Id="Rca37712a3e754a76" Type="http://schemas.openxmlformats.org/officeDocument/2006/relationships/slide" Target="slides/slide18.xml"/><Relationship Id="Rdcb7d0bd1bff4a99" Type="http://schemas.openxmlformats.org/officeDocument/2006/relationships/slide" Target="slides/slide1.xml"/><Relationship Id="Re3a4b9602ddb4c47" Type="http://schemas.openxmlformats.org/officeDocument/2006/relationships/slide" Target="slides/slide20.xml"/><Relationship Id="Rf28436076a554615"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c75031b790364c6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d89a07c0e43b40ea" Type="http://schemas.openxmlformats.org/officeDocument/2006/relationships/notesMaster" Target="../notesMasters/notesMaster1.xml"/><Relationship Id="Re7bc6f3bfbfe48b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d8e4293d3da46ab" Type="http://schemas.openxmlformats.org/officeDocument/2006/relationships/slide" Target="../slides/slide2.xml"/><Relationship Id="R9498fa56fe66410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63788937def94920" Type="http://schemas.openxmlformats.org/officeDocument/2006/relationships/slide" Target="../slides/slide3.xml"/><Relationship Id="Rd619ecb1069d485b"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92909b2a1884ae9" Type="http://schemas.openxmlformats.org/officeDocument/2006/relationships/slide" Target="../slides/slide4.xml"/><Relationship Id="R3155bde94d19486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94a1096f59746a4" Type="http://schemas.openxmlformats.org/officeDocument/2006/relationships/notesMaster" Target="../notesMasters/notesMaster1.xml"/><Relationship Id="Rf09dcdba052c4d2d"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4d7cce8b2c54d23" Type="http://schemas.openxmlformats.org/officeDocument/2006/relationships/slide" Target="../slides/slide6.xml"/><Relationship Id="Rfc3492bad11f4d2f"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6caa30ccf004ec2" Type="http://schemas.openxmlformats.org/officeDocument/2006/relationships/slide" Target="../slides/slide7.xml"/><Relationship Id="R95bca2002567491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3941e15f2ecc433a" Type="http://schemas.openxmlformats.org/officeDocument/2006/relationships/slide" Target="../slides/slide8.xml"/><Relationship Id="R7784e4ac26b74386"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6dec617d80494e3c" Type="http://schemas.openxmlformats.org/officeDocument/2006/relationships/slide" Target="../slides/slide9.xml"/><Relationship Id="R7851d72741c9431b"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1034b4765984245" Type="http://schemas.openxmlformats.org/officeDocument/2006/relationships/slide" Target="../slides/slide10.xml"/><Relationship Id="Rb26321eb04a94b5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5173af7c3db74447" Type="http://schemas.openxmlformats.org/officeDocument/2006/relationships/notesMaster" Target="../notesMasters/notesMaster1.xml"/><Relationship Id="R5f30f726f69645e8"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19dc28533e7c4d59" Type="http://schemas.openxmlformats.org/officeDocument/2006/relationships/notesMaster" Target="../notesMasters/notesMaster1.xml"/><Relationship Id="R4482f9bb96b3406c"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6fa9659eec84523" Type="http://schemas.openxmlformats.org/officeDocument/2006/relationships/slide" Target="../slides/slide13.xml"/><Relationship Id="R53071e8ad65f4905"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f3efa51fa8d48c6" Type="http://schemas.openxmlformats.org/officeDocument/2006/relationships/notesMaster" Target="../notesMasters/notesMaster1.xml"/><Relationship Id="Rbaf9fd74619d49a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aec47fa7cc9f4ba7" Type="http://schemas.openxmlformats.org/officeDocument/2006/relationships/slide" Target="../slides/slide15.xml"/><Relationship Id="Re07f62c7632a49b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9cb150b658c744dc" Type="http://schemas.openxmlformats.org/officeDocument/2006/relationships/slide" Target="../slides/slide16.xml"/><Relationship Id="Rc6e78142b60b460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13dbe6ea0d2c4b04" Type="http://schemas.openxmlformats.org/officeDocument/2006/relationships/slide" Target="../slides/slide17.xml"/><Relationship Id="R6a625013eacb4a2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da1e9345bd041ff" Type="http://schemas.openxmlformats.org/officeDocument/2006/relationships/notesMaster" Target="../notesMasters/notesMaster1.xml"/><Relationship Id="R8a48ee414d984299"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823d787509a4e88" Type="http://schemas.openxmlformats.org/officeDocument/2006/relationships/slide" Target="../slides/slide19.xml"/><Relationship Id="R6d7d265c442f4a89"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a95618f379749b3" Type="http://schemas.openxmlformats.org/officeDocument/2006/relationships/notesMaster" Target="../notesMasters/notesMaster1.xml"/><Relationship Id="R78b91fbc9d32443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21e4f05045b74bed" Type="http://schemas.openxmlformats.org/officeDocument/2006/relationships/slide" Target="../slides/slide21.xml"/><Relationship Id="R32f4cfbddbb34315"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lesson reminder:</a:t>
            </a:r>
          </a:p>
          <a:p xmlns:a="http://schemas.openxmlformats.org/drawingml/2006/main">
            <a:r>
              <a:t>Use the reminder strip or talk it through with an adult. Answer: Yes. It can reveal personal experience and remembered meaning.</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D or read one relevant card together. Answer: No. We evaluate how remembrance communicates accurately and respectfully.</a:t>
            </a:r>
          </a:p>
          <a:p xmlns:a="http://schemas.openxmlformats.org/drawingml/2006/main">
            <a:r>
              <a:t>Give a reason when ready. Answer: It makes the factual basis visible and avoids invented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Compare remembrance choices using accuracy, recognition and evidence. Link the evidence to the enquiry.</a:t>
            </a:r>
          </a:p>
          <a:p xmlns:a="http://schemas.openxmlformats.org/drawingml/2006/main">
            <a:r>
              <a:t>Discuss a limitation of a brief memorial and what further learning it should invite.</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visual or evidence appendix alongside this slide. Compare remembrance choices using accuracy, recognition and evidence. Justify a choice without ranking the value of victims’ lives.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Remembrance can ___. Source ___ supports this by ___. This design or wording helps because ___.</a:t>
            </a:r>
          </a:p>
          <a:p xmlns:a="http://schemas.openxmlformats.org/drawingml/2006/main">
            <a:r>
              <a:t>An adult may read or scribe your exact response. They should not choose the answer.</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Remembrance can ___. Source ___ supports this by ___. This design or wording helps because ___.</a:t>
            </a:r>
          </a:p>
          <a:p xmlns:a="http://schemas.openxmlformats.org/drawingml/2006/main">
            <a:r>
              <a:t>Check the required evidence and revise one detail.</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Discuss a limitation of a brief memorial and what further learning it should invite.</a:t>
            </a:r>
          </a:p>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We evaluate how remembrance communicates accurately and respectfully.</a:t>
            </a:r>
          </a:p>
          <a:p xmlns:a="http://schemas.openxmlformats.org/drawingml/2006/main">
            <a:r>
              <a:t>It makes the factual basis visible and avoids invented claims.</a:t>
            </a:r>
          </a:p>
          <a:p xmlns:a="http://schemas.openxmlformats.org/drawingml/2006/main">
            <a:r>
              <a:t>Support: Remembrance can ___. Source ___ supports this by ___. This design or wording helps because ___.</a:t>
            </a:r>
          </a:p>
          <a:p xmlns:a="http://schemas.openxmlformats.org/drawingml/2006/main">
            <a:r>
              <a:t>Extension: Discuss a limitation of a brief memorial and what further learning it should invite.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significance response and exit check.</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ab57996b9184f97"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35b7716a36248d7" Type="http://schemas.openxmlformats.org/officeDocument/2006/relationships/slideLayout" Target="../slideLayouts/slideLayout1.xml"/><Relationship Id="Rf85a91712f7041a7"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5b7716a36248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26a915aed9c49f3" Type="http://schemas.openxmlformats.org/officeDocument/2006/relationships/slideLayout" Target="../slideLayouts/slideLayout1.xml"/><Relationship Id="R21d1216608c34d5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4566b5cb9e74e32" Type="http://schemas.openxmlformats.org/officeDocument/2006/relationships/notesSlide" Target="../notesSlides/notesSlide2.xml"/><Relationship Id="R5a8680f9c0c346df"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d48ba995a7a04063" Type="http://schemas.openxmlformats.org/officeDocument/2006/relationships/notesSlide" Target="../notesSlides/notesSlide3.xml"/><Relationship Id="Re70a223e363f496f"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a00673b266c4c41" Type="http://schemas.openxmlformats.org/officeDocument/2006/relationships/slideLayout" Target="../slideLayouts/slideLayout1.xml"/><Relationship Id="R5dbfe98b148f4a8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6031180062c0480f" Type="http://schemas.openxmlformats.org/officeDocument/2006/relationships/slideLayout" Target="../slideLayouts/slideLayout1.xml"/><Relationship Id="R8cf48da230fe461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772f512c18094d4d" Type="http://schemas.openxmlformats.org/officeDocument/2006/relationships/slideLayout" Target="../slideLayouts/slideLayout1.xml"/><Relationship Id="Rd37a37da0b8c4e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99749c7b98c24f60" Type="http://schemas.openxmlformats.org/officeDocument/2006/relationships/slideLayout" Target="../slideLayouts/slideLayout1.xml"/><Relationship Id="Rc8046a0a683c4aaa"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a80e40b4338d4f29" Type="http://schemas.openxmlformats.org/officeDocument/2006/relationships/notesSlide" Target="../notesSlides/notesSlide8.xml"/><Relationship Id="Rd7757b273ea84976"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1bc1d643a9214227" Type="http://schemas.openxmlformats.org/officeDocument/2006/relationships/notesSlide" Target="../notesSlides/notesSlide9.xml"/><Relationship Id="R4d6e3f3678e841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e572856cb664210" Type="http://schemas.openxmlformats.org/officeDocument/2006/relationships/slideLayout" Target="../slideLayouts/slideLayout1.xml"/><Relationship Id="R28331e5a70d4415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6fd35d2219304595" Type="http://schemas.openxmlformats.org/officeDocument/2006/relationships/notesSlide" Target="../notesSlides/notesSlide11.xml"/><Relationship Id="Rf22c8e14d0e5446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8ee7eb2140164212" Type="http://schemas.openxmlformats.org/officeDocument/2006/relationships/notesSlide" Target="../notesSlides/notesSlide12.xml"/><Relationship Id="Re984275dfff6456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305c7f47042a478d" Type="http://schemas.openxmlformats.org/officeDocument/2006/relationships/slideLayout" Target="../slideLayouts/slideLayout1.xml"/><Relationship Id="R8ac37425f0504f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285f4020f8e42f8" Type="http://schemas.openxmlformats.org/officeDocument/2006/relationships/notesSlide" Target="../notesSlides/notesSlide14.xml"/><Relationship Id="Rad9035d72cfa484a"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358ed10879144d8d" Type="http://schemas.openxmlformats.org/officeDocument/2006/relationships/slideLayout" Target="../slideLayouts/slideLayout1.xml"/><Relationship Id="R50f25dd26f6f401c"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95c07687252e472f" Type="http://schemas.openxmlformats.org/officeDocument/2006/relationships/notesSlide" Target="../notesSlides/notesSlide16.xml"/><Relationship Id="Rdc1364e9ba5e445e"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2bb709708d004b70" Type="http://schemas.openxmlformats.org/officeDocument/2006/relationships/slideLayout" Target="../slideLayouts/slideLayout1.xml"/><Relationship Id="R4992cc3b182c4cba"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710ccfc263c343f9" Type="http://schemas.openxmlformats.org/officeDocument/2006/relationships/notesSlide" Target="../notesSlides/notesSlide18.xml"/><Relationship Id="Ra85fe12be7194f9d"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113cdb94d2354f8f" Type="http://schemas.openxmlformats.org/officeDocument/2006/relationships/notesSlide" Target="../notesSlides/notesSlide19.xml"/><Relationship Id="Re4358db5d6e54700"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013a2be7da7145e5" Type="http://schemas.openxmlformats.org/officeDocument/2006/relationships/slideLayout" Target="../slideLayouts/slideLayout1.xml"/><Relationship Id="Raf4918afeb4242ab"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4d1995cb2f9144ce" Type="http://schemas.openxmlformats.org/officeDocument/2006/relationships/slideLayout" Target="../slideLayouts/slideLayout1.xml"/><Relationship Id="Re2323310f22d4b49" Type="http://schemas.openxmlformats.org/officeDocument/2006/relationships/notesSlide" Target="../notesSlides/notesSlide2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AD56FB-C10B-4879-9517-41E90A6971C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Why remembrance matters</a:t>
            </a:r>
          </a:p>
        </p:txBody>
      </p:sp>
      <p:sp>
        <p:nvSpPr>
          <p:cNvPr id="2" name="">
            <a:extLst xmlns:a="http://schemas.openxmlformats.org/drawingml/2006/main">
              <a:ext uri="{FF2B5EF4-FFF2-40B4-BE49-F238E27FC236}">
                <a16:creationId xmlns:a16="http://schemas.microsoft.com/office/drawing/2014/main" id="{E4E6E80D-96DE-458D-B30E-23A437C873F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a:t>
            </a:r>
          </a:p>
        </p:txBody>
      </p:sp>
      <p:sp>
        <p:nvSpPr>
          <p:cNvPr id="3" name="">
            <a:extLst xmlns:a="http://schemas.openxmlformats.org/drawingml/2006/main">
              <a:ext uri="{FF2B5EF4-FFF2-40B4-BE49-F238E27FC236}">
                <a16:creationId xmlns:a16="http://schemas.microsoft.com/office/drawing/2014/main" id="{F15294C2-6BD3-4EC8-8168-D3192C23E71A}"/>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the significance of remembrance.</a:t>
            </a:r>
          </a:p>
        </p:txBody>
      </p:sp>
      <p:sp>
        <p:nvSpPr>
          <p:cNvPr id="4" name="">
            <a:extLst xmlns:a="http://schemas.openxmlformats.org/drawingml/2006/main">
              <a:ext uri="{FF2B5EF4-FFF2-40B4-BE49-F238E27FC236}">
                <a16:creationId xmlns:a16="http://schemas.microsoft.com/office/drawing/2014/main" id="{91DB0C77-809C-407A-83DD-227634288BB8}"/>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4</a:t>
            </a:r>
          </a:p>
        </p:txBody>
      </p:sp>
      <p:sp>
        <p:nvSpPr>
          <p:cNvPr id="5" name="">
            <a:extLst xmlns:a="http://schemas.openxmlformats.org/drawingml/2006/main">
              <a:ext uri="{FF2B5EF4-FFF2-40B4-BE49-F238E27FC236}">
                <a16:creationId xmlns:a16="http://schemas.microsoft.com/office/drawing/2014/main" id="{B03B88E6-3D91-4E39-A167-F8FF0BA03CC1}"/>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865296756"/>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1F1517-2D29-4119-B65D-9AAEA350B20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F519190E-E438-4954-A943-099461E91AF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2</a:t>
            </a:r>
          </a:p>
        </p:txBody>
      </p:sp>
      <p:sp>
        <p:nvSpPr>
          <p:cNvPr id="3" name="">
            <a:extLst xmlns:a="http://schemas.openxmlformats.org/drawingml/2006/main">
              <a:ext uri="{FF2B5EF4-FFF2-40B4-BE49-F238E27FC236}">
                <a16:creationId xmlns:a16="http://schemas.microsoft.com/office/drawing/2014/main" id="{77CB1A37-D91C-4781-A7A3-063423171B02}"/>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Can a survivor’s account reveal something a policy document may miss?</a:t>
            </a:r>
          </a:p>
        </p:txBody>
      </p:sp>
      <p:sp>
        <p:nvSpPr>
          <p:cNvPr id="4" name="">
            <a:extLst xmlns:a="http://schemas.openxmlformats.org/drawingml/2006/main">
              <a:ext uri="{FF2B5EF4-FFF2-40B4-BE49-F238E27FC236}">
                <a16:creationId xmlns:a16="http://schemas.microsoft.com/office/drawing/2014/main" id="{B9C91A37-AB0D-41EA-90A9-944F2096D70C}"/>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862999021"/>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84690A-2C88-42F8-8713-52AF9CF3E1A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AD770819-F682-40A2-BF66-7169C9B54B1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3</a:t>
            </a:r>
          </a:p>
        </p:txBody>
      </p:sp>
      <p:sp>
        <p:nvSpPr>
          <p:cNvPr id="3" name="">
            <a:extLst xmlns:a="http://schemas.openxmlformats.org/drawingml/2006/main">
              <a:ext uri="{FF2B5EF4-FFF2-40B4-BE49-F238E27FC236}">
                <a16:creationId xmlns:a16="http://schemas.microsoft.com/office/drawing/2014/main" id="{94477991-C234-443D-A399-06838821440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Are we ranking the worth of people’s lives?</a:t>
            </a:r>
          </a:p>
        </p:txBody>
      </p:sp>
      <p:sp>
        <p:nvSpPr>
          <p:cNvPr id="4" name="">
            <a:extLst xmlns:a="http://schemas.openxmlformats.org/drawingml/2006/main">
              <a:ext uri="{FF2B5EF4-FFF2-40B4-BE49-F238E27FC236}">
                <a16:creationId xmlns:a16="http://schemas.microsoft.com/office/drawing/2014/main" id="{8C4B31F6-993D-4158-B61E-E836C6BCAA40}"/>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Why credit a source in a reflection?</a:t>
            </a:r>
          </a:p>
        </p:txBody>
      </p:sp>
    </p:spTree>
    <p:extLst>
      <p:ext uri="{BB962C8B-B14F-4D97-AF65-F5344CB8AC3E}">
        <p14:creationId xmlns:p14="http://schemas.microsoft.com/office/powerpoint/2010/main" val="1173583713"/>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907E2D-D684-4F70-9F1A-464C40EC283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699A1B10-4F92-4082-8D83-170508F7B6E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4</a:t>
            </a:r>
          </a:p>
        </p:txBody>
      </p:sp>
      <p:sp>
        <p:nvSpPr>
          <p:cNvPr id="3" name="">
            <a:extLst xmlns:a="http://schemas.openxmlformats.org/drawingml/2006/main">
              <a:ext uri="{FF2B5EF4-FFF2-40B4-BE49-F238E27FC236}">
                <a16:creationId xmlns:a16="http://schemas.microsoft.com/office/drawing/2014/main" id="{4E04CDAE-0590-4A0B-BEF1-3779D36B1547}"/>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B6912AEC-FEEB-4D3D-8EF6-E25BF20415CC}"/>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46E8B7CC-4A8B-4667-8C6D-B911C0D1F216}"/>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993F620C-52E3-405A-B8C4-FE5029E222EA}"/>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240999665"/>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381864-A2BE-430E-8A08-BB1E7EC0982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46BF28B1-4516-48B2-A774-2B2324E3425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5</a:t>
            </a:r>
          </a:p>
        </p:txBody>
      </p:sp>
      <p:sp>
        <p:nvSpPr>
          <p:cNvPr id="3" name="">
            <a:extLst xmlns:a="http://schemas.openxmlformats.org/drawingml/2006/main">
              <a:ext uri="{FF2B5EF4-FFF2-40B4-BE49-F238E27FC236}">
                <a16:creationId xmlns:a16="http://schemas.microsoft.com/office/drawing/2014/main" id="{0277A74E-B15A-4ED4-8E71-B4B5A43A03FD}"/>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Compare remembrance choices using accuracy, recognition and evidence.</a:t>
            </a:r>
          </a:p>
        </p:txBody>
      </p:sp>
      <p:sp>
        <p:nvSpPr>
          <p:cNvPr id="4" name="">
            <a:extLst xmlns:a="http://schemas.openxmlformats.org/drawingml/2006/main">
              <a:ext uri="{FF2B5EF4-FFF2-40B4-BE49-F238E27FC236}">
                <a16:creationId xmlns:a16="http://schemas.microsoft.com/office/drawing/2014/main" id="{AF6E86A8-5B02-42AC-B280-8D7637600726}"/>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DDC115EF-9070-4B78-9759-EF39A4986F88}"/>
              </a:ext>
            </a:extLst>
          </p:cNvPr>
          <p:cNvSpPr>
            <a:spLocks xmlns:a="http://schemas.openxmlformats.org/drawingml/2006/main" noGrp="1"/>
          </p:cNvSpPr>
          <p:nvPr/>
        </p:nvSpPr>
        <p:spPr>
          <a:xfrm xmlns:a="http://schemas.openxmlformats.org/drawingml/2006/main">
            <a:off x="552450" y="28384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183638658"/>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79B21FA-5C1F-48FA-8CF5-D9ED5599683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4D8AA15D-456A-49CB-A941-1D12DD57235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6</a:t>
            </a:r>
          </a:p>
        </p:txBody>
      </p:sp>
      <p:sp>
        <p:nvSpPr>
          <p:cNvPr id="3" name="">
            <a:extLst xmlns:a="http://schemas.openxmlformats.org/drawingml/2006/main">
              <a:ext uri="{FF2B5EF4-FFF2-40B4-BE49-F238E27FC236}">
                <a16:creationId xmlns:a16="http://schemas.microsoft.com/office/drawing/2014/main" id="{BA316A15-10E0-4693-9CD7-69AB5CF8AB7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Explain a remembrance design choice.</a:t>
            </a:r>
          </a:p>
        </p:txBody>
      </p:sp>
    </p:spTree>
    <p:extLst>
      <p:ext uri="{BB962C8B-B14F-4D97-AF65-F5344CB8AC3E}">
        <p14:creationId xmlns:p14="http://schemas.microsoft.com/office/powerpoint/2010/main" val="159136539"/>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AEC404-C370-4476-9001-5D412D0F1CD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29931FC8-00C9-4217-8701-47667C18238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7</a:t>
            </a:r>
          </a:p>
        </p:txBody>
      </p:sp>
      <p:sp>
        <p:nvSpPr>
          <p:cNvPr id="3" name="">
            <a:extLst xmlns:a="http://schemas.openxmlformats.org/drawingml/2006/main">
              <a:ext uri="{FF2B5EF4-FFF2-40B4-BE49-F238E27FC236}">
                <a16:creationId xmlns:a16="http://schemas.microsoft.com/office/drawing/2014/main" id="{2153025E-ABEE-403B-AB11-CF800CFB10D1}"/>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D Remembrance choices: An accurate memorial can name a person, recognise a life and credit evidence. A simple layout, readable text and a clear source can support respectful attention.</a:t>
            </a:r>
          </a:p>
        </p:txBody>
      </p:sp>
    </p:spTree>
    <p:extLst>
      <p:ext uri="{BB962C8B-B14F-4D97-AF65-F5344CB8AC3E}">
        <p14:creationId xmlns:p14="http://schemas.microsoft.com/office/powerpoint/2010/main" val="1782430674"/>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84C60F-640E-47B3-A21D-9F56F8049EE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0237FB85-4CA2-4142-B485-CDA829A8B06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8</a:t>
            </a:r>
          </a:p>
        </p:txBody>
      </p:sp>
      <p:sp>
        <p:nvSpPr>
          <p:cNvPr id="3" name="">
            <a:extLst xmlns:a="http://schemas.openxmlformats.org/drawingml/2006/main">
              <a:ext uri="{FF2B5EF4-FFF2-40B4-BE49-F238E27FC236}">
                <a16:creationId xmlns:a16="http://schemas.microsoft.com/office/drawing/2014/main" id="{41D20D47-5DDA-41F7-8CEE-2D4CEA0E0366}"/>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Naming Gerda Schild Haas and crediting her account recognises a particular life. A calm factual caption can help readers attend to her experience.</a:t>
            </a:r>
          </a:p>
        </p:txBody>
      </p:sp>
    </p:spTree>
    <p:extLst>
      <p:ext uri="{BB962C8B-B14F-4D97-AF65-F5344CB8AC3E}">
        <p14:creationId xmlns:p14="http://schemas.microsoft.com/office/powerpoint/2010/main" val="1824136735"/>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F9F57FA-DF6B-4DFA-B850-AAF87173E69A}"/>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BD7EF1D9-8237-4767-A918-EEA311A5631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9</a:t>
            </a:r>
          </a:p>
        </p:txBody>
      </p:sp>
      <p:sp>
        <p:nvSpPr>
          <p:cNvPr id="3" name="">
            <a:extLst xmlns:a="http://schemas.openxmlformats.org/drawingml/2006/main">
              <a:ext uri="{FF2B5EF4-FFF2-40B4-BE49-F238E27FC236}">
                <a16:creationId xmlns:a16="http://schemas.microsoft.com/office/drawing/2014/main" id="{85007F03-E4D9-49A6-92EC-F1ABF7F7E1E4}"/>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Why credit a source in a reflection? It makes the factual basis visible and avoids invented claims.</a:t>
            </a:r>
          </a:p>
        </p:txBody>
      </p:sp>
    </p:spTree>
    <p:extLst>
      <p:ext uri="{BB962C8B-B14F-4D97-AF65-F5344CB8AC3E}">
        <p14:creationId xmlns:p14="http://schemas.microsoft.com/office/powerpoint/2010/main" val="1372673198"/>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0E2ADE-EB6F-4936-A1B6-3699BE4B1241}"/>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A5982A6E-A426-4167-A4B6-B4E0898BB78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10</a:t>
            </a:r>
          </a:p>
        </p:txBody>
      </p:sp>
      <p:sp>
        <p:nvSpPr>
          <p:cNvPr id="3" name="">
            <a:extLst xmlns:a="http://schemas.openxmlformats.org/drawingml/2006/main">
              <a:ext uri="{FF2B5EF4-FFF2-40B4-BE49-F238E27FC236}">
                <a16:creationId xmlns:a16="http://schemas.microsoft.com/office/drawing/2014/main" id="{ED708FEB-1D9D-4B72-B960-8B3AE454177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Compare remembrance choices using accuracy, recognition and evidence.</a:t>
            </a:r>
          </a:p>
        </p:txBody>
      </p:sp>
      <p:sp>
        <p:nvSpPr>
          <p:cNvPr id="4" name="">
            <a:extLst xmlns:a="http://schemas.openxmlformats.org/drawingml/2006/main">
              <a:ext uri="{FF2B5EF4-FFF2-40B4-BE49-F238E27FC236}">
                <a16:creationId xmlns:a16="http://schemas.microsoft.com/office/drawing/2014/main" id="{BAAAE6C0-3348-4281-9260-8FF40DF3FF0F}"/>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Justify a choice without ranking the value of victims’ lives.</a:t>
            </a:r>
          </a:p>
        </p:txBody>
      </p:sp>
      <p:sp>
        <p:nvSpPr>
          <p:cNvPr id="5" name="">
            <a:extLst xmlns:a="http://schemas.openxmlformats.org/drawingml/2006/main">
              <a:ext uri="{FF2B5EF4-FFF2-40B4-BE49-F238E27FC236}">
                <a16:creationId xmlns:a16="http://schemas.microsoft.com/office/drawing/2014/main" id="{DBE1E3BF-6FC4-44D1-85E5-BB0BBF91929A}"/>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1150257139"/>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67F2F7-E2C7-4ACF-91E5-65221789089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investigation record</a:t>
            </a:r>
          </a:p>
        </p:txBody>
      </p:sp>
      <p:sp>
        <p:nvSpPr>
          <p:cNvPr id="2" name="">
            <a:extLst xmlns:a="http://schemas.openxmlformats.org/drawingml/2006/main">
              <a:ext uri="{FF2B5EF4-FFF2-40B4-BE49-F238E27FC236}">
                <a16:creationId xmlns:a16="http://schemas.microsoft.com/office/drawing/2014/main" id="{29DA962F-0119-4208-B94B-8E1195C6106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11</a:t>
            </a:r>
          </a:p>
        </p:txBody>
      </p:sp>
      <p:sp>
        <p:nvSpPr>
          <p:cNvPr id="3" name="">
            <a:extLst xmlns:a="http://schemas.openxmlformats.org/drawingml/2006/main">
              <a:ext uri="{FF2B5EF4-FFF2-40B4-BE49-F238E27FC236}">
                <a16:creationId xmlns:a16="http://schemas.microsoft.com/office/drawing/2014/main" id="{2493B56E-D7F4-4DB1-BB01-3081E2FB3FB4}"/>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criterion</a:t>
            </a:r>
          </a:p>
        </p:txBody>
      </p:sp>
      <p:sp>
        <p:nvSpPr>
          <p:cNvPr id="4" name="">
            <a:extLst xmlns:a="http://schemas.openxmlformats.org/drawingml/2006/main">
              <a:ext uri="{FF2B5EF4-FFF2-40B4-BE49-F238E27FC236}">
                <a16:creationId xmlns:a16="http://schemas.microsoft.com/office/drawing/2014/main" id="{8652BC55-370E-430D-BC85-E85DE0C2742D}"/>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My first choice and evidence</a:t>
            </a:r>
          </a:p>
        </p:txBody>
      </p:sp>
      <p:sp>
        <p:nvSpPr>
          <p:cNvPr id="5" name="">
            <a:extLst xmlns:a="http://schemas.openxmlformats.org/drawingml/2006/main">
              <a:ext uri="{FF2B5EF4-FFF2-40B4-BE49-F238E27FC236}">
                <a16:creationId xmlns:a16="http://schemas.microsoft.com/office/drawing/2014/main" id="{284E3C38-CCCA-4D6A-84F4-47F4524EA343}"/>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Another possible choice</a:t>
            </a:r>
          </a:p>
        </p:txBody>
      </p:sp>
      <p:sp>
        <p:nvSpPr>
          <p:cNvPr id="6" name="">
            <a:extLst xmlns:a="http://schemas.openxmlformats.org/drawingml/2006/main">
              <a:ext uri="{FF2B5EF4-FFF2-40B4-BE49-F238E27FC236}">
                <a16:creationId xmlns:a16="http://schemas.microsoft.com/office/drawing/2014/main" id="{BE363E6E-F1C9-4A59-B0C5-DF3A25EF0C12}"/>
              </a:ext>
            </a:extLst>
          </p:cNvPr>
          <p:cNvSpPr>
            <a:spLocks xmlns:a="http://schemas.openxmlformats.org/drawingml/2006/main" noGrp="1"/>
          </p:cNvSpPr>
          <p:nvPr/>
        </p:nvSpPr>
        <p:spPr>
          <a:xfrm xmlns:a="http://schemas.openxmlformats.org/drawingml/2006/main">
            <a:off x="552450" y="35433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Why my judgement fits the criterion</a:t>
            </a:r>
          </a:p>
        </p:txBody>
      </p:sp>
    </p:spTree>
    <p:extLst>
      <p:ext uri="{BB962C8B-B14F-4D97-AF65-F5344CB8AC3E}">
        <p14:creationId xmlns:p14="http://schemas.microsoft.com/office/powerpoint/2010/main" val="307957773"/>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4E310A-E1B8-40C8-9C6E-8637B20D522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893BB504-2419-47DA-A977-DB6BC54EA712}"/>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12</a:t>
            </a:r>
          </a:p>
        </p:txBody>
      </p:sp>
      <p:sp>
        <p:nvSpPr>
          <p:cNvPr id="3" name="">
            <a:extLst xmlns:a="http://schemas.openxmlformats.org/drawingml/2006/main">
              <a:ext uri="{FF2B5EF4-FFF2-40B4-BE49-F238E27FC236}">
                <a16:creationId xmlns:a16="http://schemas.microsoft.com/office/drawing/2014/main" id="{39937583-6382-403F-8641-2C1B08D39250}"/>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the significance of remembrance using contextual and personal evidence.</a:t>
            </a:r>
          </a:p>
        </p:txBody>
      </p:sp>
      <p:sp>
        <p:nvSpPr>
          <p:cNvPr id="4" name="">
            <a:extLst xmlns:a="http://schemas.openxmlformats.org/drawingml/2006/main">
              <a:ext uri="{FF2B5EF4-FFF2-40B4-BE49-F238E27FC236}">
                <a16:creationId xmlns:a16="http://schemas.microsoft.com/office/drawing/2014/main" id="{4AB32DC9-033B-4A57-A98A-0FA1D156184E}"/>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respectful reflection.</a:t>
            </a:r>
          </a:p>
        </p:txBody>
      </p:sp>
      <p:sp>
        <p:nvSpPr>
          <p:cNvPr id="5" name="">
            <a:extLst xmlns:a="http://schemas.openxmlformats.org/drawingml/2006/main">
              <a:ext uri="{FF2B5EF4-FFF2-40B4-BE49-F238E27FC236}">
                <a16:creationId xmlns:a16="http://schemas.microsoft.com/office/drawing/2014/main" id="{5627C307-BD57-477F-9AD2-FAA3761D2BFB}"/>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Evaluate how a particular remembrance choice helps an audience understand.</a:t>
            </a:r>
          </a:p>
        </p:txBody>
      </p:sp>
    </p:spTree>
    <p:extLst>
      <p:ext uri="{BB962C8B-B14F-4D97-AF65-F5344CB8AC3E}">
        <p14:creationId xmlns:p14="http://schemas.microsoft.com/office/powerpoint/2010/main" val="2043715677"/>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997689-2BE3-4CF2-9DA9-5A2B64C4C6C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90B59278-3BA0-4157-9DCE-11AE751017F0}"/>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13</a:t>
            </a:r>
          </a:p>
        </p:txBody>
      </p:sp>
      <p:sp>
        <p:nvSpPr>
          <p:cNvPr id="3" name="">
            <a:extLst xmlns:a="http://schemas.openxmlformats.org/drawingml/2006/main">
              <a:ext uri="{FF2B5EF4-FFF2-40B4-BE49-F238E27FC236}">
                <a16:creationId xmlns:a16="http://schemas.microsoft.com/office/drawing/2014/main" id="{A47EEACF-AE97-42AA-B5BC-A5224948D3BA}"/>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the significance of remembrance using contextual and personal evidence.</a:t>
            </a:r>
          </a:p>
        </p:txBody>
      </p:sp>
      <p:sp>
        <p:nvSpPr>
          <p:cNvPr id="4" name="">
            <a:extLst xmlns:a="http://schemas.openxmlformats.org/drawingml/2006/main">
              <a:ext uri="{FF2B5EF4-FFF2-40B4-BE49-F238E27FC236}">
                <a16:creationId xmlns:a16="http://schemas.microsoft.com/office/drawing/2014/main" id="{380FE0DE-2DE7-4620-92AC-323D9EED609B}"/>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respectful reflection.</a:t>
            </a:r>
          </a:p>
        </p:txBody>
      </p:sp>
      <p:sp>
        <p:nvSpPr>
          <p:cNvPr id="5" name="">
            <a:extLst xmlns:a="http://schemas.openxmlformats.org/drawingml/2006/main">
              <a:ext uri="{FF2B5EF4-FFF2-40B4-BE49-F238E27FC236}">
                <a16:creationId xmlns:a16="http://schemas.microsoft.com/office/drawing/2014/main" id="{DFE354D8-1383-40ED-82BF-6819FD62F85B}"/>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Evaluate how a particular remembrance choice helps an audience understand.</a:t>
            </a:r>
          </a:p>
        </p:txBody>
      </p:sp>
    </p:spTree>
    <p:extLst>
      <p:ext uri="{BB962C8B-B14F-4D97-AF65-F5344CB8AC3E}">
        <p14:creationId xmlns:p14="http://schemas.microsoft.com/office/powerpoint/2010/main" val="129239610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516937-BA3C-4BDA-A2ED-549DD1DD1B3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39CABB70-0AA0-4052-A0BA-93453C8803DA}"/>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14</a:t>
            </a:r>
          </a:p>
        </p:txBody>
      </p:sp>
      <p:sp>
        <p:nvSpPr>
          <p:cNvPr id="3" name="">
            <a:extLst xmlns:a="http://schemas.openxmlformats.org/drawingml/2006/main">
              <a:ext uri="{FF2B5EF4-FFF2-40B4-BE49-F238E27FC236}">
                <a16:creationId xmlns:a16="http://schemas.microsoft.com/office/drawing/2014/main" id="{3C297B19-8FC9-4CEF-84AE-8C12B77DB1DB}"/>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the significance of remembrance using contextual and personal evidence.</a:t>
            </a:r>
          </a:p>
        </p:txBody>
      </p:sp>
      <p:sp>
        <p:nvSpPr>
          <p:cNvPr id="4" name="">
            <a:extLst xmlns:a="http://schemas.openxmlformats.org/drawingml/2006/main">
              <a:ext uri="{FF2B5EF4-FFF2-40B4-BE49-F238E27FC236}">
                <a16:creationId xmlns:a16="http://schemas.microsoft.com/office/drawing/2014/main" id="{176CB20B-923D-4DBA-8BCE-1659151A54DC}"/>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Create a respectful reflection.</a:t>
            </a:r>
          </a:p>
        </p:txBody>
      </p:sp>
      <p:sp>
        <p:nvSpPr>
          <p:cNvPr id="5" name="">
            <a:extLst xmlns:a="http://schemas.openxmlformats.org/drawingml/2006/main">
              <a:ext uri="{FF2B5EF4-FFF2-40B4-BE49-F238E27FC236}">
                <a16:creationId xmlns:a16="http://schemas.microsoft.com/office/drawing/2014/main" id="{9659073C-2742-4349-80A6-C93448553BFE}"/>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Evaluate how a particular remembrance choice helps an audience understand.</a:t>
            </a:r>
          </a:p>
        </p:txBody>
      </p:sp>
      <p:sp>
        <p:nvSpPr>
          <p:cNvPr id="6" name="">
            <a:extLst xmlns:a="http://schemas.openxmlformats.org/drawingml/2006/main">
              <a:ext uri="{FF2B5EF4-FFF2-40B4-BE49-F238E27FC236}">
                <a16:creationId xmlns:a16="http://schemas.microsoft.com/office/drawing/2014/main" id="{FEDE605D-2367-4A91-B59E-57A08BDD2EA8}"/>
              </a:ext>
            </a:extLst>
          </p:cNvPr>
          <p:cNvSpPr>
            <a:spLocks xmlns:a="http://schemas.openxmlformats.org/drawingml/2006/main" noGrp="1"/>
          </p:cNvSpPr>
          <p:nvPr/>
        </p:nvSpPr>
        <p:spPr>
          <a:xfrm xmlns:a="http://schemas.openxmlformats.org/drawingml/2006/main">
            <a:off x="552450" y="43434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Discuss a limitation of a brief memorial and what further learning it should invite.</a:t>
            </a:r>
          </a:p>
        </p:txBody>
      </p:sp>
    </p:spTree>
    <p:extLst>
      <p:ext uri="{BB962C8B-B14F-4D97-AF65-F5344CB8AC3E}">
        <p14:creationId xmlns:p14="http://schemas.microsoft.com/office/powerpoint/2010/main" val="1740338341"/>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87FBD3-362B-4E52-9FD0-F266F58463D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3704C980-96BC-4ACE-9FC8-B392BA5C4E0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15</a:t>
            </a:r>
          </a:p>
        </p:txBody>
      </p:sp>
      <p:sp>
        <p:nvSpPr>
          <p:cNvPr id="3" name="">
            <a:extLst xmlns:a="http://schemas.openxmlformats.org/drawingml/2006/main">
              <a:ext uri="{FF2B5EF4-FFF2-40B4-BE49-F238E27FC236}">
                <a16:creationId xmlns:a16="http://schemas.microsoft.com/office/drawing/2014/main" id="{0145665F-C022-4A74-9B17-7D977B2E5248}"/>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significance response and exit check.</a:t>
            </a:r>
          </a:p>
        </p:txBody>
      </p:sp>
      <p:sp>
        <p:nvSpPr>
          <p:cNvPr id="4" name="">
            <a:extLst xmlns:a="http://schemas.openxmlformats.org/drawingml/2006/main">
              <a:ext uri="{FF2B5EF4-FFF2-40B4-BE49-F238E27FC236}">
                <a16:creationId xmlns:a16="http://schemas.microsoft.com/office/drawing/2014/main" id="{BE693D4D-1F7B-4B11-B5DF-CE1DE763EE23}"/>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5963C4AB-8C6C-41F3-84B5-39D2EC1DEDF9}"/>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1183934679"/>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C63ACE-5ACA-4B6F-8D19-2641AF604CC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6537988D-D1FE-44C0-A93C-4BD585943B4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16</a:t>
            </a:r>
          </a:p>
        </p:txBody>
      </p:sp>
      <p:sp>
        <p:nvSpPr>
          <p:cNvPr id="3" name="">
            <a:extLst xmlns:a="http://schemas.openxmlformats.org/drawingml/2006/main">
              <a:ext uri="{FF2B5EF4-FFF2-40B4-BE49-F238E27FC236}">
                <a16:creationId xmlns:a16="http://schemas.microsoft.com/office/drawing/2014/main" id="{A6CD7532-3E28-4013-A6F3-AAF5C6A7E13E}"/>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Are we ranking the worth of people’s lives?</a:t>
            </a:r>
          </a:p>
        </p:txBody>
      </p:sp>
      <p:sp>
        <p:nvSpPr>
          <p:cNvPr id="4" name="">
            <a:extLst xmlns:a="http://schemas.openxmlformats.org/drawingml/2006/main">
              <a:ext uri="{FF2B5EF4-FFF2-40B4-BE49-F238E27FC236}">
                <a16:creationId xmlns:a16="http://schemas.microsoft.com/office/drawing/2014/main" id="{5FE782FD-A35E-4FEE-A836-4B48932F0908}"/>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Why credit a source in a reflection?</a:t>
            </a:r>
          </a:p>
        </p:txBody>
      </p:sp>
      <p:sp>
        <p:nvSpPr>
          <p:cNvPr id="5" name="">
            <a:extLst xmlns:a="http://schemas.openxmlformats.org/drawingml/2006/main">
              <a:ext uri="{FF2B5EF4-FFF2-40B4-BE49-F238E27FC236}">
                <a16:creationId xmlns:a16="http://schemas.microsoft.com/office/drawing/2014/main" id="{571CE189-5E39-451C-A731-D57411DB5885}"/>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1225619663"/>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2954D9-D4C0-4724-ABA4-5D4CA6B969F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18CAEB47-50B1-4A1D-BCF0-44D1C090C9C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17</a:t>
            </a:r>
          </a:p>
        </p:txBody>
      </p:sp>
      <p:sp>
        <p:nvSpPr>
          <p:cNvPr id="3" name="">
            <a:extLst xmlns:a="http://schemas.openxmlformats.org/drawingml/2006/main">
              <a:ext uri="{FF2B5EF4-FFF2-40B4-BE49-F238E27FC236}">
                <a16:creationId xmlns:a16="http://schemas.microsoft.com/office/drawing/2014/main" id="{E8FE5640-D268-48CC-8240-D80302DC5373}"/>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F329D7D9-A005-4DE5-ADE4-EE94C7F4ED11}"/>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75D68CC9-AD6F-4CEF-8DE5-E114B543017F}"/>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1277884038"/>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317556-5ADA-4380-8560-4340B3ACFFF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BEA92142-6DE6-436A-AF95-1D52941A3FE9}"/>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18</a:t>
            </a:r>
          </a:p>
        </p:txBody>
      </p:sp>
      <p:sp>
        <p:nvSpPr>
          <p:cNvPr id="3" name="">
            <a:extLst xmlns:a="http://schemas.openxmlformats.org/drawingml/2006/main">
              <a:ext uri="{FF2B5EF4-FFF2-40B4-BE49-F238E27FC236}">
                <a16:creationId xmlns:a16="http://schemas.microsoft.com/office/drawing/2014/main" id="{CE3BE2D2-60B4-4857-B444-F220E10F4324}"/>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079BF13B-6DD7-4BAE-B5A8-E407D3171E31}"/>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9ED0EF6D-1B79-4670-AAC8-B85E42C75DCF}"/>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1207513733"/>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6AC0C7-F1DC-4F36-8AA5-E5161B5FEAC4}"/>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CA0C39EA-F55D-4D43-953A-9352B26FE8A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19</a:t>
            </a:r>
          </a:p>
        </p:txBody>
      </p:sp>
      <p:sp>
        <p:nvSpPr>
          <p:cNvPr id="3" name="">
            <a:extLst xmlns:a="http://schemas.openxmlformats.org/drawingml/2006/main">
              <a:ext uri="{FF2B5EF4-FFF2-40B4-BE49-F238E27FC236}">
                <a16:creationId xmlns:a16="http://schemas.microsoft.com/office/drawing/2014/main" id="{7678D6D3-1E0F-4EDF-9D17-F56D972CF5A3}"/>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9C541D37-2743-4716-B107-26DDA647A54B}"/>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4A5CA5AB-4310-41B0-9422-B27178F376ED}"/>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126879256"/>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B7A7C2-8454-4266-852D-36CB8F1763F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9B74B1AA-CA60-47CB-A0C9-F1021F5C4C8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20</a:t>
            </a:r>
          </a:p>
        </p:txBody>
      </p:sp>
      <p:sp>
        <p:nvSpPr>
          <p:cNvPr id="3" name="">
            <a:extLst xmlns:a="http://schemas.openxmlformats.org/drawingml/2006/main">
              <a:ext uri="{FF2B5EF4-FFF2-40B4-BE49-F238E27FC236}">
                <a16:creationId xmlns:a16="http://schemas.microsoft.com/office/drawing/2014/main" id="{D491C030-B36F-421A-9D4F-E9A61885CDBB}"/>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CEEF800A-3F82-4D03-95D4-B5E43C750F98}"/>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0D79B5BA-3A8D-4491-B690-FB985B4BA6A5}"/>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659711950"/>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FB0AD0-9CE6-4D5D-852E-D2A996AD187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590A1443-2661-4200-AEE6-9874A3A876A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W4                                      21</a:t>
            </a:r>
          </a:p>
        </p:txBody>
      </p:sp>
      <p:sp>
        <p:nvSpPr>
          <p:cNvPr id="3" name="">
            <a:extLst xmlns:a="http://schemas.openxmlformats.org/drawingml/2006/main">
              <a:ext uri="{FF2B5EF4-FFF2-40B4-BE49-F238E27FC236}">
                <a16:creationId xmlns:a16="http://schemas.microsoft.com/office/drawing/2014/main" id="{16FFAD20-F396-409C-8ABA-3B9A7A92D3DA}"/>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553CB23E-F535-4125-A65C-D44B08CC190E}"/>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76DBD622-B238-4631-82A8-4956733D81AB}"/>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45844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2026-09-19T18:36:32.7190000Z</dcterms:created>
  <dcterms:modified xsi:type="dcterms:W3CDTF">2026-09-19T18:36:32.7190000Z</dcterms:modified>
</coreProperties>
</file>