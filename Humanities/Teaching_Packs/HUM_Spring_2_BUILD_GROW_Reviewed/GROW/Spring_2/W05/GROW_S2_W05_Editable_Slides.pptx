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f88a6dc39ed40a3" Type="http://schemas.openxmlformats.org/officeDocument/2006/relationships/extended-properties" Target="docProps/app.xml"/><Relationship Id="Re7bc3c572a5f489e" Type="http://schemas.openxmlformats.org/officeDocument/2006/relationships/officeDocument" Target="ppt/presentation.xml"/><Relationship Id="Rf5c1aacbf5bd4b6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0a3f5f4864c9f"/>
  </p:sldMasterIdLst>
  <p:notesMasterIdLst>
    <p:notesMasterId xmlns:r="http://schemas.openxmlformats.org/officeDocument/2006/relationships" r:id="R64d70c154f7d45cb"/>
  </p:notesMasterIdLst>
  <p:sldIdLst>
    <p:sldId xmlns:r="http://schemas.openxmlformats.org/officeDocument/2006/relationships" id="256" r:id="R027b2dea62a64c53"/>
    <p:sldId xmlns:r="http://schemas.openxmlformats.org/officeDocument/2006/relationships" id="257" r:id="R8f4a14cb2df84859"/>
    <p:sldId xmlns:r="http://schemas.openxmlformats.org/officeDocument/2006/relationships" id="258" r:id="Red1a43c475ef4ffb"/>
    <p:sldId xmlns:r="http://schemas.openxmlformats.org/officeDocument/2006/relationships" id="259" r:id="R26e80c4495e94e62"/>
    <p:sldId xmlns:r="http://schemas.openxmlformats.org/officeDocument/2006/relationships" id="260" r:id="Rc741c99ce44f4fa1"/>
    <p:sldId xmlns:r="http://schemas.openxmlformats.org/officeDocument/2006/relationships" id="261" r:id="Refd968c04dec4c27"/>
    <p:sldId xmlns:r="http://schemas.openxmlformats.org/officeDocument/2006/relationships" id="262" r:id="Rba0597a4df354b2e"/>
    <p:sldId xmlns:r="http://schemas.openxmlformats.org/officeDocument/2006/relationships" id="263" r:id="R62bea26a6026418e"/>
    <p:sldId xmlns:r="http://schemas.openxmlformats.org/officeDocument/2006/relationships" id="264" r:id="Ra2180fdcc8e942ee"/>
    <p:sldId xmlns:r="http://schemas.openxmlformats.org/officeDocument/2006/relationships" id="265" r:id="R251498da20024443"/>
    <p:sldId xmlns:r="http://schemas.openxmlformats.org/officeDocument/2006/relationships" id="266" r:id="R5c308c857b2b4412"/>
    <p:sldId xmlns:r="http://schemas.openxmlformats.org/officeDocument/2006/relationships" id="267" r:id="Rf26d560bffe94049"/>
    <p:sldId xmlns:r="http://schemas.openxmlformats.org/officeDocument/2006/relationships" id="268" r:id="R4e7fa91d21224956"/>
    <p:sldId xmlns:r="http://schemas.openxmlformats.org/officeDocument/2006/relationships" id="269" r:id="Rcda2c46366a54f79"/>
    <p:sldId xmlns:r="http://schemas.openxmlformats.org/officeDocument/2006/relationships" id="270" r:id="R02e5b33c6c5e468a"/>
    <p:sldId xmlns:r="http://schemas.openxmlformats.org/officeDocument/2006/relationships" id="271" r:id="R4b1d2e1f464a4584"/>
    <p:sldId xmlns:r="http://schemas.openxmlformats.org/officeDocument/2006/relationships" id="272" r:id="R827712033bdc44b9"/>
    <p:sldId xmlns:r="http://schemas.openxmlformats.org/officeDocument/2006/relationships" id="273" r:id="Rf1304cfb5ecc4af2"/>
    <p:sldId xmlns:r="http://schemas.openxmlformats.org/officeDocument/2006/relationships" id="274" r:id="R1b1a5122629c4e3d"/>
    <p:sldId xmlns:r="http://schemas.openxmlformats.org/officeDocument/2006/relationships" id="275" r:id="R314c92736a714b02"/>
    <p:sldId xmlns:r="http://schemas.openxmlformats.org/officeDocument/2006/relationships" id="276" r:id="Rcf82b02a17e24bc4"/>
    <p:sldId xmlns:r="http://schemas.openxmlformats.org/officeDocument/2006/relationships" id="277" r:id="R7268b96e7b82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7b2dea62a64c53" Type="http://schemas.openxmlformats.org/officeDocument/2006/relationships/slide" Target="slides/slide1.xml"/><Relationship Id="R02e5b33c6c5e468a" Type="http://schemas.openxmlformats.org/officeDocument/2006/relationships/slide" Target="slides/slide15.xml"/><Relationship Id="R1b1a5122629c4e3d" Type="http://schemas.openxmlformats.org/officeDocument/2006/relationships/slide" Target="slides/slide19.xml"/><Relationship Id="R251498da20024443" Type="http://schemas.openxmlformats.org/officeDocument/2006/relationships/slide" Target="slides/slide10.xml"/><Relationship Id="R26e80c4495e94e62" Type="http://schemas.openxmlformats.org/officeDocument/2006/relationships/slide" Target="slides/slide4.xml"/><Relationship Id="R314c92736a714b02" Type="http://schemas.openxmlformats.org/officeDocument/2006/relationships/slide" Target="slides/slide20.xml"/><Relationship Id="R4b1d2e1f464a4584" Type="http://schemas.openxmlformats.org/officeDocument/2006/relationships/slide" Target="slides/slide16.xml"/><Relationship Id="R4e7fa91d21224956" Type="http://schemas.openxmlformats.org/officeDocument/2006/relationships/slide" Target="slides/slide13.xml"/><Relationship Id="R5c308c857b2b4412" Type="http://schemas.openxmlformats.org/officeDocument/2006/relationships/slide" Target="slides/slide11.xml"/><Relationship Id="R62bea26a6026418e" Type="http://schemas.openxmlformats.org/officeDocument/2006/relationships/slide" Target="slides/slide8.xml"/><Relationship Id="R64d70c154f7d45cb" Type="http://schemas.openxmlformats.org/officeDocument/2006/relationships/notesMaster" Target="notesMasters/notesMaster1.xml"/><Relationship Id="R7268b96e7b82445a" Type="http://schemas.openxmlformats.org/officeDocument/2006/relationships/slide" Target="slides/slide22.xml"/><Relationship Id="R827712033bdc44b9" Type="http://schemas.openxmlformats.org/officeDocument/2006/relationships/slide" Target="slides/slide17.xml"/><Relationship Id="R8f4a14cb2df84859" Type="http://schemas.openxmlformats.org/officeDocument/2006/relationships/slide" Target="slides/slide2.xml"/><Relationship Id="R92fde39407aa4474" Type="http://schemas.openxmlformats.org/officeDocument/2006/relationships/presProps" Target="presProps.xml"/><Relationship Id="Ra2180fdcc8e942ee" Type="http://schemas.openxmlformats.org/officeDocument/2006/relationships/slide" Target="slides/slide9.xml"/><Relationship Id="Rac90a3f5f4864c9f" Type="http://schemas.openxmlformats.org/officeDocument/2006/relationships/slideMaster" Target="slideMasters/slideMaster1.xml"/><Relationship Id="Rba0597a4df354b2e" Type="http://schemas.openxmlformats.org/officeDocument/2006/relationships/slide" Target="slides/slide7.xml"/><Relationship Id="Rc741c99ce44f4fa1" Type="http://schemas.openxmlformats.org/officeDocument/2006/relationships/slide" Target="slides/slide5.xml"/><Relationship Id="Rcda2c46366a54f79" Type="http://schemas.openxmlformats.org/officeDocument/2006/relationships/slide" Target="slides/slide14.xml"/><Relationship Id="Rcf82b02a17e24bc4" Type="http://schemas.openxmlformats.org/officeDocument/2006/relationships/slide" Target="slides/slide21.xml"/><Relationship Id="Rd6e3162955b24212" Type="http://schemas.openxmlformats.org/officeDocument/2006/relationships/tableStyles" Target="tableStyles.xml"/><Relationship Id="Red1a43c475ef4ffb" Type="http://schemas.openxmlformats.org/officeDocument/2006/relationships/slide" Target="slides/slide3.xml"/><Relationship Id="Refd968c04dec4c27" Type="http://schemas.openxmlformats.org/officeDocument/2006/relationships/slide" Target="slides/slide6.xml"/><Relationship Id="Rf1304cfb5ecc4af2" Type="http://schemas.openxmlformats.org/officeDocument/2006/relationships/slide" Target="slides/slide18.xml"/><Relationship Id="Rf26d560bffe94049" Type="http://schemas.openxmlformats.org/officeDocument/2006/relationships/slide" Target="slides/slide12.xml"/><Relationship Id="Rfc26b20545964e1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615d440cde60451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2294c2d07d44c9c" Type="http://schemas.openxmlformats.org/officeDocument/2006/relationships/slide" Target="../slides/slide1.xml"/><Relationship Id="R6b72296df70e49a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86f056897be4024" Type="http://schemas.openxmlformats.org/officeDocument/2006/relationships/notesMaster" Target="../notesMasters/notesMaster1.xml"/><Relationship Id="R1fc0378982a147f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dd16d6f464244336" Type="http://schemas.openxmlformats.org/officeDocument/2006/relationships/notesMaster" Target="../notesMasters/notesMaster1.xml"/><Relationship Id="Rdfa4c389ecf74c6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3b36dc366824249" Type="http://schemas.openxmlformats.org/officeDocument/2006/relationships/slide" Target="../slides/slide4.xml"/><Relationship Id="Ra80b413771be468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c87d6ac004549af" Type="http://schemas.openxmlformats.org/officeDocument/2006/relationships/slide" Target="../slides/slide5.xml"/><Relationship Id="Ref51888b554445d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258b7a489904bab" Type="http://schemas.openxmlformats.org/officeDocument/2006/relationships/slide" Target="../slides/slide6.xml"/><Relationship Id="Rafd17dc6bf4341b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539710ef68346c8" Type="http://schemas.openxmlformats.org/officeDocument/2006/relationships/notesMaster" Target="../notesMasters/notesMaster1.xml"/><Relationship Id="R755f168d28d2429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c989b72ff22e4ca0" Type="http://schemas.openxmlformats.org/officeDocument/2006/relationships/notesMaster" Target="../notesMasters/notesMaster1.xml"/><Relationship Id="Rd67fe547fa3d4f9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426e23a680045ee" Type="http://schemas.openxmlformats.org/officeDocument/2006/relationships/notesMaster" Target="../notesMasters/notesMaster1.xml"/><Relationship Id="R7b862c4d81dd41d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aa2be1c6bf9f4f01" Type="http://schemas.openxmlformats.org/officeDocument/2006/relationships/notesMaster" Target="../notesMasters/notesMaster1.xml"/><Relationship Id="Read58f335f6a449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29c74d01cdc4e2e" Type="http://schemas.openxmlformats.org/officeDocument/2006/relationships/slide" Target="../slides/slide11.xml"/><Relationship Id="Rab0163873add487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2f6dd7c45e743d6" Type="http://schemas.openxmlformats.org/officeDocument/2006/relationships/slide" Target="../slides/slide12.xml"/><Relationship Id="Rd08f36f7b12845d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a5bbdf3bd1f43be" Type="http://schemas.openxmlformats.org/officeDocument/2006/relationships/notesMaster" Target="../notesMasters/notesMaster1.xml"/><Relationship Id="Ref5b6611693d4253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60b5b1e9d454859" Type="http://schemas.openxmlformats.org/officeDocument/2006/relationships/notesMaster" Target="../notesMasters/notesMaster1.xml"/><Relationship Id="R6900b7db89254618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c23523bc58874072" Type="http://schemas.openxmlformats.org/officeDocument/2006/relationships/notesMaster" Target="../notesMasters/notesMaster1.xml"/><Relationship Id="Re409e2ea1b3c4a83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b2a97f7ccec4842" Type="http://schemas.openxmlformats.org/officeDocument/2006/relationships/slide" Target="../slides/slide16.xml"/><Relationship Id="R8604f81b8c03414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cc5524874154017" Type="http://schemas.openxmlformats.org/officeDocument/2006/relationships/notesMaster" Target="../notesMasters/notesMaster1.xml"/><Relationship Id="R9013bf8c85d040e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874286d3f7ad4c1c" Type="http://schemas.openxmlformats.org/officeDocument/2006/relationships/slide" Target="../slides/slide18.xml"/><Relationship Id="Re3e8bb951a394153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9160241295e4328" Type="http://schemas.openxmlformats.org/officeDocument/2006/relationships/slide" Target="../slides/slide19.xml"/><Relationship Id="R8306cf6a46094936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6d1769fe24e6408c" Type="http://schemas.openxmlformats.org/officeDocument/2006/relationships/slide" Target="../slides/slide20.xml"/><Relationship Id="Rf674179d5da24e2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cd785afcb6364a4f" Type="http://schemas.openxmlformats.org/officeDocument/2006/relationships/slide" Target="../slides/slide21.xml"/><Relationship Id="Ref79a78383264d9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dee70682ea7648d7" Type="http://schemas.openxmlformats.org/officeDocument/2006/relationships/notesMaster" Target="../notesMasters/notesMaster1.xml"/><Relationship Id="Re3fe37d6c0934b69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Yes. The accounts give different motivations for actions intended to reduce heat harm.</a:t>
            </a:r>
          </a:p>
          <a:p xmlns:a="http://schemas.openxmlformats.org/drawingml/2006/main">
            <a:r>
              <a:t>Choose: Weather patterns over a long period OR A process or event with potential to cause harm. Answer: Weather patterns over a long period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dataset or read one relevant card together. Answer: It supports the description with checkable evidence.</a:t>
            </a:r>
          </a:p>
          <a:p xmlns:a="http://schemas.openxmlformats.org/drawingml/2006/main">
            <a:r>
              <a:t>Give a reason when ready. Answer: The variable, units and relevant dates or 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map locates ___. The data show ___ at ___. This suggests ___, with the limit ___.</a:t>
            </a:r>
          </a:p>
          <a:p xmlns:a="http://schemas.openxmlformats.org/drawingml/2006/main">
            <a:r>
              <a:t>Select a map and graph that answer the same question. Explain using a named detail.</a:t>
            </a:r>
          </a:p>
          <a:p xmlns:a="http://schemas.openxmlformats.org/drawingml/2006/main">
            <a:r>
              <a:t>Explain why your chosen display is suitable and another display might mislead.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Select a map and graph that answer the same question. Practise a three-point explanation and a location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map locates ___. The data show ___ at ___. This suggests ___, with the limit ___. Complete the organiser one space at a time. The map locates ___. The data show ___ at ___. This suggests ___, with the limit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locates ___. The data show ___ at ___. This suggests ___, with the limit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your chosen display is suitable and another display might mislead.</a:t>
            </a:r>
          </a:p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supports the description with checkable evidence.</a:t>
            </a:r>
          </a:p>
          <a:p xmlns:a="http://schemas.openxmlformats.org/drawingml/2006/main">
            <a:r>
              <a:t>The variable, units and relevant dates or categories.</a:t>
            </a:r>
          </a:p>
          <a:p xmlns:a="http://schemas.openxmlformats.org/drawingml/2006/main">
            <a:r>
              <a:t>Support: The map locates ___. The data show ___ at ___. This suggests ___, with the limit ___.</a:t>
            </a:r>
          </a:p>
          <a:p xmlns:a="http://schemas.openxmlformats.org/drawingml/2006/main">
            <a:r>
              <a:t>Extension: Explain why your chosen display is suitable and another display might mislead.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one independent location/pattern response.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 GISTEMP v4 annual J-D column; selected values checked 19 September 2026. The full series can be revised.</a:t>
            </a:r>
          </a:p>
          <a:p xmlns:a="http://schemas.openxmlformats.org/drawingml/2006/main">
            <a:r>
              <a:t>https://data.giss.nasa.gov/gistemp/tabledata_v4/GLB.Ts+dSST.txt</a:t>
            </a:r>
          </a:p>
          <a:p xmlns:a="http://schemas.openxmlformats.org/drawingml/2006/main">
            <a:r>
              <a:t>Selected years simplify the record. Use the full annual series to examine variability. An anomaly is a difference from the baseline, not the absolute temperature.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8c39b0982f74e1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50b4c793b764933" Type="http://schemas.openxmlformats.org/officeDocument/2006/relationships/slideLayout" Target="../slideLayouts/slideLayout1.xml"/><Relationship Id="Rb7364618a08c4c8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b4c793b76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70fe30512ee462c" Type="http://schemas.openxmlformats.org/officeDocument/2006/relationships/slideLayout" Target="../slideLayouts/slideLayout1.xml"/><Relationship Id="Refecccd0148a4d5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cbf98f74d854a81" Type="http://schemas.openxmlformats.org/officeDocument/2006/relationships/notesSlide" Target="../notesSlides/notesSlide2.xml"/><Relationship Id="R97efb0476bf44c8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64de065ab254220" Type="http://schemas.openxmlformats.org/officeDocument/2006/relationships/notesSlide" Target="../notesSlides/notesSlide3.xml"/><Relationship Id="Ra5071bd7f4ae473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5debc0d9b7342a1" Type="http://schemas.openxmlformats.org/officeDocument/2006/relationships/slideLayout" Target="../slideLayouts/slideLayout1.xml"/><Relationship Id="Rf99c7b9c071d4ef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5c57a29b0af4c44" Type="http://schemas.openxmlformats.org/officeDocument/2006/relationships/slideLayout" Target="../slideLayouts/slideLayout1.xml"/><Relationship Id="R554f32e9f4f0403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7038adc1ac6401e" Type="http://schemas.openxmlformats.org/officeDocument/2006/relationships/slideLayout" Target="../slideLayouts/slideLayout1.xml"/><Relationship Id="Rf57c745951c84dc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9cd17bf14234d6e" Type="http://schemas.openxmlformats.org/officeDocument/2006/relationships/notesSlide" Target="../notesSlides/notesSlide7.xml"/><Relationship Id="R6cf8454e645c46b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ad9f172352a405f" Type="http://schemas.openxmlformats.org/officeDocument/2006/relationships/slideLayout" Target="../slideLayouts/slideLayout1.xml"/><Relationship Id="R986524e5a257445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662c5ad72584c53" Type="http://schemas.openxmlformats.org/officeDocument/2006/relationships/slideLayout" Target="../slideLayouts/slideLayout1.xml"/><Relationship Id="Racda3bef2a8e40b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7686464d4b474050" Type="http://schemas.openxmlformats.org/officeDocument/2006/relationships/slideLayout" Target="../slideLayouts/slideLayout1.xml"/><Relationship Id="Rbd9ccefa8ee145b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db601a2132545db" Type="http://schemas.openxmlformats.org/officeDocument/2006/relationships/slideLayout" Target="../slideLayouts/slideLayout1.xml"/><Relationship Id="R8a11eb23ca5340b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7a4fd6be21c40f4" Type="http://schemas.openxmlformats.org/officeDocument/2006/relationships/notesSlide" Target="../notesSlides/notesSlide12.xml"/><Relationship Id="Rdca2f524f1e2433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cbd216639c814097" Type="http://schemas.openxmlformats.org/officeDocument/2006/relationships/slideLayout" Target="../slideLayouts/slideLayout1.xml"/><Relationship Id="Rff9f8f910cbd4eb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1e53797ecc54085" Type="http://schemas.openxmlformats.org/officeDocument/2006/relationships/notesSlide" Target="../notesSlides/notesSlide14.xml"/><Relationship Id="R3bed372ba83d404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8dd549a9ac0c491d" Type="http://schemas.openxmlformats.org/officeDocument/2006/relationships/notesSlide" Target="../notesSlides/notesSlide15.xml"/><Relationship Id="Rdf4fbb5598c548a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bc9a6177df749d0" Type="http://schemas.openxmlformats.org/officeDocument/2006/relationships/notesSlide" Target="../notesSlides/notesSlide16.xml"/><Relationship Id="Rbf7675e20192472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472c368f19a440ed" Type="http://schemas.openxmlformats.org/officeDocument/2006/relationships/notesSlide" Target="../notesSlides/notesSlide17.xml"/><Relationship Id="R61dba83d9aad491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c8f1e216c1149d7" Type="http://schemas.openxmlformats.org/officeDocument/2006/relationships/notesSlide" Target="../notesSlides/notesSlide18.xml"/><Relationship Id="R7483263d6f9246a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29eeb81bf7b4995" Type="http://schemas.openxmlformats.org/officeDocument/2006/relationships/notesSlide" Target="../notesSlides/notesSlide19.xml"/><Relationship Id="Rcba2e11b9e0347e6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fe8804f35fd4148" Type="http://schemas.openxmlformats.org/officeDocument/2006/relationships/slideLayout" Target="../slideLayouts/slideLayout1.xml"/><Relationship Id="R95a14758543c46fb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01d2d37473604c8a" Type="http://schemas.openxmlformats.org/officeDocument/2006/relationships/image" Target="../media/image.png"/><Relationship Id="R0e7df8ff8fbf4f9e" Type="http://schemas.openxmlformats.org/officeDocument/2006/relationships/slideLayout" Target="../slideLayouts/slideLayout1.xml"/><Relationship Id="R17ece86194f847df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4b02119a4e264df3" Type="http://schemas.openxmlformats.org/officeDocument/2006/relationships/slideLayout" Target="../slideLayouts/slideLayout1.xml"/><Relationship Id="R9226ae43ebc448f8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0E4AB-7605-4309-B12D-E1F39BD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Presenting maps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02720-15B4-43F6-9CF5-1057A4D7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FEFF2-DE41-4420-B79F-2A61C71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 geographical findings with maps and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E860-5332-40A6-850D-F2FD824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C1849-7C8B-44F1-9ED7-4929C20E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51926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C895-3F70-4A53-827C-E90F75B2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CD827-7B4E-47EE-8917-743E186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1B888-B454-416A-A288-F5CD9230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Can different stated values lead to caring actions?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6EAAA-70A7-47F7-AF3B-2370B70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climate?</a:t>
            </a:r>
          </a:p>
        </p:txBody>
      </p:sp>
    </p:spTree>
    <p:extLst>
      <p:ext uri="{BB962C8B-B14F-4D97-AF65-F5344CB8AC3E}">
        <p14:creationId xmlns:p14="http://schemas.microsoft.com/office/powerpoint/2010/main" val="1462487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37DCB-54F4-468F-8C39-EA225DFF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DB669-A862-4FA2-BFC1-5D4FDF64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06A47-F367-4D53-8FDC-8224849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include a data value in a pattern statement?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8691C-CD15-40E9-9D6E-05F4CA0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must a useful graph label include?</a:t>
            </a:r>
          </a:p>
        </p:txBody>
      </p:sp>
    </p:spTree>
    <p:extLst>
      <p:ext uri="{BB962C8B-B14F-4D97-AF65-F5344CB8AC3E}">
        <p14:creationId xmlns:p14="http://schemas.microsoft.com/office/powerpoint/2010/main" val="1836372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8F11F-CE27-4F29-B5ED-4BECA84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BA999-1F1D-4BCB-BC92-3B1A98F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B76A5-C5CA-4D3F-8A85-88D70E4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climate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Weather patterns over a long period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97EC2-5318-429B-A776-7D93888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hazard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process or event with potential to cause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0E388-E318-4267-BD2E-A59C21D0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effect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86C94-EB79-4EC7-B060-8C7D0D6E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taken because of a situation</a:t>
            </a:r>
          </a:p>
        </p:txBody>
      </p:sp>
    </p:spTree>
    <p:extLst>
      <p:ext uri="{BB962C8B-B14F-4D97-AF65-F5344CB8AC3E}">
        <p14:creationId xmlns:p14="http://schemas.microsoft.com/office/powerpoint/2010/main" val="1924401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33D18-FEC6-4C35-98B7-B8ABADA2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CEF7D-C6B6-4EB9-A150-8FF358A5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A0372-8080-44F4-8155-20A8D7BF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a map and graph that answer the same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7B1A1-452F-4197-99FD-6F4E9FC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DFE76-5CD2-4D3D-B902-78D05568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map locates ___. The data show ___ at ___. This suggests ___, with the limit ___.</a:t>
            </a:r>
          </a:p>
        </p:txBody>
      </p:sp>
    </p:spTree>
    <p:extLst>
      <p:ext uri="{BB962C8B-B14F-4D97-AF65-F5344CB8AC3E}">
        <p14:creationId xmlns:p14="http://schemas.microsoft.com/office/powerpoint/2010/main" val="108925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79A61-2DE9-48E6-9EF3-E3F54419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4BA64-8C0D-4BF8-BC7D-4A580A72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A6C40-B8C9-416E-8E75-7F405B0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include a data value in a pattern statement?</a:t>
            </a:r>
          </a:p>
        </p:txBody>
      </p:sp>
    </p:spTree>
    <p:extLst>
      <p:ext uri="{BB962C8B-B14F-4D97-AF65-F5344CB8AC3E}">
        <p14:creationId xmlns:p14="http://schemas.microsoft.com/office/powerpoint/2010/main" val="1363213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A11DE-B9F7-4485-AC3D-B912284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CE221-4C22-4033-BAA2-B3E84176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63118-FE62-4792-B663-ACAB74C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Selected global annual temperature anomalies. Year: 1980. Anomaly °C: 0.26. Units: °C relative to 1951–1980.</a:t>
            </a:r>
          </a:p>
        </p:txBody>
      </p:sp>
    </p:spTree>
    <p:extLst>
      <p:ext uri="{BB962C8B-B14F-4D97-AF65-F5344CB8AC3E}">
        <p14:creationId xmlns:p14="http://schemas.microsoft.com/office/powerpoint/2010/main" val="939920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1E82B-1887-4433-B54C-FAD3B93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6564E-10C9-4C3D-BC86-F91406C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82FBC-1438-484F-A349-49B6E69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supports the description with checkable evidence.</a:t>
            </a:r>
          </a:p>
        </p:txBody>
      </p:sp>
    </p:spTree>
    <p:extLst>
      <p:ext uri="{BB962C8B-B14F-4D97-AF65-F5344CB8AC3E}">
        <p14:creationId xmlns:p14="http://schemas.microsoft.com/office/powerpoint/2010/main" val="784029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EA0CB-B001-43E9-8D1D-70C7074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0E98-3092-42CF-BAC8-258DFF5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9072-D50B-4066-83FF-CC8FB8E2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must a useful graph label include? The variable, units and relevant dates or categories.</a:t>
            </a:r>
          </a:p>
        </p:txBody>
      </p:sp>
    </p:spTree>
    <p:extLst>
      <p:ext uri="{BB962C8B-B14F-4D97-AF65-F5344CB8AC3E}">
        <p14:creationId xmlns:p14="http://schemas.microsoft.com/office/powerpoint/2010/main" val="1075568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9FA0B-DE0B-4C5E-A136-72FC9B3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0B75F-0D91-43B4-94C1-2DF2E59B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DA80A-305E-40C9-8D6B-7AF6018B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a map and graph that answer the same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2F57E-BE30-458A-83F0-D7E9E24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a three-point explanation and a location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81AE0-4B2E-4175-9649-EADA264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113698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74214-D785-4BBB-94F5-3ED10C1A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FE920-DA2E-4C33-8DD8-F979F2E4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46EA1-A852-4B62-81C7-A17B42E1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main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CE60-E599-4F9B-8C40-DD574B84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factual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56204-8843-46AE-9E2D-1F3FB5A6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visual or presentation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E278-847F-4460-A755-AB384A97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reason or response to a question</a:t>
            </a:r>
          </a:p>
        </p:txBody>
      </p:sp>
    </p:spTree>
    <p:extLst>
      <p:ext uri="{BB962C8B-B14F-4D97-AF65-F5344CB8AC3E}">
        <p14:creationId xmlns:p14="http://schemas.microsoft.com/office/powerpoint/2010/main" val="9829136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65357-E64A-490C-9948-D1E92D7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CF663-8D6B-4219-B69C-03BE24E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F5895-5B2C-47C5-B0C3-0DBFA20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 three geographical findings using a map and data display.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27341-C3A0-4151-8318-FBE0E0D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pattern with a value and 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E7AF6-55CE-4676-ACA0-E98E431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location or pattern question independently and record feedback.</a:t>
            </a:r>
          </a:p>
        </p:txBody>
      </p:sp>
    </p:spTree>
    <p:extLst>
      <p:ext uri="{BB962C8B-B14F-4D97-AF65-F5344CB8AC3E}">
        <p14:creationId xmlns:p14="http://schemas.microsoft.com/office/powerpoint/2010/main" val="526477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6B2B1-F903-4F6B-8721-CDF8A31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7E07-A999-4AE5-98A0-7E23DF16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0115E-593C-4EA2-8970-EDAFA67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 three geographical findings using a map and data display.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06C53-5C9A-4A24-8007-AC50632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pattern with a value and 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13D1-D9A3-49BF-886D-866CCB8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location or pattern question independently and record feedback.</a:t>
            </a:r>
          </a:p>
        </p:txBody>
      </p:sp>
    </p:spTree>
    <p:extLst>
      <p:ext uri="{BB962C8B-B14F-4D97-AF65-F5344CB8AC3E}">
        <p14:creationId xmlns:p14="http://schemas.microsoft.com/office/powerpoint/2010/main" val="1177960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E2DD2-89C3-4D00-8D56-49BD0642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D2593-13C4-4387-B758-65A90F2D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1A3A-E6D5-4008-8695-E8B8B87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 three geographical findings using a map and data display.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2D1D7-0924-45D6-B89F-C08628B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pattern with a value and 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76C0-8BD8-4CEC-8074-0C8B684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location or pattern question independently and record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6ECA1-C11C-4DAB-A478-845C6BD5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your chosen display is suitable and another display might mislead.</a:t>
            </a:r>
          </a:p>
        </p:txBody>
      </p:sp>
    </p:spTree>
    <p:extLst>
      <p:ext uri="{BB962C8B-B14F-4D97-AF65-F5344CB8AC3E}">
        <p14:creationId xmlns:p14="http://schemas.microsoft.com/office/powerpoint/2010/main" val="14084180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A1DF5-6D3E-4267-AFC1-55CF55C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AAD0D-417C-4244-A1B2-D2F7F0C0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F35CD-FD7B-4BC4-81C8-4C0B9CC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map-skills check and one independent location/pattern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0B59-FBE1-427D-B92B-908CC0C7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AC165-6AAA-42E5-866D-71F3CDCE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45668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84F1B-82DE-45EB-BAFD-86A5ECE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17999-3759-43D1-89AA-E2CF2203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7EBAA-9F61-49D7-9E2B-34459DF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include a data value in a pattern statement?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C12C6-5482-4A0A-928D-333FFCA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must a useful graph label include?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F5659-583B-493A-B67D-2C27D99F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29298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D2C29-B7BF-4A0B-99C1-C04B7D8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Zones and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2B6B-681A-4BE0-B9CC-1E87350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97A0-066D-4099-88D8-87C2B02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7887-6EDD-485B-9D32-9B51CCE0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map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98E08-6011-4FF0-AE05-F6C6172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Broad bands simplify climate; they are not a detailed climate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4570759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3FBA8-6804-44B0-8273-F27C326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Human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84A1-1699-4543-96FA-CC72A19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BD86F-3825-464D-9687-07B5A06E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Burning fossil fuels adds carbon dioxide. Greenhouse gases slow heat loss to space. Human activity is the main cause of recent global warming.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E951-4C47-4005-B597-C6F5D3E3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NASA Causes of climate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95DD-81DF-47CC-B995-25BA5D0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local hot or cold day does not establish the global trend.</a:t>
            </a:r>
          </a:p>
        </p:txBody>
      </p:sp>
    </p:spTree>
    <p:extLst>
      <p:ext uri="{BB962C8B-B14F-4D97-AF65-F5344CB8AC3E}">
        <p14:creationId xmlns:p14="http://schemas.microsoft.com/office/powerpoint/2010/main" val="1155832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FFBC-E6F0-44CE-90C1-31055635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Two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1A1B8-6C03-4583-81E8-0DA7485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11572-86BC-4EAA-BE82-53142C9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Reducing fossil-fuel use tackles a cause of warming. Shade, water access and cooler buildings can reduce harm during heat. These responses do different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92EA3-C76D-412B-A4E0-C8B632CD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examples based on climate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A62FB-CB1E-4E69-BCE5-9ED00D4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Their suitability depends on the place and the needs of people there.</a:t>
            </a:r>
          </a:p>
        </p:txBody>
      </p:sp>
    </p:spTree>
    <p:extLst>
      <p:ext uri="{BB962C8B-B14F-4D97-AF65-F5344CB8AC3E}">
        <p14:creationId xmlns:p14="http://schemas.microsoft.com/office/powerpoint/2010/main" val="9732209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2E75F-A078-46DF-BD31-3F58B32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DF050-0A49-4777-AFE5-EFDB0E8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0DB4C-157D-48E6-92AC-EE5B992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829E3-D7A3-4657-BBCE-18200BE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Two authored teaching accounts with explicitly stated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F16A2-49F6-4644-BF9C-502130E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not reports of real organisations and do not represent every religious or non-religious person.</a:t>
            </a:r>
          </a:p>
        </p:txBody>
      </p:sp>
    </p:spTree>
    <p:extLst>
      <p:ext uri="{BB962C8B-B14F-4D97-AF65-F5344CB8AC3E}">
        <p14:creationId xmlns:p14="http://schemas.microsoft.com/office/powerpoint/2010/main" val="1487795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FE24-7211-44C7-912C-C3DF622F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857D4-5AB3-42FC-AA62-8554DE4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2d37473604c8a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65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38C16-BDE3-4481-8411-4BCC0CD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Selected global annual temperature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F1E93-237D-484F-8C19-5114BD7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W5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54428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Anomaly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B7AC1-CAE9-41E7-B158-E1BA0AD9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 relative to 1951–1980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Selected years simplify the record. Use the full annual series to examine variability. An anomaly is a difference from the baseline, not the absolute temperature.</a:t>
            </a:r>
          </a:p>
        </p:txBody>
      </p:sp>
    </p:spTree>
    <p:extLst>
      <p:ext uri="{BB962C8B-B14F-4D97-AF65-F5344CB8AC3E}">
        <p14:creationId xmlns:p14="http://schemas.microsoft.com/office/powerpoint/2010/main" val="1983279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2026-09-19T18:35:29.7740000Z</dcterms:created>
  <dcterms:modified xsi:type="dcterms:W3CDTF">2026-09-19T18:35:29.7740000Z</dcterms:modified>
</coreProperties>
</file>