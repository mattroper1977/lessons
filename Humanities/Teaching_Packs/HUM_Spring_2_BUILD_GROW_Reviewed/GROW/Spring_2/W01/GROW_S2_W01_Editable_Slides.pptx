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55a9e4a91ea434d" Type="http://schemas.openxmlformats.org/officeDocument/2006/relationships/officeDocument" Target="ppt/presentation.xml"/><Relationship Id="R9ec394736ca143bf" Type="http://schemas.openxmlformats.org/package/2006/relationships/metadata/core-properties" Target="docProps/core.xml"/><Relationship Id="Rc1be996b87fa4341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69eea62cea4f1e"/>
  </p:sldMasterIdLst>
  <p:notesMasterIdLst>
    <p:notesMasterId xmlns:r="http://schemas.openxmlformats.org/officeDocument/2006/relationships" r:id="R74f2f1aaf03a4029"/>
  </p:notesMasterIdLst>
  <p:sldIdLst>
    <p:sldId xmlns:r="http://schemas.openxmlformats.org/officeDocument/2006/relationships" id="256" r:id="Raade78af7e7c4a37"/>
    <p:sldId xmlns:r="http://schemas.openxmlformats.org/officeDocument/2006/relationships" id="257" r:id="Rb3412d87db104cbf"/>
    <p:sldId xmlns:r="http://schemas.openxmlformats.org/officeDocument/2006/relationships" id="258" r:id="Ra1afacd6df9f4f98"/>
    <p:sldId xmlns:r="http://schemas.openxmlformats.org/officeDocument/2006/relationships" id="259" r:id="R6f7d40e379ba416e"/>
    <p:sldId xmlns:r="http://schemas.openxmlformats.org/officeDocument/2006/relationships" id="260" r:id="Rfb998f8c51e24572"/>
    <p:sldId xmlns:r="http://schemas.openxmlformats.org/officeDocument/2006/relationships" id="261" r:id="Re2a44cdb8b874499"/>
    <p:sldId xmlns:r="http://schemas.openxmlformats.org/officeDocument/2006/relationships" id="262" r:id="Rddd74f3a89ac44b4"/>
    <p:sldId xmlns:r="http://schemas.openxmlformats.org/officeDocument/2006/relationships" id="263" r:id="R4742091eb06646b4"/>
    <p:sldId xmlns:r="http://schemas.openxmlformats.org/officeDocument/2006/relationships" id="264" r:id="Reec9c6014f1245dd"/>
    <p:sldId xmlns:r="http://schemas.openxmlformats.org/officeDocument/2006/relationships" id="265" r:id="R6ec1d2f29e034952"/>
    <p:sldId xmlns:r="http://schemas.openxmlformats.org/officeDocument/2006/relationships" id="266" r:id="R02edf7c7d69641a9"/>
    <p:sldId xmlns:r="http://schemas.openxmlformats.org/officeDocument/2006/relationships" id="267" r:id="R837d87785ac94ee2"/>
    <p:sldId xmlns:r="http://schemas.openxmlformats.org/officeDocument/2006/relationships" id="268" r:id="Rea1818f7dc934f7c"/>
    <p:sldId xmlns:r="http://schemas.openxmlformats.org/officeDocument/2006/relationships" id="269" r:id="R36374f6670f24701"/>
    <p:sldId xmlns:r="http://schemas.openxmlformats.org/officeDocument/2006/relationships" id="270" r:id="R427fcfd5c989493c"/>
    <p:sldId xmlns:r="http://schemas.openxmlformats.org/officeDocument/2006/relationships" id="271" r:id="R1404c74627364269"/>
    <p:sldId xmlns:r="http://schemas.openxmlformats.org/officeDocument/2006/relationships" id="272" r:id="R5d8ec04c74a141ae"/>
    <p:sldId xmlns:r="http://schemas.openxmlformats.org/officeDocument/2006/relationships" id="273" r:id="R76fd3b8355ec4ac6"/>
    <p:sldId xmlns:r="http://schemas.openxmlformats.org/officeDocument/2006/relationships" id="274" r:id="R06527fc0b40745ec"/>
    <p:sldId xmlns:r="http://schemas.openxmlformats.org/officeDocument/2006/relationships" id="275" r:id="R2c73627bf71e445d"/>
    <p:sldId xmlns:r="http://schemas.openxmlformats.org/officeDocument/2006/relationships" id="276" r:id="Ref213a2b94f34c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edf7c7d69641a9" Type="http://schemas.openxmlformats.org/officeDocument/2006/relationships/slide" Target="slides/slide11.xml"/><Relationship Id="R06527fc0b40745ec" Type="http://schemas.openxmlformats.org/officeDocument/2006/relationships/slide" Target="slides/slide19.xml"/><Relationship Id="R1404c74627364269" Type="http://schemas.openxmlformats.org/officeDocument/2006/relationships/slide" Target="slides/slide16.xml"/><Relationship Id="R166cb92bd53740e0" Type="http://schemas.openxmlformats.org/officeDocument/2006/relationships/presProps" Target="presProps.xml"/><Relationship Id="R2c73627bf71e445d" Type="http://schemas.openxmlformats.org/officeDocument/2006/relationships/slide" Target="slides/slide20.xml"/><Relationship Id="R36374f6670f24701" Type="http://schemas.openxmlformats.org/officeDocument/2006/relationships/slide" Target="slides/slide14.xml"/><Relationship Id="R427fcfd5c989493c" Type="http://schemas.openxmlformats.org/officeDocument/2006/relationships/slide" Target="slides/slide15.xml"/><Relationship Id="R4742091eb06646b4" Type="http://schemas.openxmlformats.org/officeDocument/2006/relationships/slide" Target="slides/slide8.xml"/><Relationship Id="R5d8ec04c74a141ae" Type="http://schemas.openxmlformats.org/officeDocument/2006/relationships/slide" Target="slides/slide17.xml"/><Relationship Id="R6ec1d2f29e034952" Type="http://schemas.openxmlformats.org/officeDocument/2006/relationships/slide" Target="slides/slide10.xml"/><Relationship Id="R6f7d40e379ba416e" Type="http://schemas.openxmlformats.org/officeDocument/2006/relationships/slide" Target="slides/slide4.xml"/><Relationship Id="R74f2f1aaf03a4029" Type="http://schemas.openxmlformats.org/officeDocument/2006/relationships/notesMaster" Target="notesMasters/notesMaster1.xml"/><Relationship Id="R76fd3b8355ec4ac6" Type="http://schemas.openxmlformats.org/officeDocument/2006/relationships/slide" Target="slides/slide18.xml"/><Relationship Id="R837d87785ac94ee2" Type="http://schemas.openxmlformats.org/officeDocument/2006/relationships/slide" Target="slides/slide12.xml"/><Relationship Id="Ra1afacd6df9f4f98" Type="http://schemas.openxmlformats.org/officeDocument/2006/relationships/slide" Target="slides/slide3.xml"/><Relationship Id="Raade78af7e7c4a37" Type="http://schemas.openxmlformats.org/officeDocument/2006/relationships/slide" Target="slides/slide1.xml"/><Relationship Id="Rb071b67fe87e4544" Type="http://schemas.openxmlformats.org/officeDocument/2006/relationships/tableStyles" Target="tableStyles.xml"/><Relationship Id="Rb3412d87db104cbf" Type="http://schemas.openxmlformats.org/officeDocument/2006/relationships/slide" Target="slides/slide2.xml"/><Relationship Id="Rd969eea62cea4f1e" Type="http://schemas.openxmlformats.org/officeDocument/2006/relationships/slideMaster" Target="slideMasters/slideMaster1.xml"/><Relationship Id="Rddd74f3a89ac44b4" Type="http://schemas.openxmlformats.org/officeDocument/2006/relationships/slide" Target="slides/slide7.xml"/><Relationship Id="Re2a44cdb8b874499" Type="http://schemas.openxmlformats.org/officeDocument/2006/relationships/slide" Target="slides/slide6.xml"/><Relationship Id="Re4421e11050e40cc" Type="http://schemas.openxmlformats.org/officeDocument/2006/relationships/theme" Target="theme/theme1.xml"/><Relationship Id="Rea1818f7dc934f7c" Type="http://schemas.openxmlformats.org/officeDocument/2006/relationships/slide" Target="slides/slide13.xml"/><Relationship Id="Reec9c6014f1245dd" Type="http://schemas.openxmlformats.org/officeDocument/2006/relationships/slide" Target="slides/slide9.xml"/><Relationship Id="Ref213a2b94f34cba" Type="http://schemas.openxmlformats.org/officeDocument/2006/relationships/slide" Target="slides/slide21.xml"/><Relationship Id="Rfb998f8c51e2457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f22365ac97c0424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03ac35dcfc74cdf" Type="http://schemas.openxmlformats.org/officeDocument/2006/relationships/slide" Target="../slides/slide1.xml"/><Relationship Id="R83844568fef340fb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0d0120e82c540c2" Type="http://schemas.openxmlformats.org/officeDocument/2006/relationships/slide" Target="../slides/slide2.xml"/><Relationship Id="Rd9c402479d124e2a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8e49857fee7404a" Type="http://schemas.openxmlformats.org/officeDocument/2006/relationships/slide" Target="../slides/slide3.xml"/><Relationship Id="R85623b4d1d4b420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21f6eafd3c947f7" Type="http://schemas.openxmlformats.org/officeDocument/2006/relationships/slide" Target="../slides/slide4.xml"/><Relationship Id="Rd430f840c6fe4e09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754b772276a34dac" Type="http://schemas.openxmlformats.org/officeDocument/2006/relationships/notesMaster" Target="../notesMasters/notesMaster1.xml"/><Relationship Id="Rd9182fef9b2441bf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95887ebe65042a0" Type="http://schemas.openxmlformats.org/officeDocument/2006/relationships/notesMaster" Target="../notesMasters/notesMaster1.xml"/><Relationship Id="R4313291a6ee1418a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6fa3d06a1ec44b71" Type="http://schemas.openxmlformats.org/officeDocument/2006/relationships/notesMaster" Target="../notesMasters/notesMaster1.xml"/><Relationship Id="R725b2e9c0c524c7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fc9ec9a08744988" Type="http://schemas.openxmlformats.org/officeDocument/2006/relationships/slide" Target="../slides/slide8.xml"/><Relationship Id="R808ddf02d20e48b8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76218f445d264a7b" Type="http://schemas.openxmlformats.org/officeDocument/2006/relationships/notesMaster" Target="../notesMasters/notesMaster1.xml"/><Relationship Id="Re34fce72f2834450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b0790cc052541a0" Type="http://schemas.openxmlformats.org/officeDocument/2006/relationships/slide" Target="../slides/slide10.xml"/><Relationship Id="R6502f43d9ff44f2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f3477a5bd12428b" Type="http://schemas.openxmlformats.org/officeDocument/2006/relationships/notesMaster" Target="../notesMasters/notesMaster1.xml"/><Relationship Id="R867deeb07235464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b959c27198f456a" Type="http://schemas.openxmlformats.org/officeDocument/2006/relationships/slide" Target="../slides/slide12.xml"/><Relationship Id="Rcc8fa9d623624ea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696fbb0103d44233" Type="http://schemas.openxmlformats.org/officeDocument/2006/relationships/notesMaster" Target="../notesMasters/notesMaster1.xml"/><Relationship Id="Rf49d536372f044c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5dc38ab59e7843f4" Type="http://schemas.openxmlformats.org/officeDocument/2006/relationships/slide" Target="../slides/slide14.xml"/><Relationship Id="R93742d5755714334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3cbc316a0e04c2e" Type="http://schemas.openxmlformats.org/officeDocument/2006/relationships/slide" Target="../slides/slide15.xml"/><Relationship Id="R773bcccf30d349bc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92d15926db374d60" Type="http://schemas.openxmlformats.org/officeDocument/2006/relationships/slide" Target="../slides/slide16.xml"/><Relationship Id="Rbe880ddd2df84d9c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5e01ac6f0454111" Type="http://schemas.openxmlformats.org/officeDocument/2006/relationships/slide" Target="../slides/slide17.xml"/><Relationship Id="R99b38f1f45b64626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1a57f95ab3c54301" Type="http://schemas.openxmlformats.org/officeDocument/2006/relationships/slide" Target="../slides/slide18.xml"/><Relationship Id="R44bd0d0d0f28409e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1d682d97d8fc4866" Type="http://schemas.openxmlformats.org/officeDocument/2006/relationships/notesMaster" Target="../notesMasters/notesMaster1.xml"/><Relationship Id="R5bad5304f6b5478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b588226d3c5e48cd" Type="http://schemas.openxmlformats.org/officeDocument/2006/relationships/slide" Target="../slides/slide20.xml"/><Relationship Id="Rc2527e554e954063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716413b76cf64c6a" Type="http://schemas.openxmlformats.org/officeDocument/2006/relationships/notesMaster" Target="../notesMasters/notesMaster1.xml"/><Relationship Id="Rcff484e68e4548fe" Type="http://schemas.openxmlformats.org/officeDocument/2006/relationships/slide" Target="../slides/slide2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can begin without previous learning. Word help: climate means weather patterns over a long period.</a:t>
            </a:r>
          </a:p>
          <a:p xmlns:a="http://schemas.openxmlformats.org/drawingml/2006/main">
            <a:r>
              <a:t>Use the reminder strip or talk it through with an adult. Answer: Weather patterns over a long period</a:t>
            </a:r>
          </a:p>
          <a:p xmlns:a="http://schemas.openxmlformats.org/drawingml/2006/main">
            <a:r>
              <a:t>Choose: Weather patterns over a long period OR A process or event with potential to cause harm. Answer: Weather patterns over a long period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 or read one relevant card together. Answer: No. They are mainly related to tectonic processes.</a:t>
            </a:r>
          </a:p>
          <a:p xmlns:a="http://schemas.openxmlformats.org/drawingml/2006/main">
            <a:r>
              <a:t>Give a reason when ready. Answer: Latitude, with other influences such as altitude.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___ zone lies ___. Earthquakes are linked mainly to ___.</a:t>
            </a:r>
          </a:p>
          <a:p xmlns:a="http://schemas.openxmlformats.org/drawingml/2006/main">
            <a:r>
              <a:t>Toggle broad temperature bands and earthquake locations. Explain using a named detail.</a:t>
            </a:r>
          </a:p>
          <a:p xmlns:a="http://schemas.openxmlformats.org/drawingml/2006/main">
            <a:r>
              <a:t>Explain one limit of the broad climate-zone bands.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Toggle broad temperature bands and earthquake locations. Discuss why the two patterns need different explanations.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The ___ zone lies ___. Earthquakes are linked mainly to ___. Complete the organiser one space at a time. The ___ zone lies ___. Earthquakes are linked mainly to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___ zone lies ___. Earthquakes are linked mainly to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one limit of the broad climate-zone bands.</a:t>
            </a:r>
          </a:p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They are mainly related to tectonic processes.</a:t>
            </a:r>
          </a:p>
          <a:p xmlns:a="http://schemas.openxmlformats.org/drawingml/2006/main">
            <a:r>
              <a:t>Latitude, with other influences such as altitude.</a:t>
            </a:r>
          </a:p>
          <a:p xmlns:a="http://schemas.openxmlformats.org/drawingml/2006/main">
            <a:r>
              <a:t>Support: The ___ zone lies ___. Earthquakes are linked mainly to ___.</a:t>
            </a:r>
          </a:p>
          <a:p xmlns:a="http://schemas.openxmlformats.org/drawingml/2006/main">
            <a:r>
              <a:t>Extension: Explain one limit of the broad climate-zone bands.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map-skills check and independent location/pattern question.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91efcbe2c6c4f7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0cdac61090a4324" Type="http://schemas.openxmlformats.org/officeDocument/2006/relationships/theme" Target="theme/theme2.xml"/><Relationship Id="R779e8617ee124b5c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9e8617ee124b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3b2d765a2924ed7" Type="http://schemas.openxmlformats.org/officeDocument/2006/relationships/notesSlide" Target="../notesSlides/notesSlide1.xml"/><Relationship Id="R98fa4a538ae64d1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b05580ef1dcd4e1c" Type="http://schemas.openxmlformats.org/officeDocument/2006/relationships/slideLayout" Target="../slideLayouts/slideLayout1.xml"/><Relationship Id="Re3ce237f25454e9e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42109fd9daf4eb8" Type="http://schemas.openxmlformats.org/officeDocument/2006/relationships/slideLayout" Target="../slideLayouts/slideLayout1.xml"/><Relationship Id="R36859a26ad734df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948de864d63c4b84" Type="http://schemas.openxmlformats.org/officeDocument/2006/relationships/notesSlide" Target="../notesSlides/notesSlide4.xml"/><Relationship Id="Rbdafaf58e57a460e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94a440782c34244" Type="http://schemas.openxmlformats.org/officeDocument/2006/relationships/notesSlide" Target="../notesSlides/notesSlide5.xml"/><Relationship Id="R995040ecc41348b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2cb7021c14e44261" Type="http://schemas.openxmlformats.org/officeDocument/2006/relationships/slideLayout" Target="../slideLayouts/slideLayout1.xml"/><Relationship Id="R68a4af63658345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9280fd8d0de4e70" Type="http://schemas.openxmlformats.org/officeDocument/2006/relationships/slideLayout" Target="../slideLayouts/slideLayout1.xml"/><Relationship Id="Rbe59954d8d6546e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3b4195862bd417d" Type="http://schemas.openxmlformats.org/officeDocument/2006/relationships/notesSlide" Target="../notesSlides/notesSlide8.xml"/><Relationship Id="Rb705867c57664417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3f7e4609d3be43a7" Type="http://schemas.openxmlformats.org/officeDocument/2006/relationships/slideLayout" Target="../slideLayouts/slideLayout1.xml"/><Relationship Id="R457e4a67dc2e435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8cef593db4c84b35" Type="http://schemas.openxmlformats.org/officeDocument/2006/relationships/slideLayout" Target="../slideLayouts/slideLayout1.xml"/><Relationship Id="Ra0866febe946461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a31be4b02b4e4c14" Type="http://schemas.openxmlformats.org/officeDocument/2006/relationships/notesSlide" Target="../notesSlides/notesSlide11.xml"/><Relationship Id="Reedfaaf0102c4663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786108011364114" Type="http://schemas.openxmlformats.org/officeDocument/2006/relationships/slideLayout" Target="../slideLayouts/slideLayout1.xml"/><Relationship Id="Rf8e8a911c362496c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82f46b6508724408" Type="http://schemas.openxmlformats.org/officeDocument/2006/relationships/slideLayout" Target="../slideLayouts/slideLayout1.xml"/><Relationship Id="Rcdd5ec4529d4420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6ac587050fa34d78" Type="http://schemas.openxmlformats.org/officeDocument/2006/relationships/slideLayout" Target="../slideLayouts/slideLayout1.xml"/><Relationship Id="Rcb3c107e1f544dcb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791322b4b4a44dad" Type="http://schemas.openxmlformats.org/officeDocument/2006/relationships/slideLayout" Target="../slideLayouts/slideLayout1.xml"/><Relationship Id="Rfe7cbdb5174e4d59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3f95578da0c49a2" Type="http://schemas.openxmlformats.org/officeDocument/2006/relationships/slideLayout" Target="../slideLayouts/slideLayout1.xml"/><Relationship Id="R7ab69d62f60c491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1e36ad0862ab4e67" Type="http://schemas.openxmlformats.org/officeDocument/2006/relationships/slideLayout" Target="../slideLayouts/slideLayout1.xml"/><Relationship Id="R739cc11112d0414b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ad03821fd2e48c6" Type="http://schemas.openxmlformats.org/officeDocument/2006/relationships/notesSlide" Target="../notesSlides/notesSlide18.xml"/><Relationship Id="Rd533be602d2246f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03b48556a674836" Type="http://schemas.openxmlformats.org/officeDocument/2006/relationships/slideLayout" Target="../slideLayouts/slideLayout1.xml"/><Relationship Id="R4044267d244e4bee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3eb16606fd424585" Type="http://schemas.openxmlformats.org/officeDocument/2006/relationships/slideLayout" Target="../slideLayouts/slideLayout1.xml"/><Relationship Id="R8aead4c8ad314bbe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39b6e26e076544e9" Type="http://schemas.openxmlformats.org/officeDocument/2006/relationships/image" Target="../media/image.png"/><Relationship Id="R779783943c754739" Type="http://schemas.openxmlformats.org/officeDocument/2006/relationships/slideLayout" Target="../slideLayouts/slideLayout1.xml"/><Relationship Id="Re5cf77f847a8415e" Type="http://schemas.openxmlformats.org/officeDocument/2006/relationships/notesSlide" Target="../notesSlides/notesSlide2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EBA6E-5C60-4EE4-B822-DDD090D8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Mapping climate zones and hazards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1CC99-DDC3-412B-961F-D1F8508B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1C004-541D-437C-B37E-52EC19C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atlases and maps to locate climate zones and hazards.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0C847-BDB6-4C6B-B643-B9526BBC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2 / Week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CFB4C-C5FC-4F84-B6DA-8F1D008D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71359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C6493-38B2-4B74-AEA5-62F5259E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38368D-0191-4313-A195-2E06B25E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E8F99-2268-487E-BE1D-10871F55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climate mean?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3E8FB-54A6-47A9-8E18-1E5F02C5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climate?</a:t>
            </a:r>
          </a:p>
        </p:txBody>
      </p:sp>
    </p:spTree>
    <p:extLst>
      <p:ext uri="{BB962C8B-B14F-4D97-AF65-F5344CB8AC3E}">
        <p14:creationId xmlns:p14="http://schemas.microsoft.com/office/powerpoint/2010/main" val="71741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82D45-6865-4331-98E2-B09F2BFC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2403B-3B67-44F4-993A-8A0F3D6C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65892-F408-4ECF-9D78-62B9626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Are earthquakes caused by being in a warm climate zone?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E9483-6F13-4825-8191-7FF5C317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helps explain broad temperature patterns?</a:t>
            </a:r>
          </a:p>
        </p:txBody>
      </p:sp>
    </p:spTree>
    <p:extLst>
      <p:ext uri="{BB962C8B-B14F-4D97-AF65-F5344CB8AC3E}">
        <p14:creationId xmlns:p14="http://schemas.microsoft.com/office/powerpoint/2010/main" val="1036909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CCC77-72AE-4CCD-86DA-50FD921F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85CA4-048C-4D33-9401-CE52311C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34FC4-4682-4746-91F2-D8682436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climate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Weather patterns over a long period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835C6-998C-4CE6-BF00-33A3F867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hazard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process or event with potential to cause harm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2880A-A3E3-44EB-8697-542963F6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effect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consequence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65839-89E0-4933-9C61-2D48A6A8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taken because of a situation</a:t>
            </a:r>
          </a:p>
        </p:txBody>
      </p:sp>
    </p:spTree>
    <p:extLst>
      <p:ext uri="{BB962C8B-B14F-4D97-AF65-F5344CB8AC3E}">
        <p14:creationId xmlns:p14="http://schemas.microsoft.com/office/powerpoint/2010/main" val="845408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144E7-5F1F-4CC0-8F4A-1AC32A80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3A2D0-6AD4-4400-BD8F-6C3D2DA0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92E39-DB78-439C-9A50-859F4618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Toggle broad temperature bands and earthquake locations.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5D467-D84B-4136-8153-15AF1338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724DD-ACC7-4A27-BF86-BB8B3518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The ___ zone lies ___. Earthquakes are linked mainly to ___.</a:t>
            </a:r>
          </a:p>
        </p:txBody>
      </p:sp>
    </p:spTree>
    <p:extLst>
      <p:ext uri="{BB962C8B-B14F-4D97-AF65-F5344CB8AC3E}">
        <p14:creationId xmlns:p14="http://schemas.microsoft.com/office/powerpoint/2010/main" val="1134366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849B3-7931-48D9-9B66-80CCC07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6647DE-DFEA-4C8A-B881-95E49E8B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0E466-9BA6-4F68-B1BE-A6869BB6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Are earthquakes caused by being in a warm climate zone?</a:t>
            </a:r>
          </a:p>
        </p:txBody>
      </p:sp>
    </p:spTree>
    <p:extLst>
      <p:ext uri="{BB962C8B-B14F-4D97-AF65-F5344CB8AC3E}">
        <p14:creationId xmlns:p14="http://schemas.microsoft.com/office/powerpoint/2010/main" val="4306503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3F1C3-2117-4984-87CA-B46B317B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D65339-10A4-4B8A-90B6-97C5BD8A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DCF65-AA46-4D2B-9DC6-308815E6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Zones and events: Broad temperature zones relate to latitude. Near the equator is generally warmer; high latitudes are generally colder. Local climate also depends on altitude and other factors. Earthquakes relate mainly to plate boundaries, not climate zones.</a:t>
            </a:r>
          </a:p>
        </p:txBody>
      </p:sp>
    </p:spTree>
    <p:extLst>
      <p:ext uri="{BB962C8B-B14F-4D97-AF65-F5344CB8AC3E}">
        <p14:creationId xmlns:p14="http://schemas.microsoft.com/office/powerpoint/2010/main" val="9709447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B1A73-9DD3-4CBE-8B36-55DFEEAE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CD002-CDFF-47A7-A322-572995C3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4B23B-6314-4E09-B0F7-1237A25B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No. They are mainly related to tectonic processes.</a:t>
            </a:r>
          </a:p>
        </p:txBody>
      </p:sp>
    </p:spTree>
    <p:extLst>
      <p:ext uri="{BB962C8B-B14F-4D97-AF65-F5344CB8AC3E}">
        <p14:creationId xmlns:p14="http://schemas.microsoft.com/office/powerpoint/2010/main" val="1208268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72787-397C-47AA-B799-E37EBEC5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ABB83-99FA-4CF6-8BD3-90720D83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51AB7-1DE1-4B74-AD80-C9BD77CF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helps explain broad temperature patterns? Latitude, with other influences such as altitude.</a:t>
            </a:r>
          </a:p>
        </p:txBody>
      </p:sp>
    </p:spTree>
    <p:extLst>
      <p:ext uri="{BB962C8B-B14F-4D97-AF65-F5344CB8AC3E}">
        <p14:creationId xmlns:p14="http://schemas.microsoft.com/office/powerpoint/2010/main" val="13728860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31360-2864-486D-8325-8F4AFCDF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E9BF5-90E6-4648-9F28-E3A55CE0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BFBEF-C035-4CBB-92DD-ED5353C2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Toggle broad temperature bands and earthquake locations.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02283-5DF4-4AA4-8EC9-15EA537C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Discuss why the two patterns need different explanations.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C1B60-68BB-44D1-A88A-5F08C2C4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4368382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253EC-D53B-43BA-B0C2-7FE1482D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6DC3C-C0DB-4D9A-A43C-0EB24868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DF875-E866-42F3-8340-E330D23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Places and symbols or grid 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B4B24-3352-42D8-A3E8-D59DEBF8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Location or direction statement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A1A7E-81CC-4381-A3E7-1D50E15C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Pattern using the map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B917C-F0C7-4FBD-A3FA-E8855D01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this map does not show</a:t>
            </a:r>
          </a:p>
        </p:txBody>
      </p:sp>
    </p:spTree>
    <p:extLst>
      <p:ext uri="{BB962C8B-B14F-4D97-AF65-F5344CB8AC3E}">
        <p14:creationId xmlns:p14="http://schemas.microsoft.com/office/powerpoint/2010/main" val="19678092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4338B-D5B2-414C-8750-B8BD3115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E35A5-7784-477B-8BC0-21E6AF0E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DA184-7904-48CF-838F-8459EC78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atlas and map to locate a tropical, temperate and polar example.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550E-2094-4992-A6E6-E4667435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Japan and an earthquake example.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867E2-40FC-4252-AEE3-CF64EF0D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an independent pattern question using latitude and the key.</a:t>
            </a:r>
          </a:p>
        </p:txBody>
      </p:sp>
    </p:spTree>
    <p:extLst>
      <p:ext uri="{BB962C8B-B14F-4D97-AF65-F5344CB8AC3E}">
        <p14:creationId xmlns:p14="http://schemas.microsoft.com/office/powerpoint/2010/main" val="18631005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A7B88-992A-4DD8-9349-CC639EC7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C1888-A102-448A-9DF1-6F497965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4C340-8DD5-4199-9404-1BCDF052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atlas and map to locate a tropical, temperate and polar example.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156E7-1C0C-4E00-9C00-8DBE62A5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Japan and an earthquake example.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39812-872A-4E85-B6C4-31937484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an independent pattern question using latitude and the key.</a:t>
            </a:r>
          </a:p>
        </p:txBody>
      </p:sp>
    </p:spTree>
    <p:extLst>
      <p:ext uri="{BB962C8B-B14F-4D97-AF65-F5344CB8AC3E}">
        <p14:creationId xmlns:p14="http://schemas.microsoft.com/office/powerpoint/2010/main" val="16002205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5830B6-5296-4ED7-90CB-88F85623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1DC78-94C6-4ECE-ACA7-9185CDA1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00DEB-6583-4430-BF9C-8CDB70FC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atlas and map to locate a tropical, temperate and polar example.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494FD-3AB5-4450-AD8D-8BFA10EC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Locate Japan and an earthquake example.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A4380-8B63-4D3B-B5ED-DA797CF8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Answer an independent pattern question using latitude and the key.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D0284-12BB-4C01-8430-60EB048C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one limit of the broad climate-zone bands.</a:t>
            </a:r>
          </a:p>
        </p:txBody>
      </p:sp>
    </p:spTree>
    <p:extLst>
      <p:ext uri="{BB962C8B-B14F-4D97-AF65-F5344CB8AC3E}">
        <p14:creationId xmlns:p14="http://schemas.microsoft.com/office/powerpoint/2010/main" val="11600539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89711-1B71-436B-8AC6-9A36CAA5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8637A-87D3-4E25-88FF-A76EB242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C77D4-7EA7-4D68-A2C8-749B0679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map-skills check and independent location/pattern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5DDF7-8693-4FE3-B188-65BF092E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5BD77-69FF-4A46-ABFA-5B80413D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03825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86471-C513-43C0-A632-6D12CC16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621D3-BF8D-43D7-A111-6BFA3D82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AB2BA-668B-4340-8A77-B14761CA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Are earthquakes caused by being in a warm climate zone?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DE4BE-DBE3-43F9-8DF2-659FBD8C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helps explain broad temperature patterns?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53052-797D-421F-8A3A-6A5C5DF5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001057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9C87E0-F80A-4FE7-A60D-A54DAF49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Zones and events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CF0BC-A833-432B-8B1A-9AB5B2CA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8EED3-0537-4F03-BBDE-65094F87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Broad temperature zones relate to latitude. Near the equator is generally warmer; high latitudes are generally colder. Local climate also depends on altitude and other factors. Earthquakes relate mainly to plate boundaries, not climate zones.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492C6-88D1-4379-A2AD-856AC8F8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map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DCDF1-2103-437E-AD1E-4A768C58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Broad bands simplify climate; they are not a detailed climate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5332366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71E2E7-1D1D-4E92-93CF-F263722D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Human influence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DE1B2-97A7-485E-9BA3-3E0E67D7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72274-4A15-42C5-AAFE-FBB2178E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Burning fossil fuels adds carbon dioxide. Greenhouse gases slow heat loss to space. Human activity is the main cause of recent global warming.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A5B49-AE6B-4D04-AF0A-98417D50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NASA Causes of climate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1F985-6714-4052-8C11-BBBB7961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local hot or cold day does not establish the global trend.</a:t>
            </a:r>
          </a:p>
        </p:txBody>
      </p:sp>
    </p:spTree>
    <p:extLst>
      <p:ext uri="{BB962C8B-B14F-4D97-AF65-F5344CB8AC3E}">
        <p14:creationId xmlns:p14="http://schemas.microsoft.com/office/powerpoint/2010/main" val="2249040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85E42-E28D-4288-BBDE-C5A18231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Two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15E42-B36F-4B80-83D8-22169E76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8F00C-E0AE-4431-A62A-3F0201B0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Reducing fossil-fuel use tackles a cause of warming. Shade, water access and cooler buildings can reduce harm during heat. These responses do different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E2E76-0CC2-405B-BA74-BDE3734D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examples based on climate mechanisms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B2742-5F41-4186-ACBE-524A75DB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Their suitability depends on the place and the needs of people there.</a:t>
            </a:r>
          </a:p>
        </p:txBody>
      </p:sp>
    </p:spTree>
    <p:extLst>
      <p:ext uri="{BB962C8B-B14F-4D97-AF65-F5344CB8AC3E}">
        <p14:creationId xmlns:p14="http://schemas.microsoft.com/office/powerpoint/2010/main" val="16538292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E9D3F-A989-434C-8871-10710F4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Community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D9772-2AE3-4655-BC97-092C1BB3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B8B93-C92E-4C4D-838B-97F7ED82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account 1: a faith group explains caring for creation as its reason for planting shade trees. Fictional account 2: a non-religious residents’ group gives human wellbeing as its reason for a cool-room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181FB-DD3C-44F0-9D8A-471A4A64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Two authored teaching accounts with explicitly stated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91A16-FBCD-4FE9-A8A8-59B1795B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are not reports of real organisations and do not represent every religious or non-religious person.</a:t>
            </a:r>
          </a:p>
        </p:txBody>
      </p:sp>
    </p:spTree>
    <p:extLst>
      <p:ext uri="{BB962C8B-B14F-4D97-AF65-F5344CB8AC3E}">
        <p14:creationId xmlns:p14="http://schemas.microsoft.com/office/powerpoint/2010/main" val="10880594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00739-23C5-43F1-97BA-74ED387C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1A524-D2B0-4A21-B6B4-D0A996B7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W1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6e26e076544e9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68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2026-09-19T18:35:39.3650000Z</dcterms:created>
  <dcterms:modified xsi:type="dcterms:W3CDTF">2026-09-19T18:35:39.3650000Z</dcterms:modified>
</coreProperties>
</file>