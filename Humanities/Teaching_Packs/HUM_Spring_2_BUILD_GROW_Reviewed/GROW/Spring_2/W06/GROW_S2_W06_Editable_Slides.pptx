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b194e6c503674951" Type="http://schemas.openxmlformats.org/officeDocument/2006/relationships/extended-properties" Target="docProps/app.xml"/><Relationship Id="Rc7cd30f149594e69" Type="http://schemas.openxmlformats.org/package/2006/relationships/metadata/core-properties" Target="docProps/core.xml"/><Relationship Id="Rfedc3f2ce32d44dd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0d9f6de2014f95"/>
  </p:sldMasterIdLst>
  <p:notesMasterIdLst>
    <p:notesMasterId xmlns:r="http://schemas.openxmlformats.org/officeDocument/2006/relationships" r:id="R6abb1665afc24e16"/>
  </p:notesMasterIdLst>
  <p:sldIdLst>
    <p:sldId xmlns:r="http://schemas.openxmlformats.org/officeDocument/2006/relationships" id="256" r:id="Raf0e7f85a1194473"/>
    <p:sldId xmlns:r="http://schemas.openxmlformats.org/officeDocument/2006/relationships" id="257" r:id="R589d02dc3d224f4a"/>
    <p:sldId xmlns:r="http://schemas.openxmlformats.org/officeDocument/2006/relationships" id="258" r:id="R5fa5a7da001a4f65"/>
    <p:sldId xmlns:r="http://schemas.openxmlformats.org/officeDocument/2006/relationships" id="259" r:id="R05fa23d747894ed1"/>
    <p:sldId xmlns:r="http://schemas.openxmlformats.org/officeDocument/2006/relationships" id="260" r:id="Rab1110f4c7554d81"/>
    <p:sldId xmlns:r="http://schemas.openxmlformats.org/officeDocument/2006/relationships" id="261" r:id="R154cedf5cdab49fb"/>
    <p:sldId xmlns:r="http://schemas.openxmlformats.org/officeDocument/2006/relationships" id="262" r:id="R1be4267f05454264"/>
    <p:sldId xmlns:r="http://schemas.openxmlformats.org/officeDocument/2006/relationships" id="263" r:id="Rb13cc8198153458f"/>
    <p:sldId xmlns:r="http://schemas.openxmlformats.org/officeDocument/2006/relationships" id="264" r:id="Rd47e0e22a40f4135"/>
    <p:sldId xmlns:r="http://schemas.openxmlformats.org/officeDocument/2006/relationships" id="265" r:id="Rd14665806c7747a2"/>
    <p:sldId xmlns:r="http://schemas.openxmlformats.org/officeDocument/2006/relationships" id="266" r:id="Ra3d5eaf9d39d4616"/>
    <p:sldId xmlns:r="http://schemas.openxmlformats.org/officeDocument/2006/relationships" id="267" r:id="R82a295c27c7c400f"/>
    <p:sldId xmlns:r="http://schemas.openxmlformats.org/officeDocument/2006/relationships" id="268" r:id="R20d5a316b4e04117"/>
    <p:sldId xmlns:r="http://schemas.openxmlformats.org/officeDocument/2006/relationships" id="269" r:id="Re44bba2887894e56"/>
    <p:sldId xmlns:r="http://schemas.openxmlformats.org/officeDocument/2006/relationships" id="270" r:id="R86d61b429fcc4f1e"/>
    <p:sldId xmlns:r="http://schemas.openxmlformats.org/officeDocument/2006/relationships" id="271" r:id="R57334529fb9b4df2"/>
    <p:sldId xmlns:r="http://schemas.openxmlformats.org/officeDocument/2006/relationships" id="272" r:id="R736626916e284226"/>
    <p:sldId xmlns:r="http://schemas.openxmlformats.org/officeDocument/2006/relationships" id="273" r:id="Rb9eb65e85be54af2"/>
    <p:sldId xmlns:r="http://schemas.openxmlformats.org/officeDocument/2006/relationships" id="274" r:id="Radc14d90609947f6"/>
    <p:sldId xmlns:r="http://schemas.openxmlformats.org/officeDocument/2006/relationships" id="275" r:id="R100f2134d02a48f6"/>
    <p:sldId xmlns:r="http://schemas.openxmlformats.org/officeDocument/2006/relationships" id="276" r:id="R9c0bd20e80db4c7c"/>
    <p:sldId xmlns:r="http://schemas.openxmlformats.org/officeDocument/2006/relationships" id="277" r:id="Ra43a80202fbd4f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fa23d747894ed1" Type="http://schemas.openxmlformats.org/officeDocument/2006/relationships/slide" Target="slides/slide4.xml"/><Relationship Id="R100f2134d02a48f6" Type="http://schemas.openxmlformats.org/officeDocument/2006/relationships/slide" Target="slides/slide20.xml"/><Relationship Id="R154cedf5cdab49fb" Type="http://schemas.openxmlformats.org/officeDocument/2006/relationships/slide" Target="slides/slide6.xml"/><Relationship Id="R1be4267f05454264" Type="http://schemas.openxmlformats.org/officeDocument/2006/relationships/slide" Target="slides/slide7.xml"/><Relationship Id="R20d5a316b4e04117" Type="http://schemas.openxmlformats.org/officeDocument/2006/relationships/slide" Target="slides/slide13.xml"/><Relationship Id="R2167bcececf34ed6" Type="http://schemas.openxmlformats.org/officeDocument/2006/relationships/theme" Target="theme/theme1.xml"/><Relationship Id="R230d9f6de2014f95" Type="http://schemas.openxmlformats.org/officeDocument/2006/relationships/slideMaster" Target="slideMasters/slideMaster1.xml"/><Relationship Id="R3b367ca5b2704479" Type="http://schemas.openxmlformats.org/officeDocument/2006/relationships/tableStyles" Target="tableStyles.xml"/><Relationship Id="R57334529fb9b4df2" Type="http://schemas.openxmlformats.org/officeDocument/2006/relationships/slide" Target="slides/slide16.xml"/><Relationship Id="R589d02dc3d224f4a" Type="http://schemas.openxmlformats.org/officeDocument/2006/relationships/slide" Target="slides/slide2.xml"/><Relationship Id="R5fa5a7da001a4f65" Type="http://schemas.openxmlformats.org/officeDocument/2006/relationships/slide" Target="slides/slide3.xml"/><Relationship Id="R6abb1665afc24e16" Type="http://schemas.openxmlformats.org/officeDocument/2006/relationships/notesMaster" Target="notesMasters/notesMaster1.xml"/><Relationship Id="R736626916e284226" Type="http://schemas.openxmlformats.org/officeDocument/2006/relationships/slide" Target="slides/slide17.xml"/><Relationship Id="R7500c8c8246947d3" Type="http://schemas.openxmlformats.org/officeDocument/2006/relationships/presProps" Target="presProps.xml"/><Relationship Id="R82a295c27c7c400f" Type="http://schemas.openxmlformats.org/officeDocument/2006/relationships/slide" Target="slides/slide12.xml"/><Relationship Id="R86d61b429fcc4f1e" Type="http://schemas.openxmlformats.org/officeDocument/2006/relationships/slide" Target="slides/slide15.xml"/><Relationship Id="R9c0bd20e80db4c7c" Type="http://schemas.openxmlformats.org/officeDocument/2006/relationships/slide" Target="slides/slide21.xml"/><Relationship Id="Ra3d5eaf9d39d4616" Type="http://schemas.openxmlformats.org/officeDocument/2006/relationships/slide" Target="slides/slide11.xml"/><Relationship Id="Ra43a80202fbd4f2a" Type="http://schemas.openxmlformats.org/officeDocument/2006/relationships/slide" Target="slides/slide22.xml"/><Relationship Id="Rab1110f4c7554d81" Type="http://schemas.openxmlformats.org/officeDocument/2006/relationships/slide" Target="slides/slide5.xml"/><Relationship Id="Radc14d90609947f6" Type="http://schemas.openxmlformats.org/officeDocument/2006/relationships/slide" Target="slides/slide19.xml"/><Relationship Id="Raf0e7f85a1194473" Type="http://schemas.openxmlformats.org/officeDocument/2006/relationships/slide" Target="slides/slide1.xml"/><Relationship Id="Rb13cc8198153458f" Type="http://schemas.openxmlformats.org/officeDocument/2006/relationships/slide" Target="slides/slide8.xml"/><Relationship Id="Rb9eb65e85be54af2" Type="http://schemas.openxmlformats.org/officeDocument/2006/relationships/slide" Target="slides/slide18.xml"/><Relationship Id="Rd14665806c7747a2" Type="http://schemas.openxmlformats.org/officeDocument/2006/relationships/slide" Target="slides/slide10.xml"/><Relationship Id="Rd47e0e22a40f4135" Type="http://schemas.openxmlformats.org/officeDocument/2006/relationships/slide" Target="slides/slide9.xml"/><Relationship Id="Re44bba2887894e56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da161ca8edff48c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6783ddd820b47be" Type="http://schemas.openxmlformats.org/officeDocument/2006/relationships/notesMaster" Target="../notesMasters/notesMaster1.xml"/><Relationship Id="Re02dad8f31304a1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6290b68e01234f62" Type="http://schemas.openxmlformats.org/officeDocument/2006/relationships/notesMaster" Target="../notesMasters/notesMaster1.xml"/><Relationship Id="R91c88221b74a45fc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a5d8ca201374030" Type="http://schemas.openxmlformats.org/officeDocument/2006/relationships/slide" Target="../slides/slide3.xml"/><Relationship Id="Rd4de43d603384d30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9d32df650564de6" Type="http://schemas.openxmlformats.org/officeDocument/2006/relationships/slide" Target="../slides/slide4.xml"/><Relationship Id="R719566973d3f4105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f17df676f6e490e" Type="http://schemas.openxmlformats.org/officeDocument/2006/relationships/notesMaster" Target="../notesMasters/notesMaster1.xml"/><Relationship Id="R7a9bfead9de943f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be02ba028de64f31" Type="http://schemas.openxmlformats.org/officeDocument/2006/relationships/notesMaster" Target="../notesMasters/notesMaster1.xml"/><Relationship Id="Rd9b703d1fcb74703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1a0eea3b67d548c5" Type="http://schemas.openxmlformats.org/officeDocument/2006/relationships/notesMaster" Target="../notesMasters/notesMaster1.xml"/><Relationship Id="Re1c3f9d010d441c3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84edf486d354c75" Type="http://schemas.openxmlformats.org/officeDocument/2006/relationships/slide" Target="../slides/slide8.xml"/><Relationship Id="Raca4c3228fa4436f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e8cfca7d1db64280" Type="http://schemas.openxmlformats.org/officeDocument/2006/relationships/notesMaster" Target="../notesMasters/notesMaster1.xml"/><Relationship Id="Rff3e3b74fe6541f7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6a7a7de2d800454b" Type="http://schemas.openxmlformats.org/officeDocument/2006/relationships/slide" Target="../slides/slide10.xml"/><Relationship Id="Rc9076277df08428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07fa350ec69c4e3a" Type="http://schemas.openxmlformats.org/officeDocument/2006/relationships/notesMaster" Target="../notesMasters/notesMaster1.xml"/><Relationship Id="R4712a5fad218423d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7de618288ac3457e" Type="http://schemas.openxmlformats.org/officeDocument/2006/relationships/slide" Target="../slides/slide12.xml"/><Relationship Id="Rdee07b895d4246d9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5ac9835029c4470f" Type="http://schemas.openxmlformats.org/officeDocument/2006/relationships/notesMaster" Target="../notesMasters/notesMaster1.xml"/><Relationship Id="Rcbb4a610661243d4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575639c9264d4c17" Type="http://schemas.openxmlformats.org/officeDocument/2006/relationships/slide" Target="../slides/slide14.xml"/><Relationship Id="Rc47b4c0fd6b1452b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1fe6057410f747b9" Type="http://schemas.openxmlformats.org/officeDocument/2006/relationships/notesMaster" Target="../notesMasters/notesMaster1.xml"/><Relationship Id="R4681e9840288432f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a3d0bf799ba74d63" Type="http://schemas.openxmlformats.org/officeDocument/2006/relationships/slide" Target="../slides/slide16.xml"/><Relationship Id="Rbab369ede9134e3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62de3ba927804dd6" Type="http://schemas.openxmlformats.org/officeDocument/2006/relationships/slide" Target="../slides/slide17.xml"/><Relationship Id="Re6da9c60cf5e46ea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4333fda2edd24acc" Type="http://schemas.openxmlformats.org/officeDocument/2006/relationships/notesMaster" Target="../notesMasters/notesMaster1.xml"/><Relationship Id="R7457c0514f63449e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1809401d244c4d41" Type="http://schemas.openxmlformats.org/officeDocument/2006/relationships/slide" Target="../slides/slide19.xml"/><Relationship Id="R52ff00a287dd4295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054c60edc2564ee8" Type="http://schemas.openxmlformats.org/officeDocument/2006/relationships/slide" Target="../slides/slide20.xml"/><Relationship Id="Rf814b9870f8c41a3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21cdae9402b94156" Type="http://schemas.openxmlformats.org/officeDocument/2006/relationships/slide" Target="../slides/slide21.xml"/><Relationship Id="Rc9a2db9df5c34f7f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7662b36d80dd49e6" Type="http://schemas.openxmlformats.org/officeDocument/2006/relationships/slide" Target="../slides/slide22.xml"/><Relationship Id="R8b8c833aeedd40e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review, relevant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It supports the description with checkable evidence.</a:t>
            </a:r>
          </a:p>
          <a:p xmlns:a="http://schemas.openxmlformats.org/drawingml/2006/main">
            <a:r>
              <a:t>Choose: Weather patterns over a long period OR A process or event with potential to cause harm. Answer: Weather patterns over a long period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assessment or read one relevant card together. Answer: Map skills, a climate or hazard explanation and a comparison of community responses.</a:t>
            </a:r>
          </a:p>
          <a:p xmlns:a="http://schemas.openxmlformats.org/drawingml/2006/main">
            <a:r>
              <a:t>Give a reason when ready. Answer: It distinguishes measured data, an explanatory source and a fictional teaching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review, relevant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review, relevant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review, relevant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review, relevant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review, relevant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Location ___. Evidence ___. Explanation ___. Similarity or difference ___.</a:t>
            </a:r>
          </a:p>
          <a:p xmlns:a="http://schemas.openxmlformats.org/drawingml/2006/main">
            <a:r>
              <a:t>Review the separate map, explanation and comparison requirements. Explain using a named detail.</a:t>
            </a:r>
          </a:p>
          <a:p xmlns:a="http://schemas.openxmlformats.org/drawingml/2006/main">
            <a:r>
              <a:t>Evaluate one limitation of the map or data and one of the accounts.</a:t>
            </a:r>
          </a:p>
          <a:p xmlns:a="http://schemas.openxmlformats.org/drawingml/2006/main">
            <a:r>
              <a:t>S: half-term review, relevant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Review the separate map, explanation and comparison requirements. Practise one unrelated example before working independently.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Location ___. Evidence ___. Explanation ___. Similarity or difference ___. Complete the organiser one space at a time. Location ___. Evidence ___. Explanation ___. Similarity or difference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S: half-term review, relevant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Location ___. Evidence ___. Explanation ___. Similarity or difference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S: half-term review, relevant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Evaluate one limitation of the map or data and one of the accounts.</a:t>
            </a:r>
          </a:p>
          <a:p xmlns:a="http://schemas.openxmlformats.org/drawingml/2006/main">
            <a:r>
              <a:t>S: half-term review, relevant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review, relevant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 skills, a climate or hazard explanation and a comparison of community responses.</a:t>
            </a:r>
          </a:p>
          <a:p xmlns:a="http://schemas.openxmlformats.org/drawingml/2006/main">
            <a:r>
              <a:t>It distinguishes measured data, an explanatory source and a fictional teaching account.</a:t>
            </a:r>
          </a:p>
          <a:p xmlns:a="http://schemas.openxmlformats.org/drawingml/2006/main">
            <a:r>
              <a:t>Support: Location ___. Evidence ___. Explanation ___. Similarity or difference ___.</a:t>
            </a:r>
          </a:p>
          <a:p xmlns:a="http://schemas.openxmlformats.org/drawingml/2006/main">
            <a:r>
              <a:t>Extension: Evaluate one limitation of the map or data and one of the accounts.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review, relevant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review, relevant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review, relevant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review, relevant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review, relevant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NASA GISTEMP v4 annual J-D column; selected values checked 19 September 2026. The full series can be revised.</a:t>
            </a:r>
          </a:p>
          <a:p xmlns:a="http://schemas.openxmlformats.org/drawingml/2006/main">
            <a:r>
              <a:t>https://data.giss.nasa.gov/gistemp/tabledata_v4/GLB.Ts+dSST.txt</a:t>
            </a:r>
          </a:p>
          <a:p xmlns:a="http://schemas.openxmlformats.org/drawingml/2006/main">
            <a:r>
              <a:t>Selected years simplify the record. Use the full annual series to examine variability. An anomaly is a difference from the baseline, not the absolute temperature.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83d63d2f5c2b446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15b1832c0f24a33" Type="http://schemas.openxmlformats.org/officeDocument/2006/relationships/slideLayout" Target="../slideLayouts/slideLayout1.xml"/><Relationship Id="R753cb90509ea4420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5b1832c0f24a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fbb2a0fc941431e" Type="http://schemas.openxmlformats.org/officeDocument/2006/relationships/slideLayout" Target="../slideLayouts/slideLayout1.xml"/><Relationship Id="Rd525fc129ad04c8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5ff30d1ed6fc436c" Type="http://schemas.openxmlformats.org/officeDocument/2006/relationships/notesSlide" Target="../notesSlides/notesSlide2.xml"/><Relationship Id="Rd593648d23b34bdf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343579904a747c7" Type="http://schemas.openxmlformats.org/officeDocument/2006/relationships/notesSlide" Target="../notesSlides/notesSlide3.xml"/><Relationship Id="R840ea3ae4bdb4e2d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69a31005b54444ab" Type="http://schemas.openxmlformats.org/officeDocument/2006/relationships/slideLayout" Target="../slideLayouts/slideLayout1.xml"/><Relationship Id="Rc3a6735a0e0f4ec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b89629d4aaf4fd1" Type="http://schemas.openxmlformats.org/officeDocument/2006/relationships/slideLayout" Target="../slideLayouts/slideLayout1.xml"/><Relationship Id="Rc370c0e83b6c465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06fdfe76f3d4210" Type="http://schemas.openxmlformats.org/officeDocument/2006/relationships/slideLayout" Target="../slideLayouts/slideLayout1.xml"/><Relationship Id="R4e968c6f883249b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74c7ffdf42c444ba" Type="http://schemas.openxmlformats.org/officeDocument/2006/relationships/notesSlide" Target="../notesSlides/notesSlide7.xml"/><Relationship Id="Rc773c84a60da46c3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8ea3b4214f6e444f" Type="http://schemas.openxmlformats.org/officeDocument/2006/relationships/notesSlide" Target="../notesSlides/notesSlide8.xml"/><Relationship Id="Rb6b7ab8677ec440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08a98d1ebb614cab" Type="http://schemas.openxmlformats.org/officeDocument/2006/relationships/slideLayout" Target="../slideLayouts/slideLayout1.xml"/><Relationship Id="R34a62078f0e846ae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ac3af49226f40a7" Type="http://schemas.openxmlformats.org/officeDocument/2006/relationships/notesSlide" Target="../notesSlides/notesSlide10.xml"/><Relationship Id="R8ec7a23ede0f4e56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a3f77435a13d4efe" Type="http://schemas.openxmlformats.org/officeDocument/2006/relationships/notesSlide" Target="../notesSlides/notesSlide11.xml"/><Relationship Id="Rc8cb475d7f1c498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c5cc0fa171ca424d" Type="http://schemas.openxmlformats.org/officeDocument/2006/relationships/notesSlide" Target="../notesSlides/notesSlide12.xml"/><Relationship Id="Rd4c0c2110299468a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d098d22790f5496d" Type="http://schemas.openxmlformats.org/officeDocument/2006/relationships/notesSlide" Target="../notesSlides/notesSlide13.xml"/><Relationship Id="Rf81cd37a70fe4ccc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66546a6d7e5a48a9" Type="http://schemas.openxmlformats.org/officeDocument/2006/relationships/notesSlide" Target="../notesSlides/notesSlide14.xml"/><Relationship Id="Ra4ed0e9260e6430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105f78e2dd5641d6" Type="http://schemas.openxmlformats.org/officeDocument/2006/relationships/notesSlide" Target="../notesSlides/notesSlide15.xml"/><Relationship Id="Rf1fea318ca00482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70bb2f6aa7ac43dc" Type="http://schemas.openxmlformats.org/officeDocument/2006/relationships/slideLayout" Target="../slideLayouts/slideLayout1.xml"/><Relationship Id="R898bfd64fe3348af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d8eb66b222424d9c" Type="http://schemas.openxmlformats.org/officeDocument/2006/relationships/slideLayout" Target="../slideLayouts/slideLayout1.xml"/><Relationship Id="Rf4f341e5d7b641b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94a08f525aee4025" Type="http://schemas.openxmlformats.org/officeDocument/2006/relationships/notesSlide" Target="../notesSlides/notesSlide18.xml"/><Relationship Id="Rd06f3244fa9544d0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c1da5b1ef0ff4a5b" Type="http://schemas.openxmlformats.org/officeDocument/2006/relationships/slideLayout" Target="../slideLayouts/slideLayout1.xml"/><Relationship Id="Rff8ea4bc3b1847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2bf47ad20d1c4d6b" Type="http://schemas.openxmlformats.org/officeDocument/2006/relationships/slideLayout" Target="../slideLayouts/slideLayout1.xml"/><Relationship Id="Rdc00e8af0afe498b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0c674e506950420c" Type="http://schemas.openxmlformats.org/officeDocument/2006/relationships/slideLayout" Target="../slideLayouts/slideLayout1.xml"/><Relationship Id="R4781442bcd47454d" Type="http://schemas.openxmlformats.org/officeDocument/2006/relationships/notesSlide" Target="../notesSlides/notesSlide21.xml"/><Relationship Id="Rea33b3d1a3da4075" Type="http://schemas.openxmlformats.org/officeDocument/2006/relationships/image" Target="../media/image.png"/></Relationships>
</file>

<file path=ppt/slides/_rels/slide22.xml.rels><?xml version='1.0' encoding='UTF-8' standalone='yes'?>
<Relationships xmlns="http://schemas.openxmlformats.org/package/2006/relationships"><Relationship Id="R6c3ac67b5c344201" Type="http://schemas.openxmlformats.org/officeDocument/2006/relationships/slideLayout" Target="../slideLayouts/slideLayout1.xml"/><Relationship Id="Rf6317b1538d946d2" Type="http://schemas.openxmlformats.org/officeDocument/2006/relationships/notesSlide" Target="../notesSlides/notesSlide2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122F1-5D16-4313-82F5-25B59C92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Geography and worldviews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B4558-9C51-4FAE-B706-C0E1F3E8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BC69F-BF97-46F9-B1CF-999052E0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Geography and worldviews assessment and map-skills check and bank UAS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866C4-5FB3-4E33-81E7-31007177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Spring 2 /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4816A-827C-479D-9726-6F056EE0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1160166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FAB55-0789-4191-896D-68C31BED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AA79C-1EC4-4015-AA51-78B9F1B2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04AC2-95FD-4BD6-B5F4-FA3E34BB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Why include a data value in a pattern statement?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6B4B8-2F5F-4C2F-816E-E7EA8CBC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climate?</a:t>
            </a:r>
          </a:p>
        </p:txBody>
      </p:sp>
    </p:spTree>
    <p:extLst>
      <p:ext uri="{BB962C8B-B14F-4D97-AF65-F5344CB8AC3E}">
        <p14:creationId xmlns:p14="http://schemas.microsoft.com/office/powerpoint/2010/main" val="567291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3F266-8CC6-4FEB-A2B5-1E7AE2F0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BE2DC-2969-40CC-BF69-974F6D85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0BC48-ABA0-4295-A782-E690FABB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three kinds of evidence does this assessment combine?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76688-40C5-4CBD-AA4F-61A3543F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Why should the source type be named?</a:t>
            </a:r>
          </a:p>
        </p:txBody>
      </p:sp>
    </p:spTree>
    <p:extLst>
      <p:ext uri="{BB962C8B-B14F-4D97-AF65-F5344CB8AC3E}">
        <p14:creationId xmlns:p14="http://schemas.microsoft.com/office/powerpoint/2010/main" val="1797493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CB590-D944-4D19-9EEC-A2F4E5EB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DF352-BC59-4BAE-82F3-B7CBE8EB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6BEAD-7DC3-4743-973A-FA41D697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climate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Weather patterns over a long period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EEC0F-9C77-418F-A0B2-DD8B68A3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hazard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process or event with potential to cause harm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EFA13-0BEC-4061-A519-075D1F65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effect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consequence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23FAD-14CF-4C82-9E04-676E81D6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action taken because of a situation</a:t>
            </a:r>
          </a:p>
        </p:txBody>
      </p:sp>
    </p:spTree>
    <p:extLst>
      <p:ext uri="{BB962C8B-B14F-4D97-AF65-F5344CB8AC3E}">
        <p14:creationId xmlns:p14="http://schemas.microsoft.com/office/powerpoint/2010/main" val="532785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480CB-EFAD-4D50-94E9-CB7B17B5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470C9-A9CF-4CF0-A897-5B9A5875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A8BD3-7D8A-4227-A1F4-607E6F8B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Review the separate map, explanation and comparison requirements.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92EE9-7B9C-40B2-BBA0-DA23737C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29A53-3FBF-4078-BC8B-133DCD8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Location ___. Evidence ___. Explanation ___. Similarity or difference ___.</a:t>
            </a:r>
          </a:p>
        </p:txBody>
      </p:sp>
    </p:spTree>
    <p:extLst>
      <p:ext uri="{BB962C8B-B14F-4D97-AF65-F5344CB8AC3E}">
        <p14:creationId xmlns:p14="http://schemas.microsoft.com/office/powerpoint/2010/main" val="2040689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22572-AE8F-4CF1-B126-FEC8AF21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ED041-39EF-4497-AB1B-F451F05E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B4227-93F8-44B6-8833-E69BBF15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three kinds of evidence does this assessment combine?</a:t>
            </a:r>
          </a:p>
        </p:txBody>
      </p:sp>
    </p:spTree>
    <p:extLst>
      <p:ext uri="{BB962C8B-B14F-4D97-AF65-F5344CB8AC3E}">
        <p14:creationId xmlns:p14="http://schemas.microsoft.com/office/powerpoint/2010/main" val="17031657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76240-A396-43DD-BFE4-476F4CED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ADD0C-597A-47DA-98EA-984F9694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EBB72-752C-4226-8E0E-FB6076A8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Read the assessment requirement: S: half-term review, relevant map/source skill check and UAS evidence.</a:t>
            </a:r>
          </a:p>
        </p:txBody>
      </p:sp>
    </p:spTree>
    <p:extLst>
      <p:ext uri="{BB962C8B-B14F-4D97-AF65-F5344CB8AC3E}">
        <p14:creationId xmlns:p14="http://schemas.microsoft.com/office/powerpoint/2010/main" val="554934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5910E-4532-4FA9-8AF5-A821713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0776E-A285-418A-A6E4-BF922553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0D934-29ED-4DB0-9CFA-BAF2641E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Map skills, a climate or hazard explanation and a comparison of community responses.</a:t>
            </a:r>
          </a:p>
        </p:txBody>
      </p:sp>
    </p:spTree>
    <p:extLst>
      <p:ext uri="{BB962C8B-B14F-4D97-AF65-F5344CB8AC3E}">
        <p14:creationId xmlns:p14="http://schemas.microsoft.com/office/powerpoint/2010/main" val="10928908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C99B9-BE22-4A8D-95C1-74DF15C0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2D7FC-15BD-47E7-A430-70935981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35C53-73DF-4C07-9A8F-89579401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Why should the source type be named? It distinguishes measured data, an explanatory source and a fictional teaching account.</a:t>
            </a:r>
          </a:p>
        </p:txBody>
      </p:sp>
    </p:spTree>
    <p:extLst>
      <p:ext uri="{BB962C8B-B14F-4D97-AF65-F5344CB8AC3E}">
        <p14:creationId xmlns:p14="http://schemas.microsoft.com/office/powerpoint/2010/main" val="8614107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9518F-91DC-44F0-B3DB-6FE008BA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8DF29-69AC-4278-99F1-112F7128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62951-90DE-413A-8CCD-3D71FC23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Review the separate map, explanation and comparison requirements.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BA307-7A22-4A4B-A7A2-D4652087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Practise one unrelated example before working independently.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39181-113D-45F9-8E61-B140FB49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21348516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1FD6A-156B-41B8-AF90-E72E883F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70AD7-DC29-4F78-8D7C-80F06FD6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29328-78C1-4D70-8E54-DFE8713E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answer to the assessment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EB0C2-E4D0-4691-96D1-E21B56F3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evidence and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01255-C121-4031-963A-042DFEF5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explanation or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18BBC-5C72-46C3-A78F-0B0F787E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conclusion and what the evidence does not show</a:t>
            </a:r>
          </a:p>
        </p:txBody>
      </p:sp>
    </p:spTree>
    <p:extLst>
      <p:ext uri="{BB962C8B-B14F-4D97-AF65-F5344CB8AC3E}">
        <p14:creationId xmlns:p14="http://schemas.microsoft.com/office/powerpoint/2010/main" val="7544311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A8C7F-7EA0-4347-91D6-EDF0841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2C6F1-11AB-4212-A5DF-C485B25C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DAB68-5B7B-421A-BAE8-E9F68DBF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map check locating Japan and two climate-zone examples.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3C258-222B-4748-B66F-B8693528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a climate or hazard pattern using supplied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42C60-42C2-460B-AEAD-4F4B6946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the two community accounts and select labelled unit evidence.</a:t>
            </a:r>
          </a:p>
        </p:txBody>
      </p:sp>
    </p:spTree>
    <p:extLst>
      <p:ext uri="{BB962C8B-B14F-4D97-AF65-F5344CB8AC3E}">
        <p14:creationId xmlns:p14="http://schemas.microsoft.com/office/powerpoint/2010/main" val="19018947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A8F93-D893-4EF0-8673-73AD7D99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E30EF-60F1-4587-9677-6C667585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A25C1-4F15-4541-BDE5-A73FA65C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map check locating Japan and two climate-zone examples.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3FA93-0888-4DC7-81D5-05177773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a climate or hazard pattern using supplied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8ABDD-E1BC-45D1-A560-1A067E34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the two community accounts and select labelled unit evidence.</a:t>
            </a:r>
          </a:p>
        </p:txBody>
      </p:sp>
    </p:spTree>
    <p:extLst>
      <p:ext uri="{BB962C8B-B14F-4D97-AF65-F5344CB8AC3E}">
        <p14:creationId xmlns:p14="http://schemas.microsoft.com/office/powerpoint/2010/main" val="3502163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B4EFF-88F7-4EAC-8B8B-DE739227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DA5F6-EA16-482B-B6A1-C6C1CD74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C6287-3EF0-43E3-AE70-81FFB13D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map check locating Japan and two climate-zone examples.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DDA5A-C762-4F64-9F16-63D10831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a climate or hazard pattern using supplied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B09CC-BB95-495D-B5DC-3ADC657F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the two community accounts and select labelled unit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A1A46-4881-4288-98BA-4B3813CF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one limitation of the map or data and one of the accounts.</a:t>
            </a:r>
          </a:p>
        </p:txBody>
      </p:sp>
    </p:spTree>
    <p:extLst>
      <p:ext uri="{BB962C8B-B14F-4D97-AF65-F5344CB8AC3E}">
        <p14:creationId xmlns:p14="http://schemas.microsoft.com/office/powerpoint/2010/main" val="14810361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B089F-D1AC-451E-A90E-13F21718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F05E3-879D-4BDA-84E1-9EE7035B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364D0-D10D-4219-BA26-54F5C620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half-term review, relevant map/source skill check and UAS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51062-A0D9-4E2A-839E-7EC967C3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6F381-A875-472B-910C-7D2C2913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6412761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B164B-A37C-47EE-8365-3522EF75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CEF0C-E34D-49C0-83F8-1D115441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C5D98-C72A-413D-8FF6-C78EA4E1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three kinds of evidence does this assessment combine?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F8CAC-CEB0-472C-904A-88A3DC9A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should the source type be named?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1ACF6-637E-448C-8DC0-0AB3BED0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7969596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EE5F1-892D-4425-8515-3752549C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Zones and events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FC17B-9749-47D8-B4B9-DA9DBFC5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4497D-2967-4A73-B728-2EA86C85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Broad temperature zones relate to latitude. Near the equator is generally warmer; high latitudes are generally colder. Local climate also depends on altitude and other factors. Earthquakes relate mainly to plate boundaries, not climate zones.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06767-7B25-4F82-91FD-40D27D41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map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74292-0A7C-47B0-9793-456212B6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Broad bands simplify climate; they are not a detailed climate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1068169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33F20-9793-4054-BBBD-7F07261E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Human influence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F643F-6D3C-47F3-9251-30D9F9DF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60E28-18B7-4CB1-8B08-83554C3E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Burning fossil fuels adds carbon dioxide. Greenhouse gases slow heat loss to space. Human activity is the main cause of recent global warming.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BE758-6116-4274-8756-419247B5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NASA Causes of climate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3CD4B-BE86-470C-A8B9-0E156D23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local hot or cold day does not establish the global trend.</a:t>
            </a:r>
          </a:p>
        </p:txBody>
      </p:sp>
    </p:spTree>
    <p:extLst>
      <p:ext uri="{BB962C8B-B14F-4D97-AF65-F5344CB8AC3E}">
        <p14:creationId xmlns:p14="http://schemas.microsoft.com/office/powerpoint/2010/main" val="21064233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6132A-5110-45B2-97C6-E35731E3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Two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EFF43-91F4-4E87-9F4B-83C8A1C7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A46C9-D87C-4A49-B22E-493BCBF6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Reducing fossil-fuel use tackles a cause of warming. Shade, water access and cooler buildings can reduce harm during heat. These responses do different jobs.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087EB-405C-4E15-8400-2B76BFD7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examples based on climate mechanisms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24F1F-9465-4BE3-8EA9-EF7ADD3E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Their suitability depends on the place and the needs of people there.</a:t>
            </a:r>
          </a:p>
        </p:txBody>
      </p:sp>
    </p:spTree>
    <p:extLst>
      <p:ext uri="{BB962C8B-B14F-4D97-AF65-F5344CB8AC3E}">
        <p14:creationId xmlns:p14="http://schemas.microsoft.com/office/powerpoint/2010/main" val="3170248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8A47B-E835-4C8F-9C72-CC939762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Community accounts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D6535-C24D-4019-AE7D-C0301D98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5F5D6-332B-4757-A587-D8AAD6BE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account 1: a faith group explains caring for creation as its reason for planting shade trees. Fictional account 2: a non-religious residents’ group gives human wellbeing as its reason for a cool-room project.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DDB58-3E30-4C6E-A255-C02C6870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Two authored teaching accounts with explicitly stated values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BF479-D116-411D-821C-A59EC6C5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These are not reports of real organisations and do not represent every religious or non-religious person.</a:t>
            </a:r>
          </a:p>
        </p:txBody>
      </p:sp>
    </p:spTree>
    <p:extLst>
      <p:ext uri="{BB962C8B-B14F-4D97-AF65-F5344CB8AC3E}">
        <p14:creationId xmlns:p14="http://schemas.microsoft.com/office/powerpoint/2010/main" val="6115805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44CB9-23DB-4101-980E-0C07CA63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3A8BC-DCFA-4ED2-A812-A78D34D6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3b3d1a3da4075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2281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EDE62-DA89-4F7F-AD8E-F871FEF5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Selected global annual temperature anomalies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9F94C-65C3-4876-B889-3ACF8DFF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W6                                      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871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43550"/>
                <a:gridCol w="5543550"/>
              </a:tblGrid>
              <a:tr h="54428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Anomaly °C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0.26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0.45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0.39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0.72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1.01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1.29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94829-233F-49EC-B434-E8BDD60C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Units: °C relative to 1951–1980</a:t>
            </a:r>
          </a:p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Selected years simplify the record. Use the full annual series to examine variability. An anomaly is a difference from the baseline, not the absolute temperature.</a:t>
            </a:r>
          </a:p>
        </p:txBody>
      </p:sp>
    </p:spTree>
    <p:extLst>
      <p:ext uri="{BB962C8B-B14F-4D97-AF65-F5344CB8AC3E}">
        <p14:creationId xmlns:p14="http://schemas.microsoft.com/office/powerpoint/2010/main" val="1275929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2026-09-19T18:35:35.0990000Z</dcterms:created>
  <dcterms:modified xsi:type="dcterms:W3CDTF">2026-09-19T18:35:35.0990000Z</dcterms:modified>
</coreProperties>
</file>