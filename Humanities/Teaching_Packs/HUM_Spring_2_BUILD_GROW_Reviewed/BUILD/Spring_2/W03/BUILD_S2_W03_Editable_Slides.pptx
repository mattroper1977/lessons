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db8a8390b4f4996" Type="http://schemas.openxmlformats.org/officeDocument/2006/relationships/officeDocument" Target="ppt/presentation.xml"/><Relationship Id="R59ed51dd53994873" Type="http://schemas.openxmlformats.org/officeDocument/2006/relationships/extended-properties" Target="docProps/app.xml"/><Relationship Id="R779e0920c4f04deb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51e834363e44cd"/>
  </p:sldMasterIdLst>
  <p:notesMasterIdLst>
    <p:notesMasterId xmlns:r="http://schemas.openxmlformats.org/officeDocument/2006/relationships" r:id="R75750b8a9b0f48d0"/>
  </p:notesMasterIdLst>
  <p:sldIdLst>
    <p:sldId xmlns:r="http://schemas.openxmlformats.org/officeDocument/2006/relationships" id="256" r:id="Rf2eb024faa2c4fa6"/>
    <p:sldId xmlns:r="http://schemas.openxmlformats.org/officeDocument/2006/relationships" id="257" r:id="R98603b6eec0a4415"/>
    <p:sldId xmlns:r="http://schemas.openxmlformats.org/officeDocument/2006/relationships" id="258" r:id="R199de652c42e496d"/>
    <p:sldId xmlns:r="http://schemas.openxmlformats.org/officeDocument/2006/relationships" id="259" r:id="R819e07be67be4581"/>
    <p:sldId xmlns:r="http://schemas.openxmlformats.org/officeDocument/2006/relationships" id="260" r:id="Rfe661229fddc4740"/>
    <p:sldId xmlns:r="http://schemas.openxmlformats.org/officeDocument/2006/relationships" id="261" r:id="R67ce7a27900d435f"/>
    <p:sldId xmlns:r="http://schemas.openxmlformats.org/officeDocument/2006/relationships" id="262" r:id="Raab8842a3bef4099"/>
    <p:sldId xmlns:r="http://schemas.openxmlformats.org/officeDocument/2006/relationships" id="263" r:id="Rf663f86f4f564947"/>
    <p:sldId xmlns:r="http://schemas.openxmlformats.org/officeDocument/2006/relationships" id="264" r:id="R5097844dc5a34d99"/>
    <p:sldId xmlns:r="http://schemas.openxmlformats.org/officeDocument/2006/relationships" id="265" r:id="R597f8565d5f64ad5"/>
    <p:sldId xmlns:r="http://schemas.openxmlformats.org/officeDocument/2006/relationships" id="266" r:id="R10208923002847d7"/>
    <p:sldId xmlns:r="http://schemas.openxmlformats.org/officeDocument/2006/relationships" id="267" r:id="R81c59eb4d08f4c7a"/>
    <p:sldId xmlns:r="http://schemas.openxmlformats.org/officeDocument/2006/relationships" id="268" r:id="Rfd885ef4e2614c05"/>
    <p:sldId xmlns:r="http://schemas.openxmlformats.org/officeDocument/2006/relationships" id="269" r:id="R351561581be543ed"/>
    <p:sldId xmlns:r="http://schemas.openxmlformats.org/officeDocument/2006/relationships" id="270" r:id="R31b4dd46572e4a69"/>
    <p:sldId xmlns:r="http://schemas.openxmlformats.org/officeDocument/2006/relationships" id="271" r:id="Rb4bdc33693de4197"/>
    <p:sldId xmlns:r="http://schemas.openxmlformats.org/officeDocument/2006/relationships" id="272" r:id="Rcf7f0ed6262640df"/>
    <p:sldId xmlns:r="http://schemas.openxmlformats.org/officeDocument/2006/relationships" id="273" r:id="R16fd941f3f02462a"/>
    <p:sldId xmlns:r="http://schemas.openxmlformats.org/officeDocument/2006/relationships" id="274" r:id="Rf341773e04ea4433"/>
    <p:sldId xmlns:r="http://schemas.openxmlformats.org/officeDocument/2006/relationships" id="275" r:id="Raf9a761602fa43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0208923002847d7" Type="http://schemas.openxmlformats.org/officeDocument/2006/relationships/slide" Target="slides/slide11.xml"/><Relationship Id="R16fd941f3f02462a" Type="http://schemas.openxmlformats.org/officeDocument/2006/relationships/slide" Target="slides/slide18.xml"/><Relationship Id="R199de652c42e496d" Type="http://schemas.openxmlformats.org/officeDocument/2006/relationships/slide" Target="slides/slide3.xml"/><Relationship Id="R31b4dd46572e4a69" Type="http://schemas.openxmlformats.org/officeDocument/2006/relationships/slide" Target="slides/slide15.xml"/><Relationship Id="R351561581be543ed" Type="http://schemas.openxmlformats.org/officeDocument/2006/relationships/slide" Target="slides/slide14.xml"/><Relationship Id="R3ff0c6b9d9f1439e" Type="http://schemas.openxmlformats.org/officeDocument/2006/relationships/theme" Target="theme/theme1.xml"/><Relationship Id="R5097844dc5a34d99" Type="http://schemas.openxmlformats.org/officeDocument/2006/relationships/slide" Target="slides/slide9.xml"/><Relationship Id="R597f8565d5f64ad5" Type="http://schemas.openxmlformats.org/officeDocument/2006/relationships/slide" Target="slides/slide10.xml"/><Relationship Id="R67ce7a27900d435f" Type="http://schemas.openxmlformats.org/officeDocument/2006/relationships/slide" Target="slides/slide6.xml"/><Relationship Id="R75750b8a9b0f48d0" Type="http://schemas.openxmlformats.org/officeDocument/2006/relationships/notesMaster" Target="notesMasters/notesMaster1.xml"/><Relationship Id="R819e07be67be4581" Type="http://schemas.openxmlformats.org/officeDocument/2006/relationships/slide" Target="slides/slide4.xml"/><Relationship Id="R81c59eb4d08f4c7a" Type="http://schemas.openxmlformats.org/officeDocument/2006/relationships/slide" Target="slides/slide12.xml"/><Relationship Id="R8ae521b449614c9c" Type="http://schemas.openxmlformats.org/officeDocument/2006/relationships/tableStyles" Target="tableStyles.xml"/><Relationship Id="R98603b6eec0a4415" Type="http://schemas.openxmlformats.org/officeDocument/2006/relationships/slide" Target="slides/slide2.xml"/><Relationship Id="Ra251e834363e44cd" Type="http://schemas.openxmlformats.org/officeDocument/2006/relationships/slideMaster" Target="slideMasters/slideMaster1.xml"/><Relationship Id="Raab8842a3bef4099" Type="http://schemas.openxmlformats.org/officeDocument/2006/relationships/slide" Target="slides/slide7.xml"/><Relationship Id="Raf9a761602fa4346" Type="http://schemas.openxmlformats.org/officeDocument/2006/relationships/slide" Target="slides/slide20.xml"/><Relationship Id="Rb198fc036b6747d4" Type="http://schemas.openxmlformats.org/officeDocument/2006/relationships/presProps" Target="presProps.xml"/><Relationship Id="Rb4bdc33693de4197" Type="http://schemas.openxmlformats.org/officeDocument/2006/relationships/slide" Target="slides/slide16.xml"/><Relationship Id="Rcf7f0ed6262640df" Type="http://schemas.openxmlformats.org/officeDocument/2006/relationships/slide" Target="slides/slide17.xml"/><Relationship Id="Rf2eb024faa2c4fa6" Type="http://schemas.openxmlformats.org/officeDocument/2006/relationships/slide" Target="slides/slide1.xml"/><Relationship Id="Rf341773e04ea4433" Type="http://schemas.openxmlformats.org/officeDocument/2006/relationships/slide" Target="slides/slide19.xml"/><Relationship Id="Rf663f86f4f564947" Type="http://schemas.openxmlformats.org/officeDocument/2006/relationships/slide" Target="slides/slide8.xml"/><Relationship Id="Rfd885ef4e2614c05" Type="http://schemas.openxmlformats.org/officeDocument/2006/relationships/slide" Target="slides/slide13.xml"/><Relationship Id="Rfe661229fddc4740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7c23968632094a68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7cb4431d2ffb48ea" Type="http://schemas.openxmlformats.org/officeDocument/2006/relationships/notesMaster" Target="../notesMasters/notesMaster1.xml"/><Relationship Id="Rf97ae18e32be47af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448f4498645a49ca" Type="http://schemas.openxmlformats.org/officeDocument/2006/relationships/notesMaster" Target="../notesMasters/notesMaster1.xml"/><Relationship Id="Rb9347b5f5c7c4bea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25d969d6ac464529" Type="http://schemas.openxmlformats.org/officeDocument/2006/relationships/notesMaster" Target="../notesMasters/notesMaster1.xml"/><Relationship Id="R266eddac837541c5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acaf0c497614ac7" Type="http://schemas.openxmlformats.org/officeDocument/2006/relationships/notesMaster" Target="../notesMasters/notesMaster1.xml"/><Relationship Id="R64ffd1df5dad4d8b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3742255998f34aa9" Type="http://schemas.openxmlformats.org/officeDocument/2006/relationships/notesMaster" Target="../notesMasters/notesMaster1.xml"/><Relationship Id="R7f7e175ff8e64907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2ab8d2cfdb76472c" Type="http://schemas.openxmlformats.org/officeDocument/2006/relationships/slide" Target="../slides/slide6.xml"/><Relationship Id="R42b9a6f3a34c457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14ee53ed7cd64756" Type="http://schemas.openxmlformats.org/officeDocument/2006/relationships/slide" Target="../slides/slide7.xml"/><Relationship Id="Re612992fe71d4fec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3660a5018a0b4df2" Type="http://schemas.openxmlformats.org/officeDocument/2006/relationships/notesMaster" Target="../notesMasters/notesMaster1.xml"/><Relationship Id="R7575b400ebfa4c3c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21a61302bda247d1" Type="http://schemas.openxmlformats.org/officeDocument/2006/relationships/notesMaster" Target="../notesMasters/notesMaster1.xml"/><Relationship Id="Rfed7ac2901ed4eea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5cb33e33597a47ed" Type="http://schemas.openxmlformats.org/officeDocument/2006/relationships/slide" Target="../slides/slide10.xml"/><Relationship Id="R778e5ddfe47f418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cc21722b164a4f23" Type="http://schemas.openxmlformats.org/officeDocument/2006/relationships/slide" Target="../slides/slide11.xml"/><Relationship Id="Rf1e132e19c4a476e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5891cd99215a49df" Type="http://schemas.openxmlformats.org/officeDocument/2006/relationships/slide" Target="../slides/slide12.xml"/><Relationship Id="Reab068393ac94b53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c9da7d192d84a63" Type="http://schemas.openxmlformats.org/officeDocument/2006/relationships/slide" Target="../slides/slide13.xml"/><Relationship Id="Rafa5132c42604688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1745a555474f422e" Type="http://schemas.openxmlformats.org/officeDocument/2006/relationships/notesMaster" Target="../notesMasters/notesMaster1.xml"/><Relationship Id="Rbbcd4eb8497543da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0341631fb86c4277" Type="http://schemas.openxmlformats.org/officeDocument/2006/relationships/slide" Target="../slides/slide15.xml"/><Relationship Id="R3b0cad5e8d864a5e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cf1bc02acc1c495e" Type="http://schemas.openxmlformats.org/officeDocument/2006/relationships/notesMaster" Target="../notesMasters/notesMaster1.xml"/><Relationship Id="Rd55d8c90226d42da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3b02c89081254e2e" Type="http://schemas.openxmlformats.org/officeDocument/2006/relationships/notesMaster" Target="../notesMasters/notesMaster1.xml"/><Relationship Id="R8e816bd34a214b7b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3480edd8ea8b4654" Type="http://schemas.openxmlformats.org/officeDocument/2006/relationships/notesMaster" Target="../notesMasters/notesMaster1.xml"/><Relationship Id="R4059dd3de4b04bbc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0783c852324a4ceb" Type="http://schemas.openxmlformats.org/officeDocument/2006/relationships/notesMaster" Target="../notesMasters/notesMaster1.xml"/><Relationship Id="Rb4861df9f43e406b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9b9515d129ee45ad" Type="http://schemas.openxmlformats.org/officeDocument/2006/relationships/slide" Target="../slides/slide20.xml"/><Relationship Id="Ra9369cc1e32a4d93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suitable action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No. Different needs may require different support.</a:t>
            </a:r>
          </a:p>
          <a:p xmlns:a="http://schemas.openxmlformats.org/drawingml/2006/main">
            <a:r>
              <a:t>Choose: Giving people a fair chance and meeting needs OR Acting to help with a need. Answer: Giving people a fair chance and meeting needs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C or read one relevant card together. Answer: A clear shelf label, an accessible list or a guided introduction.</a:t>
            </a:r>
          </a:p>
          <a:p xmlns:a="http://schemas.openxmlformats.org/drawingml/2006/main">
            <a:r>
              <a:t>Give a reason when ready. Answer: It avoids assuming the person’s needs or wishes.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suitable action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suitable action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suitable action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suitable action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suitable action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Match fictional needs to practical caring actions. Say or show what helped you decide.</a:t>
            </a:r>
          </a:p>
          <a:p xmlns:a="http://schemas.openxmlformats.org/drawingml/2006/main">
            <a:r>
              <a:t>Compare two actions and justify which addresses the need more directly.</a:t>
            </a:r>
          </a:p>
          <a:p xmlns:a="http://schemas.openxmlformats.org/drawingml/2006/main">
            <a:r>
              <a:t>F: suitable action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Cannot find the shelf — Clear sign — The sign addresses finding the resource.</a:t>
            </a:r>
          </a:p>
          <a:p xmlns:a="http://schemas.openxmlformats.org/drawingml/2006/main">
            <a:r>
              <a:t>Instructions are hard to read — Audio or adult reading — The same information becomes accessible.</a:t>
            </a:r>
          </a:p>
          <a:p xmlns:a="http://schemas.openxmlformats.org/drawingml/2006/main">
            <a:r>
              <a:t>Needs a quieter workspace — Offer a quieter option — The person can choose a useful space.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They need ___. We could ___. We would check by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suitable action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They need ___. We could ___. We would check by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suitable action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Compare two actions and justify which addresses the need more directly.</a:t>
            </a:r>
          </a:p>
          <a:p xmlns:a="http://schemas.openxmlformats.org/drawingml/2006/main">
            <a:r>
              <a:t>F: suitable action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suitable action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clear shelf label, an accessible list or a guided introduction.</a:t>
            </a:r>
          </a:p>
          <a:p xmlns:a="http://schemas.openxmlformats.org/drawingml/2006/main">
            <a:r>
              <a:t>It avoids assuming the person’s needs or wishes.</a:t>
            </a:r>
          </a:p>
          <a:p xmlns:a="http://schemas.openxmlformats.org/drawingml/2006/main">
            <a:r>
              <a:t>Support: They need ___. We could ___. We would check by ___.</a:t>
            </a:r>
          </a:p>
          <a:p xmlns:a="http://schemas.openxmlformats.org/drawingml/2006/main">
            <a:r>
              <a:t>Extension: Compare two actions and justify which addresses the need more directly.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suitable action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suitable action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suitable action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suitable action and explanation.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76f95e646354af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ca414e3ac804ab0" Type="http://schemas.openxmlformats.org/officeDocument/2006/relationships/theme" Target="theme/theme2.xml"/><Relationship Id="R41e0e29a549844f0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e0e29a549844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e5db60c9b534215" Type="http://schemas.openxmlformats.org/officeDocument/2006/relationships/slideLayout" Target="../slideLayouts/slideLayout1.xml"/><Relationship Id="R3f058ae9bb414b4d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a1f81dc9801486b" Type="http://schemas.openxmlformats.org/officeDocument/2006/relationships/slideLayout" Target="../slideLayouts/slideLayout1.xml"/><Relationship Id="R43ca36af748e423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62260de54f5f413b" Type="http://schemas.openxmlformats.org/officeDocument/2006/relationships/notesSlide" Target="../notesSlides/notesSlide3.xml"/><Relationship Id="R82ce302c141d44cf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15f641a54d5d4c99" Type="http://schemas.openxmlformats.org/officeDocument/2006/relationships/notesSlide" Target="../notesSlides/notesSlide4.xml"/><Relationship Id="R42f51eb06abe45bd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49b3ee5e8496441d" Type="http://schemas.openxmlformats.org/officeDocument/2006/relationships/image" Target="../media/image.png"/><Relationship Id="Ra609bdbfca3a4ff2" Type="http://schemas.openxmlformats.org/officeDocument/2006/relationships/slideLayout" Target="../slideLayouts/slideLayout1.xml"/><Relationship Id="Ra915a7a37486400a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31f57ec3f2d3450e" Type="http://schemas.openxmlformats.org/officeDocument/2006/relationships/notesSlide" Target="../notesSlides/notesSlide6.xml"/><Relationship Id="Recc8f5526ccb43b3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39be2fe2919b4abb" Type="http://schemas.openxmlformats.org/officeDocument/2006/relationships/slideLayout" Target="../slideLayouts/slideLayout1.xml"/><Relationship Id="Re54212b616cd426c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3b5a7640b8674703" Type="http://schemas.openxmlformats.org/officeDocument/2006/relationships/slideLayout" Target="../slideLayouts/slideLayout1.xml"/><Relationship Id="R4a723748c3304b5f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011e286cb04348ab" Type="http://schemas.openxmlformats.org/officeDocument/2006/relationships/slideLayout" Target="../slideLayouts/slideLayout1.xml"/><Relationship Id="R69b321eaeaad44c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1c6c0836ec3843c5" Type="http://schemas.openxmlformats.org/officeDocument/2006/relationships/notesSlide" Target="../notesSlides/notesSlide10.xml"/><Relationship Id="R7ae0cfdec6404c13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19436e962cb24670" Type="http://schemas.openxmlformats.org/officeDocument/2006/relationships/slideLayout" Target="../slideLayouts/slideLayout1.xml"/><Relationship Id="R40997d31f38348ef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35bb99cebeb348f7" Type="http://schemas.openxmlformats.org/officeDocument/2006/relationships/notesSlide" Target="../notesSlides/notesSlide12.xml"/><Relationship Id="Rc92b1da11ffa45f5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97cdd4e19aa64bf2" Type="http://schemas.openxmlformats.org/officeDocument/2006/relationships/notesSlide" Target="../notesSlides/notesSlide13.xml"/><Relationship Id="Rc40338298dac4467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0bff8fca606b4f80" Type="http://schemas.openxmlformats.org/officeDocument/2006/relationships/slideLayout" Target="../slideLayouts/slideLayout1.xml"/><Relationship Id="Rcb0a4829b7a642e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396afc0cf50643e9" Type="http://schemas.openxmlformats.org/officeDocument/2006/relationships/notesSlide" Target="../notesSlides/notesSlide15.xml"/><Relationship Id="Rc7f3bd3300554dff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1128ccd175c5415a" Type="http://schemas.openxmlformats.org/officeDocument/2006/relationships/notesSlide" Target="../notesSlides/notesSlide16.xml"/><Relationship Id="R49a6a0aaaee34993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27fe8e3beb764407" Type="http://schemas.openxmlformats.org/officeDocument/2006/relationships/notesSlide" Target="../notesSlides/notesSlide17.xml"/><Relationship Id="Rf36807119abd4bdb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6ec66485f0cf4f5a" Type="http://schemas.openxmlformats.org/officeDocument/2006/relationships/notesSlide" Target="../notesSlides/notesSlide18.xml"/><Relationship Id="R9f6f962160444c54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dc6b03c4f69e4f62" Type="http://schemas.openxmlformats.org/officeDocument/2006/relationships/notesSlide" Target="../notesSlides/notesSlide19.xml"/><Relationship Id="Rfd009f1007034349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29f03952c4b64490" Type="http://schemas.openxmlformats.org/officeDocument/2006/relationships/notesSlide" Target="../notesSlides/notesSlide20.xml"/><Relationship Id="R4f44273bb1394daf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E327A-32BE-48AD-A7E8-01BE64D5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Matching care to a need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423FA-D9E5-4393-8F6D-65980D7F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W3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362CB-4B53-4DEC-8911-C8F92FBF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Identify ways to care for others with PSHE links.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66AD7-FD58-4094-821A-2C228BE4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Humanities / Spring 2 / Week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8415C-219E-436C-B2AF-AD88807D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3014826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E40ED-2CE4-4236-B498-1E1AF1FE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5F9DF-4009-4CB8-A2D7-674B3216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W3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63854-B268-4D73-8DB7-67EBB10E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Is fairness always identical treatment?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BC781-7751-4EBF-B3A2-849B0D22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fairness?</a:t>
            </a:r>
          </a:p>
        </p:txBody>
      </p:sp>
    </p:spTree>
    <p:extLst>
      <p:ext uri="{BB962C8B-B14F-4D97-AF65-F5344CB8AC3E}">
        <p14:creationId xmlns:p14="http://schemas.microsoft.com/office/powerpoint/2010/main" val="17833542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34739-F547-4C31-AA8B-D2DFC562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EE83D-287B-43DA-9BDD-DDCF1911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W3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D9831-719F-4E77-A734-1C27DE2C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could help someone find resources?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C13B6-0D93-465C-B9F8-7357927E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Why ask what helps before acting?</a:t>
            </a:r>
          </a:p>
        </p:txBody>
      </p:sp>
    </p:spTree>
    <p:extLst>
      <p:ext uri="{BB962C8B-B14F-4D97-AF65-F5344CB8AC3E}">
        <p14:creationId xmlns:p14="http://schemas.microsoft.com/office/powerpoint/2010/main" val="10356810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CE08C-2C0A-4808-9F20-6A9E862E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CE9C4-14C2-4E6B-AFE3-44F1C731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W3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29514-80B7-4027-9993-DF86E740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fairness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Giving people a fair chance and meeting needs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CAA6C-FC27-4FB5-AF82-2EDD0916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care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Acting to help with a need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8F8FA-6D09-4503-891D-DE8C615A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right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basic entitlement held by people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4005C-75B1-40E1-9C13-92F196B1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responsibility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we should take care to do</a:t>
            </a:r>
          </a:p>
        </p:txBody>
      </p:sp>
    </p:spTree>
    <p:extLst>
      <p:ext uri="{BB962C8B-B14F-4D97-AF65-F5344CB8AC3E}">
        <p14:creationId xmlns:p14="http://schemas.microsoft.com/office/powerpoint/2010/main" val="2933390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8F07D-C4B0-43A5-BBC2-240BBC19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646F6-DAC3-48F5-A4DD-67071716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W3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3ee5e8496441d"/>
          <a:stretch xmlns:a="http://schemas.openxmlformats.org/drawingml/2006/main"/>
        </p:blipFill>
        <p:spPr>
          <a:xfrm xmlns:a="http://schemas.openxmlformats.org/drawingml/2006/main">
            <a:off x="1199324" y="3286125"/>
            <a:ext cx="9793351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A9CD0-A9AC-48D6-9993-268B3266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Match fictional needs to practical caring actions.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28D07-53B2-424C-BBC5-4CFCBA76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C3BE3-0358-4311-825E-A808F911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1382213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B6511-A5BF-4664-BDB8-9C52E2D2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2A3AE-F065-4891-9116-D77F4D28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W3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54F73-8040-484B-BCDF-8C242AD6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could help someone find resources?</a:t>
            </a:r>
          </a:p>
        </p:txBody>
      </p:sp>
    </p:spTree>
    <p:extLst>
      <p:ext uri="{BB962C8B-B14F-4D97-AF65-F5344CB8AC3E}">
        <p14:creationId xmlns:p14="http://schemas.microsoft.com/office/powerpoint/2010/main" val="11506336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CDB56-2518-4BC6-9503-DA97843B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E99DA-34E4-4EF2-827D-CFAD7B7D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W3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B4C3D-B7EF-4184-8B02-6A537BB0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C A caring action: Fictional case: a new student cannot find the reading resources. A clear shelf label and a choice of formats could help. Ask what is useful before deciding.</a:t>
            </a:r>
          </a:p>
        </p:txBody>
      </p:sp>
    </p:spTree>
    <p:extLst>
      <p:ext uri="{BB962C8B-B14F-4D97-AF65-F5344CB8AC3E}">
        <p14:creationId xmlns:p14="http://schemas.microsoft.com/office/powerpoint/2010/main" val="8377190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F3CD4-63FA-42F4-82A5-06F348C6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B7A63-A983-41F2-8FC1-3D9E4DD7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W3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E0754-6FA2-42F8-8799-7F4B36C8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A clear shelf label, an accessible list or a guided introduction.</a:t>
            </a:r>
          </a:p>
        </p:txBody>
      </p:sp>
    </p:spTree>
    <p:extLst>
      <p:ext uri="{BB962C8B-B14F-4D97-AF65-F5344CB8AC3E}">
        <p14:creationId xmlns:p14="http://schemas.microsoft.com/office/powerpoint/2010/main" val="18731681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B29CE-071A-4553-A7FF-C9CAD977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98673-B9FB-4993-A4D0-9A72DB0B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W3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D4ED3-7E1C-4161-9894-CA3B6798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Why ask what helps before acting? It avoids assuming the person’s needs or wishes.</a:t>
            </a:r>
          </a:p>
        </p:txBody>
      </p:sp>
    </p:spTree>
    <p:extLst>
      <p:ext uri="{BB962C8B-B14F-4D97-AF65-F5344CB8AC3E}">
        <p14:creationId xmlns:p14="http://schemas.microsoft.com/office/powerpoint/2010/main" val="915629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15771-C7C1-49B6-A194-B291C025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E8289-9AE9-4941-82E0-7E35682C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W3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DF821-FB88-4AD7-AA75-CCE79C0A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Match fictional needs to practical caring actions.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2853C-F676-4B61-A706-88D48A25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that the action addresses the stated need.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9A529-F2C7-4074-90E5-874EE343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571309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08C9E-8E3B-4859-8285-62323B0A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98EEC-5AA6-4687-8E59-3FB34ED3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W3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5879E-4074-4517-B096-CCFE90EC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Cannot find the shelf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641F4-F9AE-44AB-881D-11CEC2FD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Instructions are hard to read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DE11C-8833-4F6F-97D4-7E8C5A37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Needs a quieter workspace</a:t>
            </a:r>
          </a:p>
        </p:txBody>
      </p:sp>
    </p:spTree>
    <p:extLst>
      <p:ext uri="{BB962C8B-B14F-4D97-AF65-F5344CB8AC3E}">
        <p14:creationId xmlns:p14="http://schemas.microsoft.com/office/powerpoint/2010/main" val="16548018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68A98-897E-40D6-A34F-448899A7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9F2CD-20D2-43D7-A5D4-F66CD4A2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W3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43ACE-9CCE-4831-AF6E-67DC298D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Plan a response to a new student who cannot find the reading resources.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F0471-3CE7-454E-B875-3F1B2029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an action, who can help and how to check it helped.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A9BFD-21B8-40FF-8C38-C94307B0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your choice in a short care plan.</a:t>
            </a:r>
          </a:p>
        </p:txBody>
      </p:sp>
    </p:spTree>
    <p:extLst>
      <p:ext uri="{BB962C8B-B14F-4D97-AF65-F5344CB8AC3E}">
        <p14:creationId xmlns:p14="http://schemas.microsoft.com/office/powerpoint/2010/main" val="1864209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80137-264D-44F8-9008-2E05076C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8704E-6DE2-450A-ADDB-E53EF3DC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W3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F1FED-3DD8-41D2-9D11-5B940C41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Plan a response to a new student who cannot find the reading resources.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0907F-7901-46E7-8DAB-5ED106A2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an action, who can help and how to check it helped.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FD575-5E9C-4955-A1EA-E14B05C0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your choice in a short care plan.</a:t>
            </a:r>
          </a:p>
        </p:txBody>
      </p:sp>
    </p:spTree>
    <p:extLst>
      <p:ext uri="{BB962C8B-B14F-4D97-AF65-F5344CB8AC3E}">
        <p14:creationId xmlns:p14="http://schemas.microsoft.com/office/powerpoint/2010/main" val="193087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B91E2-3C1D-479F-9979-1942458A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91239-57B4-475C-A880-56D15D52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W3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884AF-8B25-4168-A6C0-81F7147B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Plan a response to a new student who cannot find the reading resources.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FA1A8-1DA8-4CDF-94EA-CB6C82C9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an action, who can help and how to check it helped.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534B6-1626-44F1-8465-648C1696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your choice in a short care plan.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3F032-1450-4211-A79B-981597C7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two actions and justify which addresses the need more directly.</a:t>
            </a:r>
          </a:p>
        </p:txBody>
      </p:sp>
    </p:spTree>
    <p:extLst>
      <p:ext uri="{BB962C8B-B14F-4D97-AF65-F5344CB8AC3E}">
        <p14:creationId xmlns:p14="http://schemas.microsoft.com/office/powerpoint/2010/main" val="5842048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1C2A6-AD19-4E65-961E-55BFA52B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637C9-DD60-4537-B74D-E6317E50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W3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9D1BD-92A7-4F50-BAC9-09E5C450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suitable action and explanation.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F11A5-FB47-471F-94E2-5816B274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B0F80-F11E-4B33-8BE7-2CEAD5F6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4510453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A6BC3-3ABC-4303-A3AA-88BD259A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D50B4-9F4F-4B84-83F9-E1C8F787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W3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00CC9-3600-4699-9867-2188CF3D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could help someone find resources?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D6B35-90C2-4CB4-B9AE-05F473C3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ask what helps before acting?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E4B4E-F559-4117-B570-F1ACE5F3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6425272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A5E2F-A1EF-47C8-94EE-0E5B0014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A The Good Samaritan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838E6-62F0-47E8-B16B-B941AE3D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W3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EA913-7193-44F1-A686-B652EB64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Easy-read retelling of the Christian parable in Luke 10: A traveller needs help. Two people pass by. A Samaritan stops, cares for him and arranges more help. The story asks what it means to be a neighbour.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19B3F-0A1C-40F6-B037-0D710562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retelling of Luke 10:25–37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F614C-B97E-4329-AA2B-210805C3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religious story teaches an idea; this retelling is not a quotation or a historical record.</a:t>
            </a:r>
          </a:p>
        </p:txBody>
      </p:sp>
    </p:spTree>
    <p:extLst>
      <p:ext uri="{BB962C8B-B14F-4D97-AF65-F5344CB8AC3E}">
        <p14:creationId xmlns:p14="http://schemas.microsoft.com/office/powerpoint/2010/main" val="9517289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50F69-EE13-4B4A-8F25-1E3B4342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B A fair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BEF07-6FD7-42F0-A369-014677E9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W3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2B35B-0BF5-4970-9F30-E08C2DB2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case: three pupils share one tablet. Jo needs text read aloud. The group can agree turns and switch on speech support. Equal dignity does not always mean identical support.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E50EC-1A34-47B6-AA5B-8F569C97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44C05-2A77-4C78-B764-D91B88BC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6105203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12EAC-1952-4651-A9C5-223B9F81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C A caring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3E01D-9B96-4F3B-BABF-E14FAB27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W3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1B1BF-E9BB-4DA3-9C10-1545C98B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case: a new student cannot find the reading resources. A clear shelf label and a choice of formats could help. Ask what is useful before deciding.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0FC1D-C4A0-4247-8585-A05127D4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7BA39-EBD0-4929-AE1D-A90C3A73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5423624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F94B2-BE0D-42C1-8486-4B05C266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M Malala Yousafzai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A378B-3EFD-4177-AB6E-1170998B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W3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E4244-65C2-4330-9EC2-FA0676B6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Malala campaigns for children’s education, especially girls’ education. She shared the 2014 Nobel Peace Prize with Kailash Satyarthi.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CDEAE-2F09-49A1-90F4-BFE3B851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Nobel Prize, Malala Yousafzai facts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D0F5F-3954-4108-AB57-546C9AAC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An award recognises work; it does not prove that unequal access to education has ended.</a:t>
            </a:r>
          </a:p>
        </p:txBody>
      </p:sp>
    </p:spTree>
    <p:extLst>
      <p:ext uri="{BB962C8B-B14F-4D97-AF65-F5344CB8AC3E}">
        <p14:creationId xmlns:p14="http://schemas.microsoft.com/office/powerpoint/2010/main" val="411654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2026-09-19T18:35:48.3620000Z</dcterms:created>
  <dcterms:modified xsi:type="dcterms:W3CDTF">2026-09-19T18:35:48.3620000Z</dcterms:modified>
</coreProperties>
</file>