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80d78f6243f842e7" Type="http://schemas.openxmlformats.org/officeDocument/2006/relationships/extended-properties" Target="docProps/app.xml"/><Relationship Id="Rc0936ae7afe440b3" Type="http://schemas.openxmlformats.org/package/2006/relationships/metadata/core-properties" Target="docProps/core.xml"/><Relationship Id="Rc41827e66d944d06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e638aca87e24b21"/>
  </p:sldMasterIdLst>
  <p:notesMasterIdLst>
    <p:notesMasterId xmlns:r="http://schemas.openxmlformats.org/officeDocument/2006/relationships" r:id="R0f28d3ff408e4f03"/>
  </p:notesMasterIdLst>
  <p:sldIdLst>
    <p:sldId xmlns:r="http://schemas.openxmlformats.org/officeDocument/2006/relationships" id="256" r:id="R0b90d16652b2417d"/>
    <p:sldId xmlns:r="http://schemas.openxmlformats.org/officeDocument/2006/relationships" id="257" r:id="R5d7297224d0b412b"/>
    <p:sldId xmlns:r="http://schemas.openxmlformats.org/officeDocument/2006/relationships" id="258" r:id="R3274ccb71dfe42ed"/>
    <p:sldId xmlns:r="http://schemas.openxmlformats.org/officeDocument/2006/relationships" id="259" r:id="Rd9bd7181ed0c426f"/>
    <p:sldId xmlns:r="http://schemas.openxmlformats.org/officeDocument/2006/relationships" id="260" r:id="R75cc9deac04c4bd8"/>
    <p:sldId xmlns:r="http://schemas.openxmlformats.org/officeDocument/2006/relationships" id="261" r:id="Re7b7f6ab7420411b"/>
    <p:sldId xmlns:r="http://schemas.openxmlformats.org/officeDocument/2006/relationships" id="262" r:id="R4bfc811ffea64ee6"/>
    <p:sldId xmlns:r="http://schemas.openxmlformats.org/officeDocument/2006/relationships" id="263" r:id="R0b5e125c1f4444a4"/>
    <p:sldId xmlns:r="http://schemas.openxmlformats.org/officeDocument/2006/relationships" id="264" r:id="R4d13b367000246b1"/>
    <p:sldId xmlns:r="http://schemas.openxmlformats.org/officeDocument/2006/relationships" id="265" r:id="R9a78e4ea8d034861"/>
    <p:sldId xmlns:r="http://schemas.openxmlformats.org/officeDocument/2006/relationships" id="266" r:id="Rd4fdefe6f95a4fd1"/>
    <p:sldId xmlns:r="http://schemas.openxmlformats.org/officeDocument/2006/relationships" id="267" r:id="Rac93b81821ba435b"/>
    <p:sldId xmlns:r="http://schemas.openxmlformats.org/officeDocument/2006/relationships" id="268" r:id="R5fafe1f375f64112"/>
    <p:sldId xmlns:r="http://schemas.openxmlformats.org/officeDocument/2006/relationships" id="269" r:id="Re5758793ca844aad"/>
    <p:sldId xmlns:r="http://schemas.openxmlformats.org/officeDocument/2006/relationships" id="270" r:id="R5dace39de9784672"/>
    <p:sldId xmlns:r="http://schemas.openxmlformats.org/officeDocument/2006/relationships" id="271" r:id="R70ae031b1d8e495e"/>
    <p:sldId xmlns:r="http://schemas.openxmlformats.org/officeDocument/2006/relationships" id="272" r:id="Rfc57c04f941541d6"/>
    <p:sldId xmlns:r="http://schemas.openxmlformats.org/officeDocument/2006/relationships" id="273" r:id="R0404d00dd2ec423e"/>
    <p:sldId xmlns:r="http://schemas.openxmlformats.org/officeDocument/2006/relationships" id="274" r:id="R1c6abf1b0310407d"/>
    <p:sldId xmlns:r="http://schemas.openxmlformats.org/officeDocument/2006/relationships" id="275" r:id="R0109cbde700e47a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0109cbde700e47a1" Type="http://schemas.openxmlformats.org/officeDocument/2006/relationships/slide" Target="slides/slide20.xml"/><Relationship Id="R0404d00dd2ec423e" Type="http://schemas.openxmlformats.org/officeDocument/2006/relationships/slide" Target="slides/slide18.xml"/><Relationship Id="R0b5e125c1f4444a4" Type="http://schemas.openxmlformats.org/officeDocument/2006/relationships/slide" Target="slides/slide8.xml"/><Relationship Id="R0b90d16652b2417d" Type="http://schemas.openxmlformats.org/officeDocument/2006/relationships/slide" Target="slides/slide1.xml"/><Relationship Id="R0f28d3ff408e4f03" Type="http://schemas.openxmlformats.org/officeDocument/2006/relationships/notesMaster" Target="notesMasters/notesMaster1.xml"/><Relationship Id="R1c6abf1b0310407d" Type="http://schemas.openxmlformats.org/officeDocument/2006/relationships/slide" Target="slides/slide19.xml"/><Relationship Id="R1e638aca87e24b21" Type="http://schemas.openxmlformats.org/officeDocument/2006/relationships/slideMaster" Target="slideMasters/slideMaster1.xml"/><Relationship Id="R3274ccb71dfe42ed" Type="http://schemas.openxmlformats.org/officeDocument/2006/relationships/slide" Target="slides/slide3.xml"/><Relationship Id="R4bfc811ffea64ee6" Type="http://schemas.openxmlformats.org/officeDocument/2006/relationships/slide" Target="slides/slide7.xml"/><Relationship Id="R4d13b367000246b1" Type="http://schemas.openxmlformats.org/officeDocument/2006/relationships/slide" Target="slides/slide9.xml"/><Relationship Id="R5d7297224d0b412b" Type="http://schemas.openxmlformats.org/officeDocument/2006/relationships/slide" Target="slides/slide2.xml"/><Relationship Id="R5dace39de9784672" Type="http://schemas.openxmlformats.org/officeDocument/2006/relationships/slide" Target="slides/slide15.xml"/><Relationship Id="R5fafe1f375f64112" Type="http://schemas.openxmlformats.org/officeDocument/2006/relationships/slide" Target="slides/slide13.xml"/><Relationship Id="R70ae031b1d8e495e" Type="http://schemas.openxmlformats.org/officeDocument/2006/relationships/slide" Target="slides/slide16.xml"/><Relationship Id="R72f21a63712343b9" Type="http://schemas.openxmlformats.org/officeDocument/2006/relationships/tableStyles" Target="tableStyles.xml"/><Relationship Id="R75cc9deac04c4bd8" Type="http://schemas.openxmlformats.org/officeDocument/2006/relationships/slide" Target="slides/slide5.xml"/><Relationship Id="R9a78e4ea8d034861" Type="http://schemas.openxmlformats.org/officeDocument/2006/relationships/slide" Target="slides/slide10.xml"/><Relationship Id="Rac93b81821ba435b" Type="http://schemas.openxmlformats.org/officeDocument/2006/relationships/slide" Target="slides/slide12.xml"/><Relationship Id="Rc838e77f72a640c2" Type="http://schemas.openxmlformats.org/officeDocument/2006/relationships/presProps" Target="presProps.xml"/><Relationship Id="Rd4fdefe6f95a4fd1" Type="http://schemas.openxmlformats.org/officeDocument/2006/relationships/slide" Target="slides/slide11.xml"/><Relationship Id="Rd9bd7181ed0c426f" Type="http://schemas.openxmlformats.org/officeDocument/2006/relationships/slide" Target="slides/slide4.xml"/><Relationship Id="Re07a2045bacb48b1" Type="http://schemas.openxmlformats.org/officeDocument/2006/relationships/theme" Target="theme/theme1.xml"/><Relationship Id="Re5758793ca844aad" Type="http://schemas.openxmlformats.org/officeDocument/2006/relationships/slide" Target="slides/slide14.xml"/><Relationship Id="Re7b7f6ab7420411b" Type="http://schemas.openxmlformats.org/officeDocument/2006/relationships/slide" Target="slides/slide6.xml"/><Relationship Id="Rfc57c04f941541d6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7e930d14304d4562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2e0bcf984f754e43" Type="http://schemas.openxmlformats.org/officeDocument/2006/relationships/slide" Target="../slides/slide1.xml"/><Relationship Id="R2f5c19eb775c4e6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33cfafff788a4401" Type="http://schemas.openxmlformats.org/officeDocument/2006/relationships/slide" Target="../slides/slide2.xml"/><Relationship Id="R92c39e2e35c04299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72317b3bfa174081" Type="http://schemas.openxmlformats.org/officeDocument/2006/relationships/notesMaster" Target="../notesMasters/notesMaster1.xml"/><Relationship Id="Re8e39080cbd241f5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1fbc46ab5182409e" Type="http://schemas.openxmlformats.org/officeDocument/2006/relationships/notesMaster" Target="../notesMasters/notesMaster1.xml"/><Relationship Id="Rfc680d2368d64bdb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052305d868a64b21" Type="http://schemas.openxmlformats.org/officeDocument/2006/relationships/slide" Target="../slides/slide5.xml"/><Relationship Id="Rd03201a7acb24f68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97baf0d0a18d43a0" Type="http://schemas.openxmlformats.org/officeDocument/2006/relationships/notesMaster" Target="../notesMasters/notesMaster1.xml"/><Relationship Id="Rf5379b85a4cc45c7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9636b5dac34f40ba" Type="http://schemas.openxmlformats.org/officeDocument/2006/relationships/slide" Target="../slides/slide7.xml"/><Relationship Id="Rb832bd1e6dc64446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b13d6bcfd79b445d" Type="http://schemas.openxmlformats.org/officeDocument/2006/relationships/notesMaster" Target="../notesMasters/notesMaster1.xml"/><Relationship Id="Re09363dbc51d42dd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1954df2f3c9e4471" Type="http://schemas.openxmlformats.org/officeDocument/2006/relationships/slide" Target="../slides/slide9.xml"/><Relationship Id="R399256ec1ae74d8b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4d31883902f84ce3" Type="http://schemas.openxmlformats.org/officeDocument/2006/relationships/notesMaster" Target="../notesMasters/notesMaster1.xml"/><Relationship Id="R813ca1c960f34d21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c9624d39328c4191" Type="http://schemas.openxmlformats.org/officeDocument/2006/relationships/slide" Target="../slides/slide11.xml"/><Relationship Id="Re59eea300e3f469b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1f0d202e425449f8" Type="http://schemas.openxmlformats.org/officeDocument/2006/relationships/notesMaster" Target="../notesMasters/notesMaster1.xml"/><Relationship Id="R8294a6ac8e944c85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8a051cf961e84009" Type="http://schemas.openxmlformats.org/officeDocument/2006/relationships/slide" Target="../slides/slide13.xml"/><Relationship Id="Re849b3fe93ce4d80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d4b7f4c652204448" Type="http://schemas.openxmlformats.org/officeDocument/2006/relationships/slide" Target="../slides/slide14.xml"/><Relationship Id="Ree7ba2f95e55433e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070c1dfee92d4e4a" Type="http://schemas.openxmlformats.org/officeDocument/2006/relationships/slide" Target="../slides/slide15.xml"/><Relationship Id="R2e01347b015a4f34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5f51a1f328804435" Type="http://schemas.openxmlformats.org/officeDocument/2006/relationships/slide" Target="../slides/slide16.xml"/><Relationship Id="R62a2541814ad4be9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1d7d957d69ac4b63" Type="http://schemas.openxmlformats.org/officeDocument/2006/relationships/slide" Target="../slides/slide17.xml"/><Relationship Id="Rdf2545f7924a4953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3c71a5952eb84cee" Type="http://schemas.openxmlformats.org/officeDocument/2006/relationships/slide" Target="../slides/slide18.xml"/><Relationship Id="Rf5aa726035a045fa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32ca392c19b046c1" Type="http://schemas.openxmlformats.org/officeDocument/2006/relationships/notesMaster" Target="../notesMasters/notesMaster1.xml"/><Relationship Id="Rb4fa7e0bd1344d6c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13a6045e907b4847" Type="http://schemas.openxmlformats.org/officeDocument/2006/relationships/notesMaster" Target="../notesMasters/notesMaster1.xml"/><Relationship Id="Rcca3c9076bfe4415" Type="http://schemas.openxmlformats.org/officeDocument/2006/relationships/slide" Target="../slides/slide20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decision and reason.</a:t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Luke 10 in the King James Version: https://www.biblegateway.com/passage/?search=Luke%2010%3A25-37&amp;version=KJV</a:t>
            </a:r>
          </a:p>
          <a:p xmlns:a="http://schemas.openxmlformats.org/drawingml/2006/main">
            <a:r>
              <a:t>Nobel Prize Malala facts: https://www.nobelprize.org/prizes/peace/2014/yousafzai/facts/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Previous lesson reminder:</a:t>
            </a:r>
          </a:p>
          <a:p xmlns:a="http://schemas.openxmlformats.org/drawingml/2006/main">
            <a:r>
              <a:t>Use the reminder strip or talk it through with an adult. Answer: The Samaritan.</a:t>
            </a:r>
          </a:p>
          <a:p xmlns:a="http://schemas.openxmlformats.org/drawingml/2006/main">
            <a:r>
              <a:t>Choose: Giving people a fair chance and meeting needs OR Acting to help with a need. Answer: Giving people a fair chance and meeting needs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model evidence anchor B or read one relevant card together. Answer: No. Different needs may require different support.</a:t>
            </a:r>
          </a:p>
          <a:p xmlns:a="http://schemas.openxmlformats.org/drawingml/2006/main">
            <a:r>
              <a:t>Give a reason when ready. Answer: The chosen action and the need it meets.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 the words aloud. Offer a concrete example before asking for a definition.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decision and reason.</a:t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Luke 10 in the King James Version: https://www.biblegateway.com/passage/?search=Luke%2010%3A25-37&amp;version=KJV</a:t>
            </a:r>
          </a:p>
          <a:p xmlns:a="http://schemas.openxmlformats.org/drawingml/2006/main">
            <a:r>
              <a:t>Nobel Prize Malala facts: https://www.nobelprize.org/prizes/peace/2014/yousafzai/facts/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F: decision and reason.</a:t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Luke 10 in the King James Version: https://www.biblegateway.com/passage/?search=Luke%2010%3A25-37&amp;version=KJV</a:t>
            </a:r>
          </a:p>
          <a:p xmlns:a="http://schemas.openxmlformats.org/drawingml/2006/main">
            <a:r>
              <a:t>Nobel Prize Malala facts: https://www.nobelprize.org/prizes/peace/2014/yousafzai/facts/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F: decision and reason.</a:t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Luke 10 in the King James Version: https://www.biblegateway.com/passage/?search=Luke%2010%3A25-37&amp;version=KJV</a:t>
            </a:r>
          </a:p>
          <a:p xmlns:a="http://schemas.openxmlformats.org/drawingml/2006/main">
            <a:r>
              <a:t>Nobel Prize Malala facts: https://www.nobelprize.org/prizes/peace/2014/yousafzai/facts/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F: decision and reason.</a:t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Luke 10 in the King James Version: https://www.biblegateway.com/passage/?search=Luke%2010%3A25-37&amp;version=KJV</a:t>
            </a:r>
          </a:p>
          <a:p xmlns:a="http://schemas.openxmlformats.org/drawingml/2006/main">
            <a:r>
              <a:t>Nobel Prize Malala facts: https://www.nobelprize.org/prizes/peace/2014/yousafzai/facts/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F: decision and reason.</a:t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Luke 10 in the King James Version: https://www.biblegateway.com/passage/?search=Luke%2010%3A25-37&amp;version=KJV</a:t>
            </a:r>
          </a:p>
          <a:p xmlns:a="http://schemas.openxmlformats.org/drawingml/2006/main">
            <a:r>
              <a:t>Nobel Prize Malala facts: https://www.nobelprize.org/prizes/peace/2014/yousafzai/facts/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two choices. Read one short instruction. Point, match or say a word, then add a reason when ready.</a:t>
            </a:r>
          </a:p>
          <a:p xmlns:a="http://schemas.openxmlformats.org/drawingml/2006/main">
            <a:r>
              <a:t>Compare responses to the tablet dilemma. Say or show what helped you decide.</a:t>
            </a:r>
          </a:p>
          <a:p xmlns:a="http://schemas.openxmlformats.org/drawingml/2006/main">
            <a:r>
              <a:t>Explain a possible drawback of your choice and how to address it.</a:t>
            </a:r>
          </a:p>
          <a:p xmlns:a="http://schemas.openxmlformats.org/drawingml/2006/main">
            <a:r>
              <a:t>F: decision and reason.</a:t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Luke 10 in the King James Version: https://www.biblegateway.com/passage/?search=Luke%2010%3A25-37&amp;version=KJV</a:t>
            </a:r>
          </a:p>
          <a:p xmlns:a="http://schemas.openxmlformats.org/drawingml/2006/main">
            <a:r>
              <a:t>Nobel Prize Malala facts: https://www.nobelprize.org/prizes/peace/2014/yousafzai/facts/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 the instructions or offer audio — Fair access — The pupil can access the same activity.</a:t>
            </a:r>
          </a:p>
          <a:p xmlns:a="http://schemas.openxmlformats.org/drawingml/2006/main">
            <a:r>
              <a:t>Exclude the pupil — Unfair access — The barrier remains and participation is removed.</a:t>
            </a:r>
          </a:p>
          <a:p xmlns:a="http://schemas.openxmlformats.org/drawingml/2006/main">
            <a:r>
              <a:t>Ask which format helps — Fair access — It gives the pupil a meaningful choice.</a:t>
            </a:r>
          </a:p>
          <a:p xmlns:a="http://schemas.openxmlformats.org/drawingml/2006/main">
            <a:r>
              <a:t>Use the HTML lesson for the interactive version, or the paper cards.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two choices. Read one short instruction. Point, match or say a word, then add a reason when ready. Complete the organiser one space at a time. The need is ___. A fair action is ___ because ___.</a:t>
            </a:r>
          </a:p>
          <a:p xmlns:a="http://schemas.openxmlformats.org/drawingml/2006/main">
            <a:r>
              <a:t>An adult may read or scribe your exact response. They should not choose the answer.</a:t>
            </a:r>
          </a:p>
          <a:p xmlns:a="http://schemas.openxmlformats.org/drawingml/2006/main">
            <a:r>
              <a:t>F: decision and reason.</a:t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Luke 10 in the King James Version: https://www.biblegateway.com/passage/?search=Luke%2010%3A25-37&amp;version=KJV</a:t>
            </a:r>
          </a:p>
          <a:p xmlns:a="http://schemas.openxmlformats.org/drawingml/2006/main">
            <a:r>
              <a:t>Nobel Prize Malala facts: https://www.nobelprize.org/prizes/peace/2014/yousafzai/facts/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need is ___. A fair action is ___ because ___.</a:t>
            </a:r>
          </a:p>
          <a:p xmlns:a="http://schemas.openxmlformats.org/drawingml/2006/main">
            <a:r>
              <a:t>Check the required evidence and revise one detail.</a:t>
            </a:r>
          </a:p>
          <a:p xmlns:a="http://schemas.openxmlformats.org/drawingml/2006/main">
            <a:r>
              <a:t>F: decision and reason.</a:t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Luke 10 in the King James Version: https://www.biblegateway.com/passage/?search=Luke%2010%3A25-37&amp;version=KJV</a:t>
            </a:r>
          </a:p>
          <a:p xmlns:a="http://schemas.openxmlformats.org/drawingml/2006/main">
            <a:r>
              <a:t>Nobel Prize Malala facts: https://www.nobelprize.org/prizes/peace/2014/yousafzai/facts/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Choose the evidence independently. Use the frame only if it helps.</a:t>
            </a:r>
          </a:p>
          <a:p xmlns:a="http://schemas.openxmlformats.org/drawingml/2006/main">
            <a:r>
              <a:t>Explain a possible drawback of your choice and how to address it.</a:t>
            </a:r>
          </a:p>
          <a:p xmlns:a="http://schemas.openxmlformats.org/drawingml/2006/main">
            <a:r>
              <a:t>F: decision and reason.</a:t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Luke 10 in the King James Version: https://www.biblegateway.com/passage/?search=Luke%2010%3A25-37&amp;version=KJV</a:t>
            </a:r>
          </a:p>
          <a:p xmlns:a="http://schemas.openxmlformats.org/drawingml/2006/main">
            <a:r>
              <a:t>Nobel Prize Malala facts: https://www.nobelprize.org/prizes/peace/2014/yousafzai/facts/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decision and reason.</a:t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Luke 10 in the King James Version: https://www.biblegateway.com/passage/?search=Luke%2010%3A25-37&amp;version=KJV</a:t>
            </a:r>
          </a:p>
          <a:p xmlns:a="http://schemas.openxmlformats.org/drawingml/2006/main">
            <a:r>
              <a:t>Nobel Prize Malala facts: https://www.nobelprize.org/prizes/peace/2014/yousafzai/facts/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No. Different needs may require different support.</a:t>
            </a:r>
          </a:p>
          <a:p xmlns:a="http://schemas.openxmlformats.org/drawingml/2006/main">
            <a:r>
              <a:t>The chosen action and the need it meets.</a:t>
            </a:r>
          </a:p>
          <a:p xmlns:a="http://schemas.openxmlformats.org/drawingml/2006/main">
            <a:r>
              <a:t>Support: The need is ___. A fair action is ___ because ___.</a:t>
            </a:r>
          </a:p>
          <a:p xmlns:a="http://schemas.openxmlformats.org/drawingml/2006/main">
            <a:r>
              <a:t>Extension: Explain a possible drawback of your choice and how to address 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decision and reason.</a:t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Luke 10 in the King James Version: https://www.biblegateway.com/passage/?search=Luke%2010%3A25-37&amp;version=KJV</a:t>
            </a:r>
          </a:p>
          <a:p xmlns:a="http://schemas.openxmlformats.org/drawingml/2006/main">
            <a:r>
              <a:t>Nobel Prize Malala facts: https://www.nobelprize.org/prizes/peace/2014/yousafzai/facts/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decision and reason.</a:t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Luke 10 in the King James Version: https://www.biblegateway.com/passage/?search=Luke%2010%3A25-37&amp;version=KJV</a:t>
            </a:r>
          </a:p>
          <a:p xmlns:a="http://schemas.openxmlformats.org/drawingml/2006/main">
            <a:r>
              <a:t>Nobel Prize Malala facts: https://www.nobelprize.org/prizes/peace/2014/yousafzai/facts/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decision and reason.</a:t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Luke 10 in the King James Version: https://www.biblegateway.com/passage/?search=Luke%2010%3A25-37&amp;version=KJV</a:t>
            </a:r>
          </a:p>
          <a:p xmlns:a="http://schemas.openxmlformats.org/drawingml/2006/main">
            <a:r>
              <a:t>Nobel Prize Malala facts: https://www.nobelprize.org/prizes/peace/2014/yousafzai/facts/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decision and reason.</a:t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Luke 10 in the King James Version: https://www.biblegateway.com/passage/?search=Luke%2010%3A25-37&amp;version=KJV</a:t>
            </a:r>
          </a:p>
          <a:p xmlns:a="http://schemas.openxmlformats.org/drawingml/2006/main">
            <a:r>
              <a:t>Nobel Prize Malala facts: https://www.nobelprize.org/prizes/peace/2014/yousafzai/facts/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7e5b2b601744488f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0738efc88cff44cb" Type="http://schemas.openxmlformats.org/officeDocument/2006/relationships/slideLayout" Target="../slideLayouts/slideLayout1.xml"/><Relationship Id="Rda80a27744884057" Type="http://schemas.openxmlformats.org/officeDocument/2006/relationships/theme" Target="theme/theme2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738efc88cff44c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67e2ee43c1e849d2" Type="http://schemas.openxmlformats.org/officeDocument/2006/relationships/notesSlide" Target="../notesSlides/notesSlide1.xml"/><Relationship Id="Rb3f35c9108a84c1a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29664ac7e84346cf" Type="http://schemas.openxmlformats.org/officeDocument/2006/relationships/slideLayout" Target="../slideLayouts/slideLayout1.xml"/><Relationship Id="R41722be84efd4e78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0ddac7d14eee46da" Type="http://schemas.openxmlformats.org/officeDocument/2006/relationships/slideLayout" Target="../slideLayouts/slideLayout1.xml"/><Relationship Id="R48e3009a7d744e8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ebb76b2e8d4f4550" Type="http://schemas.openxmlformats.org/officeDocument/2006/relationships/slideLayout" Target="../slideLayouts/slideLayout1.xml"/><Relationship Id="Rf812924f00a640b0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15f19b699db94bc2" Type="http://schemas.openxmlformats.org/officeDocument/2006/relationships/notesSlide" Target="../notesSlides/notesSlide5.xml"/><Relationship Id="R376765f4b0914c9a" Type="http://schemas.openxmlformats.org/officeDocument/2006/relationships/slideLayout" Target="../slideLayouts/slideLayout1.xml"/><Relationship Id="R3d9a9d5e628d4f6d" Type="http://schemas.openxmlformats.org/officeDocument/2006/relationships/image" Target="../media/image.png"/></Relationships>
</file>

<file path=ppt/slides/_rels/slide6.xml.rels><?xml version='1.0' encoding='UTF-8' standalone='yes'?>
<Relationships xmlns="http://schemas.openxmlformats.org/package/2006/relationships"><Relationship Id="R01a70edbd1d64b6d" Type="http://schemas.openxmlformats.org/officeDocument/2006/relationships/notesSlide" Target="../notesSlides/notesSlide6.xml"/><Relationship Id="R1c58bb03f4374826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3b1805f2ba99401e" Type="http://schemas.openxmlformats.org/officeDocument/2006/relationships/slideLayout" Target="../slideLayouts/slideLayout1.xml"/><Relationship Id="R94f756de4fec429c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84ab51e0f44940b1" Type="http://schemas.openxmlformats.org/officeDocument/2006/relationships/notesSlide" Target="../notesSlides/notesSlide8.xml"/><Relationship Id="Rb75799d147584e02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1c75e63814d04aec" Type="http://schemas.openxmlformats.org/officeDocument/2006/relationships/notesSlide" Target="../notesSlides/notesSlide9.xml"/><Relationship Id="R9d1f1e870e3740ce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0940deba9cc34615" Type="http://schemas.openxmlformats.org/officeDocument/2006/relationships/slideLayout" Target="../slideLayouts/slideLayout1.xml"/><Relationship Id="Re22adc4fc95942ea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2e630d2f021f4d54" Type="http://schemas.openxmlformats.org/officeDocument/2006/relationships/slideLayout" Target="../slideLayouts/slideLayout1.xml"/><Relationship Id="Rbe22cde6c6dc405e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a0186176591d433f" Type="http://schemas.openxmlformats.org/officeDocument/2006/relationships/notesSlide" Target="../notesSlides/notesSlide12.xml"/><Relationship Id="Rfce53cdbbffa4893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12cea91cfd314f12" Type="http://schemas.openxmlformats.org/officeDocument/2006/relationships/notesSlide" Target="../notesSlides/notesSlide13.xml"/><Relationship Id="R9026f191942d41ea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7e607f68577c44ed" Type="http://schemas.openxmlformats.org/officeDocument/2006/relationships/notesSlide" Target="../notesSlides/notesSlide14.xml"/><Relationship Id="Rbbd60792dcee4e04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1473b3eaa3234a7d" Type="http://schemas.openxmlformats.org/officeDocument/2006/relationships/notesSlide" Target="../notesSlides/notesSlide15.xml"/><Relationship Id="R4482f6eba87b4e9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07c3993c42a74a73" Type="http://schemas.openxmlformats.org/officeDocument/2006/relationships/notesSlide" Target="../notesSlides/notesSlide16.xml"/><Relationship Id="Refba8e80154e47f3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fb2ad85956bd43e7" Type="http://schemas.openxmlformats.org/officeDocument/2006/relationships/slideLayout" Target="../slideLayouts/slideLayout1.xml"/><Relationship Id="Rfeccbfa6a3854ea7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ed00a65214114b91" Type="http://schemas.openxmlformats.org/officeDocument/2006/relationships/slideLayout" Target="../slideLayouts/slideLayout1.xml"/><Relationship Id="Rfe476308652040e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a22e7373815c4d5d" Type="http://schemas.openxmlformats.org/officeDocument/2006/relationships/notesSlide" Target="../notesSlides/notesSlide19.xml"/><Relationship Id="Rb557d6e2a4704044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9de593ce90ba459c" Type="http://schemas.openxmlformats.org/officeDocument/2006/relationships/slideLayout" Target="../slideLayouts/slideLayout1.xml"/><Relationship Id="Ra1b35a47ed934f15" Type="http://schemas.openxmlformats.org/officeDocument/2006/relationships/notesSlide" Target="../notesSlides/notesSlide20.xml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67BC20-F318-45B2-909B-BA0177238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Fair and unfair decisions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474B95-6B3F-4113-8200-5DAB2AAB1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Spring 2  W2                                     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0233D2-56D7-481F-8CD4-27CED3A68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Talk about what is fair and unfair.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37061F-C71C-4982-AB07-ED4421C79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BUILD / Humanities / Spring 2 / Week 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915224-354D-4AF3-917F-147230B88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Speak, point, draw, type or write.</a:t>
            </a:r>
          </a:p>
        </p:txBody>
      </p:sp>
    </p:spTree>
    <p:extLst>
      <p:ext uri="{BB962C8B-B14F-4D97-AF65-F5344CB8AC3E}">
        <p14:creationId xmlns:p14="http://schemas.microsoft.com/office/powerpoint/2010/main" val="122380794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DAF6E4-65CB-43B0-96D6-B98B913E5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Arrival questions 1 and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13A61F-493D-4CBF-A3CE-B7FAC9837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Spring 2  W2                                     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98B794-0893-4FF2-9EF1-E1850A68B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1. Who stops to help in the retelling?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EFBCB5-EAC7-4166-B9D5-9D026149E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2. Which meaning fits fairness?</a:t>
            </a:r>
          </a:p>
        </p:txBody>
      </p:sp>
    </p:spTree>
    <p:extLst>
      <p:ext uri="{BB962C8B-B14F-4D97-AF65-F5344CB8AC3E}">
        <p14:creationId xmlns:p14="http://schemas.microsoft.com/office/powerpoint/2010/main" val="16765376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3AA511-8DA8-4C25-93ED-05E71A09E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Arrival questions 3 and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735A40-9FF6-48C2-9B90-74679A119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Spring 2  W2                                     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A21C3A-136E-41DA-846C-7A3CEAB20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3. Is fairness always identical treatment?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4A7C5A-298A-4768-963A-4ACB046E3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4. What should a reason connect?</a:t>
            </a:r>
          </a:p>
        </p:txBody>
      </p:sp>
    </p:spTree>
    <p:extLst>
      <p:ext uri="{BB962C8B-B14F-4D97-AF65-F5344CB8AC3E}">
        <p14:creationId xmlns:p14="http://schemas.microsoft.com/office/powerpoint/2010/main" val="179819400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8B6DC8-A3E7-49A3-AE13-4CFBD0802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Words for this lesson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80AB62-E52E-475B-9632-57DD06E7A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Spring 2  W2                                     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BA687A-42F0-491C-9CB5-8DBBF879A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76375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fairness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Giving people a fair chance and meeting needs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A6DE95-1847-44CF-8DBC-B4C393885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476375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care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Acting to help with a need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A71936-03B1-4DA3-A6F5-616A109D0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14750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right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A basic entitlement held by people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AF36F4-C4C8-4F89-A602-04C1016BB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714750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responsibility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Something we should take care to do</a:t>
            </a:r>
          </a:p>
        </p:txBody>
      </p:sp>
    </p:spTree>
    <p:extLst>
      <p:ext uri="{BB962C8B-B14F-4D97-AF65-F5344CB8AC3E}">
        <p14:creationId xmlns:p14="http://schemas.microsoft.com/office/powerpoint/2010/main" val="106525279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D1B127-D321-43CF-A31C-C6AA0D78E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Starter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8BA2B9-3341-4B82-943F-910F52403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Spring 2  W2                                      5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9a9d5e628d4f6d"/>
          <a:stretch xmlns:a="http://schemas.openxmlformats.org/drawingml/2006/main"/>
        </p:blipFill>
        <p:spPr>
          <a:xfrm xmlns:a="http://schemas.openxmlformats.org/drawingml/2006/main">
            <a:off x="1199324" y="3286125"/>
            <a:ext cx="9793351" cy="2571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50263D-DA52-43A6-ACA0-17FA17E17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Compare responses to the tablet dilemma.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4F5682-6713-41D6-8A53-4FED32A50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80260"/>
            <a:ext cx="110871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Make a first choice. Explain what helped you decide.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227AE8-D90E-49F4-AC7F-59FFA3063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31770"/>
            <a:ext cx="11087100" cy="788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Show two choices. Read one short instruction. Point, match or say a word, then add a reason when ready.</a:t>
            </a:r>
          </a:p>
        </p:txBody>
      </p:sp>
    </p:spTree>
    <p:extLst>
      <p:ext uri="{BB962C8B-B14F-4D97-AF65-F5344CB8AC3E}">
        <p14:creationId xmlns:p14="http://schemas.microsoft.com/office/powerpoint/2010/main" val="39520448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459EF8-E115-4964-AC69-A80996E9B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Model question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1A1773-7D0D-4155-8C7B-937FD43FF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Spring 2  W2                                      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F4641E-2323-4825-B16D-DE999636A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Question: Is fairness always identical treatment?</a:t>
            </a:r>
          </a:p>
        </p:txBody>
      </p:sp>
    </p:spTree>
    <p:extLst>
      <p:ext uri="{BB962C8B-B14F-4D97-AF65-F5344CB8AC3E}">
        <p14:creationId xmlns:p14="http://schemas.microsoft.com/office/powerpoint/2010/main" val="207876598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6A0A5E-7535-495B-ACB1-D1B16AA17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Model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51BCB7-7685-435A-B42D-256C2E6AC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Spring 2  W2                                      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D82F28-ED4B-4BD5-9DC9-804CDB195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Evidence: B A fair turn: Fictional case: three pupils share one tablet. Jo needs text read aloud. The group can agree turns and switch on speech support. Equal dignity does not always mean identical support.</a:t>
            </a:r>
          </a:p>
        </p:txBody>
      </p:sp>
    </p:spTree>
    <p:extLst>
      <p:ext uri="{BB962C8B-B14F-4D97-AF65-F5344CB8AC3E}">
        <p14:creationId xmlns:p14="http://schemas.microsoft.com/office/powerpoint/2010/main" val="207201489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9E69BC-165B-4A52-AE97-9B7B0E1CA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Model explanation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5E4397-457C-40E1-B737-44430DFA1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Spring 2  W2                                      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CE4F75-0566-48B1-ABE0-86C6A1C1C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Think aloud: No. Different needs may require different support.</a:t>
            </a:r>
          </a:p>
        </p:txBody>
      </p:sp>
    </p:spTree>
    <p:extLst>
      <p:ext uri="{BB962C8B-B14F-4D97-AF65-F5344CB8AC3E}">
        <p14:creationId xmlns:p14="http://schemas.microsoft.com/office/powerpoint/2010/main" val="58560544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150220-9689-4159-AAF7-CC07C8AC9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Model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AFACF5-541A-46A3-99BF-25ED73B20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Spring 2  W2                                      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A567C6-FEF1-4F3B-8E80-76A223CAC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Check: What should a reason connect? The chosen action and the need it meets.</a:t>
            </a:r>
          </a:p>
        </p:txBody>
      </p:sp>
    </p:spTree>
    <p:extLst>
      <p:ext uri="{BB962C8B-B14F-4D97-AF65-F5344CB8AC3E}">
        <p14:creationId xmlns:p14="http://schemas.microsoft.com/office/powerpoint/2010/main" val="197525436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E0C1E5-0036-403C-BDE0-F04A47194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A3DD80-BE74-4D2B-A13A-9531531FF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Spring 2  W2                                      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5EF62A-0792-4580-8CC3-53219D8D3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Compare responses to the tablet dilemma.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11403D-07A2-4576-AE63-719A0808E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Change one detail and see whether your judgement still fits.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56FDA7-3133-4DA6-B803-EDAD0B614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Suggest a choice. Check the evidence together. Swap roles when ready.</a:t>
            </a:r>
          </a:p>
        </p:txBody>
      </p:sp>
    </p:spTree>
    <p:extLst>
      <p:ext uri="{BB962C8B-B14F-4D97-AF65-F5344CB8AC3E}">
        <p14:creationId xmlns:p14="http://schemas.microsoft.com/office/powerpoint/2010/main" val="47634063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77172D-463E-4370-B9C4-9B33E4C83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Shared activity cards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BF197F-A839-4724-BF29-3D350C2E1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Spring 2  W2                                      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92738A-A56C-41BB-B082-79C5F34CE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Read the instructions or offer audio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5DE708-F12D-493C-A458-5FE31D8DB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Exclude the pupil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E7A8A3-5DEC-4912-B338-59FC64057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Ask which format helps</a:t>
            </a:r>
          </a:p>
        </p:txBody>
      </p:sp>
    </p:spTree>
    <p:extLst>
      <p:ext uri="{BB962C8B-B14F-4D97-AF65-F5344CB8AC3E}">
        <p14:creationId xmlns:p14="http://schemas.microsoft.com/office/powerpoint/2010/main" val="153135395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D95930-A205-43F6-B0C2-2F7701035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Independent task supported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D5089E-1AF9-491C-BE28-605D82EC3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Spring 2  W2                                      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ABF105-9C02-44B3-A51B-2A12BAAD1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Make a decision card for a new club dilemma: one pupil cannot read the activity instructions.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4FB76E-5C66-402B-87F3-46211A377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Choose an action and explain why it gives a fair chance.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7B5D5E-F317-49F0-A2FD-79129E489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Record your own decision after shared practice.</a:t>
            </a:r>
          </a:p>
        </p:txBody>
      </p:sp>
    </p:spTree>
    <p:extLst>
      <p:ext uri="{BB962C8B-B14F-4D97-AF65-F5344CB8AC3E}">
        <p14:creationId xmlns:p14="http://schemas.microsoft.com/office/powerpoint/2010/main" val="176482364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3B5738-2A62-4ED4-99CC-F5635618B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Independent task standard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FFB3BA-00DB-498C-A715-75C7CA0FD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Spring 2  W2                                      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B949EE-A808-4622-8303-B8B15A3F9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Make a decision card for a new club dilemma: one pupil cannot read the activity instructions.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2BF949-0F54-4D3D-856C-50486E84D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Choose an action and explain why it gives a fair chance.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E09B61-4EFD-45B0-BA62-D572EA310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Record your own decision after shared practice.</a:t>
            </a:r>
          </a:p>
        </p:txBody>
      </p:sp>
    </p:spTree>
    <p:extLst>
      <p:ext uri="{BB962C8B-B14F-4D97-AF65-F5344CB8AC3E}">
        <p14:creationId xmlns:p14="http://schemas.microsoft.com/office/powerpoint/2010/main" val="101907970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8E10C7-AF6A-4F52-BF3C-AD9019D44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Independent task stretch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06FB14-A1AB-4206-9019-8C95E141D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Spring 2  W2                                      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077ECE-2F01-4371-A360-EB60E05C2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Make a decision card for a new club dilemma: one pupil cannot read the activity instructions.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ADBDB2-B027-40B1-B394-5CA5DEA83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Choose an action and explain why it gives a fair chance.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B72667-ACAD-4885-9B0A-CA108865B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Record your own decision after shared practice.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E4F5AB-6A42-4F42-A7C1-E159413D1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433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Explain a possible drawback of your choice and how to address it.</a:t>
            </a:r>
          </a:p>
        </p:txBody>
      </p:sp>
    </p:spTree>
    <p:extLst>
      <p:ext uri="{BB962C8B-B14F-4D97-AF65-F5344CB8AC3E}">
        <p14:creationId xmlns:p14="http://schemas.microsoft.com/office/powerpoint/2010/main" val="147707394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C20839-0FEB-4B50-8D41-95D638555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Review and improve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501156-E2D1-49D0-8F85-EEA2DC727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Spring 2  W2                                      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D0F6F2-07B0-480E-9F7A-11319256F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Check the required evidence: decision and reason.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8C7E36-1AFC-40E1-A89A-00EEFB970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Point to one part that meets the goal.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D2A731-38C0-434F-B521-E74BDD400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Improve one detail.</a:t>
            </a:r>
          </a:p>
        </p:txBody>
      </p:sp>
    </p:spTree>
    <p:extLst>
      <p:ext uri="{BB962C8B-B14F-4D97-AF65-F5344CB8AC3E}">
        <p14:creationId xmlns:p14="http://schemas.microsoft.com/office/powerpoint/2010/main" val="54722957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B18D1B-4293-4AC7-83B9-B99F8501B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Exit ticket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10DBDB-5FC3-4A39-949C-369197315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Spring 2  W2                                      16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49E2B0-F7BC-4256-ADB0-0D0AA1E2D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Is fairness always identical treatment?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BB20C3-2975-4ABD-B266-3F9119726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What should a reason connect?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EA11D9-03B0-4FFD-BE04-9E786167C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You can share your response privately.</a:t>
            </a:r>
          </a:p>
        </p:txBody>
      </p:sp>
    </p:spTree>
    <p:extLst>
      <p:ext uri="{BB962C8B-B14F-4D97-AF65-F5344CB8AC3E}">
        <p14:creationId xmlns:p14="http://schemas.microsoft.com/office/powerpoint/2010/main" val="176182864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A2BDBF-6628-4925-A382-687CA5FE0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Evidence A The Good Samaritan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BFA18D-CFD9-4A99-9B28-7523AAD58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Spring 2  W2                                      17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254F88-2686-4DC3-96DB-4B72646E9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Easy-read retelling of the Christian parable in Luke 10: A traveller needs help. Two people pass by. A Samaritan stops, cares for him and arranges more help. The story asks what it means to be a neighbour.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3E227C-1026-49A6-ABEC-E5F8B144F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337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Authored retelling of Luke 10:25–37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B912DF-29BE-46A8-8685-B0352798D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385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A religious story teaches an idea; this retelling is not a quotation or a historical record.</a:t>
            </a:r>
          </a:p>
        </p:txBody>
      </p:sp>
    </p:spTree>
    <p:extLst>
      <p:ext uri="{BB962C8B-B14F-4D97-AF65-F5344CB8AC3E}">
        <p14:creationId xmlns:p14="http://schemas.microsoft.com/office/powerpoint/2010/main" val="181474029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582EFE-F13D-4425-B721-0AF83FCC0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Evidence B A fair turn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D58485-CCBA-45AD-9F39-EA9044D65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Spring 2  W2                                      18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7EA71A-8A8F-45F8-BB62-37B4F904A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Fictional case: three pupils share one tablet. Jo needs text read aloud. The group can agree turns and switch on speech support. Equal dignity does not always mean identical support.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0FE64B-4938-41FB-BFC9-FBED7D285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337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Authored classroom case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D33CD2-5F34-429E-9564-9E26ED0C6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385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This example does not describe every person or place.</a:t>
            </a:r>
          </a:p>
        </p:txBody>
      </p:sp>
    </p:spTree>
    <p:extLst>
      <p:ext uri="{BB962C8B-B14F-4D97-AF65-F5344CB8AC3E}">
        <p14:creationId xmlns:p14="http://schemas.microsoft.com/office/powerpoint/2010/main" val="912488294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0727D3-6CC6-41F9-9555-83CD703CE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Evidence C A caring action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E45D9E-76F8-4E25-B426-A0F8A60A0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Spring 2  W2                                      19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244FD6-11F5-4B14-9034-FD5B682CA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Fictional case: a new student cannot find the reading resources. A clear shelf label and a choice of formats could help. Ask what is useful before deciding.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7B5C24-8645-4FAB-BE6D-13B923644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337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Authored classroom case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9ADD4E-5CBE-4FB0-89EA-32B9CA9EB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385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This example does not describe every person or place.</a:t>
            </a:r>
          </a:p>
        </p:txBody>
      </p:sp>
    </p:spTree>
    <p:extLst>
      <p:ext uri="{BB962C8B-B14F-4D97-AF65-F5344CB8AC3E}">
        <p14:creationId xmlns:p14="http://schemas.microsoft.com/office/powerpoint/2010/main" val="1723274873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061742-E997-4280-85BC-BC6669423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Evidence M Malala Yousafzai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337133-DF34-4A0D-9B9B-90847F70F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Spring 2  W2                                      20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134126-822C-41C6-A3FF-9655F54F5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Malala campaigns for children’s education, especially girls’ education. She shared the 2014 Nobel Peace Prize with Kailash Satyarthi.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EF3430-21C1-46B3-B949-C3C055E50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Nobel Prize, Malala Yousafzai facts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AB5CE3-13F3-47C6-976D-B391907BA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An award recognises work; it does not prove that unequal access to education has ended.</a:t>
            </a:r>
          </a:p>
        </p:txBody>
      </p:sp>
    </p:spTree>
    <p:extLst>
      <p:ext uri="{BB962C8B-B14F-4D97-AF65-F5344CB8AC3E}">
        <p14:creationId xmlns:p14="http://schemas.microsoft.com/office/powerpoint/2010/main" val="166393200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2026-09-19T18:35:44.6830000Z</dcterms:created>
  <dcterms:modified xsi:type="dcterms:W3CDTF">2026-09-19T18:35:44.6830000Z</dcterms:modified>
</coreProperties>
</file>