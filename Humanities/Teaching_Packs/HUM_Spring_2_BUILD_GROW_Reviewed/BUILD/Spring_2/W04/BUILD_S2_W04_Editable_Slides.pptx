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0b81a9fe1d84602" Type="http://schemas.openxmlformats.org/officeDocument/2006/relationships/extended-properties" Target="docProps/app.xml"/><Relationship Id="R65ffab69468643fa" Type="http://schemas.openxmlformats.org/officeDocument/2006/relationships/officeDocument" Target="ppt/presentation.xml"/><Relationship Id="Re5e19b778bff4d17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232c6d0c334695"/>
  </p:sldMasterIdLst>
  <p:notesMasterIdLst>
    <p:notesMasterId xmlns:r="http://schemas.openxmlformats.org/officeDocument/2006/relationships" r:id="Ra2794381e42743cc"/>
  </p:notesMasterIdLst>
  <p:sldIdLst>
    <p:sldId xmlns:r="http://schemas.openxmlformats.org/officeDocument/2006/relationships" id="256" r:id="R7c068f5a20774d4b"/>
    <p:sldId xmlns:r="http://schemas.openxmlformats.org/officeDocument/2006/relationships" id="257" r:id="R1352429d68134ead"/>
    <p:sldId xmlns:r="http://schemas.openxmlformats.org/officeDocument/2006/relationships" id="258" r:id="Rce355a5d3ffa44f8"/>
    <p:sldId xmlns:r="http://schemas.openxmlformats.org/officeDocument/2006/relationships" id="259" r:id="Rf926d734e2c5458c"/>
    <p:sldId xmlns:r="http://schemas.openxmlformats.org/officeDocument/2006/relationships" id="260" r:id="R1776ccd596d54c21"/>
    <p:sldId xmlns:r="http://schemas.openxmlformats.org/officeDocument/2006/relationships" id="261" r:id="Rf44d0a12e46d4fd5"/>
    <p:sldId xmlns:r="http://schemas.openxmlformats.org/officeDocument/2006/relationships" id="262" r:id="Ra67189668adf46e4"/>
    <p:sldId xmlns:r="http://schemas.openxmlformats.org/officeDocument/2006/relationships" id="263" r:id="R4f9a73d87f274621"/>
    <p:sldId xmlns:r="http://schemas.openxmlformats.org/officeDocument/2006/relationships" id="264" r:id="R71a61244e15d4e54"/>
    <p:sldId xmlns:r="http://schemas.openxmlformats.org/officeDocument/2006/relationships" id="265" r:id="Rf5221a3fdbe144b8"/>
    <p:sldId xmlns:r="http://schemas.openxmlformats.org/officeDocument/2006/relationships" id="266" r:id="Rf6268dc7a07b4ae8"/>
    <p:sldId xmlns:r="http://schemas.openxmlformats.org/officeDocument/2006/relationships" id="267" r:id="Rfe35542152344516"/>
    <p:sldId xmlns:r="http://schemas.openxmlformats.org/officeDocument/2006/relationships" id="268" r:id="R6576d553b1fd4db2"/>
    <p:sldId xmlns:r="http://schemas.openxmlformats.org/officeDocument/2006/relationships" id="269" r:id="R700196dba63447c9"/>
    <p:sldId xmlns:r="http://schemas.openxmlformats.org/officeDocument/2006/relationships" id="270" r:id="Rbe8640d18dbe4f86"/>
    <p:sldId xmlns:r="http://schemas.openxmlformats.org/officeDocument/2006/relationships" id="271" r:id="R2c764edd2d5e48a7"/>
    <p:sldId xmlns:r="http://schemas.openxmlformats.org/officeDocument/2006/relationships" id="272" r:id="Ra2a4372e7403469f"/>
    <p:sldId xmlns:r="http://schemas.openxmlformats.org/officeDocument/2006/relationships" id="273" r:id="R091e909741f643b6"/>
    <p:sldId xmlns:r="http://schemas.openxmlformats.org/officeDocument/2006/relationships" id="274" r:id="Reedb4d5203ca4582"/>
    <p:sldId xmlns:r="http://schemas.openxmlformats.org/officeDocument/2006/relationships" id="275" r:id="Raaaabb4bb10b44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91e909741f643b6" Type="http://schemas.openxmlformats.org/officeDocument/2006/relationships/slide" Target="slides/slide18.xml"/><Relationship Id="R134d26bf29bf45fb" Type="http://schemas.openxmlformats.org/officeDocument/2006/relationships/presProps" Target="presProps.xml"/><Relationship Id="R1352429d68134ead" Type="http://schemas.openxmlformats.org/officeDocument/2006/relationships/slide" Target="slides/slide2.xml"/><Relationship Id="R1776ccd596d54c21" Type="http://schemas.openxmlformats.org/officeDocument/2006/relationships/slide" Target="slides/slide5.xml"/><Relationship Id="R1e830d94a9694658" Type="http://schemas.openxmlformats.org/officeDocument/2006/relationships/tableStyles" Target="tableStyles.xml"/><Relationship Id="R2c764edd2d5e48a7" Type="http://schemas.openxmlformats.org/officeDocument/2006/relationships/slide" Target="slides/slide16.xml"/><Relationship Id="R34232c6d0c334695" Type="http://schemas.openxmlformats.org/officeDocument/2006/relationships/slideMaster" Target="slideMasters/slideMaster1.xml"/><Relationship Id="R4f9a73d87f274621" Type="http://schemas.openxmlformats.org/officeDocument/2006/relationships/slide" Target="slides/slide8.xml"/><Relationship Id="R6576d553b1fd4db2" Type="http://schemas.openxmlformats.org/officeDocument/2006/relationships/slide" Target="slides/slide13.xml"/><Relationship Id="R700196dba63447c9" Type="http://schemas.openxmlformats.org/officeDocument/2006/relationships/slide" Target="slides/slide14.xml"/><Relationship Id="R71a61244e15d4e54" Type="http://schemas.openxmlformats.org/officeDocument/2006/relationships/slide" Target="slides/slide9.xml"/><Relationship Id="R7c068f5a20774d4b" Type="http://schemas.openxmlformats.org/officeDocument/2006/relationships/slide" Target="slides/slide1.xml"/><Relationship Id="Ra2794381e42743cc" Type="http://schemas.openxmlformats.org/officeDocument/2006/relationships/notesMaster" Target="notesMasters/notesMaster1.xml"/><Relationship Id="Ra2a4372e7403469f" Type="http://schemas.openxmlformats.org/officeDocument/2006/relationships/slide" Target="slides/slide17.xml"/><Relationship Id="Ra67189668adf46e4" Type="http://schemas.openxmlformats.org/officeDocument/2006/relationships/slide" Target="slides/slide7.xml"/><Relationship Id="Raaaabb4bb10b44f5" Type="http://schemas.openxmlformats.org/officeDocument/2006/relationships/slide" Target="slides/slide20.xml"/><Relationship Id="Rbe8640d18dbe4f86" Type="http://schemas.openxmlformats.org/officeDocument/2006/relationships/slide" Target="slides/slide15.xml"/><Relationship Id="Rce355a5d3ffa44f8" Type="http://schemas.openxmlformats.org/officeDocument/2006/relationships/slide" Target="slides/slide3.xml"/><Relationship Id="Reedb4d5203ca4582" Type="http://schemas.openxmlformats.org/officeDocument/2006/relationships/slide" Target="slides/slide19.xml"/><Relationship Id="Rf44d0a12e46d4fd5" Type="http://schemas.openxmlformats.org/officeDocument/2006/relationships/slide" Target="slides/slide6.xml"/><Relationship Id="Rf5221a3fdbe144b8" Type="http://schemas.openxmlformats.org/officeDocument/2006/relationships/slide" Target="slides/slide10.xml"/><Relationship Id="Rf6268dc7a07b4ae8" Type="http://schemas.openxmlformats.org/officeDocument/2006/relationships/slide" Target="slides/slide11.xml"/><Relationship Id="Rf926d734e2c5458c" Type="http://schemas.openxmlformats.org/officeDocument/2006/relationships/slide" Target="slides/slide4.xml"/><Relationship Id="Rf9ed12e3dbdc438e" Type="http://schemas.openxmlformats.org/officeDocument/2006/relationships/theme" Target="theme/theme1.xml"/><Relationship Id="Rfe35542152344516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cc241cafd3bb45c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4682a036ec24375" Type="http://schemas.openxmlformats.org/officeDocument/2006/relationships/notesMaster" Target="../notesMasters/notesMaster1.xml"/><Relationship Id="Re0e128a742a9475e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aeb2752efa94df0" Type="http://schemas.openxmlformats.org/officeDocument/2006/relationships/notesMaster" Target="../notesMasters/notesMaster1.xml"/><Relationship Id="R76b3b39eb1cd459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1a547fa92754dd7" Type="http://schemas.openxmlformats.org/officeDocument/2006/relationships/slide" Target="../slides/slide3.xml"/><Relationship Id="Rcca61241d43f4734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251b92ec3ca4d92" Type="http://schemas.openxmlformats.org/officeDocument/2006/relationships/slide" Target="../slides/slide4.xml"/><Relationship Id="Radbcb7442466467a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330fba269124225" Type="http://schemas.openxmlformats.org/officeDocument/2006/relationships/slide" Target="../slides/slide5.xml"/><Relationship Id="R8a75056f46c54b15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100939b1ac0448d" Type="http://schemas.openxmlformats.org/officeDocument/2006/relationships/slide" Target="../slides/slide6.xml"/><Relationship Id="Rc68f4f5511864149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152fca46fb346f5" Type="http://schemas.openxmlformats.org/officeDocument/2006/relationships/notesMaster" Target="../notesMasters/notesMaster1.xml"/><Relationship Id="Re8f58a8026dd4d5e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a2e14c207dec41e3" Type="http://schemas.openxmlformats.org/officeDocument/2006/relationships/slide" Target="../slides/slide8.xml"/><Relationship Id="Rb9a10624157c423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a37142df03c74902" Type="http://schemas.openxmlformats.org/officeDocument/2006/relationships/slide" Target="../slides/slide9.xml"/><Relationship Id="Reada969470c1497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508e8fbb5244617" Type="http://schemas.openxmlformats.org/officeDocument/2006/relationships/slide" Target="../slides/slide10.xml"/><Relationship Id="R981ea242ad434a2c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219790f19744a31" Type="http://schemas.openxmlformats.org/officeDocument/2006/relationships/notesMaster" Target="../notesMasters/notesMaster1.xml"/><Relationship Id="R5e2b3021b8924f3d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8e4ab2582f34081" Type="http://schemas.openxmlformats.org/officeDocument/2006/relationships/slide" Target="../slides/slide12.xml"/><Relationship Id="R99b5aba63a844096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c8058904d5604150" Type="http://schemas.openxmlformats.org/officeDocument/2006/relationships/slide" Target="../slides/slide13.xml"/><Relationship Id="Rd9ee2254a12d4c2d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3fdb2528018e4744" Type="http://schemas.openxmlformats.org/officeDocument/2006/relationships/slide" Target="../slides/slide14.xml"/><Relationship Id="Re3d05f08021d41e7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ca69d2f11fc843e6" Type="http://schemas.openxmlformats.org/officeDocument/2006/relationships/slide" Target="../slides/slide15.xml"/><Relationship Id="Rfe002dd82eb64c26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e2daf86d40145be" Type="http://schemas.openxmlformats.org/officeDocument/2006/relationships/slide" Target="../slides/slide16.xml"/><Relationship Id="R5e39b52edefa44c6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79fe49982bd647e2" Type="http://schemas.openxmlformats.org/officeDocument/2006/relationships/notesMaster" Target="../notesMasters/notesMaster1.xml"/><Relationship Id="Rfc7a97ff530e4abd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45070c7b46324a9b" Type="http://schemas.openxmlformats.org/officeDocument/2006/relationships/notesMaster" Target="../notesMasters/notesMaster1.xml"/><Relationship Id="R68479021f45d4148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51459a7d6c864d3a" Type="http://schemas.openxmlformats.org/officeDocument/2006/relationships/slide" Target="../slides/slide19.xml"/><Relationship Id="Re5fdfdfb86bb4530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034f3e6ebfb74061" Type="http://schemas.openxmlformats.org/officeDocument/2006/relationships/notesMaster" Target="../notesMasters/notesMaster1.xml"/><Relationship Id="Rd8736ce3de524b0f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 clear shelf label, an accessible list or a guided introduction.</a:t>
            </a:r>
          </a:p>
          <a:p xmlns:a="http://schemas.openxmlformats.org/drawingml/2006/main">
            <a:r>
              <a:t>Choose: Giving people a fair chance and meeting needs OR Acting to help with a need. Answer: Giving people a fair chance and meeting needs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M or read one relevant card together. Answer: Children’s education, especially girls’ education.</a:t>
            </a:r>
          </a:p>
          <a:p xmlns:a="http://schemas.openxmlformats.org/drawingml/2006/main">
            <a:r>
              <a:t>Give a reason when ready. Answer: It recognises her work; it does not prove all education barriers ended.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Examine Malala’s biography card. Say or show what helped you decide.</a:t>
            </a:r>
          </a:p>
          <a:p xmlns:a="http://schemas.openxmlformats.org/drawingml/2006/main">
            <a:r>
              <a:t>Explain why an award does not prove the problem has been solved.</a:t>
            </a:r>
          </a:p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Campaigning for girls’ education — Supported — The Nobel source records this contribution.</a:t>
            </a:r>
          </a:p>
          <a:p xmlns:a="http://schemas.openxmlformats.org/drawingml/2006/main">
            <a:r>
              <a:t>All education inequality has ended — Not established — An award does not prove that outcome.</a:t>
            </a:r>
          </a:p>
          <a:p xmlns:a="http://schemas.openxmlformats.org/drawingml/2006/main">
            <a:r>
              <a:t>A contribution can challenge unfairness — Reasoned link — The action aims to widen access to education.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Malala campaigns for ___. This challenges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Malala campaigns for ___. This challenges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an award does not prove the problem has been solved.</a:t>
            </a:r>
          </a:p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Children’s education, especially girls’ education.</a:t>
            </a:r>
          </a:p>
          <a:p xmlns:a="http://schemas.openxmlformats.org/drawingml/2006/main">
            <a:r>
              <a:t>It recognises her work; it does not prove all education barriers ended.</a:t>
            </a:r>
          </a:p>
          <a:p xmlns:a="http://schemas.openxmlformats.org/drawingml/2006/main">
            <a:r>
              <a:t>Support: Malala campaigns for ___. This challenges ___ because ___.</a:t>
            </a:r>
          </a:p>
          <a:p xmlns:a="http://schemas.openxmlformats.org/drawingml/2006/main">
            <a:r>
              <a:t>Extension: Explain why an award does not prove the problem has been 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contribution and link to fairness.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bffd8ecf4c6460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7b1f8f76dde455a" Type="http://schemas.openxmlformats.org/officeDocument/2006/relationships/theme" Target="theme/theme2.xml"/><Relationship Id="Rdc64c1ee1f484cb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64c1ee1f484c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12d2fd1327a49a5" Type="http://schemas.openxmlformats.org/officeDocument/2006/relationships/slideLayout" Target="../slideLayouts/slideLayout1.xml"/><Relationship Id="Rb3b22125eeaa4cf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d53f37b43fc4df5" Type="http://schemas.openxmlformats.org/officeDocument/2006/relationships/notesSlide" Target="../notesSlides/notesSlide2.xml"/><Relationship Id="R21b9520c209c43e6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771a271b2b4840a4" Type="http://schemas.openxmlformats.org/officeDocument/2006/relationships/slideLayout" Target="../slideLayouts/slideLayout1.xml"/><Relationship Id="Rb6767bc1301e4b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b988163bddf04ba1" Type="http://schemas.openxmlformats.org/officeDocument/2006/relationships/slideLayout" Target="../slideLayouts/slideLayout1.xml"/><Relationship Id="Rcb6502e828d5461a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f9971307f7c4d67" Type="http://schemas.openxmlformats.org/officeDocument/2006/relationships/slideLayout" Target="../slideLayouts/slideLayout1.xml"/><Relationship Id="Ra7c95f9ffcfa4ca5" Type="http://schemas.openxmlformats.org/officeDocument/2006/relationships/image" Target="../media/image.png"/><Relationship Id="Rea67d0dfeeb14bc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547bf67fb9f64dce" Type="http://schemas.openxmlformats.org/officeDocument/2006/relationships/notesSlide" Target="../notesSlides/notesSlide6.xml"/><Relationship Id="Rbe96a5a35b9847ce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c9f56d3d0f44e9f" Type="http://schemas.openxmlformats.org/officeDocument/2006/relationships/slideLayout" Target="../slideLayouts/slideLayout1.xml"/><Relationship Id="R8407f785a0ce48f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3bfa5928ae764468" Type="http://schemas.openxmlformats.org/officeDocument/2006/relationships/notesSlide" Target="../notesSlides/notesSlide8.xml"/><Relationship Id="R97bf6df9e251456e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4565f4a95ecf4ceb" Type="http://schemas.openxmlformats.org/officeDocument/2006/relationships/notesSlide" Target="../notesSlides/notesSlide9.xml"/><Relationship Id="Re028bc7abf4b4887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14988e30336a40ed" Type="http://schemas.openxmlformats.org/officeDocument/2006/relationships/slideLayout" Target="../slideLayouts/slideLayout1.xml"/><Relationship Id="R51ba4bca709e477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85ce6a795b044acc" Type="http://schemas.openxmlformats.org/officeDocument/2006/relationships/slideLayout" Target="../slideLayouts/slideLayout1.xml"/><Relationship Id="Rff4a847dbc7a40bc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a9a39781653e4cf3" Type="http://schemas.openxmlformats.org/officeDocument/2006/relationships/notesSlide" Target="../notesSlides/notesSlide12.xml"/><Relationship Id="Rdf3e6b0a643c4e2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f58b265b20414248" Type="http://schemas.openxmlformats.org/officeDocument/2006/relationships/notesSlide" Target="../notesSlides/notesSlide13.xml"/><Relationship Id="Rf7ca6eba4ca34a0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37f97f98ae0d45a0" Type="http://schemas.openxmlformats.org/officeDocument/2006/relationships/notesSlide" Target="../notesSlides/notesSlide14.xml"/><Relationship Id="R69326ba05a774455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367ad0a43144758" Type="http://schemas.openxmlformats.org/officeDocument/2006/relationships/slideLayout" Target="../slideLayouts/slideLayout1.xml"/><Relationship Id="R6c0877188da0415e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8583a7bea67542ac" Type="http://schemas.openxmlformats.org/officeDocument/2006/relationships/notesSlide" Target="../notesSlides/notesSlide16.xml"/><Relationship Id="Rdd94075f7cb84b8f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901bb04409af4bb4" Type="http://schemas.openxmlformats.org/officeDocument/2006/relationships/slideLayout" Target="../slideLayouts/slideLayout1.xml"/><Relationship Id="Rcb910d46bacc4f3f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46437e8a7ae54970" Type="http://schemas.openxmlformats.org/officeDocument/2006/relationships/notesSlide" Target="../notesSlides/notesSlide18.xml"/><Relationship Id="Rbee85660053f475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67bcc12600cc4cf9" Type="http://schemas.openxmlformats.org/officeDocument/2006/relationships/slideLayout" Target="../slideLayouts/slideLayout1.xml"/><Relationship Id="Refc44f2425854e4e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bd50d5b5f2e9450d" Type="http://schemas.openxmlformats.org/officeDocument/2006/relationships/notesSlide" Target="../notesSlides/notesSlide20.xml"/><Relationship Id="Re037ea442bfd4177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43A2B-2272-482E-92F6-A3F9655C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 person who challenged unfairness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4A436-4D14-49DE-947E-196918A0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75219-B819-4622-9126-0F0A4B63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Recognise people who stood up for fairness linked to International Womens 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13678-CC2B-481D-BBFF-F01B5916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Spring 2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66FE8-59BA-4781-BCB9-4E1DDE29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99282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9951A-287B-42C9-A918-159C3C13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A417E-B491-46F0-9DF4-B790DCA9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A7505-9E14-4CF8-81A5-24F0C9E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could help someone find resources?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70FFC-3474-4D1E-B802-E5E829E2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fairness?</a:t>
            </a:r>
          </a:p>
        </p:txBody>
      </p:sp>
    </p:spTree>
    <p:extLst>
      <p:ext uri="{BB962C8B-B14F-4D97-AF65-F5344CB8AC3E}">
        <p14:creationId xmlns:p14="http://schemas.microsoft.com/office/powerpoint/2010/main" val="823381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C3819-28AC-4A8E-9FFD-3DF0BB0A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1739F-7B5C-4AFB-AA09-12F75E25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0CE09-C3E0-49AD-A5B5-BB76B243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does Malala campaign for?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93B57-FD99-47D1-A3C4-52553119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does the 2014 prize show and not show?</a:t>
            </a:r>
          </a:p>
        </p:txBody>
      </p:sp>
    </p:spTree>
    <p:extLst>
      <p:ext uri="{BB962C8B-B14F-4D97-AF65-F5344CB8AC3E}">
        <p14:creationId xmlns:p14="http://schemas.microsoft.com/office/powerpoint/2010/main" val="970341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26C09-8629-4850-99B7-E127CA5B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B2632-E0C0-4B6F-929D-DD6B863E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1ADCE-A8BD-4432-99F7-BED34680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fairness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Giving people a fair chance and meeting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AB091-D36C-4B63-BA88-DA4309CE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Acting to help with a need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9EE4E-F6E8-48FB-AD2F-EF7975E4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right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basic entitlement held by people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A917A-BAB9-40B3-A76C-CCCE320B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responsibility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we should take care to do</a:t>
            </a:r>
          </a:p>
        </p:txBody>
      </p:sp>
    </p:spTree>
    <p:extLst>
      <p:ext uri="{BB962C8B-B14F-4D97-AF65-F5344CB8AC3E}">
        <p14:creationId xmlns:p14="http://schemas.microsoft.com/office/powerpoint/2010/main" val="1056477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2A316-A6B7-401D-8322-0461D80F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57171-335F-4F96-B805-C290AC8F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95f9ffcfa4ca5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DF84E-EA94-4CB9-AF9A-2C7BDA9A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Examine Malala’s biography card.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BF83F-B3C0-4168-92D7-B8C2B710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517C2-B3A4-4C12-BE29-BD552B2E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57808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66641-5929-41E4-9E94-E14EBD9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D976F-5E3C-4375-AAAB-98A9FF5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DCCCA-9F4A-42C6-8598-BF39550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does Malala campaign for?</a:t>
            </a:r>
          </a:p>
        </p:txBody>
      </p:sp>
    </p:spTree>
    <p:extLst>
      <p:ext uri="{BB962C8B-B14F-4D97-AF65-F5344CB8AC3E}">
        <p14:creationId xmlns:p14="http://schemas.microsoft.com/office/powerpoint/2010/main" val="555462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D5039-DE92-4607-93DB-5A050F9D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F502C-21B6-465E-AD3D-B92E5A87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6B7FD-6476-469E-A80C-16B54C05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M Malala Yousafzai: Malala campaigns for children’s education, especially girls’ education. She shared the 2014 Nobel Peace Prize with Kailash Satyarthi.</a:t>
            </a:r>
          </a:p>
        </p:txBody>
      </p:sp>
    </p:spTree>
    <p:extLst>
      <p:ext uri="{BB962C8B-B14F-4D97-AF65-F5344CB8AC3E}">
        <p14:creationId xmlns:p14="http://schemas.microsoft.com/office/powerpoint/2010/main" val="200266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C3E26-22B4-42B5-8C43-E813768A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C981D-D9CD-4317-8800-4D68FCE0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F2C4C-BE5E-4909-92AD-E0C25DB9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Children’s education, especially girls’ education.</a:t>
            </a:r>
          </a:p>
        </p:txBody>
      </p:sp>
    </p:spTree>
    <p:extLst>
      <p:ext uri="{BB962C8B-B14F-4D97-AF65-F5344CB8AC3E}">
        <p14:creationId xmlns:p14="http://schemas.microsoft.com/office/powerpoint/2010/main" val="19001382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88628-218F-4BCE-A132-B949E8D0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90065-70A3-4ED6-9A1A-C235CF5C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3F81E-FA8E-4DB7-94D4-4CA81EB9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does the 2014 prize show and not show? It recognises her work; it does not prove all education barriers ended.</a:t>
            </a:r>
          </a:p>
        </p:txBody>
      </p:sp>
    </p:spTree>
    <p:extLst>
      <p:ext uri="{BB962C8B-B14F-4D97-AF65-F5344CB8AC3E}">
        <p14:creationId xmlns:p14="http://schemas.microsoft.com/office/powerpoint/2010/main" val="21009694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4B5BE-C9F4-4B23-8604-1216906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A35FF-4D9A-4A43-BE01-7EA70499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57F65-FAE5-4863-955B-B5CA28F2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Examine Malala’s biography 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C137A-A4D1-4E88-8EBF-D98369E5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Connect her education campaign to the unfair barrier it challenges.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AD4C6-9FA1-47DC-A57F-88696F8C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697869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C3704-2A89-4BC9-A3CD-62B4E312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B8C53-BC6C-4554-BE7E-06891F9A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45D04-D932-4A4A-B05B-CC02926B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Campaigning for girls’ education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A20E0-9333-4BA7-BC6A-65C91878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All education inequality has ended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D7F56-F6DB-41EF-A9A7-916900E9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contribution can challenge unfairness</a:t>
            </a:r>
          </a:p>
        </p:txBody>
      </p:sp>
    </p:spTree>
    <p:extLst>
      <p:ext uri="{BB962C8B-B14F-4D97-AF65-F5344CB8AC3E}">
        <p14:creationId xmlns:p14="http://schemas.microsoft.com/office/powerpoint/2010/main" val="19680555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8E3CA-99CF-4362-A8E8-856F4DAF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6C67E-E332-4606-B5CF-533298AE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3D622-49D9-44B0-BAE5-E9DB08F5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contribution card for Malala.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36630-FA82-4A1C-8F25-97BD7234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one accurate fact and link her action to fairness in education.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68554-4D30-42DD-A431-207100AE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source credit.</a:t>
            </a:r>
          </a:p>
        </p:txBody>
      </p:sp>
    </p:spTree>
    <p:extLst>
      <p:ext uri="{BB962C8B-B14F-4D97-AF65-F5344CB8AC3E}">
        <p14:creationId xmlns:p14="http://schemas.microsoft.com/office/powerpoint/2010/main" val="13779664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916C8-130B-4E8F-95F9-8C07103E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0F750-43D8-44B6-B4AD-F59C0792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1D7B6-E52A-4C24-BDAD-DB5AACC7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contribution card for Malala.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1A6DA-AEB1-4461-9CEC-89B77356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one accurate fact and link her action to fairness in education.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DB741-9000-4713-AA4C-8F9AFFE6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source credit.</a:t>
            </a:r>
          </a:p>
        </p:txBody>
      </p:sp>
    </p:spTree>
    <p:extLst>
      <p:ext uri="{BB962C8B-B14F-4D97-AF65-F5344CB8AC3E}">
        <p14:creationId xmlns:p14="http://schemas.microsoft.com/office/powerpoint/2010/main" val="20711625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8CCF5-1624-4E0C-87B3-53350172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A7D2D-C563-4CF6-BD50-099D11B8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A24E8-0821-4440-BD38-EB1A054A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contribution card for Malala.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3E6AD-0D87-44B9-AA66-2DED2104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one accurate fact and link her action to fairness in education.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6C8A4-3AC1-44EA-B2F4-C1462267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source credit.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C0A2B-1AE8-4D05-9DB4-86834851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an award does not prove the problem has been solved.</a:t>
            </a:r>
          </a:p>
        </p:txBody>
      </p:sp>
    </p:spTree>
    <p:extLst>
      <p:ext uri="{BB962C8B-B14F-4D97-AF65-F5344CB8AC3E}">
        <p14:creationId xmlns:p14="http://schemas.microsoft.com/office/powerpoint/2010/main" val="8041692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B54EA-CBA6-41D0-9245-A88491D4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80E9F-27C4-40EB-BE61-E64FB39F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BA75F-4F0D-46F0-8B6E-8D4740ED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accurate contribution and link to fairness.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0CBF9-4159-4DE3-A385-CD8182FA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16DDF-0573-461A-9C62-5C133507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3706726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A40C3-982B-443F-98CC-D73F7E7F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0C7BA-A7C7-4815-90E8-D8B302D3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62014-FB0A-4B22-9943-149E600C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does Malala campaign for?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5239D-724E-471D-868F-86EE3E61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does the 2014 prize show and not show?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FB0F5-E99D-4D71-841C-C649F7E2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7354854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95156-2B55-4B3C-9DC5-67AEC599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The Good Samaritan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09D56-FC5E-4658-8663-FE7C353D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EEE56-AA2A-4F43-AEA8-A33C78C3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Easy-read retelling of the Christian parable in Luke 10: A traveller needs help. Two people pass by. A Samaritan stops, cares for him and arranges more help. The story asks what it means to be a neighbour.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C4148-53F0-4942-A147-5C8D6AC7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 of Luke 10:25–37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AC7E7-BE30-49C0-B308-539CF218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religious story teaches an idea; this retelling is not a quotation or a historical record.</a:t>
            </a:r>
          </a:p>
        </p:txBody>
      </p:sp>
    </p:spTree>
    <p:extLst>
      <p:ext uri="{BB962C8B-B14F-4D97-AF65-F5344CB8AC3E}">
        <p14:creationId xmlns:p14="http://schemas.microsoft.com/office/powerpoint/2010/main" val="18734335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24E26-5973-4475-9E9D-B1262773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A fair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81013-A238-414D-A265-852ACAF4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AEFF7-F41E-4FEC-B86F-A09B2067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three pupils share one tablet. Jo needs text read aloud. The group can agree turns and switch on speech support. Equal dignity does not always mean identical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FF166-2C57-47C7-A344-83E8B0DA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8F949-B6F9-4826-B241-8FAD5D94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7766302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0FAC4-14BA-4BB0-BCEE-DF3287F4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A caring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1D189-5FD7-404F-B7B1-E8ECC7D4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B9BEF-DDDA-46E1-B4D0-01DBDEDC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a new student cannot find the reading resources. A clear shelf label and a choice of formats could help. Ask what is useful before deciding.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30C98-8695-43C4-93B8-8856DAF1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81B19-2513-4955-8663-63FC09BB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9412065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998A6-850D-4C48-BB96-E35B6953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M Malala Yousafzai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9521B-D666-4A4A-A1DB-0F3FCB8D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FA19B-506C-4639-80A5-A41091F7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Malala campaigns for children’s education, especially girls’ education. She shared the 2014 Nobel Peace Prize with Kailash Satyarthi.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C10D4-549F-4876-AD6E-5B28D31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Nobel Prize, Malala Yousafzai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9A4EC-E9E5-4BE7-9BA3-722406C4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An award recognises work; it does not prove that unequal access to education has ended.</a:t>
            </a:r>
          </a:p>
        </p:txBody>
      </p:sp>
    </p:spTree>
    <p:extLst>
      <p:ext uri="{BB962C8B-B14F-4D97-AF65-F5344CB8AC3E}">
        <p14:creationId xmlns:p14="http://schemas.microsoft.com/office/powerpoint/2010/main" val="8721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2026-09-19T18:35:41.1880000Z</dcterms:created>
  <dcterms:modified xsi:type="dcterms:W3CDTF">2026-09-19T18:35:41.1880000Z</dcterms:modified>
</coreProperties>
</file>