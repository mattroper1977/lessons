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26d20e11a86048b5"/><Relationship Type="http://schemas.openxmlformats.org/officeDocument/2006/relationships/extended-properties" Target="/docProps/app.xml" Id="R314dad7bef7a4f87"/><Relationship Type="http://schemas.openxmlformats.org/officeDocument/2006/relationships/officeDocument" Target="/ppt/presentation.xml" Id="R19d4fdc9de804a8b"/><Relationship Id="rId1"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3216f36d1f534425"/>
  </p:sldMasterIdLst>
  <p:notesMasterIdLst>
    <p:notesMasterId xmlns:r="http://schemas.openxmlformats.org/officeDocument/2006/relationships" r:id="R6f63738bdc76401e"/>
  </p:notesMasterIdLst>
  <p:sldIdLst>
    <p:sldId xmlns:r="http://schemas.openxmlformats.org/officeDocument/2006/relationships" id="256" r:id="Rd2f482207055400d"/>
    <p:sldId xmlns:r="http://schemas.openxmlformats.org/officeDocument/2006/relationships" id="257" r:id="Rf5d81291fded4704"/>
    <p:sldId xmlns:r="http://schemas.openxmlformats.org/officeDocument/2006/relationships" id="258" r:id="Rd87f6ab2d1e84e6b"/>
    <p:sldId xmlns:r="http://schemas.openxmlformats.org/officeDocument/2006/relationships" id="259" r:id="R206e3b5c4bc44ff4"/>
    <p:sldId xmlns:r="http://schemas.openxmlformats.org/officeDocument/2006/relationships" id="260" r:id="Rb5854a45e9324144"/>
    <p:sldId xmlns:r="http://schemas.openxmlformats.org/officeDocument/2006/relationships" id="261" r:id="R694b1c2488684fbc"/>
    <p:sldId xmlns:r="http://schemas.openxmlformats.org/officeDocument/2006/relationships" id="262" r:id="R5ee24985f0c646d0"/>
    <p:sldId xmlns:r="http://schemas.openxmlformats.org/officeDocument/2006/relationships" id="263" r:id="R3ac32fcbcb304c23"/>
    <p:sldId xmlns:r="http://schemas.openxmlformats.org/officeDocument/2006/relationships" id="264" r:id="R444b21b68e764e91"/>
    <p:sldId xmlns:r="http://schemas.openxmlformats.org/officeDocument/2006/relationships" id="265" r:id="Re94abb55382248a6"/>
    <p:sldId xmlns:r="http://schemas.openxmlformats.org/officeDocument/2006/relationships" id="266" r:id="R53e436aab9ac46f9"/>
    <p:sldId xmlns:r="http://schemas.openxmlformats.org/officeDocument/2006/relationships" id="267" r:id="Re222f8e29a584bc8"/>
    <p:sldId xmlns:r="http://schemas.openxmlformats.org/officeDocument/2006/relationships" id="268" r:id="Re6cd3c2f39ff4da5"/>
    <p:sldId xmlns:r="http://schemas.openxmlformats.org/officeDocument/2006/relationships" id="269" r:id="R7aff415646df4863"/>
    <p:sldId xmlns:r="http://schemas.openxmlformats.org/officeDocument/2006/relationships" id="270" r:id="Rb7356d48b8054c73"/>
    <p:sldId xmlns:r="http://schemas.openxmlformats.org/officeDocument/2006/relationships" id="271" r:id="R6e4a6b1bc7b346e4"/>
    <p:sldId xmlns:r="http://schemas.openxmlformats.org/officeDocument/2006/relationships" id="272" r:id="Rd0f9c0c3725b40c9"/>
    <p:sldId xmlns:r="http://schemas.openxmlformats.org/officeDocument/2006/relationships" id="273" r:id="R77f13cc9bfd2422c"/>
    <p:sldId xmlns:r="http://schemas.openxmlformats.org/officeDocument/2006/relationships" id="274" r:id="R9193c0c4c1f442e5"/>
    <p:sldId xmlns:r="http://schemas.openxmlformats.org/officeDocument/2006/relationships" id="275" r:id="Raec33648da7f43ea"/>
    <p:sldId xmlns:r="http://schemas.openxmlformats.org/officeDocument/2006/relationships" id="276" r:id="R036e45953eea42ec"/>
    <p:sldId xmlns:r="http://schemas.openxmlformats.org/officeDocument/2006/relationships" id="277" r:id="R095c4dcc1da04aa8"/>
    <p:sldId xmlns:r="http://schemas.openxmlformats.org/officeDocument/2006/relationships" id="278" r:id="R2bc7eda407934b53"/>
    <p:sldId xmlns:r="http://schemas.openxmlformats.org/officeDocument/2006/relationships" id="279" r:id="R93f4a90b57744c3e"/>
    <p:sldId xmlns:r="http://schemas.openxmlformats.org/officeDocument/2006/relationships" id="280" r:id="R762070a75c744a0f"/>
    <p:sldId xmlns:r="http://schemas.openxmlformats.org/officeDocument/2006/relationships" id="281" r:id="R9440c13cddd64bf0"/>
    <p:sldId xmlns:r="http://schemas.openxmlformats.org/officeDocument/2006/relationships" id="282" r:id="Rfe85960d29724db2"/>
    <p:sldId xmlns:r="http://schemas.openxmlformats.org/officeDocument/2006/relationships" id="283" r:id="R183f01049e5141dc"/>
    <p:sldId xmlns:r="http://schemas.openxmlformats.org/officeDocument/2006/relationships" id="284" r:id="R70f2f8fff12340ef"/>
    <p:sldId xmlns:r="http://schemas.openxmlformats.org/officeDocument/2006/relationships" id="285" r:id="Rc80cabaf726a4387"/>
    <p:sldId xmlns:r="http://schemas.openxmlformats.org/officeDocument/2006/relationships" id="286" r:id="R3b906b6a88754a58"/>
    <p:sldId xmlns:r="http://schemas.openxmlformats.org/officeDocument/2006/relationships" id="287" r:id="R52f6f2a79d4b464a"/>
    <p:sldId xmlns:r="http://schemas.openxmlformats.org/officeDocument/2006/relationships" id="288" r:id="R91c7624ac58f4be4"/>
    <p:sldId xmlns:r="http://schemas.openxmlformats.org/officeDocument/2006/relationships" id="289" r:id="R544cf92bddc74d59"/>
    <p:sldId xmlns:r="http://schemas.openxmlformats.org/officeDocument/2006/relationships" id="290" r:id="Rc4b07539cf6f4be7"/>
    <p:sldId xmlns:r="http://schemas.openxmlformats.org/officeDocument/2006/relationships" id="291" r:id="Rdd64b131a1334574"/>
    <p:sldId xmlns:r="http://schemas.openxmlformats.org/officeDocument/2006/relationships" id="292" r:id="Rd758a9a9116f4a13"/>
    <p:sldId xmlns:r="http://schemas.openxmlformats.org/officeDocument/2006/relationships" id="293" r:id="R3ab72cbf88bc44fe"/>
    <p:sldId xmlns:r="http://schemas.openxmlformats.org/officeDocument/2006/relationships" id="294" r:id="R4e409da437494ddb"/>
    <p:sldId xmlns:r="http://schemas.openxmlformats.org/officeDocument/2006/relationships" id="295" r:id="Rf5dcbdfa09d740b2"/>
    <p:sldId xmlns:r="http://schemas.openxmlformats.org/officeDocument/2006/relationships" id="296" r:id="Rf4908e2fa6644c40"/>
    <p:sldId xmlns:r="http://schemas.openxmlformats.org/officeDocument/2006/relationships" id="297" r:id="R60b66946d70e4952"/>
    <p:sldId xmlns:r="http://schemas.openxmlformats.org/officeDocument/2006/relationships" id="298" r:id="R3c39160739d640ba"/>
    <p:sldId xmlns:r="http://schemas.openxmlformats.org/officeDocument/2006/relationships" id="299" r:id="R014d00c89a024c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ea72f66a9c467e" /><Relationship Type="http://schemas.openxmlformats.org/officeDocument/2006/relationships/slideMaster" Target="/ppt/slideMasters/slideMaster1.xml" Id="R3216f36d1f534425" /><Relationship Type="http://schemas.openxmlformats.org/officeDocument/2006/relationships/notesMaster" Target="/ppt/notesMasters/notesMaster1.xml" Id="R6f63738bdc76401e" /><Relationship Type="http://schemas.openxmlformats.org/officeDocument/2006/relationships/presProps" Target="/ppt/presProps.xml" Id="Rfcd4fed8f6034ad7" /><Relationship Type="http://schemas.openxmlformats.org/officeDocument/2006/relationships/tableStyles" Target="/ppt/tableStyles.xml" Id="R7c480cafd754442e" /><Relationship Type="http://schemas.openxmlformats.org/officeDocument/2006/relationships/slide" Target="/ppt/slides/slide1.xml" Id="Rd2f482207055400d" /><Relationship Type="http://schemas.openxmlformats.org/officeDocument/2006/relationships/slide" Target="/ppt/slides/slide2.xml" Id="Rf5d81291fded4704" /><Relationship Type="http://schemas.openxmlformats.org/officeDocument/2006/relationships/slide" Target="/ppt/slides/slide3.xml" Id="Rd87f6ab2d1e84e6b" /><Relationship Type="http://schemas.openxmlformats.org/officeDocument/2006/relationships/slide" Target="/ppt/slides/slide4.xml" Id="R206e3b5c4bc44ff4" /><Relationship Type="http://schemas.openxmlformats.org/officeDocument/2006/relationships/slide" Target="/ppt/slides/slide5.xml" Id="Rb5854a45e9324144" /><Relationship Type="http://schemas.openxmlformats.org/officeDocument/2006/relationships/slide" Target="/ppt/slides/slide6.xml" Id="R694b1c2488684fbc" /><Relationship Type="http://schemas.openxmlformats.org/officeDocument/2006/relationships/slide" Target="/ppt/slides/slide7.xml" Id="R5ee24985f0c646d0" /><Relationship Type="http://schemas.openxmlformats.org/officeDocument/2006/relationships/slide" Target="/ppt/slides/slide8.xml" Id="R3ac32fcbcb304c23" /><Relationship Type="http://schemas.openxmlformats.org/officeDocument/2006/relationships/slide" Target="/ppt/slides/slide9.xml" Id="R444b21b68e764e91" /><Relationship Type="http://schemas.openxmlformats.org/officeDocument/2006/relationships/slide" Target="/ppt/slides/slide10.xml" Id="Re94abb55382248a6" /><Relationship Type="http://schemas.openxmlformats.org/officeDocument/2006/relationships/slide" Target="/ppt/slides/slide11.xml" Id="R53e436aab9ac46f9" /><Relationship Type="http://schemas.openxmlformats.org/officeDocument/2006/relationships/slide" Target="/ppt/slides/slide12.xml" Id="Re222f8e29a584bc8" /><Relationship Type="http://schemas.openxmlformats.org/officeDocument/2006/relationships/slide" Target="/ppt/slides/slide13.xml" Id="Re6cd3c2f39ff4da5" /><Relationship Type="http://schemas.openxmlformats.org/officeDocument/2006/relationships/slide" Target="/ppt/slides/slide14.xml" Id="R7aff415646df4863" /><Relationship Type="http://schemas.openxmlformats.org/officeDocument/2006/relationships/slide" Target="/ppt/slides/slide15.xml" Id="Rb7356d48b8054c73" /><Relationship Type="http://schemas.openxmlformats.org/officeDocument/2006/relationships/slide" Target="/ppt/slides/slide16.xml" Id="R6e4a6b1bc7b346e4" /><Relationship Type="http://schemas.openxmlformats.org/officeDocument/2006/relationships/slide" Target="/ppt/slides/slide17.xml" Id="Rd0f9c0c3725b40c9" /><Relationship Type="http://schemas.openxmlformats.org/officeDocument/2006/relationships/slide" Target="/ppt/slides/slide18.xml" Id="R77f13cc9bfd2422c" /><Relationship Type="http://schemas.openxmlformats.org/officeDocument/2006/relationships/slide" Target="/ppt/slides/slide19.xml" Id="R9193c0c4c1f442e5" /><Relationship Type="http://schemas.openxmlformats.org/officeDocument/2006/relationships/slide" Target="/ppt/slides/slide20.xml" Id="Raec33648da7f43ea" /><Relationship Type="http://schemas.openxmlformats.org/officeDocument/2006/relationships/slide" Target="/ppt/slides/slide21.xml" Id="R036e45953eea42ec" /><Relationship Type="http://schemas.openxmlformats.org/officeDocument/2006/relationships/slide" Target="/ppt/slides/slide22.xml" Id="R095c4dcc1da04aa8" /><Relationship Type="http://schemas.openxmlformats.org/officeDocument/2006/relationships/slide" Target="/ppt/slides/slide23.xml" Id="R2bc7eda407934b53" /><Relationship Type="http://schemas.openxmlformats.org/officeDocument/2006/relationships/slide" Target="/ppt/slides/slide24.xml" Id="R93f4a90b57744c3e" /><Relationship Type="http://schemas.openxmlformats.org/officeDocument/2006/relationships/slide" Target="/ppt/slides/slide25.xml" Id="R762070a75c744a0f" /><Relationship Type="http://schemas.openxmlformats.org/officeDocument/2006/relationships/slide" Target="/ppt/slides/slide26.xml" Id="R9440c13cddd64bf0" /><Relationship Type="http://schemas.openxmlformats.org/officeDocument/2006/relationships/slide" Target="/ppt/slides/slide27.xml" Id="Rfe85960d29724db2" /><Relationship Type="http://schemas.openxmlformats.org/officeDocument/2006/relationships/slide" Target="/ppt/slides/slide28.xml" Id="R183f01049e5141dc" /><Relationship Type="http://schemas.openxmlformats.org/officeDocument/2006/relationships/slide" Target="/ppt/slides/slide29.xml" Id="R70f2f8fff12340ef" /><Relationship Type="http://schemas.openxmlformats.org/officeDocument/2006/relationships/slide" Target="/ppt/slides/slide30.xml" Id="Rc80cabaf726a4387" /><Relationship Type="http://schemas.openxmlformats.org/officeDocument/2006/relationships/slide" Target="/ppt/slides/slide31.xml" Id="R3b906b6a88754a58" /><Relationship Type="http://schemas.openxmlformats.org/officeDocument/2006/relationships/slide" Target="/ppt/slides/slide32.xml" Id="R52f6f2a79d4b464a" /><Relationship Type="http://schemas.openxmlformats.org/officeDocument/2006/relationships/slide" Target="/ppt/slides/slide33.xml" Id="R91c7624ac58f4be4" /><Relationship Type="http://schemas.openxmlformats.org/officeDocument/2006/relationships/slide" Target="/ppt/slides/slide34.xml" Id="R544cf92bddc74d59" /><Relationship Type="http://schemas.openxmlformats.org/officeDocument/2006/relationships/slide" Target="/ppt/slides/slide35.xml" Id="Rc4b07539cf6f4be7" /><Relationship Type="http://schemas.openxmlformats.org/officeDocument/2006/relationships/slide" Target="/ppt/slides/slide36.xml" Id="Rdd64b131a1334574" /><Relationship Type="http://schemas.openxmlformats.org/officeDocument/2006/relationships/slide" Target="/ppt/slides/slide37.xml" Id="Rd758a9a9116f4a13" /><Relationship Type="http://schemas.openxmlformats.org/officeDocument/2006/relationships/slide" Target="/ppt/slides/slide38.xml" Id="R3ab72cbf88bc44fe" /><Relationship Type="http://schemas.openxmlformats.org/officeDocument/2006/relationships/slide" Target="/ppt/slides/slide39.xml" Id="R4e409da437494ddb" /><Relationship Type="http://schemas.openxmlformats.org/officeDocument/2006/relationships/slide" Target="/ppt/slides/slide40.xml" Id="Rf5dcbdfa09d740b2" /><Relationship Type="http://schemas.openxmlformats.org/officeDocument/2006/relationships/slide" Target="/ppt/slides/slide41.xml" Id="Rf4908e2fa6644c40" /><Relationship Type="http://schemas.openxmlformats.org/officeDocument/2006/relationships/slide" Target="/ppt/slides/slide42.xml" Id="R60b66946d70e4952" /><Relationship Type="http://schemas.openxmlformats.org/officeDocument/2006/relationships/slide" Target="/ppt/slides/slide43.xml" Id="R3c39160739d640ba" /><Relationship Type="http://schemas.openxmlformats.org/officeDocument/2006/relationships/slide" Target="/ppt/slides/slide44.xml" Id="R014d00c89a024c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91d49cc5734f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atin typeface="Liberation Sans"/>
        <a:ea typeface="Liberation Sans"/>
        <a:cs typeface="Liberation Sans"/>
      </a:defRPr>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fbcfe6cd84466e" /><Relationship Type="http://schemas.openxmlformats.org/officeDocument/2006/relationships/notesMaster" Target="/ppt/notesMasters/notesMaster1.xml" Id="R2aa0f944b8824d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da209835cd4ee3" /><Relationship Type="http://schemas.openxmlformats.org/officeDocument/2006/relationships/notesMaster" Target="/ppt/notesMasters/notesMaster1.xml" Id="R2ef7f256becf4e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47c1ac204c48eb" /><Relationship Type="http://schemas.openxmlformats.org/officeDocument/2006/relationships/notesMaster" Target="/ppt/notesMasters/notesMaster1.xml" Id="R319ecbe5e03d42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76d10ea8a54dd0" /><Relationship Type="http://schemas.openxmlformats.org/officeDocument/2006/relationships/notesMaster" Target="/ppt/notesMasters/notesMaster1.xml" Id="R7adb69f9562d4e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df3cf162f2426d" /><Relationship Type="http://schemas.openxmlformats.org/officeDocument/2006/relationships/notesMaster" Target="/ppt/notesMasters/notesMaster1.xml" Id="R8b5deb3229c14d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03e9153694e481e" /><Relationship Type="http://schemas.openxmlformats.org/officeDocument/2006/relationships/notesMaster" Target="/ppt/notesMasters/notesMaster1.xml" Id="R122050d12cac46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030813e30042d1" /><Relationship Type="http://schemas.openxmlformats.org/officeDocument/2006/relationships/notesMaster" Target="/ppt/notesMasters/notesMaster1.xml" Id="Rdcf3c58e016d4b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33b3b83cff4946" /><Relationship Type="http://schemas.openxmlformats.org/officeDocument/2006/relationships/notesMaster" Target="/ppt/notesMasters/notesMaster1.xml" Id="R311b63f9d4f749fd" /></Relationships>
</file>

<file path=ppt/notesSlides/_rels/notesSlide9.xml.rels>&#65279;<?xml version="1.0" encoding="utf-8"?><Relationships xmlns="http://schemas.openxmlformats.org/package/2006/relationships"><Relationship Type="http://schemas.openxmlformats.org/officeDocument/2006/relationships/slide" Target="/ppt/slides/slide9.xml" Id="R2ee04093d7554bc3" /><Relationship Type="http://schemas.openxmlformats.org/officeDocument/2006/relationships/notesMaster" Target="/ppt/notesMasters/notesMaster1.xml" Id="R96248ddd59b644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1ba7ea07cf43b4" /><Relationship Type="http://schemas.openxmlformats.org/officeDocument/2006/relationships/notesMaster" Target="/ppt/notesMasters/notesMaster1.xml" Id="R33217788834c448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fdcf537def34c29" /><Relationship Type="http://schemas.openxmlformats.org/officeDocument/2006/relationships/notesMaster" Target="/ppt/notesMasters/notesMaster1.xml" Id="R58185d237ef944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e001ac14ad4678" /><Relationship Type="http://schemas.openxmlformats.org/officeDocument/2006/relationships/notesMaster" Target="/ppt/notesMasters/notesMaster1.xml" Id="R4ea53a16cc9c47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68bdc57f44471d" /><Relationship Type="http://schemas.openxmlformats.org/officeDocument/2006/relationships/notesMaster" Target="/ppt/notesMasters/notesMaster1.xml" Id="R532c5f21cecf46f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832d538739c4cc0" /><Relationship Type="http://schemas.openxmlformats.org/officeDocument/2006/relationships/notesMaster" Target="/ppt/notesMasters/notesMaster1.xml" Id="Rfc2189c0c7c14d7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739ad23adf243d8" /><Relationship Type="http://schemas.openxmlformats.org/officeDocument/2006/relationships/notesMaster" Target="/ppt/notesMasters/notesMaster1.xml" Id="R4a64f219ed744df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a856d5351d24a87" /><Relationship Type="http://schemas.openxmlformats.org/officeDocument/2006/relationships/notesMaster" Target="/ppt/notesMasters/notesMaster1.xml" Id="Re07e9d5879fb4fd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d8ebb13c12a4811" /><Relationship Type="http://schemas.openxmlformats.org/officeDocument/2006/relationships/notesMaster" Target="/ppt/notesMasters/notesMaster1.xml" Id="R62ab88f32006433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3ae774d1d244b7e" /><Relationship Type="http://schemas.openxmlformats.org/officeDocument/2006/relationships/notesMaster" Target="/ppt/notesMasters/notesMaster1.xml" Id="Re5c371eeda4548c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d6ab5e85e194145" /><Relationship Type="http://schemas.openxmlformats.org/officeDocument/2006/relationships/notesMaster" Target="/ppt/notesMasters/notesMaster1.xml" Id="Rdf9b5730eaa64c9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599160379b94e5f" /><Relationship Type="http://schemas.openxmlformats.org/officeDocument/2006/relationships/notesMaster" Target="/ppt/notesMasters/notesMaster1.xml" Id="Rb5ce7f4d69564a6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a8eb4db00584e8b" /><Relationship Type="http://schemas.openxmlformats.org/officeDocument/2006/relationships/notesMaster" Target="/ppt/notesMasters/notesMaster1.xml" Id="Rf6c61551f2b44d8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7612100ee27403a" /><Relationship Type="http://schemas.openxmlformats.org/officeDocument/2006/relationships/notesMaster" Target="/ppt/notesMasters/notesMaster1.xml" Id="Rcf41233474ee49c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d81d4175da949ea" /><Relationship Type="http://schemas.openxmlformats.org/officeDocument/2006/relationships/notesMaster" Target="/ppt/notesMasters/notesMaster1.xml" Id="R0a2225c4194349c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55aac3664b941b1" /><Relationship Type="http://schemas.openxmlformats.org/officeDocument/2006/relationships/notesMaster" Target="/ppt/notesMasters/notesMaster1.xml" Id="R974725d7f2ac4fe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0a23c5eda4e4417" /><Relationship Type="http://schemas.openxmlformats.org/officeDocument/2006/relationships/notesMaster" Target="/ppt/notesMasters/notesMaster1.xml" Id="Rc3c5fcf54db84c5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9c7ac08f37e4dd9" /><Relationship Type="http://schemas.openxmlformats.org/officeDocument/2006/relationships/notesMaster" Target="/ppt/notesMasters/notesMaster1.xml" Id="R3a7ea75d65fc490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72d2329ade34367" /><Relationship Type="http://schemas.openxmlformats.org/officeDocument/2006/relationships/notesMaster" Target="/ppt/notesMasters/notesMaster1.xml" Id="Rc1032a5bdbd24a0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c9434b1c9ba4106" /><Relationship Type="http://schemas.openxmlformats.org/officeDocument/2006/relationships/notesMaster" Target="/ppt/notesMasters/notesMaster1.xml" Id="R8013b38da7ae41c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8d472d20f734de5" /><Relationship Type="http://schemas.openxmlformats.org/officeDocument/2006/relationships/notesMaster" Target="/ppt/notesMasters/notesMaster1.xml" Id="Raa46ab23cac441b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a9a3665c8874163" /><Relationship Type="http://schemas.openxmlformats.org/officeDocument/2006/relationships/notesMaster" Target="/ppt/notesMasters/notesMaster1.xml" Id="Rf81164e7756f4ee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0a7a9a4b9724601" /><Relationship Type="http://schemas.openxmlformats.org/officeDocument/2006/relationships/notesMaster" Target="/ppt/notesMasters/notesMaster1.xml" Id="Rbb3110caafe1413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2c20c6ea4a448aa" /><Relationship Type="http://schemas.openxmlformats.org/officeDocument/2006/relationships/notesMaster" Target="/ppt/notesMasters/notesMaster1.xml" Id="Rcf87e81d2796479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81f385dd5334fc4" /><Relationship Type="http://schemas.openxmlformats.org/officeDocument/2006/relationships/notesMaster" Target="/ppt/notesMasters/notesMaster1.xml" Id="R6ac820c0f1c64f5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6ad564826ff4afd" /><Relationship Type="http://schemas.openxmlformats.org/officeDocument/2006/relationships/notesMaster" Target="/ppt/notesMasters/notesMaster1.xml" Id="R1c0a638269c74e1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3689acb9d584fcd" /><Relationship Type="http://schemas.openxmlformats.org/officeDocument/2006/relationships/notesMaster" Target="/ppt/notesMasters/notesMaster1.xml" Id="R660289f26856418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565a3fe790c4abe" /><Relationship Type="http://schemas.openxmlformats.org/officeDocument/2006/relationships/notesMaster" Target="/ppt/notesMasters/notesMaster1.xml" Id="Rd3997c8b37bf493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28e58243d2e4ebf" /><Relationship Type="http://schemas.openxmlformats.org/officeDocument/2006/relationships/notesMaster" Target="/ppt/notesMasters/notesMaster1.xml" Id="R9faced9feb1843c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1e1190c982742a1" /><Relationship Type="http://schemas.openxmlformats.org/officeDocument/2006/relationships/notesMaster" Target="/ppt/notesMasters/notesMaster1.xml" Id="R6a41596173af45c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021ef496d254165" /><Relationship Type="http://schemas.openxmlformats.org/officeDocument/2006/relationships/notesMaster" Target="/ppt/notesMasters/notesMaster1.xml" Id="R6e2b07698c1f47f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dcc0a3e83b44872" /><Relationship Type="http://schemas.openxmlformats.org/officeDocument/2006/relationships/notesMaster" Target="/ppt/notesMasters/notesMaster1.xml" Id="Ra78074ef4e48486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003d3497ae0473c" /><Relationship Type="http://schemas.openxmlformats.org/officeDocument/2006/relationships/notesMaster" Target="/ppt/notesMasters/notesMaster1.xml" Id="R0146263873ed43f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839c0a1120348fc" /><Relationship Type="http://schemas.openxmlformats.org/officeDocument/2006/relationships/notesMaster" Target="/ppt/notesMasters/notesMaster1.xml" Id="R2884d964929c47a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2b0eead32b841e1" /><Relationship Type="http://schemas.openxmlformats.org/officeDocument/2006/relationships/notesMaster" Target="/ppt/notesMasters/notesMaster1.xml" Id="Rfbe749a9b2c7420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958de396cfc4fec" /><Relationship Type="http://schemas.openxmlformats.org/officeDocument/2006/relationships/notesMaster" Target="/ppt/notesMasters/notesMaster1.xml" Id="Rf9a1508b626940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1 (slide-1).</a:t>
            </a:r>
          </a:p>
          <a:p xmlns:a="http://schemas.openxmlformats.org/drawingml/2006/main">
            <a:r>
              <a:t>Wording only. Read short prompts aloud; allow thinking time, private responses and a pass. Pupils may point, speak, sign, use symbols, draw, type or write. An adult may record only the pupil’s own words or directed marks. A pass needs no book entry. No cold calling; nobody is asked to read difficult text aloud. No compulsory pair work, board copying or live website is needed.</a:t>
            </a:r>
          </a:p>
          <a:p xmlns:a="http://schemas.openxmlformats.org/drawingml/2006/main">
            <a:r>
              <a:t>Use one Arrival tier, one Exit tier and one You Do route. Offer the independent attempt first; add support only if needed. Supported adds structure; Choice adds limited options and a pupil-owned word, phrase or reason. Aspire is an extension, not a fourth support level. Each route is a separate pupil page. Staff mark actual I, S or C; the pupil page has only the empty I · S · C box.</a:t>
            </a:r>
          </a:p>
          <a:p xmlns:a="http://schemas.openxmlformats.org/drawingml/2006/main">
            <a:r>
              <a:t>Keep answers, source notes, assessment guidance and adult records out of pupil view. Keep recall cards and overlapping current cards, organiser and Word page covered until after the first Arrival attempt. The 60-second recap is after that first attempt; record later source-aided answers separately. Show only today’s link prompt at item 4. Release current sources in I Do; keep fresh Exit text for Exit only. Hide the complete model before You Do. During Exit close model, organiser, Word help, Help panels and earlier source/reveal panels; show only the fresh stimulus and chosen questions.</a:t>
            </a:r>
          </a:p>
          <a:p xmlns:a="http://schemas.openxmlformats.org/drawingml/2006/main">
            <a:r>
              <a:t>RE care: educational and non-devotional throughout. Reflection is optional and never worship. Use some believers or this person; beliefs and practices vary within traditions, and beliefs are not ranked. Never require a personal object, personal belief, family/community experience, trauma or bereavement disclosure. No compelled forgiveness, ritual, prayer, enacted silence, sacred-text recitation or role-play of belief. Use replicas, protected teaching text or photographs, never authentic sacred objects. State respectful handling before any replica is used; a book, object or place is not the religion. No real flame; use drawing or paper instead. No water or powder is thrown. The supplied neutral community case is available without requiring belief or personal disclosure; preserve the scheme outcome actually evidenced. A pause or opt-out is permitted. Log it as Space evidence after teaching, never as failure or R. Return point: one source card, then the first unfinished step.</a:t>
            </a:r>
          </a:p>
          <a:p xmlns:a="http://schemas.openxmlformats.org/drawingml/2006/main">
            <a:r>
              <a:t>Adult-only EHCP opportunities: cognition and learning through evidence use; communication through a source-based response; SEMH through an agreed pause and return; sensory or physical access through a chosen response mode. Observe only a relevant agreed individual outcome. Do not infer diagnosis, understanding or progress from completion, a photograph or adult-supplied content.</a:t>
            </a:r>
          </a:p>
          <a:p xmlns:a="http://schemas.openxmlformats.org/drawingml/2006/main">
            <a:r>
              <a:t>Design and cue instructions — adult only: instruction yellow #FFF1BB; scaffold blue #E4EFF9; stretch/Aspire green #E4F2E6; success criteria orange #FFE4C8. Use each only for that meaning. In HTML mark the matching data-kit1-cue role; the kit applies colour. Topic and picture colours are separate. Instruction text is larger than explanation. Use clear sans-serif type,14 pt minimum on all pupil print, white space and overlay-safe short chunks. Reduce visual load, then reading/copying, then repetition, then add structure/prompts; reduce conceptual demand only if still needed.</a:t>
            </a:r>
          </a:p>
          <a:p xmlns:a="http://schemas.openxmlformats.org/drawingml/2006/main">
            <a:r>
              <a:t>Footer instruction — adult only: repeat the complete objective “To be able to give and defend a respectful response to a question about change.” on every slide, including Opening. Keep the blank version line separate. Add the stage minutes on all following slides. Blank Date is allowed; no printed teaching date or Week begins line. Source dates belong only to provenance; no teaching calendar date is claimed.</a:t>
            </a:r>
          </a:p>
          <a:p xmlns:a="http://schemas.openxmlformats.org/drawingml/2006/main">
            <a:r>
              <a:t>Baseline rule — adult only: record the level of support, not just success. Independent = no content prompt; With prompt = stem/choice/reminder used; Not yet = adult supplied most of the content. Never improve a response so it no longer shows the baseline, and never label a prompted response independent.</a:t>
            </a:r>
          </a:p>
          <a:p xmlns:a="http://schemas.openxmlformats.org/drawingml/2006/main">
            <a:r>
              <a:t>Same-day evidence — GROW-RE-S1-W06: the designated lesson TA captures the defended big-question paragraph or equivalent response with one NS and pupil-owned revision, the pupil’s exact response, mode, chosen route, actual I/S/C and exact prompt. The lesson teacher receives the whole response, listens or reads from start to finish and names the pupil’s change back. The teacher uses it to choose a specific next lesson step, records that influence after teaching, and the TA checks and uploads the selected work or work-only image/brief note to the evidence app that day with GROW-RE-S1-W06. If no TA is assigned, the lesson teacher takes this capture role before teaching begins. A photo alone is not proof of understanding or feedback closure.</a:t>
            </a:r>
          </a:p>
          <a:p xmlns:a="http://schemas.openxmlformats.org/drawingml/2006/main">
            <a:r>
              <a:t>Feedback loop — adult only: Space enables Feedback → Voice → Audience → Influence. Give one precise observed success and one next step; invite the pupil’s own edit, spoken/pointed revision or reason to retain a claim. The adult receives it in full and names it back; it must shape the next step before R is earned. Capture alone, refusal or an unheard response never earns R. Use live VF by default, a short margin NS for an account or assessment, and protected review time. Teach all eight codes for pupils to use back. Daily GROW evidence is a standing programme minimum, not a quota for each lesson; subject-lead sampling is weekly.</a:t>
            </a:r>
          </a:p>
          <a:p xmlns:a="http://schemas.openxmlformats.org/drawingml/2006/main">
            <a:r>
              <a:t>Evidence record — blank, adult only: lesson[ ] / stage and route[ ] / mode[ ] / actual I-S-C[ ] / exact prompt and ladder step[ ] / pupil response[ ] / feedback[ ] / pupil-owned response[ ] / audience received and named back[ ] / actual next-step influence[ ] / agreed outcome observed, if any[ ]. No names or initials go here; use the authorised private system for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1 (slide-1).</a:t>
            </a:r>
          </a:p>
          <a:p xmlns:a="http://schemas.openxmlformats.org/drawingml/2006/main">
            <a:r>
              <a:t>Wording only. Read short prompts aloud; allow thinking time, private responses and a pass. Pupils may point, speak, sign, use symbols, draw, type or write. An adult may record only the pupil’s own words or directed marks. A pass needs no book entry. No cold calling; nobody is asked to read difficult text aloud. No compulsory pair work, board copying or live website is needed.</a:t>
            </a:r>
          </a:p>
          <a:p xmlns:a="http://schemas.openxmlformats.org/drawingml/2006/main">
            <a:r>
              <a:t>Use one Arrival tier, one Exit tier and one You Do route. Offer the independent attempt first; add support only if needed. Supported adds structure; Choice adds limited options and a pupil-owned word, phrase or reason. Aspire is an extension, not a fourth support level. Each route is a separate pupil page. Staff mark actual I, S or C; the pupil page has only the empty I · S · C box.</a:t>
            </a:r>
          </a:p>
          <a:p xmlns:a="http://schemas.openxmlformats.org/drawingml/2006/main">
            <a:r>
              <a:t>Keep answers, source notes, assessment guidance and adult records out of pupil view. Keep recall cards and overlapping current cards, organiser and Word page covered until after the first Arrival attempt. The 60-second recap is after that first attempt; record later source-aided answers separately. Show only today’s link prompt at item 4. Release current sources in I Do; keep fresh Exit text for Exit only. Hide the complete model before You Do. During Exit close model, organiser, Word help, Help panels and earlier source/reveal panels; show only the fresh stimulus and chosen questions.</a:t>
            </a:r>
          </a:p>
          <a:p xmlns:a="http://schemas.openxmlformats.org/drawingml/2006/main">
            <a:r>
              <a:t>RE care: educational and non-devotional throughout. Reflection is optional and never worship. Use some believers or this person; beliefs and practices vary within traditions, and beliefs are not ranked. Never require a personal object, personal belief, family/community experience, trauma or bereavement disclosure. No compelled forgiveness, ritual, prayer, enacted silence, sacred-text recitation or role-play of belief. Use replicas, protected teaching text or photographs, never authentic sacred objects. State respectful handling before any replica is used; a book, object or place is not the religion. No real flame; use drawing or paper instead. No water or powder is thrown. The supplied neutral community case is available without requiring belief or personal disclosure; preserve the scheme outcome actually evidenced. A pause or opt-out is permitted. Log it as Space evidence after teaching, never as failure or R. Return point: one source card, then the first unfinished step.</a:t>
            </a:r>
          </a:p>
          <a:p xmlns:a="http://schemas.openxmlformats.org/drawingml/2006/main">
            <a:r>
              <a:t>Adult-only EHCP opportunities: cognition and learning through evidence use; communication through a source-based response; SEMH through an agreed pause and return; sensory or physical access through a chosen response mode. Observe only a relevant agreed individual outcome. Do not infer diagnosis, understanding or progress from completion, a photograph or adult-supplied content.</a:t>
            </a:r>
          </a:p>
          <a:p xmlns:a="http://schemas.openxmlformats.org/drawingml/2006/main">
            <a:r>
              <a:t>Design and cue instructions — adult only: instruction yellow #FFF1BB; scaffold blue #E4EFF9; stretch/Aspire green #E4F2E6; success criteria orange #FFE4C8. Use each only for that meaning. In HTML mark the matching data-kit1-cue role; the kit applies colour. Topic and picture colours are separate. Instruction text is larger than explanation. Use clear sans-serif type,14 pt minimum on all pupil print, white space and overlay-safe short chunks. Reduce visual load, then reading/copying, then repetition, then add structure/prompts; reduce conceptual demand only if still needed.</a:t>
            </a:r>
          </a:p>
          <a:p xmlns:a="http://schemas.openxmlformats.org/drawingml/2006/main">
            <a:r>
              <a:t>Footer instruction — adult only: repeat the complete objective “To be able to give and defend a respectful response to a question about change.” on every slide, including Opening. Keep the blank version line separate. Add the stage minutes on all following slides. Blank Date is allowed; no printed teaching date or Week begins line. Source dates belong only to provenance; no teaching calendar date is claimed.</a:t>
            </a:r>
          </a:p>
          <a:p xmlns:a="http://schemas.openxmlformats.org/drawingml/2006/main">
            <a:r>
              <a:t>Baseline rule — adult only: record the level of support, not just success. Independent = no content prompt; With prompt = stem/choice/reminder used; Not yet = adult supplied most of the content. Never improve a response so it no longer shows the baseline, and never label a prompted response independent.</a:t>
            </a:r>
          </a:p>
          <a:p xmlns:a="http://schemas.openxmlformats.org/drawingml/2006/main">
            <a:r>
              <a:t>Same-day evidence — GROW-RE-S1-W06: the designated lesson TA captures the defended big-question paragraph or equivalent response with one NS and pupil-owned revision, the pupil’s exact response, mode, chosen route, actual I/S/C and exact prompt. The lesson teacher receives the whole response, listens or reads from start to finish and names the pupil’s change back. The teacher uses it to choose a specific next lesson step, records that influence after teaching, and the TA checks and uploads the selected work or work-only image/brief note to the evidence app that day with GROW-RE-S1-W06. If no TA is assigned, the lesson teacher takes this capture role before teaching begins. A photo alone is not proof of understanding or feedback closure.</a:t>
            </a:r>
          </a:p>
          <a:p xmlns:a="http://schemas.openxmlformats.org/drawingml/2006/main">
            <a:r>
              <a:t>Feedback loop — adult only: Space enables Feedback → Voice → Audience → Influence. Give one precise observed success and one next step; invite the pupil’s own edit, spoken/pointed revision or reason to retain a claim. The adult receives it in full and names it back; it must shape the next step before R is earned. Capture alone, refusal or an unheard response never earns R. Use live VF by default, a short margin NS for an account or assessment, and protected review time. Teach all eight codes for pupils to use back. Daily GROW evidence is a standing programme minimum, not a quota for each lesson; subject-lead sampling is weekly.</a:t>
            </a:r>
          </a:p>
          <a:p xmlns:a="http://schemas.openxmlformats.org/drawingml/2006/main">
            <a:r>
              <a:t>Evidence record — blank, adult only: lesson[ ] / stage and route[ ] / mode[ ] / actual I-S-C[ ] / exact prompt and ladder step[ ] / pupil response[ ] / feedback[ ] / pupil-owned response[ ] / audience received and named back[ ] / actual next-step influence[ ] / agreed outcome observed, if any[ ]. No names or initials go here; use the authorised private system for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2 (slide-2).</a:t>
            </a:r>
          </a:p>
          <a:p xmlns:a="http://schemas.openxmlformats.org/drawingml/2006/main">
            <a:r>
              <a:t>Adult note: Items 1–3 retrieve the actual content of Week 5;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2 (slide-2).</a:t>
            </a:r>
          </a:p>
          <a:p xmlns:a="http://schemas.openxmlformats.org/drawingml/2006/main">
            <a:r>
              <a:t>Adult note: Items 1–3 retrieve the actual content of Week 5;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1. Adult answer: Christian belief in the central teacher rising from death/new life.</a:t>
            </a:r>
          </a:p>
          <a:p xmlns:a="http://schemas.openxmlformats.org/drawingml/2006/main">
            <a:r>
              <a:t>2. Adult answer: Spring.</a:t>
            </a:r>
          </a:p>
          <a:p xmlns:a="http://schemas.openxmlformats.org/drawingml/2006/main">
            <a:r>
              <a:t>3. Adult answer: No.</a:t>
            </a:r>
          </a:p>
          <a:p xmlns:a="http://schemas.openxmlformats.org/drawingml/2006/main">
            <a:r>
              <a:t>4. Adult answer: Hear it fairly, state a reason, question the claim without insulting a person; accept a sensible prior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2 (slide-2).</a:t>
            </a:r>
          </a:p>
          <a:p xmlns:a="http://schemas.openxmlformats.org/drawingml/2006/main">
            <a:r>
              <a:t>Adult note: Items 1–3 retrieve the actual content of Week 5;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2 (slide-2).</a:t>
            </a:r>
          </a:p>
          <a:p xmlns:a="http://schemas.openxmlformats.org/drawingml/2006/main">
            <a:r>
              <a:t>Adult note: Items 1–3 retrieve the actual content of Week 5;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1. Adult answer: Christian belief that the central teacher rose from death/new life.</a:t>
            </a:r>
          </a:p>
          <a:p xmlns:a="http://schemas.openxmlformats.org/drawingml/2006/main">
            <a:r>
              <a:t>2. Adult answer: The source says Holi welcomes spring and celebrates good overcoming evil.</a:t>
            </a:r>
          </a:p>
          <a:p xmlns:a="http://schemas.openxmlformats.org/drawingml/2006/main">
            <a:r>
              <a:t>3. Adult answer: They share a possible renewal theme but have different sources, beliefs and practices.</a:t>
            </a:r>
          </a:p>
          <a:p xmlns:a="http://schemas.openxmlformats.org/drawingml/2006/main">
            <a:r>
              <a:t>4. Adult answer: Hear or read it fairly, state a reason, and challenge the claim without an insult.</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2 (slide-2).</a:t>
            </a:r>
          </a:p>
          <a:p xmlns:a="http://schemas.openxmlformats.org/drawingml/2006/main">
            <a:r>
              <a:t>Adult note: Items 1–3 retrieve the actual content of Week 5;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2 (slide-2).</a:t>
            </a:r>
          </a:p>
          <a:p xmlns:a="http://schemas.openxmlformats.org/drawingml/2006/main">
            <a:r>
              <a:t>Adult note: Items 1–3 retrieve the actual content of Week 5;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1. Adult answer: In this Christian account, belief in the central teacher’s rising from death is linked to hope; do not universalise.</a:t>
            </a:r>
          </a:p>
          <a:p xmlns:a="http://schemas.openxmlformats.org/drawingml/2006/main">
            <a:r>
              <a:t>2. Adult answer: Holi welcomes spring; the source also describes good overcoming evil and colour in some celebrations.</a:t>
            </a:r>
          </a:p>
          <a:p xmlns:a="http://schemas.openxmlformats.org/drawingml/2006/main">
            <a:r>
              <a:t>3. Adult answer: A theme such as a new start can appear in distinct accounts without making their beliefs identical.</a:t>
            </a:r>
          </a:p>
          <a:p xmlns:a="http://schemas.openxmlformats.org/drawingml/2006/main">
            <a:r>
              <a:t>4. Adult answer: A reasoned challenge tests an idea; attacking a person does not address its evidence or meaning.</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2 (slide-2).</a:t>
            </a:r>
          </a:p>
          <a:p xmlns:a="http://schemas.openxmlformats.org/drawingml/2006/main">
            <a:r>
              <a:t>Adult note: Items 1–3 retrieve the actual content of Week 5;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2 (slide-2).</a:t>
            </a:r>
          </a:p>
          <a:p xmlns:a="http://schemas.openxmlformats.org/drawingml/2006/main">
            <a:r>
              <a:t>Adult note: Items 1–3 retrieve the actual content of Week 5;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3 (slide-3).</a:t>
            </a:r>
          </a:p>
          <a:p xmlns:a="http://schemas.openxmlformats.org/drawingml/2006/main">
            <a:r>
              <a:t>Adult answer: Yes. A reasoned challenge addresses a claim, while an insult attacks the person.</a:t>
            </a:r>
          </a:p>
          <a:p xmlns:a="http://schemas.openxmlformats.org/drawingml/2006/main">
            <a:r>
              <a:t>Adult timing: one minute to read/think, one for a private response and one to check. Do not add a second starter question.</a:t>
            </a:r>
          </a:p>
          <a:p xmlns:a="http://schemas.openxmlformats.org/drawingml/2006/main">
            <a:r>
              <a:t>TA action: Read the one question and allow quiet thinking.</a:t>
            </a:r>
          </a:p>
          <a:p xmlns:a="http://schemas.openxmlformats.org/drawingml/2006/main">
            <a:r>
              <a:t>TA avoid: Do not supply the pupil’s response.</a:t>
            </a:r>
          </a:p>
          <a:p xmlns:a="http://schemas.openxmlformats.org/drawingml/2006/main">
            <a:r>
              <a:t>Verbal-feedback script: “I heard your choice. Tell or show me the part that led you to it.”</a:t>
            </a:r>
          </a:p>
          <a:p xmlns:a="http://schemas.openxmlformats.org/drawingml/2006/main">
            <a:r>
              <a:t>LOOP panel — adult only: Space: quiet thinking, chosen response mode and pass with a clear return point. Feedback: use the stage VF script on observed work. Voice: receive the pupil’s one Starter choice and reason if offered. Audience: the lesson teacher listens/reads fully and names that response or change back; the TA records it. Influence: after receiving it, adjust the pace of the next model chunk to the misconception heard. These are planned steps; record actual influence after teaching. R is earned only when the response has been received and has shaped that next step.</a:t>
            </a:r>
          </a:p>
          <a:p xmlns:a="http://schemas.openxmlformats.org/drawingml/2006/main">
            <a:r>
              <a:t>Answer (adult): Yes. A reasoned challenge addresses a claim, while an insult attacks the person.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6 (slide-6).</a:t>
            </a:r>
          </a:p>
          <a:p xmlns:a="http://schemas.openxmlformats.org/drawingml/2006/main">
            <a:r>
              <a:t>Adult answer and reveal: A pupil may acknowledge time while explaining safety/checking as a reason. Accept a qualified answer with a reason. This is procedural practice on an invented neutral question, not supplied assessment content.</a:t>
            </a:r>
          </a:p>
          <a:p xmlns:a="http://schemas.openxmlformats.org/drawingml/2006/main">
            <a:r>
              <a:t>Adult note: take individual choices before revealing guidance. Use think time, volunteers, directed choice or private checking. Each pupil makes or directs a mark; do not make the choice for them.</a:t>
            </a:r>
          </a:p>
          <a:p xmlns:a="http://schemas.openxmlformats.org/drawingml/2006/main">
            <a:r>
              <a:t>TA action: Prompt a contribution and a record, then fade after the first success.</a:t>
            </a:r>
          </a:p>
          <a:p xmlns:a="http://schemas.openxmlformats.org/drawingml/2006/main">
            <a:r>
              <a:t>TA avoid: Do not complete the guided response for the pupil.</a:t>
            </a:r>
          </a:p>
          <a:p xmlns:a="http://schemas.openxmlformats.org/drawingml/2006/main">
            <a:r>
              <a:t>Verbal-feedback script: “You chose that detail. Check its link to the task; keep it or change it in your own way.”</a:t>
            </a:r>
          </a:p>
          <a:p xmlns:a="http://schemas.openxmlformats.org/drawingml/2006/main">
            <a:r>
              <a:t>LOOP panel — adult only: Space: quiet thinking, chosen response mode and pass with a clear return point. Feedback: use the stage VF script on observed work. Voice: receive the pupil’s guided source choice or procedural starting step. Audience: the lesson teacher listens/reads fully and names that response or change back; the TA records it. Influence: after receiving it, fade support after success or choose a specific access scaffold for You Do. These are planned steps; record actual influence after teaching. R is earned only when the response has been received and has shaped that next step.</a:t>
            </a:r>
          </a:p>
          <a:p xmlns:a="http://schemas.openxmlformats.org/drawingml/2006/main">
            <a:r>
              <a:t>Answer (adult): A pupil may acknowledge time while explaining safety/checking as a reason. Accept a qualified answer with a reason. This is procedural practice on an invented neutral question, not supplied assessment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6 (slide-6).</a:t>
            </a:r>
          </a:p>
          <a:p xmlns:a="http://schemas.openxmlformats.org/drawingml/2006/main">
            <a:r>
              <a:t>Adult answer and reveal: A pupil may acknowledge time while explaining safety/checking as a reason. Accept a qualified answer with a reason. This is procedural practice on an invented neutral question, not supplied assessment content.</a:t>
            </a:r>
          </a:p>
          <a:p xmlns:a="http://schemas.openxmlformats.org/drawingml/2006/main">
            <a:r>
              <a:t>Adult note: take individual choices before revealing guidance. Use think time, volunteers, directed choice or private checking. Each pupil makes or directs a mark; do not make the choice for them.</a:t>
            </a:r>
          </a:p>
          <a:p xmlns:a="http://schemas.openxmlformats.org/drawingml/2006/main">
            <a:r>
              <a:t>TA action: Prompt a contribution and a record, then fade after the first success.</a:t>
            </a:r>
          </a:p>
          <a:p xmlns:a="http://schemas.openxmlformats.org/drawingml/2006/main">
            <a:r>
              <a:t>TA avoid: Do not complete the guided response for the pupil.</a:t>
            </a:r>
          </a:p>
          <a:p xmlns:a="http://schemas.openxmlformats.org/drawingml/2006/main">
            <a:r>
              <a:t>Verbal-feedback script: “You chose that detail. Check its link to the task; keep it or change it in your own way.”</a:t>
            </a:r>
          </a:p>
          <a:p xmlns:a="http://schemas.openxmlformats.org/drawingml/2006/main">
            <a:r>
              <a:t>LOOP panel — adult only: Space: quiet thinking, chosen response mode and pass with a clear return point. Feedback: use the stage VF script on observed work. Voice: receive the pupil’s guided source choice or procedural starting step. Audience: the lesson teacher listens/reads fully and names that response or change back; the TA records it. Influence: after receiving it, fade support after success or choose a specific access scaffold for You Do. These are planned steps; record actual influence after teaching. R is earned only when the response has been received and has shaped that next step.</a:t>
            </a:r>
          </a:p>
          <a:p xmlns:a="http://schemas.openxmlformats.org/drawingml/2006/main">
            <a:r>
              <a:t>Answer (adult): A pupil may acknowledge time while explaining safety/checking as a reason. Accept a qualified answer with a reason. This is procedural practice on an invented neutral question, not supplied assessment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7 (slide-7).</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defended big-question paragraph or equivalent response with one NS and pupil-owned revision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a:p xmlns:a="http://schemas.openxmlformats.org/drawingml/2006/main">
            <a:r>
              <a:t>Assessment timing:2 minutes for route/access,10 minutes for the defended response and fair reply,3 minutes for the brief source-choice check,one NS and pupil response.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7 (slide-7).</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defended big-question paragraph or equivalent response with one NS and pupil-owned revision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a:p xmlns:a="http://schemas.openxmlformats.org/drawingml/2006/main">
            <a:r>
              <a:t>Assessment timing:2 minutes for route/access,10 minutes for the defended response and fair reply,3 minutes for the brief source-choice check,one NS and pupil response.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7 (slide-7).</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defended big-question paragraph or equivalent response with one NS and pupil-owned revision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a:p xmlns:a="http://schemas.openxmlformats.org/drawingml/2006/main">
            <a:r>
              <a:t>Assessment timing:2 minutes for route/access,10 minutes for the defended response and fair reply,3 minutes for the brief source-choice check,one NS and pupil response.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7 (slide-7).</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defended big-question paragraph or equivalent response with one NS and pupil-owned revision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a:p xmlns:a="http://schemas.openxmlformats.org/drawingml/2006/main">
            <a:r>
              <a:t>Assessment timing:2 minutes for route/access,10 minutes for the defended response and fair reply,3 minutes for the brief source-choice check,one NS and pupil response.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7 (slide-7).</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defended big-question paragraph or equivalent response with one NS and pupil-owned revision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a:p xmlns:a="http://schemas.openxmlformats.org/drawingml/2006/main">
            <a:r>
              <a:t>Assessment timing:2 minutes for route/access,10 minutes for the defended response and fair reply,3 minutes for the brief source-choice check,one NS and pupil response.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7 (slide-7).</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defended big-question paragraph or equivalent response with one NS and pupil-owned revision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a:p xmlns:a="http://schemas.openxmlformats.org/drawingml/2006/main">
            <a:r>
              <a:t>Assessment timing:2 minutes for route/access,10 minutes for the defended response and fair reply,3 minutes for the brief source-choice check,one NS and pupil response.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7 (slide-7).</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defended big-question paragraph or equivalent response with one NS and pupil-owned revision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a:p xmlns:a="http://schemas.openxmlformats.org/drawingml/2006/main">
            <a:r>
              <a:t>Assessment timing:2 minutes for route/access,10 minutes for the defended response and fair reply,3 minutes for the brief source-choice check,one NS and pupil response.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7 (slide-7).</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defended big-question paragraph or equivalent response with one NS and pupil-owned revision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a:p xmlns:a="http://schemas.openxmlformats.org/drawingml/2006/main">
            <a:r>
              <a:t>Assessment timing:2 minutes for route/access,10 minutes for the defended response and fair reply,3 minutes for the brief source-choice check,one NS and pupil response.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7 (slide-7).</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defended big-question paragraph or equivalent response with one NS and pupil-owned revision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a:p xmlns:a="http://schemas.openxmlformats.org/drawingml/2006/main">
            <a:r>
              <a:t>Assessment timing:2 minutes for route/access,10 minutes for the defended response and fair reply,3 minutes for the brief source-choice check,one NS and pupil response.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7 (slide-7).</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defended big-question paragraph or equivalent response with one NS and pupil-owned revision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a:p xmlns:a="http://schemas.openxmlformats.org/drawingml/2006/main">
            <a:r>
              <a:t>Assessment timing:2 minutes for route/access,10 minutes for the defended response and fair reply,3 minutes for the brief source-choice check,one NS and pupil response.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7 (slide-7).</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defended big-question paragraph or equivalent response with one NS and pupil-owned revision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a:p xmlns:a="http://schemas.openxmlformats.org/drawingml/2006/main">
            <a:r>
              <a:t>Assessment timing:2 minutes for route/access,10 minutes for the defended response and fair reply,3 minutes for the brief source-choice check,one NS and pupil response.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7 (slide-7).</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defended big-question paragraph or equivalent response with one NS and pupil-owned revision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a:p xmlns:a="http://schemas.openxmlformats.org/drawingml/2006/main">
            <a:r>
              <a:t>Assessment timing:2 minutes for route/access,10 minutes for the defended response and fair reply,3 minutes for the brief source-choice check,one NS and pupil response.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7 (slide-7).</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defended big-question paragraph or equivalent response with one NS and pupil-owned revision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a:p xmlns:a="http://schemas.openxmlformats.org/drawingml/2006/main">
            <a:r>
              <a:t>Assessment timing:2 minutes for route/access,10 minutes for the defended response and fair reply,3 minutes for the brief source-choice check,one NS and pupil response.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7 (slide-7).</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defended big-question paragraph or equivalent response with one NS and pupil-owned revision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a:p xmlns:a="http://schemas.openxmlformats.org/drawingml/2006/main">
            <a:r>
              <a:t>Assessment timing:2 minutes for route/access,10 minutes for the defended response and fair reply,3 minutes for the brief source-choice check,one NS and pupil response.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a:p xmlns:a="http://schemas.openxmlformats.org/drawingml/2006/main">
            <a:r>
              <a:t>1. Adult answer: A reply with a case-linked reason, e.g. hope can prompt checking but a safe space is not yet known.</a:t>
            </a:r>
          </a:p>
          <a:p xmlns:a="http://schemas.openxmlformats.org/drawingml/2006/main">
            <a:r>
              <a:t>2. Adult answer: A respectful question about the offered check, such as asking whether the space is safe or what the helper needs to find out. It addresses the proposal without judging a personal belief.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a:p xmlns:a="http://schemas.openxmlformats.org/drawingml/2006/main">
            <a:r>
              <a:t>1. Adult answer: A supported answer linking hope/action/facts, with no promise of success.</a:t>
            </a:r>
          </a:p>
          <a:p xmlns:a="http://schemas.openxmlformats.org/drawingml/2006/main">
            <a:r>
              <a:t>2. Adult answer: A fair paraphrase and reasoned response to one of the supplied positions.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GROW_RE_S1_W06.html; SHA-256 5010769e8474710e1eec7e09c6c79609020b9b3b1974f859f2f8c4c7664ca8c1.</a:t>
            </a:r>
          </a:p>
          <a:p xmlns:a="http://schemas.openxmlformats.org/drawingml/2006/main">
            <a:r>
              <a:t>Lesson GROW-RE-S1-W06;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a:p xmlns:a="http://schemas.openxmlformats.org/drawingml/2006/main">
            <a:r>
              <a:t>1. Adult answer: A qualified, evidence-linked view with a condition or limit.</a:t>
            </a:r>
          </a:p>
          <a:p xmlns:a="http://schemas.openxmlformats.org/drawingml/2006/main">
            <a:r>
              <a:t>2. Adult answer: Check facts and reasons in the case; the case does not identify beliefs and gives no basis for ranking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55cb7a54d24ac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a1a5e03bda7414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fcff17bee034f1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16c7efeeb87417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eb9924aaa0b432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35ab1972a7e4b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BF07F7-188E-42A8-B31C-A803584163F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194B468-F4DF-4D7A-BF62-47F9442EDE7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01DC4D6-8392-4EF6-BA5D-47CF79FFB01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590AAF-22C2-4177-968F-22B24D45B9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A541D25-86AE-44B7-8D8F-B09D849EF72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67A8623-84D3-45C0-96D6-532DEEF1C2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5C59F2-2C02-449B-AA2C-CEECA63CA2C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4023D87-7370-4B46-A175-1C3C1E3BB49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D880DB-00B7-45D6-AF00-5E213E950C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0DFC95-0F3C-4AF8-85BD-FC37D20E0BD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4226913772484e" /><Relationship Type="http://schemas.openxmlformats.org/officeDocument/2006/relationships/slideLayout" Target="/ppt/slideLayouts/slideLayout1.xml" Id="R645c817980924ba2" /><Relationship Type="http://schemas.openxmlformats.org/officeDocument/2006/relationships/slideLayout" Target="/ppt/slideLayouts/slideLayout2.xml" Id="R4f54b1c7726f43a3" /><Relationship Type="http://schemas.openxmlformats.org/officeDocument/2006/relationships/slideLayout" Target="/ppt/slideLayouts/slideLayout3.xml" Id="Rf1488f017dc24cb7" /><Relationship Type="http://schemas.openxmlformats.org/officeDocument/2006/relationships/slideLayout" Target="/ppt/slideLayouts/slideLayout4.xml" Id="Rcc950c48caea4d9f" /><Relationship Type="http://schemas.openxmlformats.org/officeDocument/2006/relationships/slideLayout" Target="/ppt/slideLayouts/slideLayout5.xml" Id="R353c84627288419f" /><Relationship Type="http://schemas.openxmlformats.org/officeDocument/2006/relationships/slideLayout" Target="/ppt/slideLayouts/slideLayout6.xml" Id="Rf784281f977c42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5c817980924ba2"/>
    <p:sldLayoutId xmlns:r="http://schemas.openxmlformats.org/officeDocument/2006/relationships" id="2147483650" r:id="R4f54b1c7726f43a3"/>
    <p:sldLayoutId xmlns:r="http://schemas.openxmlformats.org/officeDocument/2006/relationships" id="2147483651" r:id="Rf1488f017dc24cb7"/>
    <p:sldLayoutId xmlns:r="http://schemas.openxmlformats.org/officeDocument/2006/relationships" id="2147483652" r:id="Rcc950c48caea4d9f"/>
    <p:sldLayoutId xmlns:r="http://schemas.openxmlformats.org/officeDocument/2006/relationships" id="2147483653" r:id="R353c84627288419f"/>
    <p:sldLayoutId xmlns:r="http://schemas.openxmlformats.org/officeDocument/2006/relationships" id="2147483654" r:id="Rf784281f977c4238"/>
  </p:sldLayoutIdLst>
  <p:txStyles>
    <p:titleStyle>
      <a:lvl1pPr xmlns:a="http://schemas.openxmlformats.org/drawingml/2006/main" algn="l">
        <a:lnSpc>
          <a:spcPct val="90000"/>
        </a:lnSpc>
        <a:spcBef>
          <a:spcPts val="0"/>
        </a:spcBef>
        <a:buNone/>
        <a:defRPr sz="4400">
          <a:solidFill>
            <a:schemeClr val="tx1"/>
          </a:solidFill>
          <a:latin typeface="Liberation Sans"/>
          <a:ea typeface="Liberation Sans"/>
          <a:cs typeface="Liberation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Liberation Sans"/>
          <a:ea typeface="Liberation Sans"/>
          <a:cs typeface="Liberation Sans"/>
        </a:defRPr>
      </a:lvl1pPr>
      <a:lvl2pPr xmlns:a="http://schemas.openxmlformats.org/drawingml/2006/main" marL="685800" indent="-228600" algn="l">
        <a:lnSpc>
          <a:spcPct val="90000"/>
        </a:lnSpc>
        <a:spcBef>
          <a:spcPts val="500"/>
        </a:spcBef>
        <a:buChar char="•"/>
        <a:defRPr sz="2400">
          <a:solidFill>
            <a:schemeClr val="tx1"/>
          </a:solidFill>
          <a:latin typeface="Liberation Sans"/>
          <a:ea typeface="Liberation Sans"/>
          <a:cs typeface="Liberation Sans"/>
        </a:defRPr>
      </a:lvl2pPr>
      <a:lvl3pPr xmlns:a="http://schemas.openxmlformats.org/drawingml/2006/main" marL="1143000" indent="-228600" algn="l">
        <a:lnSpc>
          <a:spcPct val="90000"/>
        </a:lnSpc>
        <a:spcBef>
          <a:spcPts val="500"/>
        </a:spcBef>
        <a:buChar char="•"/>
        <a:defRPr sz="2000">
          <a:solidFill>
            <a:schemeClr val="tx1"/>
          </a:solidFill>
          <a:latin typeface="Liberation Sans"/>
          <a:ea typeface="Liberation Sans"/>
          <a:cs typeface="Liberation Sans"/>
        </a:defRPr>
      </a:lvl3pPr>
      <a:lvl4pPr xmlns:a="http://schemas.openxmlformats.org/drawingml/2006/main" marL="1600200" indent="-228600" algn="l">
        <a:lnSpc>
          <a:spcPct val="90000"/>
        </a:lnSpc>
        <a:spcBef>
          <a:spcPts val="500"/>
        </a:spcBef>
        <a:buChar char="•"/>
        <a:defRPr sz="1800">
          <a:solidFill>
            <a:schemeClr val="tx1"/>
          </a:solidFill>
          <a:latin typeface="Liberation Sans"/>
          <a:ea typeface="Liberation Sans"/>
          <a:cs typeface="Liberation Sans"/>
        </a:defRPr>
      </a:lvl4pPr>
      <a:lvl5pPr xmlns:a="http://schemas.openxmlformats.org/drawingml/2006/main" marL="2057400" indent="-228600" algn="l">
        <a:lnSpc>
          <a:spcPct val="90000"/>
        </a:lnSpc>
        <a:spcBef>
          <a:spcPts val="500"/>
        </a:spcBef>
        <a:buChar char="•"/>
        <a:defRPr sz="1800">
          <a:solidFill>
            <a:schemeClr val="tx1"/>
          </a:solidFill>
          <a:latin typeface="Liberation Sans"/>
          <a:ea typeface="Liberation Sans"/>
          <a:cs typeface="Liberation Sans"/>
        </a:defRPr>
      </a:lvl5pPr>
      <a:lvl6pPr xmlns:a="http://schemas.openxmlformats.org/drawingml/2006/main" marL="2514600" indent="-228600" algn="l">
        <a:lnSpc>
          <a:spcPct val="90000"/>
        </a:lnSpc>
        <a:spcBef>
          <a:spcPts val="500"/>
        </a:spcBef>
        <a:buChar char="•"/>
        <a:defRPr sz="1800">
          <a:solidFill>
            <a:schemeClr val="tx1"/>
          </a:solidFill>
          <a:latin typeface="Liberation Sans"/>
          <a:ea typeface="Liberation Sans"/>
          <a:cs typeface="Liberation Sans"/>
        </a:defRPr>
      </a:lvl6pPr>
      <a:lvl7pPr xmlns:a="http://schemas.openxmlformats.org/drawingml/2006/main" marL="2971800" indent="-228600" algn="l">
        <a:lnSpc>
          <a:spcPct val="90000"/>
        </a:lnSpc>
        <a:spcBef>
          <a:spcPts val="500"/>
        </a:spcBef>
        <a:buChar char="•"/>
        <a:defRPr sz="1800">
          <a:solidFill>
            <a:schemeClr val="tx1"/>
          </a:solidFill>
          <a:latin typeface="Liberation Sans"/>
          <a:ea typeface="Liberation Sans"/>
          <a:cs typeface="Liberation Sans"/>
        </a:defRPr>
      </a:lvl7pPr>
      <a:lvl8pPr xmlns:a="http://schemas.openxmlformats.org/drawingml/2006/main" marL="3429000" indent="-228600" algn="l">
        <a:lnSpc>
          <a:spcPct val="90000"/>
        </a:lnSpc>
        <a:spcBef>
          <a:spcPts val="500"/>
        </a:spcBef>
        <a:buChar char="•"/>
        <a:defRPr sz="1800">
          <a:solidFill>
            <a:schemeClr val="tx1"/>
          </a:solidFill>
          <a:latin typeface="Liberation Sans"/>
          <a:ea typeface="Liberation Sans"/>
          <a:cs typeface="Liberation Sans"/>
        </a:defRPr>
      </a:lvl8pPr>
      <a:lvl9pPr xmlns:a="http://schemas.openxmlformats.org/drawingml/2006/main" marL="3886200" indent="-228600" algn="l">
        <a:lnSpc>
          <a:spcPct val="90000"/>
        </a:lnSpc>
        <a:spcBef>
          <a:spcPts val="500"/>
        </a:spcBef>
        <a:buChar char="•"/>
        <a:defRPr sz="1800">
          <a:solidFill>
            <a:schemeClr val="tx1"/>
          </a:solidFill>
          <a:latin typeface="Liberation Sans"/>
          <a:ea typeface="Liberation Sans"/>
          <a:cs typeface="Liberation Sans"/>
        </a:defRPr>
      </a:lvl9pPr>
    </p:bodyStyle>
    <p:otherStyle>
      <a:lvl1pPr xmlns:a="http://schemas.openxmlformats.org/drawingml/2006/main" marL="0" algn="l">
        <a:buNone/>
        <a:defRPr sz="1800">
          <a:solidFill>
            <a:schemeClr val="tx1"/>
          </a:solidFill>
          <a:latin typeface="Liberation Sans"/>
          <a:ea typeface="Liberation Sans"/>
          <a:cs typeface="Liberation Sans"/>
        </a:defRPr>
      </a:lvl1pPr>
      <a:lvl2pPr xmlns:a="http://schemas.openxmlformats.org/drawingml/2006/main" marL="457200" algn="l">
        <a:buNone/>
        <a:defRPr sz="1800">
          <a:solidFill>
            <a:schemeClr val="tx1"/>
          </a:solidFill>
          <a:latin typeface="Liberation Sans"/>
          <a:ea typeface="Liberation Sans"/>
          <a:cs typeface="Liberation Sans"/>
        </a:defRPr>
      </a:lvl2pPr>
      <a:lvl3pPr xmlns:a="http://schemas.openxmlformats.org/drawingml/2006/main" marL="914400" algn="l">
        <a:buNone/>
        <a:defRPr sz="1800">
          <a:solidFill>
            <a:schemeClr val="tx1"/>
          </a:solidFill>
          <a:latin typeface="Liberation Sans"/>
          <a:ea typeface="Liberation Sans"/>
          <a:cs typeface="Liberation Sans"/>
        </a:defRPr>
      </a:lvl3pPr>
      <a:lvl4pPr xmlns:a="http://schemas.openxmlformats.org/drawingml/2006/main" marL="1371600" algn="l">
        <a:buNone/>
        <a:defRPr sz="1800">
          <a:solidFill>
            <a:schemeClr val="tx1"/>
          </a:solidFill>
          <a:latin typeface="Liberation Sans"/>
          <a:ea typeface="Liberation Sans"/>
          <a:cs typeface="Liberation Sans"/>
        </a:defRPr>
      </a:lvl4pPr>
      <a:lvl5pPr xmlns:a="http://schemas.openxmlformats.org/drawingml/2006/main" marL="1828800" algn="l">
        <a:buNone/>
        <a:defRPr sz="1800">
          <a:solidFill>
            <a:schemeClr val="tx1"/>
          </a:solidFill>
          <a:latin typeface="Liberation Sans"/>
          <a:ea typeface="Liberation Sans"/>
          <a:cs typeface="Liberation Sans"/>
        </a:defRPr>
      </a:lvl5pPr>
      <a:lvl6pPr xmlns:a="http://schemas.openxmlformats.org/drawingml/2006/main" marL="2286000" algn="l">
        <a:buNone/>
        <a:defRPr sz="1800">
          <a:solidFill>
            <a:schemeClr val="tx1"/>
          </a:solidFill>
          <a:latin typeface="Liberation Sans"/>
          <a:ea typeface="Liberation Sans"/>
          <a:cs typeface="Liberation Sans"/>
        </a:defRPr>
      </a:lvl6pPr>
      <a:lvl7pPr xmlns:a="http://schemas.openxmlformats.org/drawingml/2006/main" marL="2743200" algn="l">
        <a:buNone/>
        <a:defRPr sz="1800">
          <a:solidFill>
            <a:schemeClr val="tx1"/>
          </a:solidFill>
          <a:latin typeface="Liberation Sans"/>
          <a:ea typeface="Liberation Sans"/>
          <a:cs typeface="Liberation Sans"/>
        </a:defRPr>
      </a:lvl7pPr>
      <a:lvl8pPr xmlns:a="http://schemas.openxmlformats.org/drawingml/2006/main" marL="3200400" algn="l">
        <a:buNone/>
        <a:defRPr sz="1800">
          <a:solidFill>
            <a:schemeClr val="tx1"/>
          </a:solidFill>
          <a:latin typeface="Liberation Sans"/>
          <a:ea typeface="Liberation Sans"/>
          <a:cs typeface="Liberation Sans"/>
        </a:defRPr>
      </a:lvl8pPr>
      <a:lvl9pPr xmlns:a="http://schemas.openxmlformats.org/drawingml/2006/main" marL="3657600" algn="l">
        <a:buNone/>
        <a:defRPr sz="1800">
          <a:solidFill>
            <a:schemeClr val="tx1"/>
          </a:solidFill>
          <a:latin typeface="Liberation Sans"/>
          <a:ea typeface="Liberation Sans"/>
          <a:cs typeface="Liberation Sans"/>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56fd25bbfa0459b" /><Relationship Type="http://schemas.openxmlformats.org/officeDocument/2006/relationships/image" Target="/ppt/media/image.jpeg" Id="R8c143641e61c46e2" /><Relationship Type="http://schemas.openxmlformats.org/officeDocument/2006/relationships/notesSlide" Target="/ppt/notesSlides/notesSlide1.xml" Id="R4fc035e705524388"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5e6f7f9ba6e540f4"/><Relationship Type="http://schemas.openxmlformats.org/officeDocument/2006/relationships/image" Target="../media/image.jpeg" Id="R1c256201cf7a4d67"/><Relationship Type="http://schemas.openxmlformats.org/officeDocument/2006/relationships/notesSlide" Target="/ppt/notesSlides/notesSlide2.xml" Id="Reff9fec00ce446d7"/></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9a2c7a3900ac4ddc"/><Relationship Type="http://schemas.openxmlformats.org/officeDocument/2006/relationships/image" Target="../media/image.jpeg" Id="R055a5826f0df47b8"/><Relationship Type="http://schemas.openxmlformats.org/officeDocument/2006/relationships/notesSlide" Target="/ppt/notesSlides/notesSlide3.xml" Id="R69935a697cdf41e9"/></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df42ab178cb040c3"/><Relationship Type="http://schemas.openxmlformats.org/officeDocument/2006/relationships/image" Target="../media/image.jpeg" Id="R5f251830d166404e"/><Relationship Type="http://schemas.openxmlformats.org/officeDocument/2006/relationships/notesSlide" Target="/ppt/notesSlides/notesSlide4.xml" Id="R90af508a162840ab"/></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5fbf2b791cfb41f0"/><Relationship Type="http://schemas.openxmlformats.org/officeDocument/2006/relationships/image" Target="../media/image.jpeg" Id="Rf734eb57d4914950"/><Relationship Type="http://schemas.openxmlformats.org/officeDocument/2006/relationships/notesSlide" Target="/ppt/notesSlides/notesSlide5.xml" Id="R0ab31d8696cc41e6"/></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639b90e2421d4840"/><Relationship Type="http://schemas.openxmlformats.org/officeDocument/2006/relationships/image" Target="../media/image.jpeg" Id="Ra5657fa0705c4792"/><Relationship Type="http://schemas.openxmlformats.org/officeDocument/2006/relationships/notesSlide" Target="/ppt/notesSlides/notesSlide6.xml" Id="R30ee1e0253bc44d1"/></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192c408d37b6459e"/><Relationship Type="http://schemas.openxmlformats.org/officeDocument/2006/relationships/image" Target="../media/image.jpeg" Id="Re6edcfe156064d2b"/><Relationship Type="http://schemas.openxmlformats.org/officeDocument/2006/relationships/notesSlide" Target="/ppt/notesSlides/notesSlide7.xml" Id="Re0442ff70dde4e20"/></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5026dfd792ee4f19"/><Relationship Type="http://schemas.openxmlformats.org/officeDocument/2006/relationships/image" Target="../media/image.jpeg" Id="Rc288ef9001404e60"/><Relationship Type="http://schemas.openxmlformats.org/officeDocument/2006/relationships/notesSlide" Target="/ppt/notesSlides/notesSlide8.xml" Id="Rf69c310bcb3f4757"/></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c684abca838e4a29"/><Relationship Type="http://schemas.openxmlformats.org/officeDocument/2006/relationships/image" Target="../media/image.jpeg" Id="R87415044559c4789"/><Relationship Type="http://schemas.openxmlformats.org/officeDocument/2006/relationships/notesSlide" Target="/ppt/notesSlides/notesSlide9.xml" Id="R3604482b4a8f4e41"/></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29212f09b66f4409"/><Relationship Type="http://schemas.openxmlformats.org/officeDocument/2006/relationships/image" Target="../media/image.jpeg" Id="R5fb17d64c8614e94"/><Relationship Type="http://schemas.openxmlformats.org/officeDocument/2006/relationships/notesSlide" Target="/ppt/notesSlides/notesSlide10.xml" Id="R37b0e3ee4ec447e9"/></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dded7116b9a74efd"/><Relationship Type="http://schemas.openxmlformats.org/officeDocument/2006/relationships/image" Target="../media/image.jpeg" Id="R622b9bcddeb3490c"/><Relationship Type="http://schemas.openxmlformats.org/officeDocument/2006/relationships/notesSlide" Target="/ppt/notesSlides/notesSlide11.xml" Id="R2c3be5448270406c"/></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2738c1e1037543d7"/><Relationship Type="http://schemas.openxmlformats.org/officeDocument/2006/relationships/image" Target="../media/image.jpeg" Id="R25e448638260484a"/><Relationship Type="http://schemas.openxmlformats.org/officeDocument/2006/relationships/notesSlide" Target="/ppt/notesSlides/notesSlide12.xml" Id="Rc9e81c9bdb29420e"/></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7e25e3bdee3f4b36"/><Relationship Type="http://schemas.openxmlformats.org/officeDocument/2006/relationships/image" Target="../media/image.jpeg" Id="Rb5d7f23550b74595"/><Relationship Type="http://schemas.openxmlformats.org/officeDocument/2006/relationships/notesSlide" Target="/ppt/notesSlides/notesSlide13.xml" Id="Rbc5e938c064f40b0"/></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7c628d1cc4b64a7d"/><Relationship Type="http://schemas.openxmlformats.org/officeDocument/2006/relationships/image" Target="../media/image.jpeg" Id="R7393facc40b54fc2"/><Relationship Type="http://schemas.openxmlformats.org/officeDocument/2006/relationships/notesSlide" Target="/ppt/notesSlides/notesSlide14.xml" Id="R7282197859934d6e"/></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16fb881e9a6f40b1"/><Relationship Type="http://schemas.openxmlformats.org/officeDocument/2006/relationships/image" Target="../media/image.jpeg" Id="R5ecac4aa05e342c4"/><Relationship Type="http://schemas.openxmlformats.org/officeDocument/2006/relationships/notesSlide" Target="/ppt/notesSlides/notesSlide15.xml" Id="Raf9b7a1a15314e57"/></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95a61d96691143cb"/><Relationship Type="http://schemas.openxmlformats.org/officeDocument/2006/relationships/image" Target="../media/image.jpeg" Id="Ra235414272d14d28"/><Relationship Type="http://schemas.openxmlformats.org/officeDocument/2006/relationships/notesSlide" Target="/ppt/notesSlides/notesSlide16.xml" Id="R66b6652b465f434d"/></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3fb28badd6564269"/><Relationship Type="http://schemas.openxmlformats.org/officeDocument/2006/relationships/image" Target="../media/image.jpeg" Id="Re82f2830bb8f4e81"/><Relationship Type="http://schemas.openxmlformats.org/officeDocument/2006/relationships/notesSlide" Target="/ppt/notesSlides/notesSlide17.xml" Id="R61ddfff030544d0e"/></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1db9db349dcb4ff5"/><Relationship Type="http://schemas.openxmlformats.org/officeDocument/2006/relationships/image" Target="../media/image.jpeg" Id="R0e376157afce48c1"/><Relationship Type="http://schemas.openxmlformats.org/officeDocument/2006/relationships/notesSlide" Target="/ppt/notesSlides/notesSlide18.xml" Id="R481966c3769b43b9"/></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058675d1d6464d85"/><Relationship Type="http://schemas.openxmlformats.org/officeDocument/2006/relationships/image" Target="../media/image.jpeg" Id="R48610ec6d9874253"/><Relationship Type="http://schemas.openxmlformats.org/officeDocument/2006/relationships/notesSlide" Target="/ppt/notesSlides/notesSlide19.xml" Id="R652256c36d1b470b"/></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f5e0d9cc21b743f2"/><Relationship Type="http://schemas.openxmlformats.org/officeDocument/2006/relationships/image" Target="../media/image.jpeg" Id="R4ac9dfeb6930426b"/><Relationship Type="http://schemas.openxmlformats.org/officeDocument/2006/relationships/notesSlide" Target="/ppt/notesSlides/notesSlide20.xml" Id="Re5a1d41d6e1b4d4d"/></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48bbc3d59c0c4d85"/><Relationship Type="http://schemas.openxmlformats.org/officeDocument/2006/relationships/image" Target="../media/image.jpeg" Id="R3ff3cec839b14bf6"/><Relationship Type="http://schemas.openxmlformats.org/officeDocument/2006/relationships/notesSlide" Target="/ppt/notesSlides/notesSlide21.xml" Id="R389f68fcde924c01"/></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db575333a83d4fa9"/><Relationship Type="http://schemas.openxmlformats.org/officeDocument/2006/relationships/image" Target="../media/image.jpeg" Id="R443ca3b059a94dc5"/><Relationship Type="http://schemas.openxmlformats.org/officeDocument/2006/relationships/notesSlide" Target="/ppt/notesSlides/notesSlide22.xml" Id="Rdadcbc7b99e34a41"/></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a955cc511ea54e8f"/><Relationship Type="http://schemas.openxmlformats.org/officeDocument/2006/relationships/image" Target="../media/image.jpeg" Id="R160a7e3ce88343e7"/><Relationship Type="http://schemas.openxmlformats.org/officeDocument/2006/relationships/notesSlide" Target="/ppt/notesSlides/notesSlide23.xml" Id="R0e28982a07714345"/></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50c75b34b17845f6"/><Relationship Type="http://schemas.openxmlformats.org/officeDocument/2006/relationships/image" Target="../media/image.jpeg" Id="Rd6a48d5a37b64736"/><Relationship Type="http://schemas.openxmlformats.org/officeDocument/2006/relationships/notesSlide" Target="/ppt/notesSlides/notesSlide24.xml" Id="Ra222a1d61bf145f0"/></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a7be7dafd06f47d9"/><Relationship Type="http://schemas.openxmlformats.org/officeDocument/2006/relationships/image" Target="../media/image.jpeg" Id="Rdcd20fcb512b4b4b"/><Relationship Type="http://schemas.openxmlformats.org/officeDocument/2006/relationships/notesSlide" Target="/ppt/notesSlides/notesSlide25.xml" Id="R0bef53e07c8543c5"/></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c8adee26b062465a"/><Relationship Type="http://schemas.openxmlformats.org/officeDocument/2006/relationships/image" Target="../media/image.jpeg" Id="R7ab2338a877643c9"/><Relationship Type="http://schemas.openxmlformats.org/officeDocument/2006/relationships/notesSlide" Target="/ppt/notesSlides/notesSlide26.xml" Id="R1b1ae6b5e8ee4aac"/></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b34655392d5e452a"/><Relationship Type="http://schemas.openxmlformats.org/officeDocument/2006/relationships/image" Target="../media/image.jpeg" Id="Rc72b792eeb3f4e3f"/><Relationship Type="http://schemas.openxmlformats.org/officeDocument/2006/relationships/notesSlide" Target="/ppt/notesSlides/notesSlide27.xml" Id="R5e175fdd384c4917"/></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b51b85b49d38488d"/><Relationship Type="http://schemas.openxmlformats.org/officeDocument/2006/relationships/image" Target="../media/image.jpeg" Id="Rd5e5ded5118e4daf"/><Relationship Type="http://schemas.openxmlformats.org/officeDocument/2006/relationships/notesSlide" Target="/ppt/notesSlides/notesSlide28.xml" Id="Rd5e8ff2b7a694469"/></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4d990d3bbd444b38"/><Relationship Type="http://schemas.openxmlformats.org/officeDocument/2006/relationships/image" Target="../media/image.jpeg" Id="R608b1cee94c8417d"/><Relationship Type="http://schemas.openxmlformats.org/officeDocument/2006/relationships/notesSlide" Target="/ppt/notesSlides/notesSlide29.xml" Id="R73e4302196f14213"/></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1108bf6026204973"/><Relationship Type="http://schemas.openxmlformats.org/officeDocument/2006/relationships/image" Target="../media/image.jpeg" Id="Rb92e6507bffc49f1"/><Relationship Type="http://schemas.openxmlformats.org/officeDocument/2006/relationships/notesSlide" Target="/ppt/notesSlides/notesSlide30.xml" Id="R41e82d46ba094301"/></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0d3305d067554dca"/><Relationship Type="http://schemas.openxmlformats.org/officeDocument/2006/relationships/image" Target="../media/image.jpeg" Id="R3ccdec6f2ae64783"/><Relationship Type="http://schemas.openxmlformats.org/officeDocument/2006/relationships/notesSlide" Target="/ppt/notesSlides/notesSlide31.xml" Id="Ra1076c5691804bea"/></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c985a294c44b478f"/><Relationship Type="http://schemas.openxmlformats.org/officeDocument/2006/relationships/image" Target="../media/image.jpeg" Id="Rd3f41dfb413e4446"/><Relationship Type="http://schemas.openxmlformats.org/officeDocument/2006/relationships/notesSlide" Target="/ppt/notesSlides/notesSlide32.xml" Id="Rf6961ffb81c54bef"/></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45fd7e055b394093"/><Relationship Type="http://schemas.openxmlformats.org/officeDocument/2006/relationships/image" Target="../media/image.jpeg" Id="R763bd8f6d0bf4471"/><Relationship Type="http://schemas.openxmlformats.org/officeDocument/2006/relationships/notesSlide" Target="/ppt/notesSlides/notesSlide33.xml" Id="R938b174292914991"/></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b2071b0fd1c943c5"/><Relationship Type="http://schemas.openxmlformats.org/officeDocument/2006/relationships/image" Target="../media/image.jpeg" Id="Rb8d2d875d7d74c55"/><Relationship Type="http://schemas.openxmlformats.org/officeDocument/2006/relationships/notesSlide" Target="/ppt/notesSlides/notesSlide34.xml" Id="R0b56bc44a8844781"/></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ea9c23d836b44e8c"/><Relationship Type="http://schemas.openxmlformats.org/officeDocument/2006/relationships/image" Target="../media/image.jpeg" Id="Rf66e85f19bda44ee"/><Relationship Type="http://schemas.openxmlformats.org/officeDocument/2006/relationships/notesSlide" Target="/ppt/notesSlides/notesSlide35.xml" Id="R0d7b2672e30046db"/></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540147aa166648af"/><Relationship Type="http://schemas.openxmlformats.org/officeDocument/2006/relationships/image" Target="../media/image.jpeg" Id="R021d131c17904396"/><Relationship Type="http://schemas.openxmlformats.org/officeDocument/2006/relationships/notesSlide" Target="/ppt/notesSlides/notesSlide36.xml" Id="R79223e3852504cd7"/></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6.xml" Id="R620fdd7f995a4a30"/><Relationship Type="http://schemas.openxmlformats.org/officeDocument/2006/relationships/image" Target="../media/image.jpeg" Id="R39cdc5b648734925"/><Relationship Type="http://schemas.openxmlformats.org/officeDocument/2006/relationships/notesSlide" Target="/ppt/notesSlides/notesSlide37.xml" Id="R45f758203e394c18"/></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6.xml" Id="Rb380ed97871a4aef"/><Relationship Type="http://schemas.openxmlformats.org/officeDocument/2006/relationships/image" Target="../media/image.jpeg" Id="R7897af20183745df"/><Relationship Type="http://schemas.openxmlformats.org/officeDocument/2006/relationships/notesSlide" Target="/ppt/notesSlides/notesSlide38.xml" Id="Recdd747b840f4f16"/></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6.xml" Id="R5f63f483411946be"/><Relationship Type="http://schemas.openxmlformats.org/officeDocument/2006/relationships/image" Target="../media/image.jpeg" Id="R803d2234f3f1445b"/><Relationship Type="http://schemas.openxmlformats.org/officeDocument/2006/relationships/notesSlide" Target="/ppt/notesSlides/notesSlide39.xml" Id="R4f78d9f6f6c5457b"/></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6.xml" Id="R3bc0d6a2c3934e19"/><Relationship Type="http://schemas.openxmlformats.org/officeDocument/2006/relationships/image" Target="../media/image.jpeg" Id="R70653dab39914fd3"/><Relationship Type="http://schemas.openxmlformats.org/officeDocument/2006/relationships/notesSlide" Target="/ppt/notesSlides/notesSlide40.xml" Id="R119441ae3aba4da3"/></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6.xml" Id="Rf0f2474be4314008"/><Relationship Type="http://schemas.openxmlformats.org/officeDocument/2006/relationships/image" Target="../media/image.jpeg" Id="Ra673b36acca64c7f"/><Relationship Type="http://schemas.openxmlformats.org/officeDocument/2006/relationships/notesSlide" Target="/ppt/notesSlides/notesSlide41.xml" Id="R6587519ee2694fa9"/></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6.xml" Id="Rd1375c02154149a3"/><Relationship Type="http://schemas.openxmlformats.org/officeDocument/2006/relationships/image" Target="../media/image.jpeg" Id="R51faed3769e74c4b"/><Relationship Type="http://schemas.openxmlformats.org/officeDocument/2006/relationships/notesSlide" Target="/ppt/notesSlides/notesSlide42.xml" Id="Rfd27d2c6fda3426d"/></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6.xml" Id="Rbafb89ed770d4a1f"/><Relationship Type="http://schemas.openxmlformats.org/officeDocument/2006/relationships/image" Target="../media/image.jpeg" Id="Rbb28a87cc8c14776"/><Relationship Type="http://schemas.openxmlformats.org/officeDocument/2006/relationships/notesSlide" Target="/ppt/notesSlides/notesSlide43.xml" Id="Rfb7349b736384ddd"/></Relationships>
</file>

<file path=ppt/slides/_rels/slide44.xml.rels><?xml version='1.0' encoding='UTF-8' standalone='yes'?>
<Relationships xmlns="http://schemas.openxmlformats.org/package/2006/relationships"><Relationship Type="http://schemas.openxmlformats.org/officeDocument/2006/relationships/slideLayout" Target="/ppt/slideLayouts/slideLayout6.xml" Id="R4cf59ccbef0c48fc"/><Relationship Type="http://schemas.openxmlformats.org/officeDocument/2006/relationships/image" Target="../media/image.jpeg" Id="Rc4374a44304d4741"/><Relationship Type="http://schemas.openxmlformats.org/officeDocument/2006/relationships/notesSlide" Target="/ppt/notesSlides/notesSlide44.xml" Id="Rb1a50e0399b946be"/></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lesson-header">
            <a:extLst xmlns:a="http://schemas.openxmlformats.org/drawingml/2006/main">
              <a:ext uri="{FF2B5EF4-FFF2-40B4-BE49-F238E27FC236}">
                <a16:creationId xmlns:a16="http://schemas.microsoft.com/office/drawing/2014/main" id="{25B19BFF-5B25-496C-AB65-9B3299DF93D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3211DD08-75DB-4949-AC3A-84B4A9F4276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0A7DEFA5-5CFF-45F9-B061-84C90E9A8BD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GROW · Spring 1 · Week 6</a:t>
            </a:r>
          </a:p>
        </p:txBody>
      </p:sp>
      <p:sp>
        <p:nvSpPr>
          <p:cNvPr id="4" name="shape">
            <a:extLst xmlns:a="http://schemas.openxmlformats.org/drawingml/2006/main">
              <a:ext uri="{FF2B5EF4-FFF2-40B4-BE49-F238E27FC236}">
                <a16:creationId xmlns:a16="http://schemas.microsoft.com/office/drawing/2014/main" id="{A644F96A-FEC3-4E10-A77E-F5576EB27BA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F26C22E-3EF8-43B1-99CC-D647AFD1DD5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5B254C5-62AE-45BC-AC1C-4AA4311286E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1758358-4A83-4959-A3E1-B5BD74A73E3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E20E3F6-175D-404F-8812-A179371EC660}"/>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BE80556-18CA-4634-9033-EE40C5F9BAC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927C227-4B47-4F13-9D80-E6EB36FD690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7801A0B5-DF02-4E5A-92F9-77D10EEEAF9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67BA85D1-6274-4C4B-BF9A-6DC5204916B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72E3D5CE-0ED0-422E-82F6-43EDCCC9DB9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 / 44</a:t>
            </a:r>
          </a:p>
        </p:txBody>
      </p:sp>
      <p:sp>
        <p:nvSpPr>
          <p:cNvPr id="14" name="licence-footer">
            <a:extLst xmlns:a="http://schemas.openxmlformats.org/drawingml/2006/main">
              <a:ext uri="{FF2B5EF4-FFF2-40B4-BE49-F238E27FC236}">
                <a16:creationId xmlns:a16="http://schemas.microsoft.com/office/drawing/2014/main" id="{C3807F6D-64D0-47FA-AD09-C3B15525557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92DFC2B-5B20-42E9-A9F2-55490AD10687}"/>
              </a:ext>
            </a:extLst>
          </p:cNvPr>
          <p:cNvPicPr>
            <a:picLocks xmlns:a="http://schemas.openxmlformats.org/drawingml/2006/main" noChangeAspect="1"/>
          </p:cNvPicPr>
          <p:nvPr/>
        </p:nvPicPr>
        <p:blipFill>
          <a:blip xmlns:r="http://schemas.openxmlformats.org/officeDocument/2006/relationships" xmlns:a="http://schemas.openxmlformats.org/drawingml/2006/main" r:embed="R8c143641e61c46e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BBA4627-1FD3-4694-B6B1-DBC9DE57324F}"/>
              </a:ext>
            </a:extLst>
          </p:cNvPr>
          <p:cNvSpPr>
            <a:spLocks xmlns:a="http://schemas.openxmlformats.org/drawingml/2006/main" noGrp="1"/>
          </p:cNvSpPr>
          <p:nvPr/>
        </p:nvSpPr>
        <p:spPr>
          <a:xfrm xmlns:a="http://schemas.openxmlformats.org/drawingml/2006/main">
            <a:off x="457200" y="1581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Scheme / SoW unit: Beliefs, change and resilience</a:t>
            </a:r>
          </a:p>
        </p:txBody>
      </p:sp>
      <p:sp>
        <p:nvSpPr>
          <p:cNvPr id="17" name="pupil-text">
            <a:extLst xmlns:a="http://schemas.openxmlformats.org/drawingml/2006/main">
              <a:ext uri="{FF2B5EF4-FFF2-40B4-BE49-F238E27FC236}">
                <a16:creationId xmlns:a16="http://schemas.microsoft.com/office/drawing/2014/main" id="{AD37243E-BD51-427E-80A9-3BBE9F079D42}"/>
              </a:ext>
            </a:extLst>
          </p:cNvPr>
          <p:cNvSpPr>
            <a:spLocks xmlns:a="http://schemas.openxmlformats.org/drawingml/2006/main" noGrp="1"/>
          </p:cNvSpPr>
          <p:nvPr/>
        </p:nvSpPr>
        <p:spPr>
          <a:xfrm xmlns:a="http://schemas.openxmlformats.org/drawingml/2006/main">
            <a:off x="457200" y="1876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Subject: RE and Worldviews · Pathway: GROW</a:t>
            </a:r>
          </a:p>
        </p:txBody>
      </p:sp>
      <p:sp>
        <p:nvSpPr>
          <p:cNvPr id="18" name="pupil-text">
            <a:extLst xmlns:a="http://schemas.openxmlformats.org/drawingml/2006/main">
              <a:ext uri="{FF2B5EF4-FFF2-40B4-BE49-F238E27FC236}">
                <a16:creationId xmlns:a16="http://schemas.microsoft.com/office/drawing/2014/main" id="{9E95C656-2A3A-4D9F-BCCE-DDF2D5B6C9DE}"/>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Term: Spring 1 · Week 6 · Lesson: GROW-RE-S1-W06</a:t>
            </a:r>
          </a:p>
        </p:txBody>
      </p:sp>
      <p:sp>
        <p:nvSpPr>
          <p:cNvPr id="19" name="pupil-text">
            <a:extLst xmlns:a="http://schemas.openxmlformats.org/drawingml/2006/main">
              <a:ext uri="{FF2B5EF4-FFF2-40B4-BE49-F238E27FC236}">
                <a16:creationId xmlns:a16="http://schemas.microsoft.com/office/drawing/2014/main" id="{73AED27E-8DFA-4759-A67A-1F4B3F68EDC7}"/>
              </a:ext>
            </a:extLst>
          </p:cNvPr>
          <p:cNvSpPr>
            <a:spLocks xmlns:a="http://schemas.openxmlformats.org/drawingml/2006/main" noGrp="1"/>
          </p:cNvSpPr>
          <p:nvPr/>
        </p:nvSpPr>
        <p:spPr>
          <a:xfrm xmlns:a="http://schemas.openxmlformats.org/drawingml/2006/main">
            <a:off x="457200" y="2466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Can hope help people when change is hard?</a:t>
            </a:r>
          </a:p>
        </p:txBody>
      </p:sp>
      <p:sp>
        <p:nvSpPr>
          <p:cNvPr id="20" name="pupil-text">
            <a:extLst xmlns:a="http://schemas.openxmlformats.org/drawingml/2006/main">
              <a:ext uri="{FF2B5EF4-FFF2-40B4-BE49-F238E27FC236}">
                <a16:creationId xmlns:a16="http://schemas.microsoft.com/office/drawing/2014/main" id="{19DDD43C-F2DB-4086-B483-DBCE63A64792}"/>
              </a:ext>
            </a:extLst>
          </p:cNvPr>
          <p:cNvSpPr>
            <a:spLocks xmlns:a="http://schemas.openxmlformats.org/drawingml/2006/main" noGrp="1"/>
          </p:cNvSpPr>
          <p:nvPr/>
        </p:nvSpPr>
        <p:spPr>
          <a:xfrm xmlns:a="http://schemas.openxmlformats.org/drawingml/2006/main">
            <a:off x="457200" y="2790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able to give and defend a respectful response to a question about change.</a:t>
            </a:r>
          </a:p>
        </p:txBody>
      </p:sp>
      <p:sp>
        <p:nvSpPr>
          <p:cNvPr id="21" name="shape">
            <a:extLst xmlns:a="http://schemas.openxmlformats.org/drawingml/2006/main">
              <a:ext uri="{FF2B5EF4-FFF2-40B4-BE49-F238E27FC236}">
                <a16:creationId xmlns:a16="http://schemas.microsoft.com/office/drawing/2014/main" id="{ECBB205E-3D6E-4E57-AA74-5702CA1C938A}"/>
              </a:ext>
            </a:extLst>
          </p:cNvPr>
          <p:cNvSpPr>
            <a:spLocks xmlns:a="http://schemas.openxmlformats.org/drawingml/2006/main" noGrp="1"/>
          </p:cNvSpPr>
          <p:nvPr/>
        </p:nvSpPr>
        <p:spPr>
          <a:xfrm xmlns:a="http://schemas.openxmlformats.org/drawingml/2006/main">
            <a:off x="409575" y="307657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C468BED5-A686-405C-B1DC-3D109DFBD4D2}"/>
              </a:ext>
            </a:extLst>
          </p:cNvPr>
          <p:cNvSpPr>
            <a:spLocks xmlns:a="http://schemas.openxmlformats.org/drawingml/2006/main" noGrp="1"/>
          </p:cNvSpPr>
          <p:nvPr/>
        </p:nvSpPr>
        <p:spPr>
          <a:xfrm xmlns:a="http://schemas.openxmlformats.org/drawingml/2006/main">
            <a:off x="457200" y="3086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Success today: I can…</a:t>
            </a:r>
          </a:p>
        </p:txBody>
      </p:sp>
      <p:sp>
        <p:nvSpPr>
          <p:cNvPr id="23" name="shape">
            <a:extLst xmlns:a="http://schemas.openxmlformats.org/drawingml/2006/main">
              <a:ext uri="{FF2B5EF4-FFF2-40B4-BE49-F238E27FC236}">
                <a16:creationId xmlns:a16="http://schemas.microsoft.com/office/drawing/2014/main" id="{29EA976C-516D-4729-A1C7-BFBC05EC4282}"/>
              </a:ext>
            </a:extLst>
          </p:cNvPr>
          <p:cNvSpPr>
            <a:spLocks xmlns:a="http://schemas.openxmlformats.org/drawingml/2006/main" noGrp="1"/>
          </p:cNvSpPr>
          <p:nvPr/>
        </p:nvSpPr>
        <p:spPr>
          <a:xfrm xmlns:a="http://schemas.openxmlformats.org/drawingml/2006/main">
            <a:off x="409575" y="3371850"/>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C421F375-6814-4836-B9CA-9F3E998C73D7}"/>
              </a:ext>
            </a:extLst>
          </p:cNvPr>
          <p:cNvSpPr>
            <a:spLocks xmlns:a="http://schemas.openxmlformats.org/drawingml/2006/main" noGrp="1"/>
          </p:cNvSpPr>
          <p:nvPr/>
        </p:nvSpPr>
        <p:spPr>
          <a:xfrm xmlns:a="http://schemas.openxmlformats.org/drawingml/2006/main">
            <a:off x="457200" y="3381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can give a reasoned response to the question.</a:t>
            </a:r>
          </a:p>
        </p:txBody>
      </p:sp>
      <p:sp>
        <p:nvSpPr>
          <p:cNvPr id="25" name="shape">
            <a:extLst xmlns:a="http://schemas.openxmlformats.org/drawingml/2006/main">
              <a:ext uri="{FF2B5EF4-FFF2-40B4-BE49-F238E27FC236}">
                <a16:creationId xmlns:a16="http://schemas.microsoft.com/office/drawing/2014/main" id="{D4E6CD1F-0095-40D1-8BDA-61942FC4B063}"/>
              </a:ext>
            </a:extLst>
          </p:cNvPr>
          <p:cNvSpPr>
            <a:spLocks xmlns:a="http://schemas.openxmlformats.org/drawingml/2006/main" noGrp="1"/>
          </p:cNvSpPr>
          <p:nvPr/>
        </p:nvSpPr>
        <p:spPr>
          <a:xfrm xmlns:a="http://schemas.openxmlformats.org/drawingml/2006/main">
            <a:off x="409575" y="366712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6" name="pupil-text">
            <a:extLst xmlns:a="http://schemas.openxmlformats.org/drawingml/2006/main">
              <a:ext uri="{FF2B5EF4-FFF2-40B4-BE49-F238E27FC236}">
                <a16:creationId xmlns:a16="http://schemas.microsoft.com/office/drawing/2014/main" id="{88A1ADCE-9733-408C-BE3E-B520A8B48F37}"/>
              </a:ext>
            </a:extLst>
          </p:cNvPr>
          <p:cNvSpPr>
            <a:spLocks xmlns:a="http://schemas.openxmlformats.org/drawingml/2006/main" noGrp="1"/>
          </p:cNvSpPr>
          <p:nvPr/>
        </p:nvSpPr>
        <p:spPr>
          <a:xfrm xmlns:a="http://schemas.openxmlformats.org/drawingml/2006/main">
            <a:off x="457200" y="3676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can use a source and hear another view fairly.</a:t>
            </a:r>
          </a:p>
        </p:txBody>
      </p:sp>
      <p:sp>
        <p:nvSpPr>
          <p:cNvPr id="27" name="shape">
            <a:extLst xmlns:a="http://schemas.openxmlformats.org/drawingml/2006/main">
              <a:ext uri="{FF2B5EF4-FFF2-40B4-BE49-F238E27FC236}">
                <a16:creationId xmlns:a16="http://schemas.microsoft.com/office/drawing/2014/main" id="{0832EF8A-20BE-4217-893C-AFD9F2C88211}"/>
              </a:ext>
            </a:extLst>
          </p:cNvPr>
          <p:cNvSpPr>
            <a:spLocks xmlns:a="http://schemas.openxmlformats.org/drawingml/2006/main" noGrp="1"/>
          </p:cNvSpPr>
          <p:nvPr/>
        </p:nvSpPr>
        <p:spPr>
          <a:xfrm xmlns:a="http://schemas.openxmlformats.org/drawingml/2006/main">
            <a:off x="409575" y="3962400"/>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8" name="pupil-text">
            <a:extLst xmlns:a="http://schemas.openxmlformats.org/drawingml/2006/main">
              <a:ext uri="{FF2B5EF4-FFF2-40B4-BE49-F238E27FC236}">
                <a16:creationId xmlns:a16="http://schemas.microsoft.com/office/drawing/2014/main" id="{774570B3-C6EC-4B5E-A76A-E0377F903A18}"/>
              </a:ext>
            </a:extLst>
          </p:cNvPr>
          <p:cNvSpPr>
            <a:spLocks xmlns:a="http://schemas.openxmlformats.org/drawingml/2006/main" noGrp="1"/>
          </p:cNvSpPr>
          <p:nvPr/>
        </p:nvSpPr>
        <p:spPr>
          <a:xfrm xmlns:a="http://schemas.openxmlformats.org/drawingml/2006/main">
            <a:off x="457200" y="3971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can review my response without claiming a personal belief.</a:t>
            </a:r>
          </a:p>
        </p:txBody>
      </p:sp>
      <p:sp>
        <p:nvSpPr>
          <p:cNvPr id="29" name="pupil-text">
            <a:extLst xmlns:a="http://schemas.openxmlformats.org/drawingml/2006/main">
              <a:ext uri="{FF2B5EF4-FFF2-40B4-BE49-F238E27FC236}">
                <a16:creationId xmlns:a16="http://schemas.microsoft.com/office/drawing/2014/main" id="{023CF342-2D4C-4FDB-8135-5640C56F5E1D}"/>
              </a:ext>
            </a:extLst>
          </p:cNvPr>
          <p:cNvSpPr>
            <a:spLocks xmlns:a="http://schemas.openxmlformats.org/drawingml/2006/main" noGrp="1"/>
          </p:cNvSpPr>
          <p:nvPr/>
        </p:nvSpPr>
        <p:spPr>
          <a:xfrm xmlns:a="http://schemas.openxmlformats.org/drawingml/2006/main">
            <a:off x="457200" y="4267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Employability link: Give a reason, hear another view in full and improve a shared decision.</a:t>
            </a:r>
          </a:p>
        </p:txBody>
      </p:sp>
      <p:sp>
        <p:nvSpPr>
          <p:cNvPr id="30" name="pupil-text">
            <a:extLst xmlns:a="http://schemas.openxmlformats.org/drawingml/2006/main">
              <a:ext uri="{FF2B5EF4-FFF2-40B4-BE49-F238E27FC236}">
                <a16:creationId xmlns:a16="http://schemas.microsoft.com/office/drawing/2014/main" id="{D86B0E11-D08D-4F85-8A4F-E07CA7C97888}"/>
              </a:ext>
            </a:extLst>
          </p:cNvPr>
          <p:cNvSpPr>
            <a:spLocks xmlns:a="http://schemas.openxmlformats.org/drawingml/2006/main" noGrp="1"/>
          </p:cNvSpPr>
          <p:nvPr/>
        </p:nvSpPr>
        <p:spPr>
          <a:xfrm xmlns:a="http://schemas.openxmlformats.org/drawingml/2006/main">
            <a:off x="457200" y="4562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40 minutes</a:t>
            </a:r>
          </a:p>
        </p:txBody>
      </p:sp>
      <p:sp>
        <p:nvSpPr>
          <p:cNvPr id="31" name="pupil-text">
            <a:extLst xmlns:a="http://schemas.openxmlformats.org/drawingml/2006/main">
              <a:ext uri="{FF2B5EF4-FFF2-40B4-BE49-F238E27FC236}">
                <a16:creationId xmlns:a16="http://schemas.microsoft.com/office/drawing/2014/main" id="{366892EE-1A10-4EB4-9CE2-EEA039D5A36D}"/>
              </a:ext>
            </a:extLst>
          </p:cNvPr>
          <p:cNvSpPr>
            <a:spLocks xmlns:a="http://schemas.openxmlformats.org/drawingml/2006/main" noGrp="1"/>
          </p:cNvSpPr>
          <p:nvPr/>
        </p:nvSpPr>
        <p:spPr>
          <a:xfrm xmlns:a="http://schemas.openxmlformats.org/drawingml/2006/main">
            <a:off x="457200" y="4857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
        <p:nvSpPr>
          <p:cNvPr id="32" name="pupil-text">
            <a:extLst xmlns:a="http://schemas.openxmlformats.org/drawingml/2006/main">
              <a:ext uri="{FF2B5EF4-FFF2-40B4-BE49-F238E27FC236}">
                <a16:creationId xmlns:a16="http://schemas.microsoft.com/office/drawing/2014/main" id="{34E1B702-357A-4CD8-9E62-2F68C37B4D12}"/>
              </a:ext>
            </a:extLst>
          </p:cNvPr>
          <p:cNvSpPr>
            <a:spLocks xmlns:a="http://schemas.openxmlformats.org/drawingml/2006/main" noGrp="1"/>
          </p:cNvSpPr>
          <p:nvPr/>
        </p:nvSpPr>
        <p:spPr>
          <a:xfrm xmlns:a="http://schemas.openxmlformats.org/drawingml/2006/main">
            <a:off x="457200" y="5153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some believers or this person. Beliefs and practices vary within each worldview.</a:t>
            </a:r>
          </a:p>
        </p:txBody>
      </p:sp>
    </p:spTree>
    <p:extLst>
      <p:ext uri="{BB962C8B-B14F-4D97-AF65-F5344CB8AC3E}">
        <p14:creationId xmlns:p14="http://schemas.microsoft.com/office/powerpoint/2010/main" val="14035411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9236CFBA-86A2-4537-968E-AF4DF031A03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F9E7B035-87FB-4E7E-96B2-539C2903E7E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005B79E7-770D-4B98-BBD4-CEB0043F8FF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GROW · Spring 1 · Week 6 · continued</a:t>
            </a:r>
          </a:p>
        </p:txBody>
      </p:sp>
      <p:sp>
        <p:nvSpPr>
          <p:cNvPr id="4" name="shape">
            <a:extLst xmlns:a="http://schemas.openxmlformats.org/drawingml/2006/main">
              <a:ext uri="{FF2B5EF4-FFF2-40B4-BE49-F238E27FC236}">
                <a16:creationId xmlns:a16="http://schemas.microsoft.com/office/drawing/2014/main" id="{E569D426-B2BE-45F2-B9CA-3EBEAFB1EE6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2AC2DD4-9377-405C-B409-5494952B343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3B57865-9988-4977-9114-319D30E20EF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B842F15-5FAC-4040-82AD-A96A91EC27A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AE71A7C-08B4-4F9D-8B17-0E0C5EFFE8B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9837A75-0C24-40D8-BC81-7E1D9A3F2BB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D07D806-874F-4F44-8E81-85E1C3D65B0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430019EA-326D-42A4-B36A-8EC0BFF9B90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CB1CC5A0-8666-4469-A24F-3AC537B6A2C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32A9DDF7-80B7-45BE-95CD-B5CDBB75D68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 / 44</a:t>
            </a:r>
          </a:p>
        </p:txBody>
      </p:sp>
      <p:sp>
        <p:nvSpPr>
          <p:cNvPr id="14" name="licence-footer">
            <a:extLst xmlns:a="http://schemas.openxmlformats.org/drawingml/2006/main">
              <a:ext uri="{FF2B5EF4-FFF2-40B4-BE49-F238E27FC236}">
                <a16:creationId xmlns:a16="http://schemas.microsoft.com/office/drawing/2014/main" id="{0358B0B7-E2A7-433C-B271-3C2CEC96D4C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3F6C1CE-6F64-4347-97BB-BACEC9560A5A}"/>
              </a:ext>
            </a:extLst>
          </p:cNvPr>
          <p:cNvPicPr>
            <a:picLocks xmlns:a="http://schemas.openxmlformats.org/drawingml/2006/main" noChangeAspect="1"/>
          </p:cNvPicPr>
          <p:nvPr/>
        </p:nvPicPr>
        <p:blipFill>
          <a:blip xmlns:r="http://schemas.openxmlformats.org/officeDocument/2006/relationships" xmlns:a="http://schemas.openxmlformats.org/drawingml/2006/main" r:embed="R1c256201cf7a4d6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04239EB-1762-4744-8AE3-71DD014FC1D2}"/>
              </a:ext>
            </a:extLst>
          </p:cNvPr>
          <p:cNvSpPr>
            <a:spLocks xmlns:a="http://schemas.openxmlformats.org/drawingml/2006/main" noGrp="1"/>
          </p:cNvSpPr>
          <p:nvPr/>
        </p:nvSpPr>
        <p:spPr>
          <a:xfrm xmlns:a="http://schemas.openxmlformats.org/drawingml/2006/main">
            <a:off x="457200" y="1581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Study the supplied text. You need not share beliefs, family life, loss or a story from your life.</a:t>
            </a:r>
          </a:p>
        </p:txBody>
      </p:sp>
      <p:sp>
        <p:nvSpPr>
          <p:cNvPr id="17" name="pupil-text">
            <a:extLst xmlns:a="http://schemas.openxmlformats.org/drawingml/2006/main">
              <a:ext uri="{FF2B5EF4-FFF2-40B4-BE49-F238E27FC236}">
                <a16:creationId xmlns:a16="http://schemas.microsoft.com/office/drawing/2014/main" id="{339EF2BF-6C8F-4995-ACEE-031F963C5C99}"/>
              </a:ext>
            </a:extLst>
          </p:cNvPr>
          <p:cNvSpPr>
            <a:spLocks xmlns:a="http://schemas.openxmlformats.org/drawingml/2006/main" noGrp="1"/>
          </p:cNvSpPr>
          <p:nvPr/>
        </p:nvSpPr>
        <p:spPr>
          <a:xfrm xmlns:a="http://schemas.openxmlformats.org/drawingml/2006/main">
            <a:off x="457200" y="1876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before speaking or writing. You may sign, draw, use symbols or ask for your own words</a:t>
            </a:r>
          </a:p>
        </p:txBody>
      </p:sp>
      <p:sp>
        <p:nvSpPr>
          <p:cNvPr id="18" name="pupil-text">
            <a:extLst xmlns:a="http://schemas.openxmlformats.org/drawingml/2006/main">
              <a:ext uri="{FF2B5EF4-FFF2-40B4-BE49-F238E27FC236}">
                <a16:creationId xmlns:a16="http://schemas.microsoft.com/office/drawing/2014/main" id="{5C445588-042D-4605-B107-285F9ACF8EAC}"/>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scribed. You may pass.</a:t>
            </a:r>
          </a:p>
        </p:txBody>
      </p:sp>
      <p:sp>
        <p:nvSpPr>
          <p:cNvPr id="19" name="pupil-text">
            <a:extLst xmlns:a="http://schemas.openxmlformats.org/drawingml/2006/main">
              <a:ext uri="{FF2B5EF4-FFF2-40B4-BE49-F238E27FC236}">
                <a16:creationId xmlns:a16="http://schemas.microsoft.com/office/drawing/2014/main" id="{A44F1554-8E82-4AA5-AD65-6442DF910C12}"/>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Reflection is optional and never worship. We describe prayer in sources; we do not pray or act it</a:t>
            </a:r>
          </a:p>
        </p:txBody>
      </p:sp>
      <p:sp>
        <p:nvSpPr>
          <p:cNvPr id="20" name="pupil-text">
            <a:extLst xmlns:a="http://schemas.openxmlformats.org/drawingml/2006/main">
              <a:ext uri="{FF2B5EF4-FFF2-40B4-BE49-F238E27FC236}">
                <a16:creationId xmlns:a16="http://schemas.microsoft.com/office/drawing/2014/main" id="{E0013507-E3D9-4907-949D-FB011621E4B1}"/>
              </a:ext>
            </a:extLst>
          </p:cNvPr>
          <p:cNvSpPr>
            <a:spLocks xmlns:a="http://schemas.openxmlformats.org/drawingml/2006/main" noGrp="1"/>
          </p:cNvSpPr>
          <p:nvPr/>
        </p:nvSpPr>
        <p:spPr>
          <a:xfrm xmlns:a="http://schemas.openxmlformats.org/drawingml/2006/main">
            <a:off x="457200" y="27622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out.</a:t>
            </a:r>
          </a:p>
        </p:txBody>
      </p:sp>
      <p:sp>
        <p:nvSpPr>
          <p:cNvPr id="21" name="pupil-text">
            <a:extLst xmlns:a="http://schemas.openxmlformats.org/drawingml/2006/main">
              <a:ext uri="{FF2B5EF4-FFF2-40B4-BE49-F238E27FC236}">
                <a16:creationId xmlns:a16="http://schemas.microsoft.com/office/drawing/2014/main" id="{CA129484-99D4-4E59-A81E-EFA4698CBB14}"/>
              </a:ext>
            </a:extLst>
          </p:cNvPr>
          <p:cNvSpPr>
            <a:spLocks xmlns:a="http://schemas.openxmlformats.org/drawingml/2006/main" noGrp="1"/>
          </p:cNvSpPr>
          <p:nvPr/>
        </p:nvSpPr>
        <p:spPr>
          <a:xfrm xmlns:a="http://schemas.openxmlformats.org/drawingml/2006/main">
            <a:off x="457200" y="30575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protected text, paper models or pictures. No real flame or sacred object is used.</a:t>
            </a:r>
          </a:p>
        </p:txBody>
      </p:sp>
      <p:sp>
        <p:nvSpPr>
          <p:cNvPr id="22" name="pupil-text">
            <a:extLst xmlns:a="http://schemas.openxmlformats.org/drawingml/2006/main">
              <a:ext uri="{FF2B5EF4-FFF2-40B4-BE49-F238E27FC236}">
                <a16:creationId xmlns:a16="http://schemas.microsoft.com/office/drawing/2014/main" id="{1BBB78B6-CCF4-4C62-94C9-8D93E65D0AA7}"/>
              </a:ext>
            </a:extLst>
          </p:cNvPr>
          <p:cNvSpPr>
            <a:spLocks xmlns:a="http://schemas.openxmlformats.org/drawingml/2006/main" noGrp="1"/>
          </p:cNvSpPr>
          <p:nvPr/>
        </p:nvSpPr>
        <p:spPr>
          <a:xfrm xmlns:a="http://schemas.openxmlformats.org/drawingml/2006/main">
            <a:off x="457200" y="33528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Pause card: Pause / Return to one source card / Pass.</a:t>
            </a:r>
          </a:p>
        </p:txBody>
      </p:sp>
      <p:sp>
        <p:nvSpPr>
          <p:cNvPr id="23" name="pupil-text">
            <a:extLst xmlns:a="http://schemas.openxmlformats.org/drawingml/2006/main">
              <a:ext uri="{FF2B5EF4-FFF2-40B4-BE49-F238E27FC236}">
                <a16:creationId xmlns:a16="http://schemas.microsoft.com/office/drawing/2014/main" id="{43FDF668-0779-47EA-8791-147192913B53}"/>
              </a:ext>
            </a:extLst>
          </p:cNvPr>
          <p:cNvSpPr>
            <a:spLocks xmlns:a="http://schemas.openxmlformats.org/drawingml/2006/main" noGrp="1"/>
          </p:cNvSpPr>
          <p:nvPr/>
        </p:nvSpPr>
        <p:spPr>
          <a:xfrm xmlns:a="http://schemas.openxmlformats.org/drawingml/2006/main">
            <a:off x="457200" y="36480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VF means spoken feedback. WS means worked with support. I means independent.</a:t>
            </a:r>
          </a:p>
        </p:txBody>
      </p:sp>
      <p:sp>
        <p:nvSpPr>
          <p:cNvPr id="24" name="pupil-text">
            <a:extLst xmlns:a="http://schemas.openxmlformats.org/drawingml/2006/main">
              <a:ext uri="{FF2B5EF4-FFF2-40B4-BE49-F238E27FC236}">
                <a16:creationId xmlns:a16="http://schemas.microsoft.com/office/drawing/2014/main" id="{C106484C-C281-4407-8307-F29BEB1A0CB3}"/>
              </a:ext>
            </a:extLst>
          </p:cNvPr>
          <p:cNvSpPr>
            <a:spLocks xmlns:a="http://schemas.openxmlformats.org/drawingml/2006/main" noGrp="1"/>
          </p:cNvSpPr>
          <p:nvPr/>
        </p:nvSpPr>
        <p:spPr>
          <a:xfrm xmlns:a="http://schemas.openxmlformats.org/drawingml/2006/main">
            <a:off x="457200" y="3943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NS means one next step. E means evidence kept on the evidence app.</a:t>
            </a:r>
          </a:p>
        </p:txBody>
      </p:sp>
      <p:sp>
        <p:nvSpPr>
          <p:cNvPr id="25" name="pupil-text">
            <a:extLst xmlns:a="http://schemas.openxmlformats.org/drawingml/2006/main">
              <a:ext uri="{FF2B5EF4-FFF2-40B4-BE49-F238E27FC236}">
                <a16:creationId xmlns:a16="http://schemas.microsoft.com/office/drawing/2014/main" id="{9DDB1447-7735-4256-90BD-753C5342FD98}"/>
              </a:ext>
            </a:extLst>
          </p:cNvPr>
          <p:cNvSpPr>
            <a:spLocks xmlns:a="http://schemas.openxmlformats.org/drawingml/2006/main" noGrp="1"/>
          </p:cNvSpPr>
          <p:nvPr/>
        </p:nvSpPr>
        <p:spPr>
          <a:xfrm xmlns:a="http://schemas.openxmlformats.org/drawingml/2006/main">
            <a:off x="457200" y="4238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 means responded: an adult heard the response and it shaped the next step.</a:t>
            </a:r>
          </a:p>
        </p:txBody>
      </p:sp>
      <p:sp>
        <p:nvSpPr>
          <p:cNvPr id="26" name="pupil-text">
            <a:extLst xmlns:a="http://schemas.openxmlformats.org/drawingml/2006/main">
              <a:ext uri="{FF2B5EF4-FFF2-40B4-BE49-F238E27FC236}">
                <a16:creationId xmlns:a16="http://schemas.microsoft.com/office/drawing/2014/main" id="{68DC7D0F-3E6F-44A1-8602-92229D26BA16}"/>
              </a:ext>
            </a:extLst>
          </p:cNvPr>
          <p:cNvSpPr>
            <a:spLocks xmlns:a="http://schemas.openxmlformats.org/drawingml/2006/main" noGrp="1"/>
          </p:cNvSpPr>
          <p:nvPr/>
        </p:nvSpPr>
        <p:spPr>
          <a:xfrm xmlns:a="http://schemas.openxmlformats.org/drawingml/2006/main">
            <a:off x="457200" y="4533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 marks a self-edit point. ? means read this back to me. You may show or sign your meaning.</a:t>
            </a:r>
          </a:p>
        </p:txBody>
      </p:sp>
      <p:sp>
        <p:nvSpPr>
          <p:cNvPr id="27" name="pupil-text">
            <a:extLst xmlns:a="http://schemas.openxmlformats.org/drawingml/2006/main">
              <a:ext uri="{FF2B5EF4-FFF2-40B4-BE49-F238E27FC236}">
                <a16:creationId xmlns:a16="http://schemas.microsoft.com/office/drawing/2014/main" id="{C252D36F-16FF-49D8-9A68-4D18CC369032}"/>
              </a:ext>
            </a:extLst>
          </p:cNvPr>
          <p:cNvSpPr>
            <a:spLocks xmlns:a="http://schemas.openxmlformats.org/drawingml/2006/main" noGrp="1"/>
          </p:cNvSpPr>
          <p:nvPr/>
        </p:nvSpPr>
        <p:spPr>
          <a:xfrm xmlns:a="http://schemas.openxmlformats.org/drawingml/2006/main">
            <a:off x="457200" y="4829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Feedback: □ VF □ WS □ I □ NS □ E □ R □ [//] □ [?]</a:t>
            </a:r>
          </a:p>
        </p:txBody>
      </p:sp>
    </p:spTree>
    <p:extLst>
      <p:ext uri="{BB962C8B-B14F-4D97-AF65-F5344CB8AC3E}">
        <p14:creationId xmlns:p14="http://schemas.microsoft.com/office/powerpoint/2010/main" val="17278933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3D28FD9D-288F-4DCD-A5F0-5D2807ACF8A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CF3E95C4-192A-4857-B580-FC7ED88111A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FDDF74CB-A714-47CE-B420-F2485787E3A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a:t>
            </a:r>
          </a:p>
        </p:txBody>
      </p:sp>
      <p:sp>
        <p:nvSpPr>
          <p:cNvPr id="4" name="shape">
            <a:extLst xmlns:a="http://schemas.openxmlformats.org/drawingml/2006/main">
              <a:ext uri="{FF2B5EF4-FFF2-40B4-BE49-F238E27FC236}">
                <a16:creationId xmlns:a16="http://schemas.microsoft.com/office/drawing/2014/main" id="{139C2209-B878-4F9B-8583-A281738FD0DA}"/>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2073C5C-53C3-4DA4-AD84-13FA16C35E8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9374AB7-9FC2-4B9C-96B2-B2CAE85F3EF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533B81E-C697-4EC5-B6ED-FC85F7BFCC5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B945EF3-CCB9-4105-9988-105A59B454A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31C219F-AF11-47D1-9CBB-2F2DE70E4C5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362B733-9131-44F8-848A-4CD47E9EFC9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A0F5BF60-3EF8-4A07-9A78-B289A9C7BC8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CDD7938D-4DD5-49A7-966A-DAA1EBE7245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F5FE17EF-5A4C-400B-B329-5FFEA40BED5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 / 44</a:t>
            </a:r>
          </a:p>
        </p:txBody>
      </p:sp>
      <p:sp>
        <p:nvSpPr>
          <p:cNvPr id="14" name="licence-footer">
            <a:extLst xmlns:a="http://schemas.openxmlformats.org/drawingml/2006/main">
              <a:ext uri="{FF2B5EF4-FFF2-40B4-BE49-F238E27FC236}">
                <a16:creationId xmlns:a16="http://schemas.microsoft.com/office/drawing/2014/main" id="{CE33D905-9AE8-4086-A540-E1D8A59429D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076F165-5521-4122-9E56-0041ED510B86}"/>
              </a:ext>
            </a:extLst>
          </p:cNvPr>
          <p:cNvPicPr>
            <a:picLocks xmlns:a="http://schemas.openxmlformats.org/drawingml/2006/main" noChangeAspect="1"/>
          </p:cNvPicPr>
          <p:nvPr/>
        </p:nvPicPr>
        <p:blipFill>
          <a:blip xmlns:r="http://schemas.openxmlformats.org/officeDocument/2006/relationships" xmlns:a="http://schemas.openxmlformats.org/drawingml/2006/main" r:embed="R055a5826f0df47b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AA8ED32-9DC3-4AB8-8D32-BB057D032A1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
        <p:nvSpPr>
          <p:cNvPr id="17" name="pupil-text">
            <a:extLst xmlns:a="http://schemas.openxmlformats.org/drawingml/2006/main">
              <a:ext uri="{FF2B5EF4-FFF2-40B4-BE49-F238E27FC236}">
                <a16:creationId xmlns:a16="http://schemas.microsoft.com/office/drawing/2014/main" id="{E2F4A3EB-BF3A-42CE-9D80-6F84BDF19DFB}"/>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Can hope help people when change is hard?</a:t>
            </a:r>
          </a:p>
        </p:txBody>
      </p:sp>
    </p:spTree>
    <p:extLst>
      <p:ext uri="{BB962C8B-B14F-4D97-AF65-F5344CB8AC3E}">
        <p14:creationId xmlns:p14="http://schemas.microsoft.com/office/powerpoint/2010/main" val="10006797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52C75970-A415-45A1-B662-8F2A60092EA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33C9E7C4-9E69-4082-9585-8A2C8B7E12A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EC409DF6-09A9-4A89-83DE-FB33D21AEC0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a:t>
            </a:r>
          </a:p>
        </p:txBody>
      </p:sp>
      <p:sp>
        <p:nvSpPr>
          <p:cNvPr id="4" name="shape">
            <a:extLst xmlns:a="http://schemas.openxmlformats.org/drawingml/2006/main">
              <a:ext uri="{FF2B5EF4-FFF2-40B4-BE49-F238E27FC236}">
                <a16:creationId xmlns:a16="http://schemas.microsoft.com/office/drawing/2014/main" id="{3E5A5652-96B7-4649-9F24-1AAEC61B1528}"/>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3AA2AB9-AD1E-48CE-8DFC-516A85E37B3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76A6A59-DCD0-43C3-B6E8-992170BB883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B55637E-CC0F-44F2-B5B3-A3BE6B1F74A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E8274E1-A2CC-4278-80C8-E8A4F44FED9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7320C3C-D109-4C0C-957C-B777F01AD17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9203A2F-55CD-41AC-9054-E089CD341F9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CC44FF75-2EA9-4A44-B772-099F37C716D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B76A025B-60BE-4E22-BE9C-EFEF19C1D9F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7D0D105C-8B3B-4F16-A611-330568C9153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 / 44</a:t>
            </a:r>
          </a:p>
        </p:txBody>
      </p:sp>
      <p:sp>
        <p:nvSpPr>
          <p:cNvPr id="14" name="licence-footer">
            <a:extLst xmlns:a="http://schemas.openxmlformats.org/drawingml/2006/main">
              <a:ext uri="{FF2B5EF4-FFF2-40B4-BE49-F238E27FC236}">
                <a16:creationId xmlns:a16="http://schemas.microsoft.com/office/drawing/2014/main" id="{169255F0-0F71-463E-9B4E-BEC88535858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48EE2B9-360F-40EE-8D5D-0447793E847F}"/>
              </a:ext>
            </a:extLst>
          </p:cNvPr>
          <p:cNvPicPr>
            <a:picLocks xmlns:a="http://schemas.openxmlformats.org/drawingml/2006/main" noChangeAspect="1"/>
          </p:cNvPicPr>
          <p:nvPr/>
        </p:nvPicPr>
        <p:blipFill>
          <a:blip xmlns:r="http://schemas.openxmlformats.org/officeDocument/2006/relationships" xmlns:a="http://schemas.openxmlformats.org/drawingml/2006/main" r:embed="R5f251830d166404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61B6A39-FE58-4610-A2CA-8750A4A0286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
        <p:nvSpPr>
          <p:cNvPr id="17" name="pupil-text">
            <a:extLst xmlns:a="http://schemas.openxmlformats.org/drawingml/2006/main">
              <a:ext uri="{FF2B5EF4-FFF2-40B4-BE49-F238E27FC236}">
                <a16:creationId xmlns:a16="http://schemas.microsoft.com/office/drawing/2014/main" id="{55AB7316-EA0F-4CE5-99E2-6ECBF7925049}"/>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One festival theme</a:t>
            </a:r>
          </a:p>
        </p:txBody>
      </p:sp>
      <p:sp>
        <p:nvSpPr>
          <p:cNvPr id="18" name="pupil-text">
            <a:extLst xmlns:a="http://schemas.openxmlformats.org/drawingml/2006/main">
              <a:ext uri="{FF2B5EF4-FFF2-40B4-BE49-F238E27FC236}">
                <a16:creationId xmlns:a16="http://schemas.microsoft.com/office/drawing/2014/main" id="{0BE3EBC0-3F2C-47E7-B3B7-358ADF32CD0A}"/>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did the Easter account link to hope?</a:t>
            </a:r>
          </a:p>
        </p:txBody>
      </p:sp>
      <p:sp>
        <p:nvSpPr>
          <p:cNvPr id="19" name="pupil-text">
            <a:extLst xmlns:a="http://schemas.openxmlformats.org/drawingml/2006/main">
              <a:ext uri="{FF2B5EF4-FFF2-40B4-BE49-F238E27FC236}">
                <a16:creationId xmlns:a16="http://schemas.microsoft.com/office/drawing/2014/main" id="{A6628C1D-313E-45F3-A2B9-B9A42FA3C814}"/>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Another festival theme</a:t>
            </a:r>
          </a:p>
        </p:txBody>
      </p:sp>
      <p:sp>
        <p:nvSpPr>
          <p:cNvPr id="20" name="pupil-text">
            <a:extLst xmlns:a="http://schemas.openxmlformats.org/drawingml/2006/main">
              <a:ext uri="{FF2B5EF4-FFF2-40B4-BE49-F238E27FC236}">
                <a16:creationId xmlns:a16="http://schemas.microsoft.com/office/drawing/2014/main" id="{7B959436-33EE-40CA-8A41-A561D3788588}"/>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season did the Holi account welcome?</a:t>
            </a:r>
          </a:p>
        </p:txBody>
      </p:sp>
      <p:sp>
        <p:nvSpPr>
          <p:cNvPr id="21" name="pupil-text">
            <a:extLst xmlns:a="http://schemas.openxmlformats.org/drawingml/2006/main">
              <a:ext uri="{FF2B5EF4-FFF2-40B4-BE49-F238E27FC236}">
                <a16:creationId xmlns:a16="http://schemas.microsoft.com/office/drawing/2014/main" id="{51AEFF26-BB70-44D6-BB88-B8048766DF3E}"/>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source limit</a:t>
            </a:r>
          </a:p>
        </p:txBody>
      </p:sp>
      <p:sp>
        <p:nvSpPr>
          <p:cNvPr id="22" name="pupil-text">
            <a:extLst xmlns:a="http://schemas.openxmlformats.org/drawingml/2006/main">
              <a:ext uri="{FF2B5EF4-FFF2-40B4-BE49-F238E27FC236}">
                <a16:creationId xmlns:a16="http://schemas.microsoft.com/office/drawing/2014/main" id="{9237E531-4999-4467-96D1-E2D156F4FBE0}"/>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Did a shared renewal theme make the two beliefs identical?</a:t>
            </a:r>
          </a:p>
        </p:txBody>
      </p:sp>
      <p:sp>
        <p:nvSpPr>
          <p:cNvPr id="23" name="pupil-text">
            <a:extLst xmlns:a="http://schemas.openxmlformats.org/drawingml/2006/main">
              <a:ext uri="{FF2B5EF4-FFF2-40B4-BE49-F238E27FC236}">
                <a16:creationId xmlns:a16="http://schemas.microsoft.com/office/drawing/2014/main" id="{8A6A803B-1EC2-44D5-85E4-BDB66DD0053B}"/>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4" name="pupil-text">
            <a:extLst xmlns:a="http://schemas.openxmlformats.org/drawingml/2006/main">
              <a:ext uri="{FF2B5EF4-FFF2-40B4-BE49-F238E27FC236}">
                <a16:creationId xmlns:a16="http://schemas.microsoft.com/office/drawing/2014/main" id="{75F53204-1652-4442-B85E-CA8C238CB149}"/>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could you disagree with a view and still show respect?</a:t>
            </a:r>
          </a:p>
        </p:txBody>
      </p:sp>
    </p:spTree>
    <p:extLst>
      <p:ext uri="{BB962C8B-B14F-4D97-AF65-F5344CB8AC3E}">
        <p14:creationId xmlns:p14="http://schemas.microsoft.com/office/powerpoint/2010/main" val="3220368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3674B952-8491-4761-B103-CB8D91A21CB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8B051795-4734-4188-B808-49D59EBECAA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7D3DE880-EF72-4F70-B567-E319E3B0CEA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 · clues</a:t>
            </a:r>
          </a:p>
        </p:txBody>
      </p:sp>
      <p:sp>
        <p:nvSpPr>
          <p:cNvPr id="4" name="shape">
            <a:extLst xmlns:a="http://schemas.openxmlformats.org/drawingml/2006/main">
              <a:ext uri="{FF2B5EF4-FFF2-40B4-BE49-F238E27FC236}">
                <a16:creationId xmlns:a16="http://schemas.microsoft.com/office/drawing/2014/main" id="{B1373392-FC4E-4EA4-B320-4187623631B2}"/>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2BF4076-2805-4220-8DDD-DE49C6682C0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AC7376C-2342-49EF-BAB0-820BE0B9A3F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5EBD035-68C3-4C14-901A-58B0A67E74E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100EE5B-31F4-4282-BD09-F9D2EB500ED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46D46C3-D2B6-45E4-9E7D-E67F62613D9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2A93D1C-21D2-447B-9E06-DCCBACF17EB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CAA7C422-51C9-4300-9E84-064D260F8B4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2487B05A-743C-44DE-880D-6D9ADA47DA1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4772BCB9-9677-49A2-A9C0-354441E06EC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5 / 44</a:t>
            </a:r>
          </a:p>
        </p:txBody>
      </p:sp>
      <p:sp>
        <p:nvSpPr>
          <p:cNvPr id="14" name="licence-footer">
            <a:extLst xmlns:a="http://schemas.openxmlformats.org/drawingml/2006/main">
              <a:ext uri="{FF2B5EF4-FFF2-40B4-BE49-F238E27FC236}">
                <a16:creationId xmlns:a16="http://schemas.microsoft.com/office/drawing/2014/main" id="{74921BE7-A4AE-4E5A-8332-3EDDEDC4C32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4AECA5D-2D36-4CC4-A1FF-8856A3271784}"/>
              </a:ext>
            </a:extLst>
          </p:cNvPr>
          <p:cNvPicPr>
            <a:picLocks xmlns:a="http://schemas.openxmlformats.org/drawingml/2006/main" noChangeAspect="1"/>
          </p:cNvPicPr>
          <p:nvPr/>
        </p:nvPicPr>
        <p:blipFill>
          <a:blip xmlns:r="http://schemas.openxmlformats.org/officeDocument/2006/relationships" xmlns:a="http://schemas.openxmlformats.org/drawingml/2006/main" r:embed="Rf734eb57d491495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3BF702F-9740-42A8-BA1C-533091C0D63D}"/>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One festival theme</a:t>
            </a:r>
          </a:p>
        </p:txBody>
      </p:sp>
      <p:sp>
        <p:nvSpPr>
          <p:cNvPr id="17" name="shape">
            <a:extLst xmlns:a="http://schemas.openxmlformats.org/drawingml/2006/main">
              <a:ext uri="{FF2B5EF4-FFF2-40B4-BE49-F238E27FC236}">
                <a16:creationId xmlns:a16="http://schemas.microsoft.com/office/drawing/2014/main" id="{960C504C-22BE-4619-9530-06455AF881C3}"/>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92CD7AFD-BA3D-433E-AAEC-9CA48BE01704}"/>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Recall its new-life belief.</a:t>
            </a:r>
          </a:p>
        </p:txBody>
      </p:sp>
      <p:sp>
        <p:nvSpPr>
          <p:cNvPr id="19" name="pupil-text">
            <a:extLst xmlns:a="http://schemas.openxmlformats.org/drawingml/2006/main">
              <a:ext uri="{FF2B5EF4-FFF2-40B4-BE49-F238E27FC236}">
                <a16:creationId xmlns:a16="http://schemas.microsoft.com/office/drawing/2014/main" id="{BBDE7346-4340-417A-8656-055BA0A59240}"/>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Another festival theme</a:t>
            </a:r>
          </a:p>
        </p:txBody>
      </p:sp>
      <p:sp>
        <p:nvSpPr>
          <p:cNvPr id="20" name="shape">
            <a:extLst xmlns:a="http://schemas.openxmlformats.org/drawingml/2006/main">
              <a:ext uri="{FF2B5EF4-FFF2-40B4-BE49-F238E27FC236}">
                <a16:creationId xmlns:a16="http://schemas.microsoft.com/office/drawing/2014/main" id="{3AF6DAEE-97F1-4537-9625-C7B3AEE55AD3}"/>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149EE3CF-8A7A-4C67-9902-87CD9CC14089}"/>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Recall the season in the source.</a:t>
            </a:r>
          </a:p>
        </p:txBody>
      </p:sp>
      <p:sp>
        <p:nvSpPr>
          <p:cNvPr id="22" name="pupil-text">
            <a:extLst xmlns:a="http://schemas.openxmlformats.org/drawingml/2006/main">
              <a:ext uri="{FF2B5EF4-FFF2-40B4-BE49-F238E27FC236}">
                <a16:creationId xmlns:a16="http://schemas.microsoft.com/office/drawing/2014/main" id="{4043D2B6-C054-44FF-B913-53FCDA81EFC0}"/>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source limit</a:t>
            </a:r>
          </a:p>
        </p:txBody>
      </p:sp>
      <p:sp>
        <p:nvSpPr>
          <p:cNvPr id="23" name="shape">
            <a:extLst xmlns:a="http://schemas.openxmlformats.org/drawingml/2006/main">
              <a:ext uri="{FF2B5EF4-FFF2-40B4-BE49-F238E27FC236}">
                <a16:creationId xmlns:a16="http://schemas.microsoft.com/office/drawing/2014/main" id="{36031697-A771-441E-98CC-98EED213D7BD}"/>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379D802E-3011-4AA2-91EE-7BBAA940B394}"/>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Recall the reason for separate source labels.</a:t>
            </a:r>
          </a:p>
        </p:txBody>
      </p:sp>
      <p:sp>
        <p:nvSpPr>
          <p:cNvPr id="25" name="pupil-text">
            <a:extLst xmlns:a="http://schemas.openxmlformats.org/drawingml/2006/main">
              <a:ext uri="{FF2B5EF4-FFF2-40B4-BE49-F238E27FC236}">
                <a16:creationId xmlns:a16="http://schemas.microsoft.com/office/drawing/2014/main" id="{44866A7C-415B-4137-9FF5-9F635B072E00}"/>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6" name="shape">
            <a:extLst xmlns:a="http://schemas.openxmlformats.org/drawingml/2006/main">
              <a:ext uri="{FF2B5EF4-FFF2-40B4-BE49-F238E27FC236}">
                <a16:creationId xmlns:a16="http://schemas.microsoft.com/office/drawing/2014/main" id="{43D0F0B1-DAFB-4ACD-A97C-19A2A1992855}"/>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2C13044D-8A19-4893-8A13-E1551E8C1362}"/>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reasons and careful listening.</a:t>
            </a:r>
          </a:p>
        </p:txBody>
      </p:sp>
    </p:spTree>
    <p:extLst>
      <p:ext uri="{BB962C8B-B14F-4D97-AF65-F5344CB8AC3E}">
        <p14:creationId xmlns:p14="http://schemas.microsoft.com/office/powerpoint/2010/main" val="24514977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B23C3BF5-C706-45B6-BE3A-651ADE16AEF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EC678B71-9971-4343-940E-9560A888576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71235017-663D-472F-8ADB-8AA1A4D5459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a:t>
            </a:r>
          </a:p>
        </p:txBody>
      </p:sp>
      <p:sp>
        <p:nvSpPr>
          <p:cNvPr id="4" name="shape">
            <a:extLst xmlns:a="http://schemas.openxmlformats.org/drawingml/2006/main">
              <a:ext uri="{FF2B5EF4-FFF2-40B4-BE49-F238E27FC236}">
                <a16:creationId xmlns:a16="http://schemas.microsoft.com/office/drawing/2014/main" id="{868CEB6B-7D0A-497B-BD85-9E96FD68D57F}"/>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BD10EFD-2EF3-4511-A4BD-A6C3EBE128E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58AFF91-DA59-4662-BBBD-E9F8973504D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5057BB6-81C0-499B-AD37-21C9F84E55B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EE8FEDB-C77E-45E5-8C68-08326FB3013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857C446-0462-4D39-90C9-A936865C37E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97198B0-419B-4D6B-B148-C96B827A1F5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CD49E05C-3499-4117-95A9-801096113F6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C126A246-04A9-486E-9A7D-951FC3AF9BC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9B4325C5-9BCB-4D5E-8B79-1ED1742ECCB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6 / 44</a:t>
            </a:r>
          </a:p>
        </p:txBody>
      </p:sp>
      <p:sp>
        <p:nvSpPr>
          <p:cNvPr id="14" name="licence-footer">
            <a:extLst xmlns:a="http://schemas.openxmlformats.org/drawingml/2006/main">
              <a:ext uri="{FF2B5EF4-FFF2-40B4-BE49-F238E27FC236}">
                <a16:creationId xmlns:a16="http://schemas.microsoft.com/office/drawing/2014/main" id="{37B0C6C1-68BC-4B5F-BBCE-A518C48F17E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3BD8102-8BD9-4C5E-98DB-B75FA456240A}"/>
              </a:ext>
            </a:extLst>
          </p:cNvPr>
          <p:cNvPicPr>
            <a:picLocks xmlns:a="http://schemas.openxmlformats.org/drawingml/2006/main" noChangeAspect="1"/>
          </p:cNvPicPr>
          <p:nvPr/>
        </p:nvPicPr>
        <p:blipFill>
          <a:blip xmlns:r="http://schemas.openxmlformats.org/officeDocument/2006/relationships" xmlns:a="http://schemas.openxmlformats.org/drawingml/2006/main" r:embed="Ra5657fa0705c479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7CD5519-B416-4BD9-92FF-AA23AB9FE92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
        <p:nvSpPr>
          <p:cNvPr id="17" name="pupil-text">
            <a:extLst xmlns:a="http://schemas.openxmlformats.org/drawingml/2006/main">
              <a:ext uri="{FF2B5EF4-FFF2-40B4-BE49-F238E27FC236}">
                <a16:creationId xmlns:a16="http://schemas.microsoft.com/office/drawing/2014/main" id="{87A3335B-AD04-4048-B3F3-96C2111DD523}"/>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One festival theme</a:t>
            </a:r>
          </a:p>
        </p:txBody>
      </p:sp>
      <p:sp>
        <p:nvSpPr>
          <p:cNvPr id="18" name="pupil-text">
            <a:extLst xmlns:a="http://schemas.openxmlformats.org/drawingml/2006/main">
              <a:ext uri="{FF2B5EF4-FFF2-40B4-BE49-F238E27FC236}">
                <a16:creationId xmlns:a16="http://schemas.microsoft.com/office/drawing/2014/main" id="{555257B5-DB2B-4292-82CD-DEA87267FFF6}"/>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belief gave the Easter account its new-life theme?</a:t>
            </a:r>
          </a:p>
        </p:txBody>
      </p:sp>
      <p:sp>
        <p:nvSpPr>
          <p:cNvPr id="19" name="pupil-text">
            <a:extLst xmlns:a="http://schemas.openxmlformats.org/drawingml/2006/main">
              <a:ext uri="{FF2B5EF4-FFF2-40B4-BE49-F238E27FC236}">
                <a16:creationId xmlns:a16="http://schemas.microsoft.com/office/drawing/2014/main" id="{6838BDCD-2D02-4A5E-BE1E-180DFB21C6E8}"/>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Another festival theme</a:t>
            </a:r>
          </a:p>
        </p:txBody>
      </p:sp>
      <p:sp>
        <p:nvSpPr>
          <p:cNvPr id="20" name="pupil-text">
            <a:extLst xmlns:a="http://schemas.openxmlformats.org/drawingml/2006/main">
              <a:ext uri="{FF2B5EF4-FFF2-40B4-BE49-F238E27FC236}">
                <a16:creationId xmlns:a16="http://schemas.microsoft.com/office/drawing/2014/main" id="{788378F7-6AD3-4F5E-B818-299F08F1A790}"/>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did the Holi account link to spring?</a:t>
            </a:r>
          </a:p>
        </p:txBody>
      </p:sp>
      <p:sp>
        <p:nvSpPr>
          <p:cNvPr id="21" name="pupil-text">
            <a:extLst xmlns:a="http://schemas.openxmlformats.org/drawingml/2006/main">
              <a:ext uri="{FF2B5EF4-FFF2-40B4-BE49-F238E27FC236}">
                <a16:creationId xmlns:a16="http://schemas.microsoft.com/office/drawing/2014/main" id="{587DFC58-1B01-45C0-8523-096A6DF51C9D}"/>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source limit</a:t>
            </a:r>
          </a:p>
        </p:txBody>
      </p:sp>
      <p:sp>
        <p:nvSpPr>
          <p:cNvPr id="22" name="pupil-text">
            <a:extLst xmlns:a="http://schemas.openxmlformats.org/drawingml/2006/main">
              <a:ext uri="{FF2B5EF4-FFF2-40B4-BE49-F238E27FC236}">
                <a16:creationId xmlns:a16="http://schemas.microsoft.com/office/drawing/2014/main" id="{C9721EF1-E156-4949-A88E-F4A2444B2883}"/>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did the two festival meanings need separate labels?</a:t>
            </a:r>
          </a:p>
        </p:txBody>
      </p:sp>
      <p:sp>
        <p:nvSpPr>
          <p:cNvPr id="23" name="pupil-text">
            <a:extLst xmlns:a="http://schemas.openxmlformats.org/drawingml/2006/main">
              <a:ext uri="{FF2B5EF4-FFF2-40B4-BE49-F238E27FC236}">
                <a16:creationId xmlns:a16="http://schemas.microsoft.com/office/drawing/2014/main" id="{CFC8B27A-23A4-46F7-BAE5-F8263EDA851E}"/>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4" name="pupil-text">
            <a:extLst xmlns:a="http://schemas.openxmlformats.org/drawingml/2006/main">
              <a:ext uri="{FF2B5EF4-FFF2-40B4-BE49-F238E27FC236}">
                <a16:creationId xmlns:a16="http://schemas.microsoft.com/office/drawing/2014/main" id="{FD74289C-F19B-42F1-BB51-DE05926B8E37}"/>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could you give a fair reply to a view you question?</a:t>
            </a:r>
          </a:p>
        </p:txBody>
      </p:sp>
    </p:spTree>
    <p:extLst>
      <p:ext uri="{BB962C8B-B14F-4D97-AF65-F5344CB8AC3E}">
        <p14:creationId xmlns:p14="http://schemas.microsoft.com/office/powerpoint/2010/main" val="13000644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ED3C1ED3-9058-4FA5-9901-0033C40EB2C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8AC908AD-AF83-46FA-B15D-CDD59F0120F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BA91FABF-A166-48E8-8C00-4B9EEEE526C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 · clues</a:t>
            </a:r>
          </a:p>
        </p:txBody>
      </p:sp>
      <p:sp>
        <p:nvSpPr>
          <p:cNvPr id="4" name="shape">
            <a:extLst xmlns:a="http://schemas.openxmlformats.org/drawingml/2006/main">
              <a:ext uri="{FF2B5EF4-FFF2-40B4-BE49-F238E27FC236}">
                <a16:creationId xmlns:a16="http://schemas.microsoft.com/office/drawing/2014/main" id="{78C39C84-9225-4C82-8116-BDEC5D127C4C}"/>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9575375-6452-4055-98D6-4A49539AB6D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A4707FC-59A3-4A4E-BDB1-5BA36295150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64341B9-A483-4F82-9AE9-6C2D5140D3A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F8D13A7-B2AA-4021-BD0B-F7A277ACBC8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192E6D2-8D09-46B1-A8B1-EF4F07178AE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D41B6AF-18C0-4C08-BAF6-C0900BF885E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3FD8AF4A-CBEE-44B5-BF41-7E4501D1408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1B1F12EF-1BE6-47CF-87FE-EF508DDF4E9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6FE7623C-5702-4C95-ADAD-1120888A14C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7 / 44</a:t>
            </a:r>
          </a:p>
        </p:txBody>
      </p:sp>
      <p:sp>
        <p:nvSpPr>
          <p:cNvPr id="14" name="licence-footer">
            <a:extLst xmlns:a="http://schemas.openxmlformats.org/drawingml/2006/main">
              <a:ext uri="{FF2B5EF4-FFF2-40B4-BE49-F238E27FC236}">
                <a16:creationId xmlns:a16="http://schemas.microsoft.com/office/drawing/2014/main" id="{54676E6F-3CAC-4BB5-92BE-0B2EC881B0C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50F8ED6-D77D-4E95-8EA9-E6BF2EFE6603}"/>
              </a:ext>
            </a:extLst>
          </p:cNvPr>
          <p:cNvPicPr>
            <a:picLocks xmlns:a="http://schemas.openxmlformats.org/drawingml/2006/main" noChangeAspect="1"/>
          </p:cNvPicPr>
          <p:nvPr/>
        </p:nvPicPr>
        <p:blipFill>
          <a:blip xmlns:r="http://schemas.openxmlformats.org/officeDocument/2006/relationships" xmlns:a="http://schemas.openxmlformats.org/drawingml/2006/main" r:embed="Re6edcfe156064d2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42D5287-F211-4427-9C9B-7FDB349BDB8B}"/>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One festival theme</a:t>
            </a:r>
          </a:p>
        </p:txBody>
      </p:sp>
      <p:sp>
        <p:nvSpPr>
          <p:cNvPr id="17" name="shape">
            <a:extLst xmlns:a="http://schemas.openxmlformats.org/drawingml/2006/main">
              <a:ext uri="{FF2B5EF4-FFF2-40B4-BE49-F238E27FC236}">
                <a16:creationId xmlns:a16="http://schemas.microsoft.com/office/drawing/2014/main" id="{FFEC554D-9BEF-4BAC-A9D7-8644CE3CDF45}"/>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88E8EC64-6863-4629-B64B-370C04FB8F33}"/>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Use one detail you recall. For the link, use a sensible prior idea.</a:t>
            </a:r>
          </a:p>
        </p:txBody>
      </p:sp>
      <p:sp>
        <p:nvSpPr>
          <p:cNvPr id="19" name="pupil-text">
            <a:extLst xmlns:a="http://schemas.openxmlformats.org/drawingml/2006/main">
              <a:ext uri="{FF2B5EF4-FFF2-40B4-BE49-F238E27FC236}">
                <a16:creationId xmlns:a16="http://schemas.microsoft.com/office/drawing/2014/main" id="{76CC67D3-C811-4424-8AB6-A971DE65E886}"/>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Another festival theme</a:t>
            </a:r>
          </a:p>
        </p:txBody>
      </p:sp>
      <p:sp>
        <p:nvSpPr>
          <p:cNvPr id="20" name="shape">
            <a:extLst xmlns:a="http://schemas.openxmlformats.org/drawingml/2006/main">
              <a:ext uri="{FF2B5EF4-FFF2-40B4-BE49-F238E27FC236}">
                <a16:creationId xmlns:a16="http://schemas.microsoft.com/office/drawing/2014/main" id="{5ED69360-2401-4858-A6E8-759817A56EE9}"/>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B430C624-9D2D-404C-AFA3-3F3A1DE64898}"/>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Use one detail you recall. For the link, use a sensible prior idea.</a:t>
            </a:r>
          </a:p>
        </p:txBody>
      </p:sp>
      <p:sp>
        <p:nvSpPr>
          <p:cNvPr id="22" name="pupil-text">
            <a:extLst xmlns:a="http://schemas.openxmlformats.org/drawingml/2006/main">
              <a:ext uri="{FF2B5EF4-FFF2-40B4-BE49-F238E27FC236}">
                <a16:creationId xmlns:a16="http://schemas.microsoft.com/office/drawing/2014/main" id="{B3B96B2A-5D05-4ABB-854B-73F996632AFC}"/>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source limit</a:t>
            </a:r>
          </a:p>
        </p:txBody>
      </p:sp>
      <p:sp>
        <p:nvSpPr>
          <p:cNvPr id="23" name="shape">
            <a:extLst xmlns:a="http://schemas.openxmlformats.org/drawingml/2006/main">
              <a:ext uri="{FF2B5EF4-FFF2-40B4-BE49-F238E27FC236}">
                <a16:creationId xmlns:a16="http://schemas.microsoft.com/office/drawing/2014/main" id="{7B9B78E2-DA84-4955-9CA7-3868937247FF}"/>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9D6DC7B0-2B8F-4E37-A20E-EDA47679B2B2}"/>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Use one detail you recall. For the link, use a sensible prior idea.</a:t>
            </a:r>
          </a:p>
        </p:txBody>
      </p:sp>
      <p:sp>
        <p:nvSpPr>
          <p:cNvPr id="25" name="pupil-text">
            <a:extLst xmlns:a="http://schemas.openxmlformats.org/drawingml/2006/main">
              <a:ext uri="{FF2B5EF4-FFF2-40B4-BE49-F238E27FC236}">
                <a16:creationId xmlns:a16="http://schemas.microsoft.com/office/drawing/2014/main" id="{6A3DDBF6-7C54-411A-AD6C-6B155445EB67}"/>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6" name="shape">
            <a:extLst xmlns:a="http://schemas.openxmlformats.org/drawingml/2006/main">
              <a:ext uri="{FF2B5EF4-FFF2-40B4-BE49-F238E27FC236}">
                <a16:creationId xmlns:a16="http://schemas.microsoft.com/office/drawing/2014/main" id="{6649F475-9276-48B6-A32E-D182F247CE0F}"/>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7269644C-26C1-4CBA-86AC-801F5DEA0B96}"/>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task, not an unknown fact.</a:t>
            </a:r>
          </a:p>
        </p:txBody>
      </p:sp>
    </p:spTree>
    <p:extLst>
      <p:ext uri="{BB962C8B-B14F-4D97-AF65-F5344CB8AC3E}">
        <p14:creationId xmlns:p14="http://schemas.microsoft.com/office/powerpoint/2010/main" val="52708472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1A546829-1E69-443E-BA22-3D222D65ECE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1BBD568B-A0CC-4AFA-9EC9-C5C0348A478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C01C93D6-E137-45BE-84EB-846C6051C13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a:t>
            </a:r>
          </a:p>
        </p:txBody>
      </p:sp>
      <p:sp>
        <p:nvSpPr>
          <p:cNvPr id="4" name="shape">
            <a:extLst xmlns:a="http://schemas.openxmlformats.org/drawingml/2006/main">
              <a:ext uri="{FF2B5EF4-FFF2-40B4-BE49-F238E27FC236}">
                <a16:creationId xmlns:a16="http://schemas.microsoft.com/office/drawing/2014/main" id="{D299534C-DE23-4535-AD93-A13CC852721D}"/>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8465E9B-E26C-42B3-9EC4-D89A7460D36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584A1F2-756C-443F-8F1F-A865080D350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6DF0772-A4CD-4A30-AC1A-BE22E9D9EAF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6CD17F5-B90A-4524-A0B7-BBF89331361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6058512-C17D-4C25-8D57-640D0CAA29E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B443FEC-522B-4AB0-AEFF-42DEAA5A3C0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77443153-73F4-494A-BE5C-D8B1093D04B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67AEE5BD-50F8-4403-AB45-9085E11556D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1FEEAEF6-D209-4F53-B1A5-E5633EFCF01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8 / 44</a:t>
            </a:r>
          </a:p>
        </p:txBody>
      </p:sp>
      <p:sp>
        <p:nvSpPr>
          <p:cNvPr id="14" name="licence-footer">
            <a:extLst xmlns:a="http://schemas.openxmlformats.org/drawingml/2006/main">
              <a:ext uri="{FF2B5EF4-FFF2-40B4-BE49-F238E27FC236}">
                <a16:creationId xmlns:a16="http://schemas.microsoft.com/office/drawing/2014/main" id="{7C734DD9-8A0C-479F-897A-2DBE3D86603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46B74E8-3C68-4407-B741-6D150A5794DC}"/>
              </a:ext>
            </a:extLst>
          </p:cNvPr>
          <p:cNvPicPr>
            <a:picLocks xmlns:a="http://schemas.openxmlformats.org/drawingml/2006/main" noChangeAspect="1"/>
          </p:cNvPicPr>
          <p:nvPr/>
        </p:nvPicPr>
        <p:blipFill>
          <a:blip xmlns:r="http://schemas.openxmlformats.org/officeDocument/2006/relationships" xmlns:a="http://schemas.openxmlformats.org/drawingml/2006/main" r:embed="Rc288ef9001404e6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65014E1-87E4-4056-BBCA-D995B98AFDF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
        <p:nvSpPr>
          <p:cNvPr id="17" name="pupil-text">
            <a:extLst xmlns:a="http://schemas.openxmlformats.org/drawingml/2006/main">
              <a:ext uri="{FF2B5EF4-FFF2-40B4-BE49-F238E27FC236}">
                <a16:creationId xmlns:a16="http://schemas.microsoft.com/office/drawing/2014/main" id="{B81E83AA-6644-401E-BD29-656B0C126033}"/>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One festival theme</a:t>
            </a:r>
          </a:p>
        </p:txBody>
      </p:sp>
      <p:sp>
        <p:nvSpPr>
          <p:cNvPr id="18" name="pupil-text">
            <a:extLst xmlns:a="http://schemas.openxmlformats.org/drawingml/2006/main">
              <a:ext uri="{FF2B5EF4-FFF2-40B4-BE49-F238E27FC236}">
                <a16:creationId xmlns:a16="http://schemas.microsoft.com/office/drawing/2014/main" id="{40F916D8-F73F-4103-AD6B-BF849DAB9DD0}"/>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Report the Easter belief without presenting it as everyone’s belief.</a:t>
            </a:r>
          </a:p>
        </p:txBody>
      </p:sp>
      <p:sp>
        <p:nvSpPr>
          <p:cNvPr id="19" name="pupil-text">
            <a:extLst xmlns:a="http://schemas.openxmlformats.org/drawingml/2006/main">
              <a:ext uri="{FF2B5EF4-FFF2-40B4-BE49-F238E27FC236}">
                <a16:creationId xmlns:a16="http://schemas.microsoft.com/office/drawing/2014/main" id="{036F8208-8D6A-4091-A7C7-5C15FC7106EA}"/>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Another festival theme</a:t>
            </a:r>
          </a:p>
        </p:txBody>
      </p:sp>
      <p:sp>
        <p:nvSpPr>
          <p:cNvPr id="20" name="pupil-text">
            <a:extLst xmlns:a="http://schemas.openxmlformats.org/drawingml/2006/main">
              <a:ext uri="{FF2B5EF4-FFF2-40B4-BE49-F238E27FC236}">
                <a16:creationId xmlns:a16="http://schemas.microsoft.com/office/drawing/2014/main" id="{9DC700AE-0EB3-44E5-82B5-89FE412B37AC}"/>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a source detail to explain Holi’s spring or renewal theme.</a:t>
            </a:r>
          </a:p>
        </p:txBody>
      </p:sp>
      <p:sp>
        <p:nvSpPr>
          <p:cNvPr id="21" name="pupil-text">
            <a:extLst xmlns:a="http://schemas.openxmlformats.org/drawingml/2006/main">
              <a:ext uri="{FF2B5EF4-FFF2-40B4-BE49-F238E27FC236}">
                <a16:creationId xmlns:a16="http://schemas.microsoft.com/office/drawing/2014/main" id="{64C9F0C9-20E5-497A-B9B6-9335E9090DEC}"/>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source limit</a:t>
            </a:r>
          </a:p>
        </p:txBody>
      </p:sp>
      <p:sp>
        <p:nvSpPr>
          <p:cNvPr id="22" name="pupil-text">
            <a:extLst xmlns:a="http://schemas.openxmlformats.org/drawingml/2006/main">
              <a:ext uri="{FF2B5EF4-FFF2-40B4-BE49-F238E27FC236}">
                <a16:creationId xmlns:a16="http://schemas.microsoft.com/office/drawing/2014/main" id="{07299751-FE06-4592-8E16-D9889BF23E30}"/>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does a similar renewal theme not erase a difference in belief?</a:t>
            </a:r>
          </a:p>
        </p:txBody>
      </p:sp>
      <p:sp>
        <p:nvSpPr>
          <p:cNvPr id="23" name="pupil-text">
            <a:extLst xmlns:a="http://schemas.openxmlformats.org/drawingml/2006/main">
              <a:ext uri="{FF2B5EF4-FFF2-40B4-BE49-F238E27FC236}">
                <a16:creationId xmlns:a16="http://schemas.microsoft.com/office/drawing/2014/main" id="{A7A635F7-7B9B-4D9F-B7E8-02839509D640}"/>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4" name="pupil-text">
            <a:extLst xmlns:a="http://schemas.openxmlformats.org/drawingml/2006/main">
              <a:ext uri="{FF2B5EF4-FFF2-40B4-BE49-F238E27FC236}">
                <a16:creationId xmlns:a16="http://schemas.microsoft.com/office/drawing/2014/main" id="{DE05FB69-C3A7-4D25-A189-65B55833B544}"/>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should we disagree with a claim, not with a person?</a:t>
            </a:r>
          </a:p>
        </p:txBody>
      </p:sp>
    </p:spTree>
    <p:extLst>
      <p:ext uri="{BB962C8B-B14F-4D97-AF65-F5344CB8AC3E}">
        <p14:creationId xmlns:p14="http://schemas.microsoft.com/office/powerpoint/2010/main" val="1531480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72B5AE8A-99D0-4029-8ABD-A600CF1FDAD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BC202188-7C33-435F-A38C-D9BEC534F15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0F5CACA6-D0D0-4DA3-978F-57C785047B3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 · clues</a:t>
            </a:r>
          </a:p>
        </p:txBody>
      </p:sp>
      <p:sp>
        <p:nvSpPr>
          <p:cNvPr id="4" name="shape">
            <a:extLst xmlns:a="http://schemas.openxmlformats.org/drawingml/2006/main">
              <a:ext uri="{FF2B5EF4-FFF2-40B4-BE49-F238E27FC236}">
                <a16:creationId xmlns:a16="http://schemas.microsoft.com/office/drawing/2014/main" id="{8E1B83FF-46C6-42BA-90B6-8102F4AA58C4}"/>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94C4E17-CB44-4634-9BAA-26483CBF936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15FBC65-6288-4FC7-81B0-B666C59B434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F51B169-CB07-4A65-9854-71C0677B147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9878343-2CBD-499A-AA5F-86F64656505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11F94E2-5693-48C0-A96D-35C0DA6F9A4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45F8819-7782-4F35-BD0B-C93F62463B0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713C736A-77EF-4B72-BBEC-55FF410ABC1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A6B10A1A-C718-41DE-A395-C474EBCC022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3E3C8678-DE17-4954-8DAB-AB2D4AE47AF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9 / 44</a:t>
            </a:r>
          </a:p>
        </p:txBody>
      </p:sp>
      <p:sp>
        <p:nvSpPr>
          <p:cNvPr id="14" name="licence-footer">
            <a:extLst xmlns:a="http://schemas.openxmlformats.org/drawingml/2006/main">
              <a:ext uri="{FF2B5EF4-FFF2-40B4-BE49-F238E27FC236}">
                <a16:creationId xmlns:a16="http://schemas.microsoft.com/office/drawing/2014/main" id="{3E74F03A-BF99-4896-9219-E63893316A1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C6B04E1-BE29-48CC-9235-F311ADEB6C81}"/>
              </a:ext>
            </a:extLst>
          </p:cNvPr>
          <p:cNvPicPr>
            <a:picLocks xmlns:a="http://schemas.openxmlformats.org/drawingml/2006/main" noChangeAspect="1"/>
          </p:cNvPicPr>
          <p:nvPr/>
        </p:nvPicPr>
        <p:blipFill>
          <a:blip xmlns:r="http://schemas.openxmlformats.org/officeDocument/2006/relationships" xmlns:a="http://schemas.openxmlformats.org/drawingml/2006/main" r:embed="R87415044559c478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F9D78F8-0771-41AA-BA3D-C46F6EF02936}"/>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One festival theme</a:t>
            </a:r>
          </a:p>
        </p:txBody>
      </p:sp>
      <p:sp>
        <p:nvSpPr>
          <p:cNvPr id="17" name="shape">
            <a:extLst xmlns:a="http://schemas.openxmlformats.org/drawingml/2006/main">
              <a:ext uri="{FF2B5EF4-FFF2-40B4-BE49-F238E27FC236}">
                <a16:creationId xmlns:a16="http://schemas.microsoft.com/office/drawing/2014/main" id="{2848524A-9439-4FF7-840F-4FA8553E4B7F}"/>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120F6F2B-8B19-448A-AC8A-3E6FFD90F9D1}"/>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
        <p:nvSpPr>
          <p:cNvPr id="19" name="pupil-text">
            <a:extLst xmlns:a="http://schemas.openxmlformats.org/drawingml/2006/main">
              <a:ext uri="{FF2B5EF4-FFF2-40B4-BE49-F238E27FC236}">
                <a16:creationId xmlns:a16="http://schemas.microsoft.com/office/drawing/2014/main" id="{94976590-4595-430F-990A-6393E67E39E4}"/>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Another festival theme</a:t>
            </a:r>
          </a:p>
        </p:txBody>
      </p:sp>
      <p:sp>
        <p:nvSpPr>
          <p:cNvPr id="20" name="shape">
            <a:extLst xmlns:a="http://schemas.openxmlformats.org/drawingml/2006/main">
              <a:ext uri="{FF2B5EF4-FFF2-40B4-BE49-F238E27FC236}">
                <a16:creationId xmlns:a16="http://schemas.microsoft.com/office/drawing/2014/main" id="{75DA6CB3-369A-4141-83F5-04B8B2F3177A}"/>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CEB51D6A-D040-4CB6-B0F3-B645930F0FBD}"/>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
        <p:nvSpPr>
          <p:cNvPr id="22" name="pupil-text">
            <a:extLst xmlns:a="http://schemas.openxmlformats.org/drawingml/2006/main">
              <a:ext uri="{FF2B5EF4-FFF2-40B4-BE49-F238E27FC236}">
                <a16:creationId xmlns:a16="http://schemas.microsoft.com/office/drawing/2014/main" id="{26FB9FDA-F379-4523-81FB-8B942FCEE4F4}"/>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source limit</a:t>
            </a:r>
          </a:p>
        </p:txBody>
      </p:sp>
      <p:sp>
        <p:nvSpPr>
          <p:cNvPr id="23" name="shape">
            <a:extLst xmlns:a="http://schemas.openxmlformats.org/drawingml/2006/main">
              <a:ext uri="{FF2B5EF4-FFF2-40B4-BE49-F238E27FC236}">
                <a16:creationId xmlns:a16="http://schemas.microsoft.com/office/drawing/2014/main" id="{69D05B99-D39F-4DCC-91D7-0D2F954E6889}"/>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7DFC5ECD-F351-4A19-89EF-0EBBB11A3D77}"/>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
        <p:nvSpPr>
          <p:cNvPr id="25" name="pupil-text">
            <a:extLst xmlns:a="http://schemas.openxmlformats.org/drawingml/2006/main">
              <a:ext uri="{FF2B5EF4-FFF2-40B4-BE49-F238E27FC236}">
                <a16:creationId xmlns:a16="http://schemas.microsoft.com/office/drawing/2014/main" id="{0EC9EFDA-1AF7-4677-A1C2-62E88C76AC71}"/>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6" name="shape">
            <a:extLst xmlns:a="http://schemas.openxmlformats.org/drawingml/2006/main">
              <a:ext uri="{FF2B5EF4-FFF2-40B4-BE49-F238E27FC236}">
                <a16:creationId xmlns:a16="http://schemas.microsoft.com/office/drawing/2014/main" id="{E109F90B-0F27-40B9-AF09-2311AAEAEBEB}"/>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8F7E3C67-F05F-4F68-9E5A-E86322CF568B}"/>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Tree>
    <p:extLst>
      <p:ext uri="{BB962C8B-B14F-4D97-AF65-F5344CB8AC3E}">
        <p14:creationId xmlns:p14="http://schemas.microsoft.com/office/powerpoint/2010/main" val="5725098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EA208A37-77D6-4EBD-8DE3-656CF3E1AC8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54D9C53C-6338-40F5-8D05-6A207408A73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BC795BDF-1E43-48A7-989E-676E2DF34ED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Recall after first try</a:t>
            </a:r>
          </a:p>
        </p:txBody>
      </p:sp>
      <p:sp>
        <p:nvSpPr>
          <p:cNvPr id="4" name="shape">
            <a:extLst xmlns:a="http://schemas.openxmlformats.org/drawingml/2006/main">
              <a:ext uri="{FF2B5EF4-FFF2-40B4-BE49-F238E27FC236}">
                <a16:creationId xmlns:a16="http://schemas.microsoft.com/office/drawing/2014/main" id="{2FEAB3C9-C1D8-4151-BC67-411E234F3CA9}"/>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39194CF-31CD-4827-B362-91E35C9CC66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67ADB86-54EF-450E-9957-F716756D948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34FAB36-FA27-4225-8FDA-A6C546215D1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1CDF8DC-25DC-4BEB-8819-6D1D3FD07FD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7A0CC48-4CED-4E20-AE1B-67A1FEC10A9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EC61CF7-CFD7-4844-9F5D-E2D44ACDC61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3F78FF26-CA2C-43C8-9013-BF65378CC1D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76832BB0-ABB3-4394-8E95-8A3074DE7EC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CAF226A4-67D2-471E-9DDB-467EB5C9BAB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10 / 44</a:t>
            </a:r>
          </a:p>
        </p:txBody>
      </p:sp>
      <p:sp>
        <p:nvSpPr>
          <p:cNvPr id="14" name="licence-footer">
            <a:extLst xmlns:a="http://schemas.openxmlformats.org/drawingml/2006/main">
              <a:ext uri="{FF2B5EF4-FFF2-40B4-BE49-F238E27FC236}">
                <a16:creationId xmlns:a16="http://schemas.microsoft.com/office/drawing/2014/main" id="{DFDBD047-85D7-490E-92FF-E02197F3BE0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293641E-5936-4B4F-87FB-F3E27DE5D8C4}"/>
              </a:ext>
            </a:extLst>
          </p:cNvPr>
          <p:cNvPicPr>
            <a:picLocks xmlns:a="http://schemas.openxmlformats.org/drawingml/2006/main" noChangeAspect="1"/>
          </p:cNvPicPr>
          <p:nvPr/>
        </p:nvPicPr>
        <p:blipFill>
          <a:blip xmlns:r="http://schemas.openxmlformats.org/officeDocument/2006/relationships" xmlns:a="http://schemas.openxmlformats.org/drawingml/2006/main" r:embed="R5fb17d64c8614e9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BC51BEF-A9FA-4206-B7ED-5C3E09BE438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R1: The Easter account linked Christian belief in new life with hope and kindness. We studied it</a:t>
            </a:r>
          </a:p>
        </p:txBody>
      </p:sp>
      <p:sp>
        <p:nvSpPr>
          <p:cNvPr id="17" name="pupil-text">
            <a:extLst xmlns:a="http://schemas.openxmlformats.org/drawingml/2006/main">
              <a:ext uri="{FF2B5EF4-FFF2-40B4-BE49-F238E27FC236}">
                <a16:creationId xmlns:a16="http://schemas.microsoft.com/office/drawing/2014/main" id="{B900617E-D7F9-4625-9269-76EB8C9A2B04}"/>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without worship or personal belief disclosure.</a:t>
            </a:r>
          </a:p>
        </p:txBody>
      </p:sp>
      <p:sp>
        <p:nvSpPr>
          <p:cNvPr id="18" name="pupil-text">
            <a:extLst xmlns:a="http://schemas.openxmlformats.org/drawingml/2006/main">
              <a:ext uri="{FF2B5EF4-FFF2-40B4-BE49-F238E27FC236}">
                <a16:creationId xmlns:a16="http://schemas.microsoft.com/office/drawing/2014/main" id="{32FB6066-14DC-46E7-9E75-B799C7C2643D}"/>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R2: The Holi account linked spring and good overcoming evil. It described colour in some celebrations;</a:t>
            </a:r>
          </a:p>
        </p:txBody>
      </p:sp>
      <p:sp>
        <p:nvSpPr>
          <p:cNvPr id="19" name="pupil-text">
            <a:extLst xmlns:a="http://schemas.openxmlformats.org/drawingml/2006/main">
              <a:ext uri="{FF2B5EF4-FFF2-40B4-BE49-F238E27FC236}">
                <a16:creationId xmlns:a16="http://schemas.microsoft.com/office/drawing/2014/main" id="{6F728180-4DCC-42AB-9B8D-DC89638902A8}"/>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we used paper only.</a:t>
            </a:r>
          </a:p>
        </p:txBody>
      </p:sp>
      <p:sp>
        <p:nvSpPr>
          <p:cNvPr id="20" name="pupil-text">
            <a:extLst xmlns:a="http://schemas.openxmlformats.org/drawingml/2006/main">
              <a:ext uri="{FF2B5EF4-FFF2-40B4-BE49-F238E27FC236}">
                <a16:creationId xmlns:a16="http://schemas.microsoft.com/office/drawing/2014/main" id="{D810030B-022F-4B48-A40C-9B42D63C3B2F}"/>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R3: A renewal theme did not make the beliefs identical. A source label kept each meaning with its own</a:t>
            </a:r>
          </a:p>
        </p:txBody>
      </p:sp>
      <p:sp>
        <p:nvSpPr>
          <p:cNvPr id="21" name="pupil-text">
            <a:extLst xmlns:a="http://schemas.openxmlformats.org/drawingml/2006/main">
              <a:ext uri="{FF2B5EF4-FFF2-40B4-BE49-F238E27FC236}">
                <a16:creationId xmlns:a16="http://schemas.microsoft.com/office/drawing/2014/main" id="{FC3C4C63-154D-40CA-907E-A4D4D88E397B}"/>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account.</a:t>
            </a:r>
          </a:p>
        </p:txBody>
      </p:sp>
      <p:sp>
        <p:nvSpPr>
          <p:cNvPr id="22" name="pupil-text">
            <a:extLst xmlns:a="http://schemas.openxmlformats.org/drawingml/2006/main">
              <a:ext uri="{FF2B5EF4-FFF2-40B4-BE49-F238E27FC236}">
                <a16:creationId xmlns:a16="http://schemas.microsoft.com/office/drawing/2014/main" id="{6CE8906D-114C-4C20-939B-71E26A4017AF}"/>
              </a:ext>
            </a:extLst>
          </p:cNvPr>
          <p:cNvSpPr>
            <a:spLocks xmlns:a="http://schemas.openxmlformats.org/drawingml/2006/main" noGrp="1"/>
          </p:cNvSpPr>
          <p:nvPr/>
        </p:nvSpPr>
        <p:spPr>
          <a:xfrm xmlns:a="http://schemas.openxmlformats.org/drawingml/2006/main">
            <a:off x="457200" y="3810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60-second recap: Our Easter source linked new life with hope; the Holi source linked spring and good</a:t>
            </a:r>
          </a:p>
        </p:txBody>
      </p:sp>
      <p:sp>
        <p:nvSpPr>
          <p:cNvPr id="23" name="pupil-text">
            <a:extLst xmlns:a="http://schemas.openxmlformats.org/drawingml/2006/main">
              <a:ext uri="{FF2B5EF4-FFF2-40B4-BE49-F238E27FC236}">
                <a16:creationId xmlns:a16="http://schemas.microsoft.com/office/drawing/2014/main" id="{50382380-7888-4165-9C23-CF279CCEE354}"/>
              </a:ext>
            </a:extLst>
          </p:cNvPr>
          <p:cNvSpPr>
            <a:spLocks xmlns:a="http://schemas.openxmlformats.org/drawingml/2006/main" noGrp="1"/>
          </p:cNvSpPr>
          <p:nvPr/>
        </p:nvSpPr>
        <p:spPr>
          <a:xfrm xmlns:a="http://schemas.openxmlformats.org/drawingml/2006/main">
            <a:off x="457200" y="4105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over evil. The themes could be compared without making the beliefs the same.</a:t>
            </a:r>
          </a:p>
        </p:txBody>
      </p:sp>
      <p:sp>
        <p:nvSpPr>
          <p:cNvPr id="24" name="shape">
            <a:extLst xmlns:a="http://schemas.openxmlformats.org/drawingml/2006/main">
              <a:ext uri="{FF2B5EF4-FFF2-40B4-BE49-F238E27FC236}">
                <a16:creationId xmlns:a16="http://schemas.microsoft.com/office/drawing/2014/main" id="{7D14F3FF-84C8-4D02-ABF2-FFD765CCD027}"/>
              </a:ext>
            </a:extLst>
          </p:cNvPr>
          <p:cNvSpPr>
            <a:spLocks xmlns:a="http://schemas.openxmlformats.org/drawingml/2006/main" noGrp="1"/>
          </p:cNvSpPr>
          <p:nvPr/>
        </p:nvSpPr>
        <p:spPr>
          <a:xfrm xmlns:a="http://schemas.openxmlformats.org/drawingml/2006/main">
            <a:off x="409575" y="44862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4A0C24EB-3E85-4D55-A9DA-56E173F0258B}"/>
              </a:ext>
            </a:extLst>
          </p:cNvPr>
          <p:cNvSpPr>
            <a:spLocks xmlns:a="http://schemas.openxmlformats.org/drawingml/2006/main" noGrp="1"/>
          </p:cNvSpPr>
          <p:nvPr/>
        </p:nvSpPr>
        <p:spPr>
          <a:xfrm xmlns:a="http://schemas.openxmlformats.org/drawingml/2006/main">
            <a:off x="457200" y="44958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Tree>
    <p:extLst>
      <p:ext uri="{BB962C8B-B14F-4D97-AF65-F5344CB8AC3E}">
        <p14:creationId xmlns:p14="http://schemas.microsoft.com/office/powerpoint/2010/main" val="54051176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9B776F30-CDD9-4856-85DE-671DF7A7095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DBD2070E-6F8D-411E-B9C9-8C1DA5C1596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E0DA59D2-D882-4F95-9792-45AE3EA26C7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Starter</a:t>
            </a:r>
          </a:p>
        </p:txBody>
      </p:sp>
      <p:sp>
        <p:nvSpPr>
          <p:cNvPr id="4" name="shape">
            <a:extLst xmlns:a="http://schemas.openxmlformats.org/drawingml/2006/main">
              <a:ext uri="{FF2B5EF4-FFF2-40B4-BE49-F238E27FC236}">
                <a16:creationId xmlns:a16="http://schemas.microsoft.com/office/drawing/2014/main" id="{89B74482-6F00-4E48-8934-3F31D5FA189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79CE86E-9B21-4F9E-984E-D921AE0E6F61}"/>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9D57C64-A460-4586-BCA9-064C8A03409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97C3BE3-F654-4192-8294-6179072C6B8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ED0A5DF-7710-41BF-97FA-F37F0B8C394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A767A8A-C109-490D-8B8C-B4BD9632FA7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72FF9FF-2C98-45F5-8182-5542D007AA1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10D7727A-516D-4707-8E47-63021D5DF03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0D05E4D7-09EA-4B80-BC15-717F5725CAF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306C3083-C71A-443D-ABD2-EBBC8260555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11 / 44</a:t>
            </a:r>
          </a:p>
        </p:txBody>
      </p:sp>
      <p:sp>
        <p:nvSpPr>
          <p:cNvPr id="14" name="licence-footer">
            <a:extLst xmlns:a="http://schemas.openxmlformats.org/drawingml/2006/main">
              <a:ext uri="{FF2B5EF4-FFF2-40B4-BE49-F238E27FC236}">
                <a16:creationId xmlns:a16="http://schemas.microsoft.com/office/drawing/2014/main" id="{262907AD-3CED-4B7C-A9AA-F621DBD660A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0E064C7-E456-4AAA-862E-97D6F76AA182}"/>
              </a:ext>
            </a:extLst>
          </p:cNvPr>
          <p:cNvPicPr>
            <a:picLocks xmlns:a="http://schemas.openxmlformats.org/drawingml/2006/main" noChangeAspect="1"/>
          </p:cNvPicPr>
          <p:nvPr/>
        </p:nvPicPr>
        <p:blipFill>
          <a:blip xmlns:r="http://schemas.openxmlformats.org/officeDocument/2006/relationships" xmlns:a="http://schemas.openxmlformats.org/drawingml/2006/main" r:embed="R622b9bcddeb3490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5253434-E0ED-4065-ADAC-D62498AFEAA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One brief choice or response.</a:t>
            </a:r>
          </a:p>
        </p:txBody>
      </p:sp>
      <p:sp>
        <p:nvSpPr>
          <p:cNvPr id="17" name="pupil-text">
            <a:extLst xmlns:a="http://schemas.openxmlformats.org/drawingml/2006/main">
              <a:ext uri="{FF2B5EF4-FFF2-40B4-BE49-F238E27FC236}">
                <a16:creationId xmlns:a16="http://schemas.microsoft.com/office/drawing/2014/main" id="{0CE745BA-E73D-47DE-A482-61D3E19B9F99}"/>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Question: Is “I disagree because…” different from insulting the person?</a:t>
            </a:r>
          </a:p>
        </p:txBody>
      </p:sp>
    </p:spTree>
    <p:extLst>
      <p:ext uri="{BB962C8B-B14F-4D97-AF65-F5344CB8AC3E}">
        <p14:creationId xmlns:p14="http://schemas.microsoft.com/office/powerpoint/2010/main" val="25773365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3D9C1054-F6D3-47A5-8ED0-021B362D3B5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27C6BD91-3289-4EED-BAA1-CF0E9F28A11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C077CFA3-C931-415E-847F-EBA476EC134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a:t>
            </a:r>
          </a:p>
        </p:txBody>
      </p:sp>
      <p:sp>
        <p:nvSpPr>
          <p:cNvPr id="4" name="shape">
            <a:extLst xmlns:a="http://schemas.openxmlformats.org/drawingml/2006/main">
              <a:ext uri="{FF2B5EF4-FFF2-40B4-BE49-F238E27FC236}">
                <a16:creationId xmlns:a16="http://schemas.microsoft.com/office/drawing/2014/main" id="{5EA34844-EEE7-49C1-8D85-E66AA533A38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E669831-4244-4A5E-823B-86CCD93DB5D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5108620-749F-4402-BF8F-EA2DDAE74A19}"/>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17F60AC-6A2F-44DC-A477-4C34CEC007E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A7D380D-084C-4E3D-B292-67567F93C50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2866C3C-A2EF-4541-87B9-C282E3F33BD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7ECC6C7-86DD-4A86-B7E6-78C6DA6E605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B3C50B51-F2E7-4BFB-84DE-499EEE6A7CA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AB71472F-0260-4C4B-91E8-7914D5996D6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BA0714D7-4A2B-4ABD-8DAE-46D573F024C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12 / 44</a:t>
            </a:r>
          </a:p>
        </p:txBody>
      </p:sp>
      <p:sp>
        <p:nvSpPr>
          <p:cNvPr id="14" name="licence-footer">
            <a:extLst xmlns:a="http://schemas.openxmlformats.org/drawingml/2006/main">
              <a:ext uri="{FF2B5EF4-FFF2-40B4-BE49-F238E27FC236}">
                <a16:creationId xmlns:a16="http://schemas.microsoft.com/office/drawing/2014/main" id="{81CD37C2-9F2B-4884-8EA2-3B5CA6CE73B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D6A2219-2E9D-413F-9384-2F61F40393BD}"/>
              </a:ext>
            </a:extLst>
          </p:cNvPr>
          <p:cNvPicPr>
            <a:picLocks xmlns:a="http://schemas.openxmlformats.org/drawingml/2006/main" noChangeAspect="1"/>
          </p:cNvPicPr>
          <p:nvPr/>
        </p:nvPicPr>
        <p:blipFill>
          <a:blip xmlns:r="http://schemas.openxmlformats.org/officeDocument/2006/relationships" xmlns:a="http://schemas.openxmlformats.org/drawingml/2006/main" r:embed="R25e448638260484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3E6DCD8C-74FF-4E36-98A0-3192250EBB50}"/>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ellipse">
            <a:extLst xmlns:a="http://schemas.openxmlformats.org/drawingml/2006/main">
              <a:ext uri="{FF2B5EF4-FFF2-40B4-BE49-F238E27FC236}">
                <a16:creationId xmlns:a16="http://schemas.microsoft.com/office/drawing/2014/main" id="{B563C6A1-5B89-4CE2-AA5D-CA53091B9DAA}"/>
              </a:ext>
            </a:extLst>
          </p:cNvPr>
          <p:cNvSpPr>
            <a:spLocks xmlns:a="http://schemas.openxmlformats.org/drawingml/2006/main" noGrp="1"/>
          </p:cNvSpPr>
          <p:nvPr/>
        </p:nvSpPr>
        <p:spPr>
          <a:xfrm xmlns:a="http://schemas.openxmlformats.org/drawingml/2006/main">
            <a:off x="769144" y="2811463"/>
            <a:ext cx="531813" cy="301625"/>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E6E01B91-6E20-4FDA-B42C-0B2B12CAB39C}"/>
              </a:ext>
            </a:extLst>
          </p:cNvPr>
          <p:cNvSpPr>
            <a:spLocks xmlns:a="http://schemas.openxmlformats.org/drawingml/2006/main" noGrp="1"/>
          </p:cNvSpPr>
          <p:nvPr/>
        </p:nvSpPr>
        <p:spPr>
          <a:xfrm xmlns:a="http://schemas.openxmlformats.org/drawingml/2006/main">
            <a:off x="967581" y="2867025"/>
            <a:ext cx="134938" cy="190500"/>
          </a:xfrm>
          <a:prstGeom xmlns:a="http://schemas.openxmlformats.org/drawingml/2006/main" prst="ellipse">
            <a:avLst/>
          </a:prstGeom>
          <a:solidFill xmlns:a="http://schemas.openxmlformats.org/drawingml/2006/main">
            <a:srgbClr val="17324D"/>
          </a:solidFill>
          <a:ln xmlns:a="http://schemas.openxmlformats.org/drawingml/2006/main" w="15875">
            <a:solidFill>
              <a:srgbClr val="17324D"/>
            </a:solidFill>
            <a:prstDash val="solid"/>
          </a:ln>
        </p:spPr>
      </p:sp>
      <p:sp>
        <p:nvSpPr>
          <p:cNvPr id="19" name="native-vector-3-rect">
            <a:extLst xmlns:a="http://schemas.openxmlformats.org/drawingml/2006/main">
              <a:ext uri="{FF2B5EF4-FFF2-40B4-BE49-F238E27FC236}">
                <a16:creationId xmlns:a16="http://schemas.microsoft.com/office/drawing/2014/main" id="{D2D8D5D6-776E-4F96-A184-392868EF6115}"/>
              </a:ext>
            </a:extLst>
          </p:cNvPr>
          <p:cNvSpPr>
            <a:spLocks xmlns:a="http://schemas.openxmlformats.org/drawingml/2006/main" noGrp="1"/>
          </p:cNvSpPr>
          <p:nvPr/>
        </p:nvSpPr>
        <p:spPr>
          <a:xfrm xmlns:a="http://schemas.openxmlformats.org/drawingml/2006/main">
            <a:off x="1582738" y="2684463"/>
            <a:ext cx="396875" cy="55562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0" name="native-vector-4-ellipse">
            <a:extLst xmlns:a="http://schemas.openxmlformats.org/drawingml/2006/main">
              <a:ext uri="{FF2B5EF4-FFF2-40B4-BE49-F238E27FC236}">
                <a16:creationId xmlns:a16="http://schemas.microsoft.com/office/drawing/2014/main" id="{F52392AC-ED07-46EE-8C40-F46EB0BE798B}"/>
              </a:ext>
            </a:extLst>
          </p:cNvPr>
          <p:cNvSpPr>
            <a:spLocks xmlns:a="http://schemas.openxmlformats.org/drawingml/2006/main" noGrp="1"/>
          </p:cNvSpPr>
          <p:nvPr/>
        </p:nvSpPr>
        <p:spPr>
          <a:xfrm xmlns:a="http://schemas.openxmlformats.org/drawingml/2006/main">
            <a:off x="2261394" y="2811463"/>
            <a:ext cx="531813" cy="301625"/>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21" name="native-vector-5-ellipse">
            <a:extLst xmlns:a="http://schemas.openxmlformats.org/drawingml/2006/main">
              <a:ext uri="{FF2B5EF4-FFF2-40B4-BE49-F238E27FC236}">
                <a16:creationId xmlns:a16="http://schemas.microsoft.com/office/drawing/2014/main" id="{591EC27B-4A5B-4973-8504-63D6054DA024}"/>
              </a:ext>
            </a:extLst>
          </p:cNvPr>
          <p:cNvSpPr>
            <a:spLocks xmlns:a="http://schemas.openxmlformats.org/drawingml/2006/main" noGrp="1"/>
          </p:cNvSpPr>
          <p:nvPr/>
        </p:nvSpPr>
        <p:spPr>
          <a:xfrm xmlns:a="http://schemas.openxmlformats.org/drawingml/2006/main">
            <a:off x="2459831" y="2867025"/>
            <a:ext cx="134938" cy="190500"/>
          </a:xfrm>
          <a:prstGeom xmlns:a="http://schemas.openxmlformats.org/drawingml/2006/main" prst="ellipse">
            <a:avLst/>
          </a:prstGeom>
          <a:solidFill xmlns:a="http://schemas.openxmlformats.org/drawingml/2006/main">
            <a:srgbClr val="17324D"/>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782AE540-B905-428A-8478-C27E63FE1699}"/>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viewpoint</a:t>
            </a:r>
          </a:p>
        </p:txBody>
      </p:sp>
      <p:sp>
        <p:nvSpPr>
          <p:cNvPr id="23" name="pupil-text">
            <a:extLst xmlns:a="http://schemas.openxmlformats.org/drawingml/2006/main">
              <a:ext uri="{FF2B5EF4-FFF2-40B4-BE49-F238E27FC236}">
                <a16:creationId xmlns:a16="http://schemas.microsoft.com/office/drawing/2014/main" id="{6DCC28B9-9475-48FE-9347-F1A29B8852AC}"/>
              </a:ext>
            </a:extLst>
          </p:cNvPr>
          <p:cNvSpPr>
            <a:spLocks xmlns:a="http://schemas.openxmlformats.org/drawingml/2006/main" noGrp="1"/>
          </p:cNvSpPr>
          <p:nvPr/>
        </p:nvSpPr>
        <p:spPr>
          <a:xfrm xmlns:a="http://schemas.openxmlformats.org/drawingml/2006/main">
            <a:off x="3333750" y="2514600"/>
            <a:ext cx="8096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 way of thinking about a</a:t>
            </a:r>
          </a:p>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question.</a:t>
            </a:r>
          </a:p>
        </p:txBody>
      </p:sp>
      <p:sp>
        <p:nvSpPr>
          <p:cNvPr id="24" name="picture-description">
            <a:extLst xmlns:a="http://schemas.openxmlformats.org/drawingml/2006/main">
              <a:ext uri="{FF2B5EF4-FFF2-40B4-BE49-F238E27FC236}">
                <a16:creationId xmlns:a16="http://schemas.microsoft.com/office/drawing/2014/main" id="{A96C5796-A1D3-4E0F-ACB4-43319A412A2E}"/>
              </a:ext>
            </a:extLst>
          </p:cNvPr>
          <p:cNvSpPr>
            <a:spLocks xmlns:a="http://schemas.openxmlformats.org/drawingml/2006/main" noGrp="1"/>
          </p:cNvSpPr>
          <p:nvPr/>
        </p:nvSpPr>
        <p:spPr>
          <a:xfrm xmlns:a="http://schemas.openxmlformats.org/drawingml/2006/main">
            <a:off x="609600" y="3962400"/>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Two plain eyes look at one empty card from different sides.</a:t>
            </a:r>
          </a:p>
        </p:txBody>
      </p:sp>
      <p:sp>
        <p:nvSpPr>
          <p:cNvPr id="25" name="book-direction">
            <a:extLst xmlns:a="http://schemas.openxmlformats.org/drawingml/2006/main">
              <a:ext uri="{FF2B5EF4-FFF2-40B4-BE49-F238E27FC236}">
                <a16:creationId xmlns:a16="http://schemas.microsoft.com/office/drawing/2014/main" id="{653810CF-68E5-4827-AC8B-F897F598C8FA}"/>
              </a:ext>
            </a:extLst>
          </p:cNvPr>
          <p:cNvSpPr>
            <a:spLocks xmlns:a="http://schemas.openxmlformats.org/drawingml/2006/main" noGrp="1"/>
          </p:cNvSpPr>
          <p:nvPr/>
        </p:nvSpPr>
        <p:spPr>
          <a:xfrm xmlns:a="http://schemas.openxmlformats.org/drawingml/2006/main">
            <a:off x="609600" y="4667250"/>
            <a:ext cx="10906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a:t>
            </a:r>
          </a:p>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meaning. Mark it as model, not your own evidence.</a:t>
            </a:r>
          </a:p>
        </p:txBody>
      </p:sp>
    </p:spTree>
    <p:extLst>
      <p:ext uri="{BB962C8B-B14F-4D97-AF65-F5344CB8AC3E}">
        <p14:creationId xmlns:p14="http://schemas.microsoft.com/office/powerpoint/2010/main" val="200379179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91762C29-4CDF-45B4-ADDB-435C495A95B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89F85AC9-6620-4B46-94D5-90CBE1D2B93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7F07A67C-A712-41D2-A7E6-6D9F5E5EA78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42E3D8B5-E0E1-4C1F-A915-EF57F5F284B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93B791E-B2BD-40EE-B888-7BAA71D2BB5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AF217A8-07C3-4ADE-892A-DEE79A8405C1}"/>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B5456C2-6C52-4F12-BCA6-69D378BB6E3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C208500-1C65-42D1-92F3-70B2165FA1B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054E690-B813-4BB2-9796-6B6242FA97D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2454EAF-8ECE-47E7-A4D6-E38CF5928FA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67D2F366-C61E-480A-9328-90AF5A0A42C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AB20894B-5D9D-4827-895D-E0C093089F4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B2379E8C-EA47-4059-A219-62C030EF416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13 / 44</a:t>
            </a:r>
          </a:p>
        </p:txBody>
      </p:sp>
      <p:sp>
        <p:nvSpPr>
          <p:cNvPr id="14" name="licence-footer">
            <a:extLst xmlns:a="http://schemas.openxmlformats.org/drawingml/2006/main">
              <a:ext uri="{FF2B5EF4-FFF2-40B4-BE49-F238E27FC236}">
                <a16:creationId xmlns:a16="http://schemas.microsoft.com/office/drawing/2014/main" id="{532EB24F-25AC-4B27-88BA-92758965335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7420802-E10B-4B94-A777-1F66E73AAAA7}"/>
              </a:ext>
            </a:extLst>
          </p:cNvPr>
          <p:cNvPicPr>
            <a:picLocks xmlns:a="http://schemas.openxmlformats.org/drawingml/2006/main" noChangeAspect="1"/>
          </p:cNvPicPr>
          <p:nvPr/>
        </p:nvPicPr>
        <p:blipFill>
          <a:blip xmlns:r="http://schemas.openxmlformats.org/officeDocument/2006/relationships" xmlns:a="http://schemas.openxmlformats.org/drawingml/2006/main" r:embed="Rb5d7f23550b7459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3E095F88-94DD-49DB-9C8A-1CED94F8450D}"/>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5E1C580B-5263-4FC2-BDD6-94F79029175E}"/>
              </a:ext>
            </a:extLst>
          </p:cNvPr>
          <p:cNvSpPr>
            <a:spLocks xmlns:a="http://schemas.openxmlformats.org/drawingml/2006/main" noGrp="1"/>
          </p:cNvSpPr>
          <p:nvPr/>
        </p:nvSpPr>
        <p:spPr>
          <a:xfrm xmlns:a="http://schemas.openxmlformats.org/drawingml/2006/main">
            <a:off x="749300" y="2751931"/>
            <a:ext cx="773906" cy="420688"/>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text">
            <a:extLst xmlns:a="http://schemas.openxmlformats.org/drawingml/2006/main">
              <a:ext uri="{FF2B5EF4-FFF2-40B4-BE49-F238E27FC236}">
                <a16:creationId xmlns:a16="http://schemas.microsoft.com/office/drawing/2014/main" id="{5B1D7E63-C2F1-47BD-B1ED-4F7FF1DC9358}"/>
              </a:ext>
            </a:extLst>
          </p:cNvPr>
          <p:cNvSpPr>
            <a:spLocks xmlns:a="http://schemas.openxmlformats.org/drawingml/2006/main" noGrp="1"/>
          </p:cNvSpPr>
          <p:nvPr/>
        </p:nvSpPr>
        <p:spPr>
          <a:xfrm xmlns:a="http://schemas.openxmlformats.org/drawingml/2006/main">
            <a:off x="919956" y="2882900"/>
            <a:ext cx="535781" cy="138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1" b="0">
                <a:solidFill>
                  <a:srgbClr val="17324D"/>
                </a:solidFill>
                <a:latin typeface="Liberation Sans"/>
                <a:ea typeface="Liberation Sans"/>
                <a:cs typeface="Liberation Sans"/>
              </a:defRPr>
            </a:defPPr>
          </a:lstStyle>
          <a:p xmlns:a="http://schemas.openxmlformats.org/drawingml/2006/main">
            <a:pPr algn="l">
              <a:defRPr sz="781" b="0">
                <a:solidFill>
                  <a:srgbClr val="17324D"/>
                </a:solidFill>
                <a:latin typeface="Liberation Sans"/>
                <a:ea typeface="Liberation Sans"/>
                <a:cs typeface="Liberation Sans"/>
              </a:defRPr>
            </a:pPr>
            <a:r>
              <a:rPr sz="781" b="0">
                <a:solidFill>
                  <a:srgbClr val="17324D"/>
                </a:solidFill>
                <a:latin typeface="Liberation Sans"/>
                <a:ea typeface="Liberation Sans"/>
                <a:cs typeface="Liberation Sans"/>
              </a:rPr>
              <a:t>action</a:t>
            </a:r>
          </a:p>
        </p:txBody>
      </p:sp>
      <p:sp>
        <p:nvSpPr>
          <p:cNvPr id="19" name="native-vector-3-line">
            <a:extLst xmlns:a="http://schemas.openxmlformats.org/drawingml/2006/main">
              <a:ext uri="{FF2B5EF4-FFF2-40B4-BE49-F238E27FC236}">
                <a16:creationId xmlns:a16="http://schemas.microsoft.com/office/drawing/2014/main" id="{FBD2CAA0-C3B3-4A86-9B17-3D5B75EAAD4A}"/>
              </a:ext>
            </a:extLst>
          </p:cNvPr>
          <p:cNvSpPr>
            <a:spLocks xmlns:a="http://schemas.openxmlformats.org/drawingml/2006/main" noGrp="1"/>
          </p:cNvSpPr>
          <p:nvPr/>
        </p:nvSpPr>
        <p:spPr>
          <a:xfrm xmlns:a="http://schemas.openxmlformats.org/drawingml/2006/main">
            <a:off x="1539081" y="2962275"/>
            <a:ext cx="444500" cy="4"/>
          </a:xfrm>
          <a:custGeom xmlns:a="http://schemas.openxmlformats.org/drawingml/2006/main">
            <a:pathLst>
              <a:path w="444500" h="4">
                <a:moveTo>
                  <a:pt x="0" y="0"/>
                </a:moveTo>
                <a:lnTo>
                  <a:pt x="444500" y="0"/>
                </a:lnTo>
              </a:path>
            </a:pathLst>
          </a:custGeom>
          <a:noFill xmlns:a="http://schemas.openxmlformats.org/drawingml/2006/main"/>
          <a:ln xmlns:a="http://schemas.openxmlformats.org/drawingml/2006/main" w="15875">
            <a:solidFill>
              <a:srgbClr val="17324D"/>
            </a:solidFill>
            <a:prstDash val="solid"/>
          </a:ln>
        </p:spPr>
      </p:sp>
      <p:sp>
        <p:nvSpPr>
          <p:cNvPr id="20" name="native-vector-4-rect">
            <a:extLst xmlns:a="http://schemas.openxmlformats.org/drawingml/2006/main">
              <a:ext uri="{FF2B5EF4-FFF2-40B4-BE49-F238E27FC236}">
                <a16:creationId xmlns:a16="http://schemas.microsoft.com/office/drawing/2014/main" id="{64A8BF95-A306-4F3E-AFD9-874F8CDD713B}"/>
              </a:ext>
            </a:extLst>
          </p:cNvPr>
          <p:cNvSpPr>
            <a:spLocks xmlns:a="http://schemas.openxmlformats.org/drawingml/2006/main" noGrp="1"/>
          </p:cNvSpPr>
          <p:nvPr/>
        </p:nvSpPr>
        <p:spPr>
          <a:xfrm xmlns:a="http://schemas.openxmlformats.org/drawingml/2006/main">
            <a:off x="1999456" y="2751931"/>
            <a:ext cx="793750" cy="420688"/>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1" name="native-vector-text">
            <a:extLst xmlns:a="http://schemas.openxmlformats.org/drawingml/2006/main">
              <a:ext uri="{FF2B5EF4-FFF2-40B4-BE49-F238E27FC236}">
                <a16:creationId xmlns:a16="http://schemas.microsoft.com/office/drawing/2014/main" id="{C3533EE3-794F-4E3E-B4B9-081EA9D2E2EB}"/>
              </a:ext>
            </a:extLst>
          </p:cNvPr>
          <p:cNvSpPr>
            <a:spLocks xmlns:a="http://schemas.openxmlformats.org/drawingml/2006/main" noGrp="1"/>
          </p:cNvSpPr>
          <p:nvPr/>
        </p:nvSpPr>
        <p:spPr>
          <a:xfrm xmlns:a="http://schemas.openxmlformats.org/drawingml/2006/main">
            <a:off x="2229644" y="2783681"/>
            <a:ext cx="396875" cy="138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1" b="0">
                <a:solidFill>
                  <a:srgbClr val="17324D"/>
                </a:solidFill>
                <a:latin typeface="Liberation Sans"/>
                <a:ea typeface="Liberation Sans"/>
                <a:cs typeface="Liberation Sans"/>
              </a:defRPr>
            </a:defPPr>
          </a:lstStyle>
          <a:p xmlns:a="http://schemas.openxmlformats.org/drawingml/2006/main">
            <a:pPr algn="l">
              <a:defRPr sz="781" b="0">
                <a:solidFill>
                  <a:srgbClr val="17324D"/>
                </a:solidFill>
                <a:latin typeface="Liberation Sans"/>
                <a:ea typeface="Liberation Sans"/>
                <a:cs typeface="Liberation Sans"/>
              </a:defRPr>
            </a:pPr>
            <a:r>
              <a:rPr sz="781" b="0">
                <a:solidFill>
                  <a:srgbClr val="17324D"/>
                </a:solidFill>
                <a:latin typeface="Liberation Sans"/>
                <a:ea typeface="Liberation Sans"/>
                <a:cs typeface="Liberation Sans"/>
              </a:rPr>
              <a:t>why</a:t>
            </a:r>
          </a:p>
        </p:txBody>
      </p:sp>
      <p:sp>
        <p:nvSpPr>
          <p:cNvPr id="22" name="pupil-text">
            <a:extLst xmlns:a="http://schemas.openxmlformats.org/drawingml/2006/main">
              <a:ext uri="{FF2B5EF4-FFF2-40B4-BE49-F238E27FC236}">
                <a16:creationId xmlns:a16="http://schemas.microsoft.com/office/drawing/2014/main" id="{4752872D-968B-4FED-866B-E0E6BC80DAA7}"/>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reason</a:t>
            </a:r>
          </a:p>
        </p:txBody>
      </p:sp>
      <p:sp>
        <p:nvSpPr>
          <p:cNvPr id="23" name="pupil-text">
            <a:extLst xmlns:a="http://schemas.openxmlformats.org/drawingml/2006/main">
              <a:ext uri="{FF2B5EF4-FFF2-40B4-BE49-F238E27FC236}">
                <a16:creationId xmlns:a16="http://schemas.microsoft.com/office/drawing/2014/main" id="{362EAB68-6262-44B5-95D0-E8CCC438A8DA}"/>
              </a:ext>
            </a:extLst>
          </p:cNvPr>
          <p:cNvSpPr>
            <a:spLocks xmlns:a="http://schemas.openxmlformats.org/drawingml/2006/main" noGrp="1"/>
          </p:cNvSpPr>
          <p:nvPr/>
        </p:nvSpPr>
        <p:spPr>
          <a:xfrm xmlns:a="http://schemas.openxmlformats.org/drawingml/2006/main">
            <a:off x="3333750" y="2514600"/>
            <a:ext cx="8096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why someone thinks or</a:t>
            </a:r>
          </a:p>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acts in a certain way.</a:t>
            </a:r>
          </a:p>
        </p:txBody>
      </p:sp>
      <p:sp>
        <p:nvSpPr>
          <p:cNvPr id="24" name="picture-description">
            <a:extLst xmlns:a="http://schemas.openxmlformats.org/drawingml/2006/main">
              <a:ext uri="{FF2B5EF4-FFF2-40B4-BE49-F238E27FC236}">
                <a16:creationId xmlns:a16="http://schemas.microsoft.com/office/drawing/2014/main" id="{984D464F-EE60-447B-AF67-26BD7824B69C}"/>
              </a:ext>
            </a:extLst>
          </p:cNvPr>
          <p:cNvSpPr>
            <a:spLocks xmlns:a="http://schemas.openxmlformats.org/drawingml/2006/main" noGrp="1"/>
          </p:cNvSpPr>
          <p:nvPr/>
        </p:nvSpPr>
        <p:spPr>
          <a:xfrm xmlns:a="http://schemas.openxmlformats.org/drawingml/2006/main">
            <a:off x="609600" y="3962400"/>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action box links to an empty box labelled why.</a:t>
            </a:r>
          </a:p>
        </p:txBody>
      </p:sp>
      <p:sp>
        <p:nvSpPr>
          <p:cNvPr id="25" name="book-direction">
            <a:extLst xmlns:a="http://schemas.openxmlformats.org/drawingml/2006/main">
              <a:ext uri="{FF2B5EF4-FFF2-40B4-BE49-F238E27FC236}">
                <a16:creationId xmlns:a16="http://schemas.microsoft.com/office/drawing/2014/main" id="{E0EFF184-58FC-4B2A-A93F-7377928D86C1}"/>
              </a:ext>
            </a:extLst>
          </p:cNvPr>
          <p:cNvSpPr>
            <a:spLocks xmlns:a="http://schemas.openxmlformats.org/drawingml/2006/main" noGrp="1"/>
          </p:cNvSpPr>
          <p:nvPr/>
        </p:nvSpPr>
        <p:spPr>
          <a:xfrm xmlns:a="http://schemas.openxmlformats.org/drawingml/2006/main">
            <a:off x="609600" y="4667250"/>
            <a:ext cx="10906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a:t>
            </a:r>
          </a:p>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meaning. Mark it as model, not your own evidence.</a:t>
            </a:r>
          </a:p>
        </p:txBody>
      </p:sp>
    </p:spTree>
    <p:extLst>
      <p:ext uri="{BB962C8B-B14F-4D97-AF65-F5344CB8AC3E}">
        <p14:creationId xmlns:p14="http://schemas.microsoft.com/office/powerpoint/2010/main" val="87426421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2851F3CD-FC95-48D5-AFFE-5946897AC42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5D9B9585-F150-4B9A-B981-AF07EE3C89A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07BFE039-AD7A-4349-9168-7A63F11C4F7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FB4F4BE9-9F7C-43DD-A7D6-B95CAA025EF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C9001EE-8D4F-4CF3-BE59-AD765A5E810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E048783-9DF6-4275-938A-D014A920AC5A}"/>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D05DFD8-B495-44BC-9F9E-ADA4EBBCF7A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D1DE4EF-4E1D-4326-AFE2-20CA779099B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99ED2AA-8F5F-4B94-9322-925055978D6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996C78B-44B0-4B5D-82CA-D74FD5852B0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EF50C4E9-425D-4004-B31B-2FBD4C9244F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34B973EC-88C9-45F4-B7FC-8480F33BF93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8EF5A255-90AA-4F60-A960-2B9F51DAB16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14 / 44</a:t>
            </a:r>
          </a:p>
        </p:txBody>
      </p:sp>
      <p:sp>
        <p:nvSpPr>
          <p:cNvPr id="14" name="licence-footer">
            <a:extLst xmlns:a="http://schemas.openxmlformats.org/drawingml/2006/main">
              <a:ext uri="{FF2B5EF4-FFF2-40B4-BE49-F238E27FC236}">
                <a16:creationId xmlns:a16="http://schemas.microsoft.com/office/drawing/2014/main" id="{FC9A857A-1A08-428B-AC5B-6941E696C58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3C9B231-8582-421B-9831-514122AA0A8C}"/>
              </a:ext>
            </a:extLst>
          </p:cNvPr>
          <p:cNvPicPr>
            <a:picLocks xmlns:a="http://schemas.openxmlformats.org/drawingml/2006/main" noChangeAspect="1"/>
          </p:cNvPicPr>
          <p:nvPr/>
        </p:nvPicPr>
        <p:blipFill>
          <a:blip xmlns:r="http://schemas.openxmlformats.org/officeDocument/2006/relationships" xmlns:a="http://schemas.openxmlformats.org/drawingml/2006/main" r:embed="R7393facc40b54fc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9524A8B6-6CC6-43F0-8602-5963B34D6BF0}"/>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polygon">
            <a:extLst xmlns:a="http://schemas.openxmlformats.org/drawingml/2006/main">
              <a:ext uri="{FF2B5EF4-FFF2-40B4-BE49-F238E27FC236}">
                <a16:creationId xmlns:a16="http://schemas.microsoft.com/office/drawing/2014/main" id="{34D41C13-FAB5-49DF-B159-A17066251B28}"/>
              </a:ext>
            </a:extLst>
          </p:cNvPr>
          <p:cNvSpPr>
            <a:spLocks xmlns:a="http://schemas.openxmlformats.org/drawingml/2006/main" noGrp="1"/>
          </p:cNvSpPr>
          <p:nvPr/>
        </p:nvSpPr>
        <p:spPr>
          <a:xfrm xmlns:a="http://schemas.openxmlformats.org/drawingml/2006/main">
            <a:off x="729456" y="2684463"/>
            <a:ext cx="773906" cy="496094"/>
          </a:xfrm>
          <a:custGeom xmlns:a="http://schemas.openxmlformats.org/drawingml/2006/main">
            <a:pathLst>
              <a:path w="773906" h="496094">
                <a:moveTo>
                  <a:pt x="0" y="0"/>
                </a:moveTo>
                <a:lnTo>
                  <a:pt x="773906" y="0"/>
                </a:lnTo>
                <a:lnTo>
                  <a:pt x="773906" y="377031"/>
                </a:lnTo>
                <a:lnTo>
                  <a:pt x="575469" y="377031"/>
                </a:lnTo>
                <a:lnTo>
                  <a:pt x="476250" y="496094"/>
                </a:lnTo>
                <a:lnTo>
                  <a:pt x="476250" y="377031"/>
                </a:lnTo>
                <a:lnTo>
                  <a:pt x="0" y="377031"/>
                </a:lnTo>
                <a:close/>
              </a:path>
            </a:pathLst>
          </a:custGeom>
          <a:solidFill xmlns:a="http://schemas.openxmlformats.org/drawingml/2006/main">
            <a:srgbClr val="FFFFFF"/>
          </a:solidFill>
          <a:ln xmlns:a="http://schemas.openxmlformats.org/drawingml/2006/main" w="15875">
            <a:solidFill>
              <a:srgbClr val="17324D"/>
            </a:solidFill>
            <a:prstDash val="solid"/>
          </a:ln>
        </p:spPr>
      </p:sp>
      <p:sp>
        <p:nvSpPr>
          <p:cNvPr id="18" name="native-vector-2-polygon">
            <a:extLst xmlns:a="http://schemas.openxmlformats.org/drawingml/2006/main">
              <a:ext uri="{FF2B5EF4-FFF2-40B4-BE49-F238E27FC236}">
                <a16:creationId xmlns:a16="http://schemas.microsoft.com/office/drawing/2014/main" id="{95F45883-C436-4066-BE4F-9580C6C427BF}"/>
              </a:ext>
            </a:extLst>
          </p:cNvPr>
          <p:cNvSpPr>
            <a:spLocks xmlns:a="http://schemas.openxmlformats.org/drawingml/2006/main" noGrp="1"/>
          </p:cNvSpPr>
          <p:nvPr/>
        </p:nvSpPr>
        <p:spPr>
          <a:xfrm xmlns:a="http://schemas.openxmlformats.org/drawingml/2006/main">
            <a:off x="2039144" y="2684463"/>
            <a:ext cx="773906" cy="496094"/>
          </a:xfrm>
          <a:custGeom xmlns:a="http://schemas.openxmlformats.org/drawingml/2006/main">
            <a:pathLst>
              <a:path w="773906" h="496094">
                <a:moveTo>
                  <a:pt x="0" y="0"/>
                </a:moveTo>
                <a:lnTo>
                  <a:pt x="773906" y="0"/>
                </a:lnTo>
                <a:lnTo>
                  <a:pt x="773906" y="377031"/>
                </a:lnTo>
                <a:lnTo>
                  <a:pt x="575469" y="377031"/>
                </a:lnTo>
                <a:lnTo>
                  <a:pt x="476250" y="496094"/>
                </a:lnTo>
                <a:lnTo>
                  <a:pt x="476250" y="377031"/>
                </a:lnTo>
                <a:lnTo>
                  <a:pt x="0" y="377031"/>
                </a:lnTo>
                <a:close/>
              </a:path>
            </a:pathLst>
          </a:custGeom>
          <a:solidFill xmlns:a="http://schemas.openxmlformats.org/drawingml/2006/main">
            <a:srgbClr val="FFFFFF"/>
          </a:solidFill>
          <a:ln xmlns:a="http://schemas.openxmlformats.org/drawingml/2006/main" w="15875">
            <a:solidFill>
              <a:srgbClr val="17324D"/>
            </a:solidFill>
            <a:prstDash val="solid"/>
          </a:ln>
        </p:spPr>
      </p:sp>
      <p:sp>
        <p:nvSpPr>
          <p:cNvPr id="19" name="native-vector-3-polyline">
            <a:extLst xmlns:a="http://schemas.openxmlformats.org/drawingml/2006/main">
              <a:ext uri="{FF2B5EF4-FFF2-40B4-BE49-F238E27FC236}">
                <a16:creationId xmlns:a16="http://schemas.microsoft.com/office/drawing/2014/main" id="{2FD8A238-7CD7-4661-BE86-1114A8309279}"/>
              </a:ext>
            </a:extLst>
          </p:cNvPr>
          <p:cNvSpPr>
            <a:spLocks xmlns:a="http://schemas.openxmlformats.org/drawingml/2006/main" noGrp="1"/>
          </p:cNvSpPr>
          <p:nvPr/>
        </p:nvSpPr>
        <p:spPr>
          <a:xfrm xmlns:a="http://schemas.openxmlformats.org/drawingml/2006/main">
            <a:off x="1685925" y="2803525"/>
            <a:ext cx="158750" cy="289719"/>
          </a:xfrm>
          <a:custGeom xmlns:a="http://schemas.openxmlformats.org/drawingml/2006/main">
            <a:pathLst>
              <a:path w="158750" h="289719">
                <a:moveTo>
                  <a:pt x="0" y="79375"/>
                </a:moveTo>
                <a:lnTo>
                  <a:pt x="23813" y="19844"/>
                </a:lnTo>
                <a:lnTo>
                  <a:pt x="79375" y="0"/>
                </a:lnTo>
                <a:lnTo>
                  <a:pt x="134938" y="31750"/>
                </a:lnTo>
                <a:lnTo>
                  <a:pt x="158750" y="91281"/>
                </a:lnTo>
                <a:lnTo>
                  <a:pt x="134938" y="158750"/>
                </a:lnTo>
                <a:lnTo>
                  <a:pt x="95250" y="186531"/>
                </a:lnTo>
                <a:lnTo>
                  <a:pt x="91281" y="257969"/>
                </a:lnTo>
                <a:lnTo>
                  <a:pt x="51594" y="289719"/>
                </a:lnTo>
                <a:lnTo>
                  <a:pt x="19844" y="257969"/>
                </a:lnTo>
              </a:path>
            </a:pathLst>
          </a:custGeom>
          <a:noFill xmlns:a="http://schemas.openxmlformats.org/drawingml/2006/main"/>
          <a:ln xmlns:a="http://schemas.openxmlformats.org/drawingml/2006/main" w="15875">
            <a:solidFill>
              <a:srgbClr val="17324D"/>
            </a:solidFill>
            <a:prstDash val="solid"/>
          </a:ln>
        </p:spPr>
      </p:sp>
      <p:sp>
        <p:nvSpPr>
          <p:cNvPr id="20" name="native-vector-4-line">
            <a:extLst xmlns:a="http://schemas.openxmlformats.org/drawingml/2006/main">
              <a:ext uri="{FF2B5EF4-FFF2-40B4-BE49-F238E27FC236}">
                <a16:creationId xmlns:a16="http://schemas.microsoft.com/office/drawing/2014/main" id="{DC512011-FBC4-43EA-9077-550F66CFC6B3}"/>
              </a:ext>
            </a:extLst>
          </p:cNvPr>
          <p:cNvSpPr>
            <a:spLocks xmlns:a="http://schemas.openxmlformats.org/drawingml/2006/main" noGrp="1"/>
          </p:cNvSpPr>
          <p:nvPr/>
        </p:nvSpPr>
        <p:spPr>
          <a:xfrm xmlns:a="http://schemas.openxmlformats.org/drawingml/2006/main">
            <a:off x="1745456" y="2878931"/>
            <a:ext cx="35719" cy="15875"/>
          </a:xfrm>
          <a:custGeom xmlns:a="http://schemas.openxmlformats.org/drawingml/2006/main">
            <a:pathLst>
              <a:path w="35719" h="15875">
                <a:moveTo>
                  <a:pt x="0" y="15875"/>
                </a:moveTo>
                <a:lnTo>
                  <a:pt x="35719" y="0"/>
                </a:lnTo>
              </a:path>
            </a:pathLst>
          </a:custGeom>
          <a:noFill xmlns:a="http://schemas.openxmlformats.org/drawingml/2006/main"/>
          <a:ln xmlns:a="http://schemas.openxmlformats.org/drawingml/2006/main" w="15875">
            <a:solidFill>
              <a:srgbClr val="17324D"/>
            </a:solidFill>
            <a:prstDash val="solid"/>
          </a:ln>
        </p:spPr>
      </p:sp>
      <p:sp>
        <p:nvSpPr>
          <p:cNvPr id="21" name="native-vector-5-line">
            <a:extLst xmlns:a="http://schemas.openxmlformats.org/drawingml/2006/main">
              <a:ext uri="{FF2B5EF4-FFF2-40B4-BE49-F238E27FC236}">
                <a16:creationId xmlns:a16="http://schemas.microsoft.com/office/drawing/2014/main" id="{8FEF3555-B1C8-40F3-A6C5-3DE5F6C73497}"/>
              </a:ext>
            </a:extLst>
          </p:cNvPr>
          <p:cNvSpPr>
            <a:spLocks xmlns:a="http://schemas.openxmlformats.org/drawingml/2006/main" noGrp="1"/>
          </p:cNvSpPr>
          <p:nvPr/>
        </p:nvSpPr>
        <p:spPr>
          <a:xfrm xmlns:a="http://schemas.openxmlformats.org/drawingml/2006/main">
            <a:off x="1781175" y="2878931"/>
            <a:ext cx="23813" cy="27781"/>
          </a:xfrm>
          <a:custGeom xmlns:a="http://schemas.openxmlformats.org/drawingml/2006/main">
            <a:pathLst>
              <a:path w="23813" h="27781">
                <a:moveTo>
                  <a:pt x="0" y="0"/>
                </a:moveTo>
                <a:lnTo>
                  <a:pt x="23813" y="27781"/>
                </a:lnTo>
              </a:path>
            </a:pathLst>
          </a:custGeom>
          <a:noFill xmlns:a="http://schemas.openxmlformats.org/drawingml/2006/main"/>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139C01D6-7817-41D7-AFA5-9E8F5D5388AF}"/>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respect</a:t>
            </a:r>
          </a:p>
        </p:txBody>
      </p:sp>
      <p:sp>
        <p:nvSpPr>
          <p:cNvPr id="23" name="pupil-text">
            <a:extLst xmlns:a="http://schemas.openxmlformats.org/drawingml/2006/main">
              <a:ext uri="{FF2B5EF4-FFF2-40B4-BE49-F238E27FC236}">
                <a16:creationId xmlns:a16="http://schemas.microsoft.com/office/drawing/2014/main" id="{0EC0A92E-16F6-4D4F-9950-D11822092CAC}"/>
              </a:ext>
            </a:extLst>
          </p:cNvPr>
          <p:cNvSpPr>
            <a:spLocks xmlns:a="http://schemas.openxmlformats.org/drawingml/2006/main" noGrp="1"/>
          </p:cNvSpPr>
          <p:nvPr/>
        </p:nvSpPr>
        <p:spPr>
          <a:xfrm xmlns:a="http://schemas.openxmlformats.org/drawingml/2006/main">
            <a:off x="3333750" y="2514600"/>
            <a:ext cx="8096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treating people and their</a:t>
            </a:r>
          </a:p>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views with care.</a:t>
            </a:r>
          </a:p>
        </p:txBody>
      </p:sp>
      <p:sp>
        <p:nvSpPr>
          <p:cNvPr id="24" name="picture-description">
            <a:extLst xmlns:a="http://schemas.openxmlformats.org/drawingml/2006/main">
              <a:ext uri="{FF2B5EF4-FFF2-40B4-BE49-F238E27FC236}">
                <a16:creationId xmlns:a16="http://schemas.microsoft.com/office/drawing/2014/main" id="{B9015A8F-0350-4C0B-898A-B7334763C3AA}"/>
              </a:ext>
            </a:extLst>
          </p:cNvPr>
          <p:cNvSpPr>
            <a:spLocks xmlns:a="http://schemas.openxmlformats.org/drawingml/2006/main" noGrp="1"/>
          </p:cNvSpPr>
          <p:nvPr/>
        </p:nvSpPr>
        <p:spPr>
          <a:xfrm xmlns:a="http://schemas.openxmlformats.org/drawingml/2006/main">
            <a:off x="609600" y="3962400"/>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Two plain speech bubbles have space between them and a listening mark. No view is ranked.</a:t>
            </a:r>
          </a:p>
        </p:txBody>
      </p:sp>
      <p:sp>
        <p:nvSpPr>
          <p:cNvPr id="25" name="book-direction">
            <a:extLst xmlns:a="http://schemas.openxmlformats.org/drawingml/2006/main">
              <a:ext uri="{FF2B5EF4-FFF2-40B4-BE49-F238E27FC236}">
                <a16:creationId xmlns:a16="http://schemas.microsoft.com/office/drawing/2014/main" id="{7467444C-4076-447A-91A4-6CEA598F7622}"/>
              </a:ext>
            </a:extLst>
          </p:cNvPr>
          <p:cNvSpPr>
            <a:spLocks xmlns:a="http://schemas.openxmlformats.org/drawingml/2006/main" noGrp="1"/>
          </p:cNvSpPr>
          <p:nvPr/>
        </p:nvSpPr>
        <p:spPr>
          <a:xfrm xmlns:a="http://schemas.openxmlformats.org/drawingml/2006/main">
            <a:off x="609600" y="4667250"/>
            <a:ext cx="10906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a:t>
            </a:r>
          </a:p>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meaning. Mark it as model, not your own evidence.</a:t>
            </a:r>
          </a:p>
        </p:txBody>
      </p:sp>
    </p:spTree>
    <p:extLst>
      <p:ext uri="{BB962C8B-B14F-4D97-AF65-F5344CB8AC3E}">
        <p14:creationId xmlns:p14="http://schemas.microsoft.com/office/powerpoint/2010/main" val="173012845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93A14B65-A480-47CF-95C4-135B8DC6E96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AC8AE7FA-0A39-4BEC-B4C2-EAAE160A541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900B3A24-FCCC-419E-A836-98BCD1E6941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6CD55996-AFD8-45C4-97F2-CC687964193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B1C428F-73D9-4F76-930F-D715D7D3083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90013FE-369B-42E3-8923-B10FC7ADF8C6}"/>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B98D4C1-C73E-42F7-AE89-265F3CA6732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F0C5632-2721-43BE-8736-46791E9B587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D8561C0-01F0-4A9B-BD3F-4D4481BCEC3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DA3C4D2-91FC-4438-865F-A276C7A2520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C1EEB7EA-DF61-4032-8F20-4FE8FCF612F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7920C394-FEE2-4939-8542-43EB56C8A17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AA3FCF29-03BC-46E9-B7FA-269FB8D284A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15 / 44</a:t>
            </a:r>
          </a:p>
        </p:txBody>
      </p:sp>
      <p:sp>
        <p:nvSpPr>
          <p:cNvPr id="14" name="licence-footer">
            <a:extLst xmlns:a="http://schemas.openxmlformats.org/drawingml/2006/main">
              <a:ext uri="{FF2B5EF4-FFF2-40B4-BE49-F238E27FC236}">
                <a16:creationId xmlns:a16="http://schemas.microsoft.com/office/drawing/2014/main" id="{167D9AE4-763B-48D0-8E2C-86D4EB7678B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6BA078E-ABCF-40C7-A533-BB7FFE7270F9}"/>
              </a:ext>
            </a:extLst>
          </p:cNvPr>
          <p:cNvPicPr>
            <a:picLocks xmlns:a="http://schemas.openxmlformats.org/drawingml/2006/main" noChangeAspect="1"/>
          </p:cNvPicPr>
          <p:nvPr/>
        </p:nvPicPr>
        <p:blipFill>
          <a:blip xmlns:r="http://schemas.openxmlformats.org/officeDocument/2006/relationships" xmlns:a="http://schemas.openxmlformats.org/drawingml/2006/main" r:embed="R5ecac4aa05e342c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3435B305-807C-4B97-BEAD-F85D6F1B60C0}"/>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A2913DD6-DB7D-45B9-AE24-CC9C71CE9EBF}"/>
              </a:ext>
            </a:extLst>
          </p:cNvPr>
          <p:cNvSpPr>
            <a:spLocks xmlns:a="http://schemas.openxmlformats.org/drawingml/2006/main" noGrp="1"/>
          </p:cNvSpPr>
          <p:nvPr/>
        </p:nvSpPr>
        <p:spPr>
          <a:xfrm xmlns:a="http://schemas.openxmlformats.org/drawingml/2006/main">
            <a:off x="848519" y="2724150"/>
            <a:ext cx="515938" cy="476250"/>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line">
            <a:extLst xmlns:a="http://schemas.openxmlformats.org/drawingml/2006/main">
              <a:ext uri="{FF2B5EF4-FFF2-40B4-BE49-F238E27FC236}">
                <a16:creationId xmlns:a16="http://schemas.microsoft.com/office/drawing/2014/main" id="{F3DE7191-F6C3-4C0C-90CB-7DCE78E9190D}"/>
              </a:ext>
            </a:extLst>
          </p:cNvPr>
          <p:cNvSpPr>
            <a:spLocks xmlns:a="http://schemas.openxmlformats.org/drawingml/2006/main" noGrp="1"/>
          </p:cNvSpPr>
          <p:nvPr/>
        </p:nvSpPr>
        <p:spPr>
          <a:xfrm xmlns:a="http://schemas.openxmlformats.org/drawingml/2006/main">
            <a:off x="1463675" y="2962275"/>
            <a:ext cx="555625" cy="4"/>
          </a:xfrm>
          <a:custGeom xmlns:a="http://schemas.openxmlformats.org/drawingml/2006/main">
            <a:pathLst>
              <a:path w="555625" h="4">
                <a:moveTo>
                  <a:pt x="0" y="0"/>
                </a:moveTo>
                <a:lnTo>
                  <a:pt x="555625" y="0"/>
                </a:lnTo>
              </a:path>
            </a:pathLst>
          </a:custGeom>
          <a:noFill xmlns:a="http://schemas.openxmlformats.org/drawingml/2006/main"/>
          <a:ln xmlns:a="http://schemas.openxmlformats.org/drawingml/2006/main" w="15875">
            <a:solidFill>
              <a:srgbClr val="17324D"/>
            </a:solidFill>
            <a:prstDash val="solid"/>
          </a:ln>
        </p:spPr>
      </p:sp>
      <p:sp>
        <p:nvSpPr>
          <p:cNvPr id="19" name="native-vector-3-polyline">
            <a:extLst xmlns:a="http://schemas.openxmlformats.org/drawingml/2006/main">
              <a:ext uri="{FF2B5EF4-FFF2-40B4-BE49-F238E27FC236}">
                <a16:creationId xmlns:a16="http://schemas.microsoft.com/office/drawing/2014/main" id="{95546209-D40D-46D7-9145-E6D02FF6781C}"/>
              </a:ext>
            </a:extLst>
          </p:cNvPr>
          <p:cNvSpPr>
            <a:spLocks xmlns:a="http://schemas.openxmlformats.org/drawingml/2006/main" noGrp="1"/>
          </p:cNvSpPr>
          <p:nvPr/>
        </p:nvSpPr>
        <p:spPr>
          <a:xfrm xmlns:a="http://schemas.openxmlformats.org/drawingml/2006/main">
            <a:off x="1971675" y="2926556"/>
            <a:ext cx="47625" cy="71438"/>
          </a:xfrm>
          <a:custGeom xmlns:a="http://schemas.openxmlformats.org/drawingml/2006/main">
            <a:pathLst>
              <a:path w="47625" h="71438">
                <a:moveTo>
                  <a:pt x="0" y="0"/>
                </a:moveTo>
                <a:lnTo>
                  <a:pt x="47625" y="35719"/>
                </a:lnTo>
                <a:lnTo>
                  <a:pt x="0" y="71438"/>
                </a:lnTo>
              </a:path>
            </a:pathLst>
          </a:custGeom>
          <a:noFill xmlns:a="http://schemas.openxmlformats.org/drawingml/2006/main"/>
          <a:ln xmlns:a="http://schemas.openxmlformats.org/drawingml/2006/main" w="15875">
            <a:solidFill>
              <a:srgbClr val="17324D"/>
            </a:solidFill>
            <a:prstDash val="solid"/>
          </a:ln>
        </p:spPr>
      </p:sp>
      <p:sp>
        <p:nvSpPr>
          <p:cNvPr id="20" name="native-vector-4-ellipse">
            <a:extLst xmlns:a="http://schemas.openxmlformats.org/drawingml/2006/main">
              <a:ext uri="{FF2B5EF4-FFF2-40B4-BE49-F238E27FC236}">
                <a16:creationId xmlns:a16="http://schemas.microsoft.com/office/drawing/2014/main" id="{7009AD30-8637-4675-BB04-34FFEC95D2BE}"/>
              </a:ext>
            </a:extLst>
          </p:cNvPr>
          <p:cNvSpPr>
            <a:spLocks xmlns:a="http://schemas.openxmlformats.org/drawingml/2006/main" noGrp="1"/>
          </p:cNvSpPr>
          <p:nvPr/>
        </p:nvSpPr>
        <p:spPr>
          <a:xfrm xmlns:a="http://schemas.openxmlformats.org/drawingml/2006/main">
            <a:off x="2118519" y="2704306"/>
            <a:ext cx="555625" cy="515938"/>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21" name="pupil-text">
            <a:extLst xmlns:a="http://schemas.openxmlformats.org/drawingml/2006/main">
              <a:ext uri="{FF2B5EF4-FFF2-40B4-BE49-F238E27FC236}">
                <a16:creationId xmlns:a16="http://schemas.microsoft.com/office/drawing/2014/main" id="{85A32FFE-E190-4EA6-BFA5-51E47C311331}"/>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change</a:t>
            </a:r>
          </a:p>
        </p:txBody>
      </p:sp>
      <p:sp>
        <p:nvSpPr>
          <p:cNvPr id="22" name="pupil-text">
            <a:extLst xmlns:a="http://schemas.openxmlformats.org/drawingml/2006/main">
              <a:ext uri="{FF2B5EF4-FFF2-40B4-BE49-F238E27FC236}">
                <a16:creationId xmlns:a16="http://schemas.microsoft.com/office/drawing/2014/main" id="{E11DDC1D-55F1-4D72-803F-8C8936A0A2EB}"/>
              </a:ext>
            </a:extLst>
          </p:cNvPr>
          <p:cNvSpPr>
            <a:spLocks xmlns:a="http://schemas.openxmlformats.org/drawingml/2006/main" noGrp="1"/>
          </p:cNvSpPr>
          <p:nvPr/>
        </p:nvSpPr>
        <p:spPr>
          <a:xfrm xmlns:a="http://schemas.openxmlformats.org/drawingml/2006/main">
            <a:off x="3333750" y="2514600"/>
            <a:ext cx="8096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when something becomes</a:t>
            </a:r>
          </a:p>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different.</a:t>
            </a:r>
          </a:p>
        </p:txBody>
      </p:sp>
      <p:sp>
        <p:nvSpPr>
          <p:cNvPr id="23" name="picture-description">
            <a:extLst xmlns:a="http://schemas.openxmlformats.org/drawingml/2006/main">
              <a:ext uri="{FF2B5EF4-FFF2-40B4-BE49-F238E27FC236}">
                <a16:creationId xmlns:a16="http://schemas.microsoft.com/office/drawing/2014/main" id="{09427794-CA62-4370-89B6-CDCBC3F37140}"/>
              </a:ext>
            </a:extLst>
          </p:cNvPr>
          <p:cNvSpPr>
            <a:spLocks xmlns:a="http://schemas.openxmlformats.org/drawingml/2006/main" noGrp="1"/>
          </p:cNvSpPr>
          <p:nvPr/>
        </p:nvSpPr>
        <p:spPr>
          <a:xfrm xmlns:a="http://schemas.openxmlformats.org/drawingml/2006/main">
            <a:off x="609600" y="3962400"/>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Two plain shapes are joined by an arrow. The second has a different outline.</a:t>
            </a:r>
          </a:p>
        </p:txBody>
      </p:sp>
      <p:sp>
        <p:nvSpPr>
          <p:cNvPr id="24" name="book-direction">
            <a:extLst xmlns:a="http://schemas.openxmlformats.org/drawingml/2006/main">
              <a:ext uri="{FF2B5EF4-FFF2-40B4-BE49-F238E27FC236}">
                <a16:creationId xmlns:a16="http://schemas.microsoft.com/office/drawing/2014/main" id="{43175125-8CC5-489C-A958-CA7B228877A2}"/>
              </a:ext>
            </a:extLst>
          </p:cNvPr>
          <p:cNvSpPr>
            <a:spLocks xmlns:a="http://schemas.openxmlformats.org/drawingml/2006/main" noGrp="1"/>
          </p:cNvSpPr>
          <p:nvPr/>
        </p:nvSpPr>
        <p:spPr>
          <a:xfrm xmlns:a="http://schemas.openxmlformats.org/drawingml/2006/main">
            <a:off x="609600" y="4667250"/>
            <a:ext cx="10906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a:t>
            </a:r>
          </a:p>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meaning. Mark it as model, not your own evidence.</a:t>
            </a:r>
          </a:p>
        </p:txBody>
      </p:sp>
    </p:spTree>
    <p:extLst>
      <p:ext uri="{BB962C8B-B14F-4D97-AF65-F5344CB8AC3E}">
        <p14:creationId xmlns:p14="http://schemas.microsoft.com/office/powerpoint/2010/main" val="83854586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44EED5F1-7971-4670-9070-D7F3C4CAA96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4010C2C9-2415-4B00-AA4F-6AFF583D17A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F6A49C27-B900-4D86-B6F0-21403100190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Card A — G-P-S5; one Christian account, in new words</a:t>
            </a:r>
          </a:p>
        </p:txBody>
      </p:sp>
      <p:sp>
        <p:nvSpPr>
          <p:cNvPr id="4" name="shape">
            <a:extLst xmlns:a="http://schemas.openxmlformats.org/drawingml/2006/main">
              <a:ext uri="{FF2B5EF4-FFF2-40B4-BE49-F238E27FC236}">
                <a16:creationId xmlns:a16="http://schemas.microsoft.com/office/drawing/2014/main" id="{8341A339-611E-4AD4-8C02-4BB467F0180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7952953-86E0-460F-9E0E-D68FFA8C256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6EBE254-6556-4F18-9A43-28DFE31CCD5F}"/>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4B815E4-84D6-40E6-8890-FD79D1737F5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420BDC6-83EB-401A-9677-1FA75198DC5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72F0C19-0D96-4102-9168-67C0C00209A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469B692-6D06-49CA-A28C-09D6714A82E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6E950664-4002-4E94-8CB6-8E4E8EC0B8E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344D6622-2385-4EF0-AF3D-91D398C5F81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985ACF74-767F-4233-A3AA-68BD38FDA91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16 / 44</a:t>
            </a:r>
          </a:p>
        </p:txBody>
      </p:sp>
      <p:sp>
        <p:nvSpPr>
          <p:cNvPr id="14" name="licence-footer">
            <a:extLst xmlns:a="http://schemas.openxmlformats.org/drawingml/2006/main">
              <a:ext uri="{FF2B5EF4-FFF2-40B4-BE49-F238E27FC236}">
                <a16:creationId xmlns:a16="http://schemas.microsoft.com/office/drawing/2014/main" id="{4C91A873-89A3-474D-971F-3E68E186721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7A66717-6F32-416D-AC91-C8D99A059569}"/>
              </a:ext>
            </a:extLst>
          </p:cNvPr>
          <p:cNvPicPr>
            <a:picLocks xmlns:a="http://schemas.openxmlformats.org/drawingml/2006/main" noChangeAspect="1"/>
          </p:cNvPicPr>
          <p:nvPr/>
        </p:nvPicPr>
        <p:blipFill>
          <a:blip xmlns:r="http://schemas.openxmlformats.org/officeDocument/2006/relationships" xmlns:a="http://schemas.openxmlformats.org/drawingml/2006/main" r:embed="Ra235414272d14d2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4DC25FA-A5CA-46AB-8983-AE1DA3E6A59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a:t>
            </a:r>
          </a:p>
        </p:txBody>
      </p:sp>
      <p:sp>
        <p:nvSpPr>
          <p:cNvPr id="17" name="pupil-text">
            <a:extLst xmlns:a="http://schemas.openxmlformats.org/drawingml/2006/main">
              <a:ext uri="{FF2B5EF4-FFF2-40B4-BE49-F238E27FC236}">
                <a16:creationId xmlns:a16="http://schemas.microsoft.com/office/drawing/2014/main" id="{B01574DF-F067-4C0A-A8FF-F89805F8D4DF}"/>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word meaning. Mark it as model, not your own</a:t>
            </a:r>
          </a:p>
        </p:txBody>
      </p:sp>
      <p:sp>
        <p:nvSpPr>
          <p:cNvPr id="18" name="pupil-text">
            <a:extLst xmlns:a="http://schemas.openxmlformats.org/drawingml/2006/main">
              <a:ext uri="{FF2B5EF4-FFF2-40B4-BE49-F238E27FC236}">
                <a16:creationId xmlns:a16="http://schemas.microsoft.com/office/drawing/2014/main" id="{0D6D1B5B-B39C-40B4-92EC-2DD9B9B37765}"/>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evidence.</a:t>
            </a:r>
          </a:p>
        </p:txBody>
      </p:sp>
      <p:sp>
        <p:nvSpPr>
          <p:cNvPr id="19" name="pupil-text">
            <a:extLst xmlns:a="http://schemas.openxmlformats.org/drawingml/2006/main">
              <a:ext uri="{FF2B5EF4-FFF2-40B4-BE49-F238E27FC236}">
                <a16:creationId xmlns:a16="http://schemas.microsoft.com/office/drawing/2014/main" id="{9D9EE644-83E5-498C-8E85-5E3D55B58E0D}"/>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Christian account links hope to belief in the central teacher rising from death. It urges care</a:t>
            </a:r>
          </a:p>
        </p:txBody>
      </p:sp>
      <p:sp>
        <p:nvSpPr>
          <p:cNvPr id="20" name="pupil-text">
            <a:extLst xmlns:a="http://schemas.openxmlformats.org/drawingml/2006/main">
              <a:ext uri="{FF2B5EF4-FFF2-40B4-BE49-F238E27FC236}">
                <a16:creationId xmlns:a16="http://schemas.microsoft.com/office/drawing/2014/main" id="{EC399F09-A133-4A3C-A47B-59B1D2AFAEA0}"/>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kindness for people in need. Some Christians draw hope from this belief. It does not mean that</a:t>
            </a:r>
          </a:p>
        </p:txBody>
      </p:sp>
      <p:sp>
        <p:nvSpPr>
          <p:cNvPr id="21" name="pupil-text">
            <a:extLst xmlns:a="http://schemas.openxmlformats.org/drawingml/2006/main">
              <a:ext uri="{FF2B5EF4-FFF2-40B4-BE49-F238E27FC236}">
                <a16:creationId xmlns:a16="http://schemas.microsoft.com/office/drawing/2014/main" id="{8E7C6EB6-FC6C-41B3-84D5-E41FFBA1160C}"/>
              </a:ext>
            </a:extLst>
          </p:cNvPr>
          <p:cNvSpPr>
            <a:spLocks xmlns:a="http://schemas.openxmlformats.org/drawingml/2006/main" noGrp="1"/>
          </p:cNvSpPr>
          <p:nvPr/>
        </p:nvSpPr>
        <p:spPr>
          <a:xfrm xmlns:a="http://schemas.openxmlformats.org/drawingml/2006/main">
            <a:off x="457200" y="3324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pain or hard change must end at once.</a:t>
            </a:r>
          </a:p>
        </p:txBody>
      </p:sp>
    </p:spTree>
    <p:extLst>
      <p:ext uri="{BB962C8B-B14F-4D97-AF65-F5344CB8AC3E}">
        <p14:creationId xmlns:p14="http://schemas.microsoft.com/office/powerpoint/2010/main" val="125050818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2FB8AE3F-5413-41DC-9FED-C8D8723B760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BD28E46A-51BD-47C0-AB32-F423CFB4B0E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025C5C74-F22E-4A7F-9BDF-6FBA2B26D6D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Card B — G-P-S3 and G-P-S4; a humanist account, in new</a:t>
            </a:r>
          </a:p>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words</a:t>
            </a:r>
          </a:p>
        </p:txBody>
      </p:sp>
      <p:sp>
        <p:nvSpPr>
          <p:cNvPr id="4" name="shape">
            <a:extLst xmlns:a="http://schemas.openxmlformats.org/drawingml/2006/main">
              <a:ext uri="{FF2B5EF4-FFF2-40B4-BE49-F238E27FC236}">
                <a16:creationId xmlns:a16="http://schemas.microsoft.com/office/drawing/2014/main" id="{DEB50CEE-D529-4386-BDD4-CC5D56D7D03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70A66C8-2C61-4443-85EC-50EC9631357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CB4A6A3-D4DA-463F-9664-1AF7F31B0369}"/>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7C48477-3D13-48C6-BF06-86984DF134E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06ADCC3-B62F-4494-9C2D-EEEE700D7210}"/>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F6D00C9-3F3E-474B-ABA2-7C0A45F7E2A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662118A-7362-4B03-9C62-20DC5730F83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5C6E0941-FFEB-4C42-8FC5-D3D05FE1A79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814C97EA-E936-4CBD-8C69-8F82A1325F9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EB1491F7-03E0-4FD8-A893-479EBBDFD3C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17 / 44</a:t>
            </a:r>
          </a:p>
        </p:txBody>
      </p:sp>
      <p:sp>
        <p:nvSpPr>
          <p:cNvPr id="14" name="licence-footer">
            <a:extLst xmlns:a="http://schemas.openxmlformats.org/drawingml/2006/main">
              <a:ext uri="{FF2B5EF4-FFF2-40B4-BE49-F238E27FC236}">
                <a16:creationId xmlns:a16="http://schemas.microsoft.com/office/drawing/2014/main" id="{202B9FE7-DA00-4EBF-8930-E83EB1A4F5C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8D2361A-6B23-44CC-9BBB-0AF32E657AC3}"/>
              </a:ext>
            </a:extLst>
          </p:cNvPr>
          <p:cNvPicPr>
            <a:picLocks xmlns:a="http://schemas.openxmlformats.org/drawingml/2006/main" noChangeAspect="1"/>
          </p:cNvPicPr>
          <p:nvPr/>
        </p:nvPicPr>
        <p:blipFill>
          <a:blip xmlns:r="http://schemas.openxmlformats.org/officeDocument/2006/relationships" xmlns:a="http://schemas.openxmlformats.org/drawingml/2006/main" r:embed="Re82f2830bb8f4e8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6AC787B-519D-4606-9BED-8D56B1D7ED7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a:t>
            </a:r>
          </a:p>
        </p:txBody>
      </p:sp>
      <p:sp>
        <p:nvSpPr>
          <p:cNvPr id="17" name="pupil-text">
            <a:extLst xmlns:a="http://schemas.openxmlformats.org/drawingml/2006/main">
              <a:ext uri="{FF2B5EF4-FFF2-40B4-BE49-F238E27FC236}">
                <a16:creationId xmlns:a16="http://schemas.microsoft.com/office/drawing/2014/main" id="{3C192CBE-DC13-41D3-B587-A66FF84A131D}"/>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word meaning. Mark it as model, not your own</a:t>
            </a:r>
          </a:p>
        </p:txBody>
      </p:sp>
      <p:sp>
        <p:nvSpPr>
          <p:cNvPr id="18" name="pupil-text">
            <a:extLst xmlns:a="http://schemas.openxmlformats.org/drawingml/2006/main">
              <a:ext uri="{FF2B5EF4-FFF2-40B4-BE49-F238E27FC236}">
                <a16:creationId xmlns:a16="http://schemas.microsoft.com/office/drawing/2014/main" id="{7FDC47EE-212C-4B4B-9C7F-3AE450C74D65}"/>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evidence.</a:t>
            </a:r>
          </a:p>
        </p:txBody>
      </p:sp>
      <p:sp>
        <p:nvSpPr>
          <p:cNvPr id="19" name="pupil-text">
            <a:extLst xmlns:a="http://schemas.openxmlformats.org/drawingml/2006/main">
              <a:ext uri="{FF2B5EF4-FFF2-40B4-BE49-F238E27FC236}">
                <a16:creationId xmlns:a16="http://schemas.microsoft.com/office/drawing/2014/main" id="{31D50332-102E-4B5B-84B1-5CF7F89A6716}"/>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humanist account uses reason, evidence and care for others. It asks people to think about the</a:t>
            </a:r>
          </a:p>
        </p:txBody>
      </p:sp>
      <p:sp>
        <p:nvSpPr>
          <p:cNvPr id="20" name="pupil-text">
            <a:extLst xmlns:a="http://schemas.openxmlformats.org/drawingml/2006/main">
              <a:ext uri="{FF2B5EF4-FFF2-40B4-BE49-F238E27FC236}">
                <a16:creationId xmlns:a16="http://schemas.microsoft.com/office/drawing/2014/main" id="{8918B04A-3AC9-4C60-BC0E-C4503D052A98}"/>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effects of a choice and to listen. A person can change a plan when new facts arrive. Humanism is a</a:t>
            </a:r>
          </a:p>
        </p:txBody>
      </p:sp>
      <p:sp>
        <p:nvSpPr>
          <p:cNvPr id="21" name="pupil-text">
            <a:extLst xmlns:a="http://schemas.openxmlformats.org/drawingml/2006/main">
              <a:ext uri="{FF2B5EF4-FFF2-40B4-BE49-F238E27FC236}">
                <a16:creationId xmlns:a16="http://schemas.microsoft.com/office/drawing/2014/main" id="{CF454A4C-814F-47F5-BC41-7063F32DE00A}"/>
              </a:ext>
            </a:extLst>
          </p:cNvPr>
          <p:cNvSpPr>
            <a:spLocks xmlns:a="http://schemas.openxmlformats.org/drawingml/2006/main" noGrp="1"/>
          </p:cNvSpPr>
          <p:nvPr/>
        </p:nvSpPr>
        <p:spPr>
          <a:xfrm xmlns:a="http://schemas.openxmlformats.org/drawingml/2006/main">
            <a:off x="457200" y="3324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non-religious worldview. It is not a label for all non-religious people.</a:t>
            </a:r>
          </a:p>
        </p:txBody>
      </p:sp>
    </p:spTree>
    <p:extLst>
      <p:ext uri="{BB962C8B-B14F-4D97-AF65-F5344CB8AC3E}">
        <p14:creationId xmlns:p14="http://schemas.microsoft.com/office/powerpoint/2010/main" val="42158928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1CB31015-4EA1-45E7-A9BA-A5D1C854418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F96A5361-F3D7-46C8-BFE3-D8019C6961B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9172E348-0E9A-4E54-A95A-DACCD5807C4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Case C — invented neutral community case</a:t>
            </a:r>
          </a:p>
        </p:txBody>
      </p:sp>
      <p:sp>
        <p:nvSpPr>
          <p:cNvPr id="4" name="shape">
            <a:extLst xmlns:a="http://schemas.openxmlformats.org/drawingml/2006/main">
              <a:ext uri="{FF2B5EF4-FFF2-40B4-BE49-F238E27FC236}">
                <a16:creationId xmlns:a16="http://schemas.microsoft.com/office/drawing/2014/main" id="{011D9EB0-C054-4086-83B3-63C30DF7757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28052F7-D173-4A68-ACE1-37055EEEDD1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7A50EB2-A8EF-4300-A756-4C9BCBECAF95}"/>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4FEDE34-8C89-4DF3-BBBE-09CC837EBC2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43BAF18-8797-4A22-B273-9DA8505F0D1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F8EA709-52EA-4F9B-9F09-394B3BB6F0A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7EC4688-9B5D-4DE3-A6AC-00C9F405F47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B607B669-8CE0-411F-99D7-E43544B0D6D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0406214C-8D6D-4529-90AC-C8F5B632A6D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868D59F8-4A75-4459-A2C8-BBD7D6C50EF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18 / 44</a:t>
            </a:r>
          </a:p>
        </p:txBody>
      </p:sp>
      <p:sp>
        <p:nvSpPr>
          <p:cNvPr id="14" name="licence-footer">
            <a:extLst xmlns:a="http://schemas.openxmlformats.org/drawingml/2006/main">
              <a:ext uri="{FF2B5EF4-FFF2-40B4-BE49-F238E27FC236}">
                <a16:creationId xmlns:a16="http://schemas.microsoft.com/office/drawing/2014/main" id="{50344CCA-4DF3-4E6E-8539-AE8785D5589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29C8C48-F191-4E10-9BB2-7ADAAAAB60BC}"/>
              </a:ext>
            </a:extLst>
          </p:cNvPr>
          <p:cNvPicPr>
            <a:picLocks xmlns:a="http://schemas.openxmlformats.org/drawingml/2006/main" noChangeAspect="1"/>
          </p:cNvPicPr>
          <p:nvPr/>
        </p:nvPicPr>
        <p:blipFill>
          <a:blip xmlns:r="http://schemas.openxmlformats.org/officeDocument/2006/relationships" xmlns:a="http://schemas.openxmlformats.org/drawingml/2006/main" r:embed="R0e376157afce48c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551F4AB-1D63-4080-B0AD-E2C46A4792A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a:t>
            </a:r>
          </a:p>
        </p:txBody>
      </p:sp>
      <p:sp>
        <p:nvSpPr>
          <p:cNvPr id="17" name="pupil-text">
            <a:extLst xmlns:a="http://schemas.openxmlformats.org/drawingml/2006/main">
              <a:ext uri="{FF2B5EF4-FFF2-40B4-BE49-F238E27FC236}">
                <a16:creationId xmlns:a16="http://schemas.microsoft.com/office/drawing/2014/main" id="{CAED07B9-9311-47D7-A30C-9CBA4A933B77}"/>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word meaning. Mark it as model, not your own</a:t>
            </a:r>
          </a:p>
        </p:txBody>
      </p:sp>
      <p:sp>
        <p:nvSpPr>
          <p:cNvPr id="18" name="pupil-text">
            <a:extLst xmlns:a="http://schemas.openxmlformats.org/drawingml/2006/main">
              <a:ext uri="{FF2B5EF4-FFF2-40B4-BE49-F238E27FC236}">
                <a16:creationId xmlns:a16="http://schemas.microsoft.com/office/drawing/2014/main" id="{F7F16115-F39D-496B-AA5D-869AE3585134}"/>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evidence.</a:t>
            </a:r>
          </a:p>
        </p:txBody>
      </p:sp>
      <p:sp>
        <p:nvSpPr>
          <p:cNvPr id="19" name="pupil-text">
            <a:extLst xmlns:a="http://schemas.openxmlformats.org/drawingml/2006/main">
              <a:ext uri="{FF2B5EF4-FFF2-40B4-BE49-F238E27FC236}">
                <a16:creationId xmlns:a16="http://schemas.microsoft.com/office/drawing/2014/main" id="{EC4153C2-A417-4816-90A8-B4CFB62CD103}"/>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planned garden event cannot use its usual space. One helper says a new plan might still work.</a:t>
            </a:r>
          </a:p>
        </p:txBody>
      </p:sp>
      <p:sp>
        <p:nvSpPr>
          <p:cNvPr id="20" name="pupil-text">
            <a:extLst xmlns:a="http://schemas.openxmlformats.org/drawingml/2006/main">
              <a:ext uri="{FF2B5EF4-FFF2-40B4-BE49-F238E27FC236}">
                <a16:creationId xmlns:a16="http://schemas.microsoft.com/office/drawing/2014/main" id="{1474C098-32E1-4FBA-A1DD-02328094DD53}"/>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Another asks what facts and help they need. They check safe options before deciding. No result is</a:t>
            </a:r>
          </a:p>
        </p:txBody>
      </p:sp>
      <p:sp>
        <p:nvSpPr>
          <p:cNvPr id="21" name="pupil-text">
            <a:extLst xmlns:a="http://schemas.openxmlformats.org/drawingml/2006/main">
              <a:ext uri="{FF2B5EF4-FFF2-40B4-BE49-F238E27FC236}">
                <a16:creationId xmlns:a16="http://schemas.microsoft.com/office/drawing/2014/main" id="{82654F07-97E5-4D6B-B3AF-1FBA753158D8}"/>
              </a:ext>
            </a:extLst>
          </p:cNvPr>
          <p:cNvSpPr>
            <a:spLocks xmlns:a="http://schemas.openxmlformats.org/drawingml/2006/main" noGrp="1"/>
          </p:cNvSpPr>
          <p:nvPr/>
        </p:nvSpPr>
        <p:spPr>
          <a:xfrm xmlns:a="http://schemas.openxmlformats.org/drawingml/2006/main">
            <a:off x="457200" y="3324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promised. This is an invented case for a respectful discussion, not testimony.</a:t>
            </a:r>
          </a:p>
        </p:txBody>
      </p:sp>
    </p:spTree>
    <p:extLst>
      <p:ext uri="{BB962C8B-B14F-4D97-AF65-F5344CB8AC3E}">
        <p14:creationId xmlns:p14="http://schemas.microsoft.com/office/powerpoint/2010/main" val="112403408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0DBDB12B-535D-463B-9D34-90C962D2F20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5BA51C78-A5B6-401E-B307-7128741F25C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16FEFEB3-8636-4A94-A456-7C7D633036D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View cards</a:t>
            </a:r>
          </a:p>
        </p:txBody>
      </p:sp>
      <p:sp>
        <p:nvSpPr>
          <p:cNvPr id="4" name="shape">
            <a:extLst xmlns:a="http://schemas.openxmlformats.org/drawingml/2006/main">
              <a:ext uri="{FF2B5EF4-FFF2-40B4-BE49-F238E27FC236}">
                <a16:creationId xmlns:a16="http://schemas.microsoft.com/office/drawing/2014/main" id="{CAEA76DB-23F8-4082-BD7E-CD9416499FB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07583B5-6C01-4C78-8FBE-5180444395F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D6417F5-10C1-4E9E-AE82-030B87ACDB73}"/>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E2EF4EF-98FE-4F76-9246-61C4FEA206D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9B29BC3-86C0-443D-9E9C-8292409862D0}"/>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575EE22-6543-4D16-B4B3-F3593CD8009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1F2090D-F8B7-447D-B5C2-962D006FABF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21BCA944-233A-438B-B080-06CDDAE1674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E5583E50-37FE-4DD8-8B5B-8CC25CE7A4E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A48836D2-5EBC-4DB6-9A33-C034125AEF9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19 / 44</a:t>
            </a:r>
          </a:p>
        </p:txBody>
      </p:sp>
      <p:sp>
        <p:nvSpPr>
          <p:cNvPr id="14" name="licence-footer">
            <a:extLst xmlns:a="http://schemas.openxmlformats.org/drawingml/2006/main">
              <a:ext uri="{FF2B5EF4-FFF2-40B4-BE49-F238E27FC236}">
                <a16:creationId xmlns:a16="http://schemas.microsoft.com/office/drawing/2014/main" id="{06FDD98B-7AE7-45F1-886E-BFA6568C633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F496B9E-3B5B-4F88-927F-6B110890F405}"/>
              </a:ext>
            </a:extLst>
          </p:cNvPr>
          <p:cNvPicPr>
            <a:picLocks xmlns:a="http://schemas.openxmlformats.org/drawingml/2006/main" noChangeAspect="1"/>
          </p:cNvPicPr>
          <p:nvPr/>
        </p:nvPicPr>
        <p:blipFill>
          <a:blip xmlns:r="http://schemas.openxmlformats.org/officeDocument/2006/relationships" xmlns:a="http://schemas.openxmlformats.org/drawingml/2006/main" r:embed="R48610ec6d987425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22DE11F-EEFB-4FC6-83CB-9BDC83AD4A9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a:t>
            </a:r>
          </a:p>
        </p:txBody>
      </p:sp>
      <p:sp>
        <p:nvSpPr>
          <p:cNvPr id="17" name="pupil-text">
            <a:extLst xmlns:a="http://schemas.openxmlformats.org/drawingml/2006/main">
              <a:ext uri="{FF2B5EF4-FFF2-40B4-BE49-F238E27FC236}">
                <a16:creationId xmlns:a16="http://schemas.microsoft.com/office/drawing/2014/main" id="{F5DB7849-E547-4471-ABA5-FE54B4EB7CB4}"/>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word meaning. Mark it as model, not your own</a:t>
            </a:r>
          </a:p>
        </p:txBody>
      </p:sp>
      <p:sp>
        <p:nvSpPr>
          <p:cNvPr id="18" name="pupil-text">
            <a:extLst xmlns:a="http://schemas.openxmlformats.org/drawingml/2006/main">
              <a:ext uri="{FF2B5EF4-FFF2-40B4-BE49-F238E27FC236}">
                <a16:creationId xmlns:a16="http://schemas.microsoft.com/office/drawing/2014/main" id="{F9D97CEA-8568-42BA-BE62-A33D5DBCB1C4}"/>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evidence.</a:t>
            </a:r>
          </a:p>
        </p:txBody>
      </p:sp>
      <p:sp>
        <p:nvSpPr>
          <p:cNvPr id="19" name="pupil-text">
            <a:extLst xmlns:a="http://schemas.openxmlformats.org/drawingml/2006/main">
              <a:ext uri="{FF2B5EF4-FFF2-40B4-BE49-F238E27FC236}">
                <a16:creationId xmlns:a16="http://schemas.microsoft.com/office/drawing/2014/main" id="{671690D7-9AF6-4C79-87BF-3CC1C83D3B73}"/>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View cards — invented practice views, not testimony: View 1: hope can help a group seek a new plan.</a:t>
            </a:r>
          </a:p>
        </p:txBody>
      </p:sp>
      <p:sp>
        <p:nvSpPr>
          <p:cNvPr id="20" name="pupil-text">
            <a:extLst xmlns:a="http://schemas.openxmlformats.org/drawingml/2006/main">
              <a:ext uri="{FF2B5EF4-FFF2-40B4-BE49-F238E27FC236}">
                <a16:creationId xmlns:a16="http://schemas.microsoft.com/office/drawing/2014/main" id="{1DD8CEB7-CFA1-46D2-A67B-1B0E78FB1DB9}"/>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View 2: the group needs facts before making promises. Read either view and give a fair reply.</a:t>
            </a:r>
          </a:p>
        </p:txBody>
      </p:sp>
    </p:spTree>
    <p:extLst>
      <p:ext uri="{BB962C8B-B14F-4D97-AF65-F5344CB8AC3E}">
        <p14:creationId xmlns:p14="http://schemas.microsoft.com/office/powerpoint/2010/main" val="193238228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2B7A62E9-6D74-4B23-BB3B-0EB38C731B3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275035E1-FBC8-49E1-9015-A5F953A7358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31ED287E-CABB-43FC-96E0-D18B1BCA89D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a:t>
            </a:r>
          </a:p>
        </p:txBody>
      </p:sp>
      <p:sp>
        <p:nvSpPr>
          <p:cNvPr id="4" name="shape">
            <a:extLst xmlns:a="http://schemas.openxmlformats.org/drawingml/2006/main">
              <a:ext uri="{FF2B5EF4-FFF2-40B4-BE49-F238E27FC236}">
                <a16:creationId xmlns:a16="http://schemas.microsoft.com/office/drawing/2014/main" id="{A7851DAE-9D69-44C6-86A7-A7BF75663F6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5DE9FF2-0B1B-4EED-8EC2-C0A1613D36F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01B42AF-2669-41DE-A19C-A1E54A8B7B6B}"/>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CC0D0A4-1425-4B8C-AAFA-AA187155845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9070DC7-9BF4-41D0-B0E0-BFDE1C13005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B5A579D-177A-4BBF-9756-8F705190443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EB6FA0D-E389-4A0D-9907-33D154B17EF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4F2EAF87-2614-4D87-9393-5AC2C9C421E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2CC9F2AD-7D1E-4612-BC35-076BE540A15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EAF86D1C-7D6C-46AB-B9A0-1CD06743120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20 / 44</a:t>
            </a:r>
          </a:p>
        </p:txBody>
      </p:sp>
      <p:sp>
        <p:nvSpPr>
          <p:cNvPr id="14" name="licence-footer">
            <a:extLst xmlns:a="http://schemas.openxmlformats.org/drawingml/2006/main">
              <a:ext uri="{FF2B5EF4-FFF2-40B4-BE49-F238E27FC236}">
                <a16:creationId xmlns:a16="http://schemas.microsoft.com/office/drawing/2014/main" id="{861B450C-8148-43BF-BEFF-292DD7B1F60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DB6AF73-0030-4C87-8215-F13A1D20BDCF}"/>
              </a:ext>
            </a:extLst>
          </p:cNvPr>
          <p:cNvPicPr>
            <a:picLocks xmlns:a="http://schemas.openxmlformats.org/drawingml/2006/main" noChangeAspect="1"/>
          </p:cNvPicPr>
          <p:nvPr/>
        </p:nvPicPr>
        <p:blipFill>
          <a:blip xmlns:r="http://schemas.openxmlformats.org/officeDocument/2006/relationships" xmlns:a="http://schemas.openxmlformats.org/drawingml/2006/main" r:embed="R4ac9dfeb6930426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D5F9F5E-6E2C-4B8E-89E1-28B088CB778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a:t>
            </a:r>
          </a:p>
        </p:txBody>
      </p:sp>
      <p:sp>
        <p:nvSpPr>
          <p:cNvPr id="17" name="pupil-text">
            <a:extLst xmlns:a="http://schemas.openxmlformats.org/drawingml/2006/main">
              <a:ext uri="{FF2B5EF4-FFF2-40B4-BE49-F238E27FC236}">
                <a16:creationId xmlns:a16="http://schemas.microsoft.com/office/drawing/2014/main" id="{9E364AB9-6D58-456E-8C10-12270029DD36}"/>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word meaning. Mark it as model, not your own</a:t>
            </a:r>
          </a:p>
        </p:txBody>
      </p:sp>
      <p:sp>
        <p:nvSpPr>
          <p:cNvPr id="18" name="pupil-text">
            <a:extLst xmlns:a="http://schemas.openxmlformats.org/drawingml/2006/main">
              <a:ext uri="{FF2B5EF4-FFF2-40B4-BE49-F238E27FC236}">
                <a16:creationId xmlns:a16="http://schemas.microsoft.com/office/drawing/2014/main" id="{B96F65FC-CCD6-43D6-A332-9C46D4260F2C}"/>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evidence.</a:t>
            </a:r>
          </a:p>
        </p:txBody>
      </p:sp>
      <p:sp>
        <p:nvSpPr>
          <p:cNvPr id="19" name="pupil-text">
            <a:extLst xmlns:a="http://schemas.openxmlformats.org/drawingml/2006/main">
              <a:ext uri="{FF2B5EF4-FFF2-40B4-BE49-F238E27FC236}">
                <a16:creationId xmlns:a16="http://schemas.microsoft.com/office/drawing/2014/main" id="{396B848F-F23B-42D9-8422-C94F3CC2520F}"/>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Worked method model</a:t>
            </a:r>
          </a:p>
        </p:txBody>
      </p:sp>
    </p:spTree>
    <p:extLst>
      <p:ext uri="{BB962C8B-B14F-4D97-AF65-F5344CB8AC3E}">
        <p14:creationId xmlns:p14="http://schemas.microsoft.com/office/powerpoint/2010/main" val="154539541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0C9BDDE5-F59A-47A3-9764-EDC8D5B87BA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B2B704F0-DE4C-44CB-9453-0C4DD57B849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CAAB2822-2FDB-4C39-B85B-71B8309AE98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B3CD7CDC-6FB4-453B-BBBC-BC71D4FFE0C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F7489E6-0389-448C-92CD-EE5E0F646A7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A1EFB55-B1B0-4AEE-AFB9-27790D1A6546}"/>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C2CDE34-DD08-47EB-B7D3-BF4486F040B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8B5DD95-DD7A-4319-B8BE-BC406909740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8CE8C09-BBC3-45E0-8B28-5AA42D5E01C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B850509-25C9-4DDD-8E84-EE40669D6E9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47A2E7F9-DB44-454E-AF08-46351A60DCA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B7D7E30C-D5DE-47CC-9504-212C6F5375A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D4E23335-E4CC-4C64-8570-4D0B5845E25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21 / 44</a:t>
            </a:r>
          </a:p>
        </p:txBody>
      </p:sp>
      <p:sp>
        <p:nvSpPr>
          <p:cNvPr id="14" name="licence-footer">
            <a:extLst xmlns:a="http://schemas.openxmlformats.org/drawingml/2006/main">
              <a:ext uri="{FF2B5EF4-FFF2-40B4-BE49-F238E27FC236}">
                <a16:creationId xmlns:a16="http://schemas.microsoft.com/office/drawing/2014/main" id="{01F84B3A-DD14-43D3-9308-697A616989E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25F2ED0-A613-4639-BF5C-B9A616F72F6C}"/>
              </a:ext>
            </a:extLst>
          </p:cNvPr>
          <p:cNvPicPr>
            <a:picLocks xmlns:a="http://schemas.openxmlformats.org/drawingml/2006/main" noChangeAspect="1"/>
          </p:cNvPicPr>
          <p:nvPr/>
        </p:nvPicPr>
        <p:blipFill>
          <a:blip xmlns:r="http://schemas.openxmlformats.org/officeDocument/2006/relationships" xmlns:a="http://schemas.openxmlformats.org/drawingml/2006/main" r:embed="R3ff3cec839b14bf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65818E7-2BAF-4373-B14B-85A36C41713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a:t>
            </a:r>
          </a:p>
        </p:txBody>
      </p:sp>
      <p:sp>
        <p:nvSpPr>
          <p:cNvPr id="17" name="pupil-text">
            <a:extLst xmlns:a="http://schemas.openxmlformats.org/drawingml/2006/main">
              <a:ext uri="{FF2B5EF4-FFF2-40B4-BE49-F238E27FC236}">
                <a16:creationId xmlns:a16="http://schemas.microsoft.com/office/drawing/2014/main" id="{A55F7F2F-C071-43A4-9B17-80B04328CD3B}"/>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word meaning. Mark it as model, not your own</a:t>
            </a:r>
          </a:p>
        </p:txBody>
      </p:sp>
      <p:sp>
        <p:nvSpPr>
          <p:cNvPr id="18" name="pupil-text">
            <a:extLst xmlns:a="http://schemas.openxmlformats.org/drawingml/2006/main">
              <a:ext uri="{FF2B5EF4-FFF2-40B4-BE49-F238E27FC236}">
                <a16:creationId xmlns:a16="http://schemas.microsoft.com/office/drawing/2014/main" id="{44CC3BD7-E431-40EF-927A-F976B3CDEE01}"/>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evidence.</a:t>
            </a:r>
          </a:p>
        </p:txBody>
      </p:sp>
      <p:sp>
        <p:nvSpPr>
          <p:cNvPr id="19" name="answer-text">
            <a:extLst xmlns:a="http://schemas.openxmlformats.org/drawingml/2006/main">
              <a:ext uri="{FF2B5EF4-FFF2-40B4-BE49-F238E27FC236}">
                <a16:creationId xmlns:a16="http://schemas.microsoft.com/office/drawing/2014/main" id="{F4CB48C5-1F94-4A8A-BC07-CD5AE752F6E9}"/>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Method model for a different question: “Should a group check a room before using it?”</a:t>
            </a:r>
          </a:p>
        </p:txBody>
      </p:sp>
    </p:spTree>
    <p:extLst>
      <p:ext uri="{BB962C8B-B14F-4D97-AF65-F5344CB8AC3E}">
        <p14:creationId xmlns:p14="http://schemas.microsoft.com/office/powerpoint/2010/main" val="65690651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9EDFBD39-958A-4DBC-AEEA-5472D0174D0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CBDD846F-9FB8-490D-AB9C-608EDC9D718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B7BBEAB0-C9BC-4643-AEDB-13175686FDD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875A552D-93F9-4EB8-B8E9-5E40641A497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FA6FFCA-A86C-4EA5-BF46-A3F281A0DC8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C2C468D-E127-4400-9378-44640D9AF179}"/>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F5BD9CE-EFE3-4793-9C94-F9C8759C29E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352B5C0-2EC0-412D-B60C-0D2DC57D6E5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AE7E983-FDD1-4435-9F79-9F3FD7EB657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5E62F5D-0A51-47CD-8EAA-13C20066A18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9B4316AC-F9F6-4DAE-9A87-10FD2B914D4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80BA2D9E-16E4-487D-97AA-C96C8FDFAD9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2D6B3A18-A2B2-41B4-BE9A-993809429D4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22 / 44</a:t>
            </a:r>
          </a:p>
        </p:txBody>
      </p:sp>
      <p:sp>
        <p:nvSpPr>
          <p:cNvPr id="14" name="licence-footer">
            <a:extLst xmlns:a="http://schemas.openxmlformats.org/drawingml/2006/main">
              <a:ext uri="{FF2B5EF4-FFF2-40B4-BE49-F238E27FC236}">
                <a16:creationId xmlns:a16="http://schemas.microsoft.com/office/drawing/2014/main" id="{27AED5B4-BB30-41EF-963B-61C4A59E0BC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0E7B96C-9545-43E0-8CD2-F471AFFA9A7B}"/>
              </a:ext>
            </a:extLst>
          </p:cNvPr>
          <p:cNvPicPr>
            <a:picLocks xmlns:a="http://schemas.openxmlformats.org/drawingml/2006/main" noChangeAspect="1"/>
          </p:cNvPicPr>
          <p:nvPr/>
        </p:nvPicPr>
        <p:blipFill>
          <a:blip xmlns:r="http://schemas.openxmlformats.org/officeDocument/2006/relationships" xmlns:a="http://schemas.openxmlformats.org/drawingml/2006/main" r:embed="R443ca3b059a94dc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027DAC4-C7BF-4B47-94FF-A57FF5E3B6F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a:t>
            </a:r>
          </a:p>
        </p:txBody>
      </p:sp>
      <p:sp>
        <p:nvSpPr>
          <p:cNvPr id="17" name="pupil-text">
            <a:extLst xmlns:a="http://schemas.openxmlformats.org/drawingml/2006/main">
              <a:ext uri="{FF2B5EF4-FFF2-40B4-BE49-F238E27FC236}">
                <a16:creationId xmlns:a16="http://schemas.microsoft.com/office/drawing/2014/main" id="{0BDA94AE-EB94-4193-A84F-3939DB47599B}"/>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word meaning. Mark it as model, not your own</a:t>
            </a:r>
          </a:p>
        </p:txBody>
      </p:sp>
      <p:sp>
        <p:nvSpPr>
          <p:cNvPr id="18" name="pupil-text">
            <a:extLst xmlns:a="http://schemas.openxmlformats.org/drawingml/2006/main">
              <a:ext uri="{FF2B5EF4-FFF2-40B4-BE49-F238E27FC236}">
                <a16:creationId xmlns:a16="http://schemas.microsoft.com/office/drawing/2014/main" id="{2839716D-2C16-44E8-AA39-BDE0B492D994}"/>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evidence.</a:t>
            </a:r>
          </a:p>
        </p:txBody>
      </p:sp>
      <p:sp>
        <p:nvSpPr>
          <p:cNvPr id="19" name="answer-text">
            <a:extLst xmlns:a="http://schemas.openxmlformats.org/drawingml/2006/main">
              <a:ext uri="{FF2B5EF4-FFF2-40B4-BE49-F238E27FC236}">
                <a16:creationId xmlns:a16="http://schemas.microsoft.com/office/drawing/2014/main" id="{6B821E48-1845-4362-92E7-B41C09E0A33C}"/>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reasoned response could be: “Yes, because a check may find a risk. If it is safe, they can plan its</a:t>
            </a:r>
          </a:p>
        </p:txBody>
      </p:sp>
      <p:sp>
        <p:nvSpPr>
          <p:cNvPr id="20" name="answer-text">
            <a:extLst xmlns:a="http://schemas.openxmlformats.org/drawingml/2006/main">
              <a:ext uri="{FF2B5EF4-FFF2-40B4-BE49-F238E27FC236}">
                <a16:creationId xmlns:a16="http://schemas.microsoft.com/office/drawing/2014/main" id="{EE8AEA9B-068D-4733-B9CF-9CA9B9B7E0C5}"/>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a:t>
            </a:r>
          </a:p>
        </p:txBody>
      </p:sp>
    </p:spTree>
    <p:extLst>
      <p:ext uri="{BB962C8B-B14F-4D97-AF65-F5344CB8AC3E}">
        <p14:creationId xmlns:p14="http://schemas.microsoft.com/office/powerpoint/2010/main" val="42085907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2AACF2CE-A4F8-45DE-858D-9099BC18CFF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445387B2-B7F5-4BF0-8ABE-C626FDB6E6E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42CE5DD8-ECB9-4838-88D8-207142B3C8D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917565FF-2B20-45F1-84E8-490AA4A562C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C9EF51C-FAEE-465D-B584-BDD0DBC1378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29928FC-A41B-4474-B33B-CC74ABD6BC0D}"/>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97B0B5E-AAE9-4181-AB91-E4179ADE592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66F62D5-D1EF-43E2-A817-651F33F127B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DA6FB81-7751-41C2-92F8-4D474EEE727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12592E3-881E-4AB7-A602-7EED6CD9354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AAB1C70A-3246-4D55-9078-676A51E62BE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B4B92962-A21F-4F10-BABB-B2CCFF94174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8272FED7-AEE5-4FF3-9762-2DE12374E31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23 / 44</a:t>
            </a:r>
          </a:p>
        </p:txBody>
      </p:sp>
      <p:sp>
        <p:nvSpPr>
          <p:cNvPr id="14" name="licence-footer">
            <a:extLst xmlns:a="http://schemas.openxmlformats.org/drawingml/2006/main">
              <a:ext uri="{FF2B5EF4-FFF2-40B4-BE49-F238E27FC236}">
                <a16:creationId xmlns:a16="http://schemas.microsoft.com/office/drawing/2014/main" id="{E404400B-7CB2-4F10-80A1-2F10CFD6831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563E931-94C3-4F43-BC18-057B008BDCCC}"/>
              </a:ext>
            </a:extLst>
          </p:cNvPr>
          <p:cNvPicPr>
            <a:picLocks xmlns:a="http://schemas.openxmlformats.org/drawingml/2006/main" noChangeAspect="1"/>
          </p:cNvPicPr>
          <p:nvPr/>
        </p:nvPicPr>
        <p:blipFill>
          <a:blip xmlns:r="http://schemas.openxmlformats.org/officeDocument/2006/relationships" xmlns:a="http://schemas.openxmlformats.org/drawingml/2006/main" r:embed="R160a7e3ce88343e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49D0090-2F25-4936-8AC1-9DCC18B5AE5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a:t>
            </a:r>
          </a:p>
        </p:txBody>
      </p:sp>
      <p:sp>
        <p:nvSpPr>
          <p:cNvPr id="17" name="pupil-text">
            <a:extLst xmlns:a="http://schemas.openxmlformats.org/drawingml/2006/main">
              <a:ext uri="{FF2B5EF4-FFF2-40B4-BE49-F238E27FC236}">
                <a16:creationId xmlns:a16="http://schemas.microsoft.com/office/drawing/2014/main" id="{C1759575-B040-4218-B2F6-150B49E59462}"/>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word meaning. Mark it as model, not your own</a:t>
            </a:r>
          </a:p>
        </p:txBody>
      </p:sp>
      <p:sp>
        <p:nvSpPr>
          <p:cNvPr id="18" name="pupil-text">
            <a:extLst xmlns:a="http://schemas.openxmlformats.org/drawingml/2006/main">
              <a:ext uri="{FF2B5EF4-FFF2-40B4-BE49-F238E27FC236}">
                <a16:creationId xmlns:a16="http://schemas.microsoft.com/office/drawing/2014/main" id="{EACA5E0E-5996-437C-9F2E-51B78F1E4013}"/>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evidence.</a:t>
            </a:r>
          </a:p>
        </p:txBody>
      </p:sp>
      <p:sp>
        <p:nvSpPr>
          <p:cNvPr id="19" name="answer-text">
            <a:extLst xmlns:a="http://schemas.openxmlformats.org/drawingml/2006/main">
              <a:ext uri="{FF2B5EF4-FFF2-40B4-BE49-F238E27FC236}">
                <a16:creationId xmlns:a16="http://schemas.microsoft.com/office/drawing/2014/main" id="{BFBA9637-EFBB-437E-B7B8-2EABE0780D4E}"/>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give a reason and a condition. I can listen to another view and check the facts. This models a</a:t>
            </a:r>
          </a:p>
        </p:txBody>
      </p:sp>
      <p:sp>
        <p:nvSpPr>
          <p:cNvPr id="20" name="answer-text">
            <a:extLst xmlns:a="http://schemas.openxmlformats.org/drawingml/2006/main">
              <a:ext uri="{FF2B5EF4-FFF2-40B4-BE49-F238E27FC236}">
                <a16:creationId xmlns:a16="http://schemas.microsoft.com/office/drawing/2014/main" id="{5B8220E4-5108-4CA9-8EC1-FCBD5D71BA81}"/>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method, not the answer to our big question.</a:t>
            </a:r>
          </a:p>
        </p:txBody>
      </p:sp>
    </p:spTree>
    <p:extLst>
      <p:ext uri="{BB962C8B-B14F-4D97-AF65-F5344CB8AC3E}">
        <p14:creationId xmlns:p14="http://schemas.microsoft.com/office/powerpoint/2010/main" val="85273576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6BDB8D64-AFEF-4FD3-A709-F74B7D04752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AEB769C7-17B0-41E5-B064-549C65405CD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62CC9280-0A20-4AF4-B2FB-919CA422FEF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a:t>
            </a:r>
          </a:p>
        </p:txBody>
      </p:sp>
      <p:sp>
        <p:nvSpPr>
          <p:cNvPr id="4" name="shape">
            <a:extLst xmlns:a="http://schemas.openxmlformats.org/drawingml/2006/main">
              <a:ext uri="{FF2B5EF4-FFF2-40B4-BE49-F238E27FC236}">
                <a16:creationId xmlns:a16="http://schemas.microsoft.com/office/drawing/2014/main" id="{64E31C36-E491-4A55-95E0-5A3E1BEF8A5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83C9CB6-4F32-427E-B7A6-67FBAB5B75B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D6B0101-AD85-4379-9222-F7E71DB5622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0D2499C-6D7B-4AA1-8DE7-C05161AFFDD2}"/>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B090070-FFFA-4D9B-AEA8-E89E4797DCF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37F2077-E3E3-44C1-9203-B3A3E159B8F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2D00C5D-14BB-4AF6-BE78-351684A69BE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6682C88E-2324-4235-B4BE-E6226B08767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22C5F742-7886-4384-84BA-2B1E28691AE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B71948D4-B468-4E97-9678-2B3329DE8B7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24 / 44</a:t>
            </a:r>
          </a:p>
        </p:txBody>
      </p:sp>
      <p:sp>
        <p:nvSpPr>
          <p:cNvPr id="14" name="licence-footer">
            <a:extLst xmlns:a="http://schemas.openxmlformats.org/drawingml/2006/main">
              <a:ext uri="{FF2B5EF4-FFF2-40B4-BE49-F238E27FC236}">
                <a16:creationId xmlns:a16="http://schemas.microsoft.com/office/drawing/2014/main" id="{25C2BEDB-AAA3-4DF2-B5ED-39E824CE259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064E2C8-7ED1-4E5D-A776-6FB3F98D4957}"/>
              </a:ext>
            </a:extLst>
          </p:cNvPr>
          <p:cNvPicPr>
            <a:picLocks xmlns:a="http://schemas.openxmlformats.org/drawingml/2006/main" noChangeAspect="1"/>
          </p:cNvPicPr>
          <p:nvPr/>
        </p:nvPicPr>
        <p:blipFill>
          <a:blip xmlns:r="http://schemas.openxmlformats.org/officeDocument/2006/relationships" xmlns:a="http://schemas.openxmlformats.org/drawingml/2006/main" r:embed="Rd6a48d5a37b6473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E35B656-AE63-4B9E-AF6D-6D444946032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One guided record and your own source detail, choice or starting step.</a:t>
            </a:r>
          </a:p>
        </p:txBody>
      </p:sp>
      <p:sp>
        <p:nvSpPr>
          <p:cNvPr id="17" name="pupil-text">
            <a:extLst xmlns:a="http://schemas.openxmlformats.org/drawingml/2006/main">
              <a:ext uri="{FF2B5EF4-FFF2-40B4-BE49-F238E27FC236}">
                <a16:creationId xmlns:a16="http://schemas.microsoft.com/office/drawing/2014/main" id="{3B0A9A37-BE0E-4476-A5D2-A463691EA3AE}"/>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Practice the response method with the room-check question. Give one reason, then listen to or read</a:t>
            </a:r>
          </a:p>
        </p:txBody>
      </p:sp>
      <p:sp>
        <p:nvSpPr>
          <p:cNvPr id="18" name="pupil-text">
            <a:extLst xmlns:a="http://schemas.openxmlformats.org/drawingml/2006/main">
              <a:ext uri="{FF2B5EF4-FFF2-40B4-BE49-F238E27FC236}">
                <a16:creationId xmlns:a16="http://schemas.microsoft.com/office/drawing/2014/main" id="{29C6A24E-7732-4812-A5DC-F8FCEBFD5517}"/>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other view: “A check takes time.”</a:t>
            </a:r>
          </a:p>
        </p:txBody>
      </p:sp>
      <p:sp>
        <p:nvSpPr>
          <p:cNvPr id="19" name="pupil-text">
            <a:extLst xmlns:a="http://schemas.openxmlformats.org/drawingml/2006/main">
              <a:ext uri="{FF2B5EF4-FFF2-40B4-BE49-F238E27FC236}">
                <a16:creationId xmlns:a16="http://schemas.microsoft.com/office/drawing/2014/main" id="{37E3C673-CB38-4EA5-BD56-4E2A7BF3B8F4}"/>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Record a fair reply to that view. Do not rehearse the big-question answer yet.</a:t>
            </a:r>
          </a:p>
        </p:txBody>
      </p:sp>
    </p:spTree>
    <p:extLst>
      <p:ext uri="{BB962C8B-B14F-4D97-AF65-F5344CB8AC3E}">
        <p14:creationId xmlns:p14="http://schemas.microsoft.com/office/powerpoint/2010/main" val="61009846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DA493D10-04CF-4661-8431-2812A7AABCA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46F38DC2-A7D4-4915-952C-C38407A5A17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936CA2F4-8021-4A80-AE73-C0A3886D60B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continued</a:t>
            </a:r>
          </a:p>
        </p:txBody>
      </p:sp>
      <p:sp>
        <p:nvSpPr>
          <p:cNvPr id="4" name="shape">
            <a:extLst xmlns:a="http://schemas.openxmlformats.org/drawingml/2006/main">
              <a:ext uri="{FF2B5EF4-FFF2-40B4-BE49-F238E27FC236}">
                <a16:creationId xmlns:a16="http://schemas.microsoft.com/office/drawing/2014/main" id="{46852BC0-EA75-4440-B1DE-4EA4658EA01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8913851-A4C3-45F0-A379-2A5677C5328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0E711A2-16B1-4837-A15E-0EFB9EAAF11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4AF6E71-C7F9-4385-9406-A9023904DED7}"/>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2866205-F286-44F3-BCE9-47C8DA7752B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7A4408F-5A44-4A03-945F-09ABF7B29A6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C34E4BD-C0AE-4464-AB4A-2A0332A3074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0522E63D-972C-47EE-AAF8-8EBABB47BC1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8C800AC2-5E56-4D94-B1D9-D308AC580AA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AD81F0C2-0A89-422F-836C-490CDA5CF7B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25 / 44</a:t>
            </a:r>
          </a:p>
        </p:txBody>
      </p:sp>
      <p:sp>
        <p:nvSpPr>
          <p:cNvPr id="14" name="licence-footer">
            <a:extLst xmlns:a="http://schemas.openxmlformats.org/drawingml/2006/main">
              <a:ext uri="{FF2B5EF4-FFF2-40B4-BE49-F238E27FC236}">
                <a16:creationId xmlns:a16="http://schemas.microsoft.com/office/drawing/2014/main" id="{3280E877-726D-4381-AB0E-4B626A757D7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66278F2-58C8-4459-AED5-6820BAED568E}"/>
              </a:ext>
            </a:extLst>
          </p:cNvPr>
          <p:cNvPicPr>
            <a:picLocks xmlns:a="http://schemas.openxmlformats.org/drawingml/2006/main" noChangeAspect="1"/>
          </p:cNvPicPr>
          <p:nvPr/>
        </p:nvPicPr>
        <p:blipFill>
          <a:blip xmlns:r="http://schemas.openxmlformats.org/officeDocument/2006/relationships" xmlns:a="http://schemas.openxmlformats.org/drawingml/2006/main" r:embed="Rdcd20fcb512b4b4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answer-text">
            <a:extLst xmlns:a="http://schemas.openxmlformats.org/drawingml/2006/main">
              <a:ext uri="{FF2B5EF4-FFF2-40B4-BE49-F238E27FC236}">
                <a16:creationId xmlns:a16="http://schemas.microsoft.com/office/drawing/2014/main" id="{DFAC2AE1-484F-4FEA-B0A7-89A63C0AEDE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pupil may acknowledge time while explaining safety/checking as a reason. Accept a qualified answer</a:t>
            </a:r>
          </a:p>
        </p:txBody>
      </p:sp>
      <p:sp>
        <p:nvSpPr>
          <p:cNvPr id="17" name="answer-text">
            <a:extLst xmlns:a="http://schemas.openxmlformats.org/drawingml/2006/main">
              <a:ext uri="{FF2B5EF4-FFF2-40B4-BE49-F238E27FC236}">
                <a16:creationId xmlns:a16="http://schemas.microsoft.com/office/drawing/2014/main" id="{F3311839-5EC1-46A4-9987-BEBE5F54F880}"/>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with a reason. This is procedural practice on an invented neutral question, not supplied assessment</a:t>
            </a:r>
          </a:p>
        </p:txBody>
      </p:sp>
      <p:sp>
        <p:nvSpPr>
          <p:cNvPr id="18" name="answer-text">
            <a:extLst xmlns:a="http://schemas.openxmlformats.org/drawingml/2006/main">
              <a:ext uri="{FF2B5EF4-FFF2-40B4-BE49-F238E27FC236}">
                <a16:creationId xmlns:a16="http://schemas.microsoft.com/office/drawing/2014/main" id="{2D756BE8-E42D-44C6-9248-0131A6597E28}"/>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content.</a:t>
            </a:r>
          </a:p>
        </p:txBody>
      </p:sp>
    </p:spTree>
    <p:extLst>
      <p:ext uri="{BB962C8B-B14F-4D97-AF65-F5344CB8AC3E}">
        <p14:creationId xmlns:p14="http://schemas.microsoft.com/office/powerpoint/2010/main" val="24361118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5475E6EE-9E51-43E3-8201-7D6B1322736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BD3DB382-42B4-4422-8DBA-9811836DE29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22EE0480-67CF-4083-AACB-C737DCB0782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a:t>
            </a:r>
          </a:p>
        </p:txBody>
      </p:sp>
      <p:sp>
        <p:nvSpPr>
          <p:cNvPr id="4" name="shape">
            <a:extLst xmlns:a="http://schemas.openxmlformats.org/drawingml/2006/main">
              <a:ext uri="{FF2B5EF4-FFF2-40B4-BE49-F238E27FC236}">
                <a16:creationId xmlns:a16="http://schemas.microsoft.com/office/drawing/2014/main" id="{778B77C2-BE23-4D6E-AFAE-D10D6D5C9F1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B19A499-4A49-456A-9F14-81AD3F44362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61C9C94-8734-471C-8577-2CA4D16BBDB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812591B-D69C-45F7-A20C-0E962E29A2A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E2C7704-7524-49CF-B541-C76DF6EAF195}"/>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C1241DA-3D25-4D48-BA8D-1D4400ABE8A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7ED9019-5D45-4C78-A02F-F5627274308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FBC473BA-ABC4-452F-B7F8-280E3A7C6D1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5B51E2F1-D84B-44CF-BCCB-5F097A954EB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37682B39-E33E-4C3F-A46A-657FC95A56C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26 / 44</a:t>
            </a:r>
          </a:p>
        </p:txBody>
      </p:sp>
      <p:sp>
        <p:nvSpPr>
          <p:cNvPr id="14" name="licence-footer">
            <a:extLst xmlns:a="http://schemas.openxmlformats.org/drawingml/2006/main">
              <a:ext uri="{FF2B5EF4-FFF2-40B4-BE49-F238E27FC236}">
                <a16:creationId xmlns:a16="http://schemas.microsoft.com/office/drawing/2014/main" id="{B3FB6D93-884A-4727-BFCA-2D120AA308A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E0B2E35-1B85-4F69-AB59-B865A74DCCC1}"/>
              </a:ext>
            </a:extLst>
          </p:cNvPr>
          <p:cNvPicPr>
            <a:picLocks xmlns:a="http://schemas.openxmlformats.org/drawingml/2006/main" noChangeAspect="1"/>
          </p:cNvPicPr>
          <p:nvPr/>
        </p:nvPicPr>
        <p:blipFill>
          <a:blip xmlns:r="http://schemas.openxmlformats.org/officeDocument/2006/relationships" xmlns:a="http://schemas.openxmlformats.org/drawingml/2006/main" r:embed="R7ab2338a877643c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19F15BF-F15C-45DA-AD86-4A1AE97BC76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Your chosen route response and one check, edit or reason to keep a claim.</a:t>
            </a:r>
          </a:p>
        </p:txBody>
      </p:sp>
      <p:sp>
        <p:nvSpPr>
          <p:cNvPr id="17" name="pupil-text">
            <a:extLst xmlns:a="http://schemas.openxmlformats.org/drawingml/2006/main">
              <a:ext uri="{FF2B5EF4-FFF2-40B4-BE49-F238E27FC236}">
                <a16:creationId xmlns:a16="http://schemas.microsoft.com/office/drawing/2014/main" id="{C0C2C8A9-2FBA-4243-81C3-4CC70D5FE112}"/>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INDEPENDENT / SUPPORTED / CHOICE</a:t>
            </a:r>
          </a:p>
        </p:txBody>
      </p:sp>
      <p:sp>
        <p:nvSpPr>
          <p:cNvPr id="18" name="pupil-text">
            <a:extLst xmlns:a="http://schemas.openxmlformats.org/drawingml/2006/main">
              <a:ext uri="{FF2B5EF4-FFF2-40B4-BE49-F238E27FC236}">
                <a16:creationId xmlns:a16="http://schemas.microsoft.com/office/drawing/2014/main" id="{A86A736C-64A8-4AD0-8C8B-4C71C55A5B05}"/>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Try the independent task first. Use support if you need it. Choose a mode and record your own</a:t>
            </a:r>
          </a:p>
        </p:txBody>
      </p:sp>
      <p:sp>
        <p:nvSpPr>
          <p:cNvPr id="19" name="pupil-text">
            <a:extLst xmlns:a="http://schemas.openxmlformats.org/drawingml/2006/main">
              <a:ext uri="{FF2B5EF4-FFF2-40B4-BE49-F238E27FC236}">
                <a16:creationId xmlns:a16="http://schemas.microsoft.com/office/drawing/2014/main" id="{D008D64B-C055-4C4C-BFCB-49DD091933C4}"/>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ideas.</a:t>
            </a:r>
          </a:p>
        </p:txBody>
      </p:sp>
    </p:spTree>
    <p:extLst>
      <p:ext uri="{BB962C8B-B14F-4D97-AF65-F5344CB8AC3E}">
        <p14:creationId xmlns:p14="http://schemas.microsoft.com/office/powerpoint/2010/main" val="142010290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EBABA859-77F4-41DD-8485-44B347DAA18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97FA586D-4B4B-4477-B584-997290261D4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B04B7FEF-7B4D-402F-8C98-BFBAE6C5B0A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924237CA-68C9-4373-88B8-CB3E4BEA7EF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5418CC2-3BAC-4007-B95C-274DEB67F63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92C28FB-B5CD-41AF-8C9C-70A1B269FC1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5F3C463-8431-4A33-88F7-B03B6087340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0BE72E0-68B0-4D9B-87E7-40484F1F4BD5}"/>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15C3355-489D-4CE8-AA46-1AF66FBAED0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7E49531-16FB-406C-A2CA-EF3D56650E2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5F932E48-759F-43CD-A6FB-F8C980E7866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ADAF3661-9F5F-4039-ACD4-44E105F5551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02184A81-0C15-46F5-89AF-73A30C5D55F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27 / 44</a:t>
            </a:r>
          </a:p>
        </p:txBody>
      </p:sp>
      <p:sp>
        <p:nvSpPr>
          <p:cNvPr id="14" name="licence-footer">
            <a:extLst xmlns:a="http://schemas.openxmlformats.org/drawingml/2006/main">
              <a:ext uri="{FF2B5EF4-FFF2-40B4-BE49-F238E27FC236}">
                <a16:creationId xmlns:a16="http://schemas.microsoft.com/office/drawing/2014/main" id="{4AACB479-7133-4896-8A58-1821F159619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5E9A615-070F-4BEF-87FD-A9A433EAB5DA}"/>
              </a:ext>
            </a:extLst>
          </p:cNvPr>
          <p:cNvPicPr>
            <a:picLocks xmlns:a="http://schemas.openxmlformats.org/drawingml/2006/main" noChangeAspect="1"/>
          </p:cNvPicPr>
          <p:nvPr/>
        </p:nvPicPr>
        <p:blipFill>
          <a:blip xmlns:r="http://schemas.openxmlformats.org/officeDocument/2006/relationships" xmlns:a="http://schemas.openxmlformats.org/drawingml/2006/main" r:embed="Rc72b792eeb3f4e3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59E827B1-0DA0-4CA7-811D-30B370983E96}"/>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0249F11F-9DBE-450A-B1D7-001551CB0E80}"/>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Independent</a:t>
            </a:r>
          </a:p>
        </p:txBody>
      </p:sp>
      <p:sp>
        <p:nvSpPr>
          <p:cNvPr id="18" name="shape">
            <a:extLst xmlns:a="http://schemas.openxmlformats.org/drawingml/2006/main">
              <a:ext uri="{FF2B5EF4-FFF2-40B4-BE49-F238E27FC236}">
                <a16:creationId xmlns:a16="http://schemas.microsoft.com/office/drawing/2014/main" id="{1714178D-2F9E-4389-8DAB-AC3F8CBDA870}"/>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40F39674-F626-477B-8DD0-317996EE2350}"/>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
        <p:nvSpPr>
          <p:cNvPr id="20" name="shape">
            <a:extLst xmlns:a="http://schemas.openxmlformats.org/drawingml/2006/main">
              <a:ext uri="{FF2B5EF4-FFF2-40B4-BE49-F238E27FC236}">
                <a16:creationId xmlns:a16="http://schemas.microsoft.com/office/drawing/2014/main" id="{C25EC261-4B9B-4183-8774-3DCBAC28B70F}"/>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E62EEACD-0740-46CF-A3E6-A1DCC8893C33}"/>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Make your own choices from the sources.</a:t>
            </a:r>
          </a:p>
        </p:txBody>
      </p:sp>
      <p:sp>
        <p:nvSpPr>
          <p:cNvPr id="22" name="shape">
            <a:extLst xmlns:a="http://schemas.openxmlformats.org/drawingml/2006/main">
              <a:ext uri="{FF2B5EF4-FFF2-40B4-BE49-F238E27FC236}">
                <a16:creationId xmlns:a16="http://schemas.microsoft.com/office/drawing/2014/main" id="{8EF7C95A-95A7-4FD3-9F1C-F5D028DD38A4}"/>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E74D287B-649A-4F51-AE31-BACF2215D380}"/>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Discuss the big question: “Can hope help people when change is hard?” Use A or B and C. Give a</a:t>
            </a:r>
          </a:p>
        </p:txBody>
      </p:sp>
      <p:sp>
        <p:nvSpPr>
          <p:cNvPr id="24" name="shape">
            <a:extLst xmlns:a="http://schemas.openxmlformats.org/drawingml/2006/main">
              <a:ext uri="{FF2B5EF4-FFF2-40B4-BE49-F238E27FC236}">
                <a16:creationId xmlns:a16="http://schemas.microsoft.com/office/drawing/2014/main" id="{3E365F51-FF5B-474B-826F-20109C7D2ACF}"/>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86BEDBB0-58EA-4B62-A931-CDB004871F84}"/>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viewpoint, a reason, a source detail and a limit. Read or hear another view, then give a fair reply.</a:t>
            </a:r>
          </a:p>
        </p:txBody>
      </p:sp>
      <p:sp>
        <p:nvSpPr>
          <p:cNvPr id="26" name="shape">
            <a:extLst xmlns:a="http://schemas.openxmlformats.org/drawingml/2006/main">
              <a:ext uri="{FF2B5EF4-FFF2-40B4-BE49-F238E27FC236}">
                <a16:creationId xmlns:a16="http://schemas.microsoft.com/office/drawing/2014/main" id="{C2CC9D77-6388-4D13-A104-156588972DE0}"/>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761303D0-EB27-4AE6-8071-EC68A3126AE0}"/>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Make a short paragraph or equivalent spoken/signed response. Use viewpoint, reason, respect and</a:t>
            </a:r>
          </a:p>
        </p:txBody>
      </p:sp>
      <p:sp>
        <p:nvSpPr>
          <p:cNvPr id="28" name="shape">
            <a:extLst xmlns:a="http://schemas.openxmlformats.org/drawingml/2006/main">
              <a:ext uri="{FF2B5EF4-FFF2-40B4-BE49-F238E27FC236}">
                <a16:creationId xmlns:a16="http://schemas.microsoft.com/office/drawing/2014/main" id="{0BF3D018-5994-4A56-925B-57139EECB6DD}"/>
              </a:ext>
            </a:extLst>
          </p:cNvPr>
          <p:cNvSpPr>
            <a:spLocks xmlns:a="http://schemas.openxmlformats.org/drawingml/2006/main" noGrp="1"/>
          </p:cNvSpPr>
          <p:nvPr/>
        </p:nvSpPr>
        <p:spPr>
          <a:xfrm xmlns:a="http://schemas.openxmlformats.org/drawingml/2006/main">
            <a:off x="409575" y="38290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96DA1CF5-07EB-4A7D-8999-C4D194FCEAA1}"/>
              </a:ext>
            </a:extLst>
          </p:cNvPr>
          <p:cNvSpPr>
            <a:spLocks xmlns:a="http://schemas.openxmlformats.org/drawingml/2006/main" noGrp="1"/>
          </p:cNvSpPr>
          <p:nvPr/>
        </p:nvSpPr>
        <p:spPr>
          <a:xfrm xmlns:a="http://schemas.openxmlformats.org/drawingml/2006/main">
            <a:off x="457200" y="3838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change. You can discuss a supplied view without stating your own faith.</a:t>
            </a:r>
          </a:p>
        </p:txBody>
      </p:sp>
      <p:sp>
        <p:nvSpPr>
          <p:cNvPr id="30" name="shape">
            <a:extLst xmlns:a="http://schemas.openxmlformats.org/drawingml/2006/main">
              <a:ext uri="{FF2B5EF4-FFF2-40B4-BE49-F238E27FC236}">
                <a16:creationId xmlns:a16="http://schemas.microsoft.com/office/drawing/2014/main" id="{125ECFE7-3C3F-4F9F-8E97-4F48FA93C914}"/>
              </a:ext>
            </a:extLst>
          </p:cNvPr>
          <p:cNvSpPr>
            <a:spLocks xmlns:a="http://schemas.openxmlformats.org/drawingml/2006/main" noGrp="1"/>
          </p:cNvSpPr>
          <p:nvPr/>
        </p:nvSpPr>
        <p:spPr>
          <a:xfrm xmlns:a="http://schemas.openxmlformats.org/drawingml/2006/main">
            <a:off x="409575" y="42195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33972770-F679-4433-A54E-2413540C40AC}"/>
              </a:ext>
            </a:extLst>
          </p:cNvPr>
          <p:cNvSpPr>
            <a:spLocks xmlns:a="http://schemas.openxmlformats.org/drawingml/2006/main" noGrp="1"/>
          </p:cNvSpPr>
          <p:nvPr/>
        </p:nvSpPr>
        <p:spPr>
          <a:xfrm xmlns:a="http://schemas.openxmlformats.org/drawingml/2006/main">
            <a:off x="457200" y="4229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32" name="shape">
            <a:extLst xmlns:a="http://schemas.openxmlformats.org/drawingml/2006/main">
              <a:ext uri="{FF2B5EF4-FFF2-40B4-BE49-F238E27FC236}">
                <a16:creationId xmlns:a16="http://schemas.microsoft.com/office/drawing/2014/main" id="{D4AF752F-33AE-4BE4-B92C-CDE62C7981E1}"/>
              </a:ext>
            </a:extLst>
          </p:cNvPr>
          <p:cNvSpPr>
            <a:spLocks xmlns:a="http://schemas.openxmlformats.org/drawingml/2006/main" noGrp="1"/>
          </p:cNvSpPr>
          <p:nvPr/>
        </p:nvSpPr>
        <p:spPr>
          <a:xfrm xmlns:a="http://schemas.openxmlformats.org/drawingml/2006/main">
            <a:off x="409575" y="45148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E57DA10A-A4D0-4578-8F25-35A23C707550}"/>
              </a:ext>
            </a:extLst>
          </p:cNvPr>
          <p:cNvSpPr>
            <a:spLocks xmlns:a="http://schemas.openxmlformats.org/drawingml/2006/main" noGrp="1"/>
          </p:cNvSpPr>
          <p:nvPr/>
        </p:nvSpPr>
        <p:spPr>
          <a:xfrm xmlns:a="http://schemas.openxmlformats.org/drawingml/2006/main">
            <a:off x="457200" y="4524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
        <p:nvSpPr>
          <p:cNvPr id="34" name="shape">
            <a:extLst xmlns:a="http://schemas.openxmlformats.org/drawingml/2006/main">
              <a:ext uri="{FF2B5EF4-FFF2-40B4-BE49-F238E27FC236}">
                <a16:creationId xmlns:a16="http://schemas.microsoft.com/office/drawing/2014/main" id="{CF30364E-DB8C-43D8-B21C-27F61C42A3B0}"/>
              </a:ext>
            </a:extLst>
          </p:cNvPr>
          <p:cNvSpPr>
            <a:spLocks xmlns:a="http://schemas.openxmlformats.org/drawingml/2006/main" noGrp="1"/>
          </p:cNvSpPr>
          <p:nvPr/>
        </p:nvSpPr>
        <p:spPr>
          <a:xfrm xmlns:a="http://schemas.openxmlformats.org/drawingml/2006/main">
            <a:off x="409575" y="49053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28945B4E-AAC4-4933-B7DE-2A847C7D5BCF}"/>
              </a:ext>
            </a:extLst>
          </p:cNvPr>
          <p:cNvSpPr>
            <a:spLocks xmlns:a="http://schemas.openxmlformats.org/drawingml/2006/main" noGrp="1"/>
          </p:cNvSpPr>
          <p:nvPr/>
        </p:nvSpPr>
        <p:spPr>
          <a:xfrm xmlns:a="http://schemas.openxmlformats.org/drawingml/2006/main">
            <a:off x="457200" y="4914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Tree>
    <p:extLst>
      <p:ext uri="{BB962C8B-B14F-4D97-AF65-F5344CB8AC3E}">
        <p14:creationId xmlns:p14="http://schemas.microsoft.com/office/powerpoint/2010/main" val="71444118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A209961B-B88B-4ED4-A8FF-FD939443CC2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A63E0D74-F98C-4F43-B770-FD1858B06A2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0DF8D1AE-8096-48A4-85D8-B290167C0CC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12E4C16B-F6A6-4967-8A4B-B8F1D16639E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FEF5982-9173-4CD8-B6D5-06797A6363F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7264A01-2394-4572-B64D-1E1AC4BFE74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8A8BE76-B769-426D-A7E5-39FC28B4C99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E1A7903-CE9C-4ED0-8581-411756140C1F}"/>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534B2BF-37C0-4F1C-B2D2-E9016F34482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B979FAF-06B8-4CDA-BC8B-171A297FDD2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684C8AD4-D50E-4AE4-8FA1-1D5EE6932C7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0BE10A5A-E2E4-49C4-A437-17489AD14B9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25F649B4-6468-412B-9EE8-E1EF49D378A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28 / 44</a:t>
            </a:r>
          </a:p>
        </p:txBody>
      </p:sp>
      <p:sp>
        <p:nvSpPr>
          <p:cNvPr id="14" name="licence-footer">
            <a:extLst xmlns:a="http://schemas.openxmlformats.org/drawingml/2006/main">
              <a:ext uri="{FF2B5EF4-FFF2-40B4-BE49-F238E27FC236}">
                <a16:creationId xmlns:a16="http://schemas.microsoft.com/office/drawing/2014/main" id="{21BB9EE0-D855-4658-9EBA-EE303825A88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3E7E411-F742-4B0A-AD8C-41C5F6602CBD}"/>
              </a:ext>
            </a:extLst>
          </p:cNvPr>
          <p:cNvPicPr>
            <a:picLocks xmlns:a="http://schemas.openxmlformats.org/drawingml/2006/main" noChangeAspect="1"/>
          </p:cNvPicPr>
          <p:nvPr/>
        </p:nvPicPr>
        <p:blipFill>
          <a:blip xmlns:r="http://schemas.openxmlformats.org/officeDocument/2006/relationships" xmlns:a="http://schemas.openxmlformats.org/drawingml/2006/main" r:embed="Rd5e5ded5118e4da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2F47CF92-B62C-4145-B630-D112A7E39FEB}"/>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3C437CC6-1441-4544-A2F3-58EA1887C5D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Viewpoint I discuss [ ] / source and detail [ ]</a:t>
            </a:r>
          </a:p>
        </p:txBody>
      </p:sp>
      <p:sp>
        <p:nvSpPr>
          <p:cNvPr id="18" name="shape">
            <a:extLst xmlns:a="http://schemas.openxmlformats.org/drawingml/2006/main">
              <a:ext uri="{FF2B5EF4-FFF2-40B4-BE49-F238E27FC236}">
                <a16:creationId xmlns:a16="http://schemas.microsoft.com/office/drawing/2014/main" id="{55404645-D93E-4C21-8817-1E464F164A87}"/>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7B788F6E-9874-4D96-B7BC-B2E8C47CAD99}"/>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Reason linked to C [ ] / limit or condition [ ]</a:t>
            </a:r>
          </a:p>
        </p:txBody>
      </p:sp>
      <p:sp>
        <p:nvSpPr>
          <p:cNvPr id="20" name="shape">
            <a:extLst xmlns:a="http://schemas.openxmlformats.org/drawingml/2006/main">
              <a:ext uri="{FF2B5EF4-FFF2-40B4-BE49-F238E27FC236}">
                <a16:creationId xmlns:a16="http://schemas.microsoft.com/office/drawing/2014/main" id="{BCC2EA68-A21D-489F-ADB8-6551F3C62EFD}"/>
              </a:ext>
            </a:extLst>
          </p:cNvPr>
          <p:cNvSpPr>
            <a:spLocks xmlns:a="http://schemas.openxmlformats.org/drawingml/2006/main" noGrp="1"/>
          </p:cNvSpPr>
          <p:nvPr/>
        </p:nvSpPr>
        <p:spPr>
          <a:xfrm xmlns:a="http://schemas.openxmlformats.org/drawingml/2006/main">
            <a:off x="409575" y="25241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1A2F6725-2A9D-4A1B-884B-14216323A61D}"/>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Other view heard or read [ ] / my fair reply [ ]</a:t>
            </a:r>
          </a:p>
        </p:txBody>
      </p:sp>
      <p:sp>
        <p:nvSpPr>
          <p:cNvPr id="22" name="shape">
            <a:extLst xmlns:a="http://schemas.openxmlformats.org/drawingml/2006/main">
              <a:ext uri="{FF2B5EF4-FFF2-40B4-BE49-F238E27FC236}">
                <a16:creationId xmlns:a16="http://schemas.microsoft.com/office/drawing/2014/main" id="{4AE5FA9A-A843-4E05-8155-8A6DE30916F0}"/>
              </a:ext>
            </a:extLst>
          </p:cNvPr>
          <p:cNvSpPr>
            <a:spLocks xmlns:a="http://schemas.openxmlformats.org/drawingml/2006/main" noGrp="1"/>
          </p:cNvSpPr>
          <p:nvPr/>
        </p:nvSpPr>
        <p:spPr>
          <a:xfrm xmlns:a="http://schemas.openxmlformats.org/drawingml/2006/main">
            <a:off x="409575" y="29146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905040FF-1D8D-4126-ACAE-D42D60826BD7}"/>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paragraph or equivalent response [ ]</a:t>
            </a:r>
          </a:p>
        </p:txBody>
      </p:sp>
      <p:sp>
        <p:nvSpPr>
          <p:cNvPr id="24" name="shape">
            <a:extLst xmlns:a="http://schemas.openxmlformats.org/drawingml/2006/main">
              <a:ext uri="{FF2B5EF4-FFF2-40B4-BE49-F238E27FC236}">
                <a16:creationId xmlns:a16="http://schemas.microsoft.com/office/drawing/2014/main" id="{6BD5189B-441C-4E13-AA45-75D4698FD386}"/>
              </a:ext>
            </a:extLst>
          </p:cNvPr>
          <p:cNvSpPr>
            <a:spLocks xmlns:a="http://schemas.openxmlformats.org/drawingml/2006/main" noGrp="1"/>
          </p:cNvSpPr>
          <p:nvPr/>
        </p:nvSpPr>
        <p:spPr>
          <a:xfrm xmlns:a="http://schemas.openxmlformats.org/drawingml/2006/main">
            <a:off x="409575" y="3305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01F57358-27E7-40E8-8917-CCB06D82C620}"/>
              </a:ext>
            </a:extLst>
          </p:cNvPr>
          <p:cNvSpPr>
            <a:spLocks xmlns:a="http://schemas.openxmlformats.org/drawingml/2006/main" noGrp="1"/>
          </p:cNvSpPr>
          <p:nvPr/>
        </p:nvSpPr>
        <p:spPr>
          <a:xfrm xmlns:a="http://schemas.openxmlformats.org/drawingml/2006/main">
            <a:off x="457200" y="3314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One NS received [ ] / my edit or reason to keep [ ]</a:t>
            </a:r>
          </a:p>
        </p:txBody>
      </p:sp>
      <p:sp>
        <p:nvSpPr>
          <p:cNvPr id="26" name="shape">
            <a:extLst xmlns:a="http://schemas.openxmlformats.org/drawingml/2006/main">
              <a:ext uri="{FF2B5EF4-FFF2-40B4-BE49-F238E27FC236}">
                <a16:creationId xmlns:a16="http://schemas.microsoft.com/office/drawing/2014/main" id="{CC085B9B-6943-4850-983C-8F9D335888A6}"/>
              </a:ext>
            </a:extLst>
          </p:cNvPr>
          <p:cNvSpPr>
            <a:spLocks xmlns:a="http://schemas.openxmlformats.org/drawingml/2006/main" noGrp="1"/>
          </p:cNvSpPr>
          <p:nvPr/>
        </p:nvSpPr>
        <p:spPr>
          <a:xfrm xmlns:a="http://schemas.openxmlformats.org/drawingml/2006/main">
            <a:off x="409575" y="3695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435F5836-F186-4482-8C02-94007725C573}"/>
              </a:ext>
            </a:extLst>
          </p:cNvPr>
          <p:cNvSpPr>
            <a:spLocks xmlns:a="http://schemas.openxmlformats.org/drawingml/2006/main" noGrp="1"/>
          </p:cNvSpPr>
          <p:nvPr/>
        </p:nvSpPr>
        <p:spPr>
          <a:xfrm xmlns:a="http://schemas.openxmlformats.org/drawingml/2006/main">
            <a:off x="457200" y="3705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28" name="shape">
            <a:extLst xmlns:a="http://schemas.openxmlformats.org/drawingml/2006/main">
              <a:ext uri="{FF2B5EF4-FFF2-40B4-BE49-F238E27FC236}">
                <a16:creationId xmlns:a16="http://schemas.microsoft.com/office/drawing/2014/main" id="{45606A95-85D5-4959-8E39-52045804F60F}"/>
              </a:ext>
            </a:extLst>
          </p:cNvPr>
          <p:cNvSpPr>
            <a:spLocks xmlns:a="http://schemas.openxmlformats.org/drawingml/2006/main" noGrp="1"/>
          </p:cNvSpPr>
          <p:nvPr/>
        </p:nvSpPr>
        <p:spPr>
          <a:xfrm xmlns:a="http://schemas.openxmlformats.org/drawingml/2006/main">
            <a:off x="409575" y="39909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47090E9D-F36D-4DCD-BF9D-FAC0708A7D07}"/>
              </a:ext>
            </a:extLst>
          </p:cNvPr>
          <p:cNvSpPr>
            <a:spLocks xmlns:a="http://schemas.openxmlformats.org/drawingml/2006/main" noGrp="1"/>
          </p:cNvSpPr>
          <p:nvPr/>
        </p:nvSpPr>
        <p:spPr>
          <a:xfrm xmlns:a="http://schemas.openxmlformats.org/drawingml/2006/main">
            <a:off x="457200" y="4000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Tree>
    <p:extLst>
      <p:ext uri="{BB962C8B-B14F-4D97-AF65-F5344CB8AC3E}">
        <p14:creationId xmlns:p14="http://schemas.microsoft.com/office/powerpoint/2010/main" val="107936294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D375534A-95C3-42C8-A1F1-F18B3BB9E89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4A7AF484-B14C-4774-8BE7-A99B2500EAC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0247AE79-80EF-4493-9C2E-36E3AC3C0B2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67734B89-C382-45AA-A242-1EC0DAE651A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91F03C1-EAB8-472F-8B49-E7064B8637F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341133F-C3C2-4465-B750-D54D4EB6FEC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0B292D8-CA64-461D-B003-93DF37D3E74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5B2F7C3-C264-4EF0-965E-5A1E3B4E1AC3}"/>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D04C4A3-B29C-43D6-A92D-F8011E64235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8BC850B-BD39-4EAA-835B-61FF16E77B5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FD8A2D96-7738-4543-8B0B-A9C13E2D281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A3DF36AA-B381-4398-A63E-24080428222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64F23EFE-5E70-4E75-8C86-33F5703D633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29 / 44</a:t>
            </a:r>
          </a:p>
        </p:txBody>
      </p:sp>
      <p:sp>
        <p:nvSpPr>
          <p:cNvPr id="14" name="licence-footer">
            <a:extLst xmlns:a="http://schemas.openxmlformats.org/drawingml/2006/main">
              <a:ext uri="{FF2B5EF4-FFF2-40B4-BE49-F238E27FC236}">
                <a16:creationId xmlns:a16="http://schemas.microsoft.com/office/drawing/2014/main" id="{F511CAF6-5205-4B38-A58B-A3C09030D84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A681483-FA2C-49E6-BA1E-E0D5CC7EB85D}"/>
              </a:ext>
            </a:extLst>
          </p:cNvPr>
          <p:cNvPicPr>
            <a:picLocks xmlns:a="http://schemas.openxmlformats.org/drawingml/2006/main" noChangeAspect="1"/>
          </p:cNvPicPr>
          <p:nvPr/>
        </p:nvPicPr>
        <p:blipFill>
          <a:blip xmlns:r="http://schemas.openxmlformats.org/officeDocument/2006/relationships" xmlns:a="http://schemas.openxmlformats.org/drawingml/2006/main" r:embed="R608b1cee94c8417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A225A775-EF55-4EA9-AAA1-0D122AD35C95}"/>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C04D16EA-96A9-4327-8C85-6900EC6CF82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18" name="shape">
            <a:extLst xmlns:a="http://schemas.openxmlformats.org/drawingml/2006/main">
              <a:ext uri="{FF2B5EF4-FFF2-40B4-BE49-F238E27FC236}">
                <a16:creationId xmlns:a16="http://schemas.microsoft.com/office/drawing/2014/main" id="{0BF47890-3431-4391-BB19-D87CF76EE1DA}"/>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600C5441-BBDD-46F4-A0F2-EB59F3A7A29F}"/>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20" name="shape">
            <a:extLst xmlns:a="http://schemas.openxmlformats.org/drawingml/2006/main">
              <a:ext uri="{FF2B5EF4-FFF2-40B4-BE49-F238E27FC236}">
                <a16:creationId xmlns:a16="http://schemas.microsoft.com/office/drawing/2014/main" id="{10CB689C-CA46-43B0-AC0B-94A80F55DBCE}"/>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3C99DCB5-A95F-4C16-ACB0-E017ED68D944}"/>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47243506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5D6C882F-405F-4875-A282-79148BA0F8D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9AC0AD62-93DA-4220-AF00-9618E04935B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C3790317-71E8-4CDD-A11F-11E3D15F41D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9616AD1F-F0F7-45C3-BF77-4E60450C795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7494215-50F1-40A7-AB51-148543EE7BE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88CFEF0-D851-44EE-B1D4-AD4C238D494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E62F3F5-7871-4E20-B991-6EECF34C198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FAA1C13-E1F5-4DFF-8F1D-7B4586FC89A6}"/>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13A260F-E464-4838-A933-3462DB63DF6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1386D2D-E204-4BCE-9941-88BE3C19D49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F7457328-524B-4811-A41F-B71C3306334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468FBBC0-12FC-4FE1-BB93-DA69045F602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7F31F0D2-88F1-4E2F-A215-92E97C8F7CE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30 / 44</a:t>
            </a:r>
          </a:p>
        </p:txBody>
      </p:sp>
      <p:sp>
        <p:nvSpPr>
          <p:cNvPr id="14" name="licence-footer">
            <a:extLst xmlns:a="http://schemas.openxmlformats.org/drawingml/2006/main">
              <a:ext uri="{FF2B5EF4-FFF2-40B4-BE49-F238E27FC236}">
                <a16:creationId xmlns:a16="http://schemas.microsoft.com/office/drawing/2014/main" id="{F4FDC547-0AB4-4183-9C29-D5ED06885A8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FAA58EB-79B9-4814-8640-292F16A2A396}"/>
              </a:ext>
            </a:extLst>
          </p:cNvPr>
          <p:cNvPicPr>
            <a:picLocks xmlns:a="http://schemas.openxmlformats.org/drawingml/2006/main" noChangeAspect="1"/>
          </p:cNvPicPr>
          <p:nvPr/>
        </p:nvPicPr>
        <p:blipFill>
          <a:blip xmlns:r="http://schemas.openxmlformats.org/officeDocument/2006/relationships" xmlns:a="http://schemas.openxmlformats.org/drawingml/2006/main" r:embed="Rb92e6507bffc49f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2A301856-2CB3-4839-95A6-1C01E8C993E0}"/>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89CC2502-2EEE-4B6B-A8C0-ACA3FE739232}"/>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Supported</a:t>
            </a:r>
          </a:p>
        </p:txBody>
      </p:sp>
      <p:sp>
        <p:nvSpPr>
          <p:cNvPr id="18" name="shape">
            <a:extLst xmlns:a="http://schemas.openxmlformats.org/drawingml/2006/main">
              <a:ext uri="{FF2B5EF4-FFF2-40B4-BE49-F238E27FC236}">
                <a16:creationId xmlns:a16="http://schemas.microsoft.com/office/drawing/2014/main" id="{939B4833-6368-4D15-8645-3A7FD1D951B1}"/>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9B6A1FE6-49A0-48B5-BE2A-E36D120BD53D}"/>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
        <p:nvSpPr>
          <p:cNvPr id="20" name="shape">
            <a:extLst xmlns:a="http://schemas.openxmlformats.org/drawingml/2006/main">
              <a:ext uri="{FF2B5EF4-FFF2-40B4-BE49-F238E27FC236}">
                <a16:creationId xmlns:a16="http://schemas.microsoft.com/office/drawing/2014/main" id="{9F06FBEB-57E9-4799-B757-A7BA8F9273EA}"/>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DE01B179-BA0B-40FF-A6F7-7BE622F5ED8B}"/>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these steps. You choose every detail and answer.</a:t>
            </a:r>
          </a:p>
        </p:txBody>
      </p:sp>
      <p:sp>
        <p:nvSpPr>
          <p:cNvPr id="22" name="shape">
            <a:extLst xmlns:a="http://schemas.openxmlformats.org/drawingml/2006/main">
              <a:ext uri="{FF2B5EF4-FFF2-40B4-BE49-F238E27FC236}">
                <a16:creationId xmlns:a16="http://schemas.microsoft.com/office/drawing/2014/main" id="{E7146AD8-2798-426F-9FF0-F3B72D5F090F}"/>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7C0F2D9E-E397-4461-84FC-C6E196526ADD}"/>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Core task: Give and defend a respectful response to a question about change.</a:t>
            </a:r>
          </a:p>
        </p:txBody>
      </p:sp>
      <p:sp>
        <p:nvSpPr>
          <p:cNvPr id="24" name="shape">
            <a:extLst xmlns:a="http://schemas.openxmlformats.org/drawingml/2006/main">
              <a:ext uri="{FF2B5EF4-FFF2-40B4-BE49-F238E27FC236}">
                <a16:creationId xmlns:a16="http://schemas.microsoft.com/office/drawing/2014/main" id="{74E4F88D-7A7C-4A48-B6F7-D6093941380A}"/>
              </a:ext>
            </a:extLst>
          </p:cNvPr>
          <p:cNvSpPr>
            <a:spLocks xmlns:a="http://schemas.openxmlformats.org/drawingml/2006/main" noGrp="1"/>
          </p:cNvSpPr>
          <p:nvPr/>
        </p:nvSpPr>
        <p:spPr>
          <a:xfrm xmlns:a="http://schemas.openxmlformats.org/drawingml/2006/main">
            <a:off x="409575" y="33337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7ED8EB9A-A6A3-44F7-A9CA-4BFCE3AD8ADD}"/>
              </a:ext>
            </a:extLst>
          </p:cNvPr>
          <p:cNvSpPr>
            <a:spLocks xmlns:a="http://schemas.openxmlformats.org/drawingml/2006/main" noGrp="1"/>
          </p:cNvSpPr>
          <p:nvPr/>
        </p:nvSpPr>
        <p:spPr>
          <a:xfrm xmlns:a="http://schemas.openxmlformats.org/drawingml/2006/main">
            <a:off x="457200" y="3343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1. Choose a supplied source view from A or B.</a:t>
            </a:r>
          </a:p>
        </p:txBody>
      </p:sp>
      <p:sp>
        <p:nvSpPr>
          <p:cNvPr id="26" name="shape">
            <a:extLst xmlns:a="http://schemas.openxmlformats.org/drawingml/2006/main">
              <a:ext uri="{FF2B5EF4-FFF2-40B4-BE49-F238E27FC236}">
                <a16:creationId xmlns:a16="http://schemas.microsoft.com/office/drawing/2014/main" id="{6B867318-4FF5-43C8-92E6-CE11240A1AD7}"/>
              </a:ext>
            </a:extLst>
          </p:cNvPr>
          <p:cNvSpPr>
            <a:spLocks xmlns:a="http://schemas.openxmlformats.org/drawingml/2006/main" noGrp="1"/>
          </p:cNvSpPr>
          <p:nvPr/>
        </p:nvSpPr>
        <p:spPr>
          <a:xfrm xmlns:a="http://schemas.openxmlformats.org/drawingml/2006/main">
            <a:off x="409575" y="37242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5C1D3882-0555-4499-9E1E-99E00AF481EA}"/>
              </a:ext>
            </a:extLst>
          </p:cNvPr>
          <p:cNvSpPr>
            <a:spLocks xmlns:a="http://schemas.openxmlformats.org/drawingml/2006/main" noGrp="1"/>
          </p:cNvSpPr>
          <p:nvPr/>
        </p:nvSpPr>
        <p:spPr>
          <a:xfrm xmlns:a="http://schemas.openxmlformats.org/drawingml/2006/main">
            <a:off x="457200" y="37338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2. Use C to explain how hope or careful action could help.</a:t>
            </a:r>
          </a:p>
        </p:txBody>
      </p:sp>
      <p:sp>
        <p:nvSpPr>
          <p:cNvPr id="28" name="shape">
            <a:extLst xmlns:a="http://schemas.openxmlformats.org/drawingml/2006/main">
              <a:ext uri="{FF2B5EF4-FFF2-40B4-BE49-F238E27FC236}">
                <a16:creationId xmlns:a16="http://schemas.microsoft.com/office/drawing/2014/main" id="{6635DB74-B3D3-45FC-9925-0D3F4D9E4AA4}"/>
              </a:ext>
            </a:extLst>
          </p:cNvPr>
          <p:cNvSpPr>
            <a:spLocks xmlns:a="http://schemas.openxmlformats.org/drawingml/2006/main" noGrp="1"/>
          </p:cNvSpPr>
          <p:nvPr/>
        </p:nvSpPr>
        <p:spPr>
          <a:xfrm xmlns:a="http://schemas.openxmlformats.org/drawingml/2006/main">
            <a:off x="409575" y="4114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16C8C4E8-57A9-42AF-922D-01883D107810}"/>
              </a:ext>
            </a:extLst>
          </p:cNvPr>
          <p:cNvSpPr>
            <a:spLocks xmlns:a="http://schemas.openxmlformats.org/drawingml/2006/main" noGrp="1"/>
          </p:cNvSpPr>
          <p:nvPr/>
        </p:nvSpPr>
        <p:spPr>
          <a:xfrm xmlns:a="http://schemas.openxmlformats.org/drawingml/2006/main">
            <a:off x="457200" y="4124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3. Give a reason and one limit.</a:t>
            </a:r>
          </a:p>
        </p:txBody>
      </p:sp>
      <p:sp>
        <p:nvSpPr>
          <p:cNvPr id="30" name="shape">
            <a:extLst xmlns:a="http://schemas.openxmlformats.org/drawingml/2006/main">
              <a:ext uri="{FF2B5EF4-FFF2-40B4-BE49-F238E27FC236}">
                <a16:creationId xmlns:a16="http://schemas.microsoft.com/office/drawing/2014/main" id="{158C83A4-3924-4D52-83BE-636D8E4A8740}"/>
              </a:ext>
            </a:extLst>
          </p:cNvPr>
          <p:cNvSpPr>
            <a:spLocks xmlns:a="http://schemas.openxmlformats.org/drawingml/2006/main" noGrp="1"/>
          </p:cNvSpPr>
          <p:nvPr/>
        </p:nvSpPr>
        <p:spPr>
          <a:xfrm xmlns:a="http://schemas.openxmlformats.org/drawingml/2006/main">
            <a:off x="409575" y="45053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14AF42A4-9B7A-43C2-9BC9-BB69AA34DD92}"/>
              </a:ext>
            </a:extLst>
          </p:cNvPr>
          <p:cNvSpPr>
            <a:spLocks xmlns:a="http://schemas.openxmlformats.org/drawingml/2006/main" noGrp="1"/>
          </p:cNvSpPr>
          <p:nvPr/>
        </p:nvSpPr>
        <p:spPr>
          <a:xfrm xmlns:a="http://schemas.openxmlformats.org/drawingml/2006/main">
            <a:off x="457200" y="4514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 Hear or read another view. Reply fairly, then review one claim.</a:t>
            </a:r>
          </a:p>
        </p:txBody>
      </p:sp>
      <p:sp>
        <p:nvSpPr>
          <p:cNvPr id="32" name="shape">
            <a:extLst xmlns:a="http://schemas.openxmlformats.org/drawingml/2006/main">
              <a:ext uri="{FF2B5EF4-FFF2-40B4-BE49-F238E27FC236}">
                <a16:creationId xmlns:a16="http://schemas.microsoft.com/office/drawing/2014/main" id="{C3622D79-07BB-4159-B663-A2D24E7837A2}"/>
              </a:ext>
            </a:extLst>
          </p:cNvPr>
          <p:cNvSpPr>
            <a:spLocks xmlns:a="http://schemas.openxmlformats.org/drawingml/2006/main" noGrp="1"/>
          </p:cNvSpPr>
          <p:nvPr/>
        </p:nvSpPr>
        <p:spPr>
          <a:xfrm xmlns:a="http://schemas.openxmlformats.org/drawingml/2006/main">
            <a:off x="409575" y="48958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1B5D2B9E-A1E2-463D-A79A-49D85B407EFD}"/>
              </a:ext>
            </a:extLst>
          </p:cNvPr>
          <p:cNvSpPr>
            <a:spLocks xmlns:a="http://schemas.openxmlformats.org/drawingml/2006/main" noGrp="1"/>
          </p:cNvSpPr>
          <p:nvPr/>
        </p:nvSpPr>
        <p:spPr>
          <a:xfrm xmlns:a="http://schemas.openxmlformats.org/drawingml/2006/main">
            <a:off x="457200" y="4905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four must-know words in labels, talk or your review: viewpoint, reason, respect, change.</a:t>
            </a:r>
          </a:p>
        </p:txBody>
      </p:sp>
    </p:spTree>
    <p:extLst>
      <p:ext uri="{BB962C8B-B14F-4D97-AF65-F5344CB8AC3E}">
        <p14:creationId xmlns:p14="http://schemas.microsoft.com/office/powerpoint/2010/main" val="101172335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A24BAE2A-21A1-4AF4-8E36-9C473F7C24E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0CE3D953-7244-4E7C-8D93-AD636E304A0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61DF4FFC-B6ED-4B35-BB4C-36476309ED4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D5C2C338-EED8-44A2-AAF3-03577F61ACE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5C24ACE-C24F-445E-83DE-60D47D56A45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DD63A22-141E-4343-B8E2-672048BE6B0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0C5D8A8-AA93-44A8-8147-B837421F5FC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87F4657-8E4E-424D-BC06-869DE824F5E0}"/>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178FBBE-EFE4-4773-A7B5-980ABFFA59F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0495F65-8F7C-465E-A138-EAF94205E1D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83AD704E-FF39-45A2-9C0A-6DFFAB5D1CF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24FFFCEB-8A3E-4E20-85A4-54345D6C5BD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C2818A07-8770-43DB-AD37-73BF91A0B2C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31 / 44</a:t>
            </a:r>
          </a:p>
        </p:txBody>
      </p:sp>
      <p:sp>
        <p:nvSpPr>
          <p:cNvPr id="14" name="licence-footer">
            <a:extLst xmlns:a="http://schemas.openxmlformats.org/drawingml/2006/main">
              <a:ext uri="{FF2B5EF4-FFF2-40B4-BE49-F238E27FC236}">
                <a16:creationId xmlns:a16="http://schemas.microsoft.com/office/drawing/2014/main" id="{0EA6FA6E-7A3B-4868-BF88-F609B4C5B81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042D816-7898-405A-969A-6E95308AE882}"/>
              </a:ext>
            </a:extLst>
          </p:cNvPr>
          <p:cNvPicPr>
            <a:picLocks xmlns:a="http://schemas.openxmlformats.org/drawingml/2006/main" noChangeAspect="1"/>
          </p:cNvPicPr>
          <p:nvPr/>
        </p:nvPicPr>
        <p:blipFill>
          <a:blip xmlns:r="http://schemas.openxmlformats.org/officeDocument/2006/relationships" xmlns:a="http://schemas.openxmlformats.org/drawingml/2006/main" r:embed="R3ccdec6f2ae6478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00114000-77F1-4FD3-B908-2BE8641748BF}"/>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A12123D6-6D38-46A2-9848-98FE1B7BCBB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18" name="shape">
            <a:extLst xmlns:a="http://schemas.openxmlformats.org/drawingml/2006/main">
              <a:ext uri="{FF2B5EF4-FFF2-40B4-BE49-F238E27FC236}">
                <a16:creationId xmlns:a16="http://schemas.microsoft.com/office/drawing/2014/main" id="{D05A2F98-46F9-444E-BBEB-8DE2BCDB7DA8}"/>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BADBAE30-A1F7-4D71-AE04-5541A1E00FDB}"/>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
        <p:nvSpPr>
          <p:cNvPr id="20" name="shape">
            <a:extLst xmlns:a="http://schemas.openxmlformats.org/drawingml/2006/main">
              <a:ext uri="{FF2B5EF4-FFF2-40B4-BE49-F238E27FC236}">
                <a16:creationId xmlns:a16="http://schemas.microsoft.com/office/drawing/2014/main" id="{98D67F03-4951-4743-A913-5A29542B1200}"/>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0D69FCD7-1223-46CF-9A49-DE302A33ACE0}"/>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
        <p:nvSpPr>
          <p:cNvPr id="22" name="shape">
            <a:extLst xmlns:a="http://schemas.openxmlformats.org/drawingml/2006/main">
              <a:ext uri="{FF2B5EF4-FFF2-40B4-BE49-F238E27FC236}">
                <a16:creationId xmlns:a16="http://schemas.microsoft.com/office/drawing/2014/main" id="{31C7A9A5-FCFD-46CF-ADC5-9819952737F8}"/>
              </a:ext>
            </a:extLst>
          </p:cNvPr>
          <p:cNvSpPr>
            <a:spLocks xmlns:a="http://schemas.openxmlformats.org/drawingml/2006/main" noGrp="1"/>
          </p:cNvSpPr>
          <p:nvPr/>
        </p:nvSpPr>
        <p:spPr>
          <a:xfrm xmlns:a="http://schemas.openxmlformats.org/drawingml/2006/main">
            <a:off x="409575" y="28194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1F345144-966B-4D89-B63D-7CCC6F59FFC7}"/>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Viewpoint I discuss [ ] / source and detail [ ]</a:t>
            </a:r>
          </a:p>
        </p:txBody>
      </p:sp>
      <p:sp>
        <p:nvSpPr>
          <p:cNvPr id="24" name="shape">
            <a:extLst xmlns:a="http://schemas.openxmlformats.org/drawingml/2006/main">
              <a:ext uri="{FF2B5EF4-FFF2-40B4-BE49-F238E27FC236}">
                <a16:creationId xmlns:a16="http://schemas.microsoft.com/office/drawing/2014/main" id="{3D759C19-669E-4719-B0CE-CB6F2C8DF318}"/>
              </a:ext>
            </a:extLst>
          </p:cNvPr>
          <p:cNvSpPr>
            <a:spLocks xmlns:a="http://schemas.openxmlformats.org/drawingml/2006/main" noGrp="1"/>
          </p:cNvSpPr>
          <p:nvPr/>
        </p:nvSpPr>
        <p:spPr>
          <a:xfrm xmlns:a="http://schemas.openxmlformats.org/drawingml/2006/main">
            <a:off x="409575" y="32099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B75716CB-E473-4A3A-8FF3-F623E6FEBAEA}"/>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Reason linked to C [ ] / limit or condition [ ]</a:t>
            </a:r>
          </a:p>
        </p:txBody>
      </p:sp>
      <p:sp>
        <p:nvSpPr>
          <p:cNvPr id="26" name="shape">
            <a:extLst xmlns:a="http://schemas.openxmlformats.org/drawingml/2006/main">
              <a:ext uri="{FF2B5EF4-FFF2-40B4-BE49-F238E27FC236}">
                <a16:creationId xmlns:a16="http://schemas.microsoft.com/office/drawing/2014/main" id="{C5DCAAEB-E383-4AB3-9B8F-9C68CEF1333E}"/>
              </a:ext>
            </a:extLst>
          </p:cNvPr>
          <p:cNvSpPr>
            <a:spLocks xmlns:a="http://schemas.openxmlformats.org/drawingml/2006/main" noGrp="1"/>
          </p:cNvSpPr>
          <p:nvPr/>
        </p:nvSpPr>
        <p:spPr>
          <a:xfrm xmlns:a="http://schemas.openxmlformats.org/drawingml/2006/main">
            <a:off x="409575" y="36004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E1BF487A-BABF-4417-B181-744C93DFB6F3}"/>
              </a:ext>
            </a:extLst>
          </p:cNvPr>
          <p:cNvSpPr>
            <a:spLocks xmlns:a="http://schemas.openxmlformats.org/drawingml/2006/main" noGrp="1"/>
          </p:cNvSpPr>
          <p:nvPr/>
        </p:nvSpPr>
        <p:spPr>
          <a:xfrm xmlns:a="http://schemas.openxmlformats.org/drawingml/2006/main">
            <a:off x="457200" y="3609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Other view heard or read [ ] / my fair reply [ ]</a:t>
            </a:r>
          </a:p>
        </p:txBody>
      </p:sp>
      <p:sp>
        <p:nvSpPr>
          <p:cNvPr id="28" name="shape">
            <a:extLst xmlns:a="http://schemas.openxmlformats.org/drawingml/2006/main">
              <a:ext uri="{FF2B5EF4-FFF2-40B4-BE49-F238E27FC236}">
                <a16:creationId xmlns:a16="http://schemas.microsoft.com/office/drawing/2014/main" id="{0DB9605E-C376-4C35-949E-74CF2E281649}"/>
              </a:ext>
            </a:extLst>
          </p:cNvPr>
          <p:cNvSpPr>
            <a:spLocks xmlns:a="http://schemas.openxmlformats.org/drawingml/2006/main" noGrp="1"/>
          </p:cNvSpPr>
          <p:nvPr/>
        </p:nvSpPr>
        <p:spPr>
          <a:xfrm xmlns:a="http://schemas.openxmlformats.org/drawingml/2006/main">
            <a:off x="409575" y="39909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F8C09D55-2C3B-4303-9C12-C6E992055ED0}"/>
              </a:ext>
            </a:extLst>
          </p:cNvPr>
          <p:cNvSpPr>
            <a:spLocks xmlns:a="http://schemas.openxmlformats.org/drawingml/2006/main" noGrp="1"/>
          </p:cNvSpPr>
          <p:nvPr/>
        </p:nvSpPr>
        <p:spPr>
          <a:xfrm xmlns:a="http://schemas.openxmlformats.org/drawingml/2006/main">
            <a:off x="457200" y="4000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paragraph or equivalent response [ ]</a:t>
            </a:r>
          </a:p>
        </p:txBody>
      </p:sp>
      <p:sp>
        <p:nvSpPr>
          <p:cNvPr id="30" name="shape">
            <a:extLst xmlns:a="http://schemas.openxmlformats.org/drawingml/2006/main">
              <a:ext uri="{FF2B5EF4-FFF2-40B4-BE49-F238E27FC236}">
                <a16:creationId xmlns:a16="http://schemas.microsoft.com/office/drawing/2014/main" id="{4025B726-BE05-4F73-BFB8-A87B3AE287FE}"/>
              </a:ext>
            </a:extLst>
          </p:cNvPr>
          <p:cNvSpPr>
            <a:spLocks xmlns:a="http://schemas.openxmlformats.org/drawingml/2006/main" noGrp="1"/>
          </p:cNvSpPr>
          <p:nvPr/>
        </p:nvSpPr>
        <p:spPr>
          <a:xfrm xmlns:a="http://schemas.openxmlformats.org/drawingml/2006/main">
            <a:off x="409575" y="43815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7FECBC6B-DF08-4613-BB20-E51C262683A0}"/>
              </a:ext>
            </a:extLst>
          </p:cNvPr>
          <p:cNvSpPr>
            <a:spLocks xmlns:a="http://schemas.openxmlformats.org/drawingml/2006/main" noGrp="1"/>
          </p:cNvSpPr>
          <p:nvPr/>
        </p:nvSpPr>
        <p:spPr>
          <a:xfrm xmlns:a="http://schemas.openxmlformats.org/drawingml/2006/main">
            <a:off x="457200" y="4391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One NS received [ ] / my edit or reason to keep [ ]</a:t>
            </a:r>
          </a:p>
        </p:txBody>
      </p:sp>
    </p:spTree>
    <p:extLst>
      <p:ext uri="{BB962C8B-B14F-4D97-AF65-F5344CB8AC3E}">
        <p14:creationId xmlns:p14="http://schemas.microsoft.com/office/powerpoint/2010/main" val="1693857054"/>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EDF49065-6B35-42C5-A569-990F89991D6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DF709C10-FF28-4056-B263-7B4577A9D3B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38EAA762-4F7D-4483-A856-04DF0955914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8AB33219-3601-4386-99A3-BA7CC7364A2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5E644DA-6511-4AA4-83B0-738463D9734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9EB7743-5853-489C-91F4-E41A53DDCD4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9120252-A610-4882-A39F-FDC541605A2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117F66A-4610-492A-8869-D0C7F2093283}"/>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64F017B-0200-4E15-8529-9B772E7A6C3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1C9A8D5-8AF0-4957-9A91-F4C9B67554F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2D5B99DD-CAA1-47FD-9DC7-96D8A06362F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58B4B3D1-678B-4E24-9625-9C1E92B96D8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927DF797-DEE2-4DEB-BC24-37FC6F74D21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32 / 44</a:t>
            </a:r>
          </a:p>
        </p:txBody>
      </p:sp>
      <p:sp>
        <p:nvSpPr>
          <p:cNvPr id="14" name="licence-footer">
            <a:extLst xmlns:a="http://schemas.openxmlformats.org/drawingml/2006/main">
              <a:ext uri="{FF2B5EF4-FFF2-40B4-BE49-F238E27FC236}">
                <a16:creationId xmlns:a16="http://schemas.microsoft.com/office/drawing/2014/main" id="{D53C9CDD-BAF6-4C2C-9369-1CF2BBD2D67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6C8DC21-4A76-4832-BB14-BAD82AFFE7BA}"/>
              </a:ext>
            </a:extLst>
          </p:cNvPr>
          <p:cNvPicPr>
            <a:picLocks xmlns:a="http://schemas.openxmlformats.org/drawingml/2006/main" noChangeAspect="1"/>
          </p:cNvPicPr>
          <p:nvPr/>
        </p:nvPicPr>
        <p:blipFill>
          <a:blip xmlns:r="http://schemas.openxmlformats.org/officeDocument/2006/relationships" xmlns:a="http://schemas.openxmlformats.org/drawingml/2006/main" r:embed="Rd3f41dfb413e444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B7BDA818-C939-4429-B104-A5270CF80550}"/>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09C26F52-C71E-4E67-A0EE-BA4EF457719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18" name="shape">
            <a:extLst xmlns:a="http://schemas.openxmlformats.org/drawingml/2006/main">
              <a:ext uri="{FF2B5EF4-FFF2-40B4-BE49-F238E27FC236}">
                <a16:creationId xmlns:a16="http://schemas.microsoft.com/office/drawing/2014/main" id="{35170223-4FC8-4C03-A8B6-C2A07ACDC571}"/>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81293DE5-B6E7-4692-B182-8EEA29CB5F43}"/>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
        <p:nvSpPr>
          <p:cNvPr id="20" name="shape">
            <a:extLst xmlns:a="http://schemas.openxmlformats.org/drawingml/2006/main">
              <a:ext uri="{FF2B5EF4-FFF2-40B4-BE49-F238E27FC236}">
                <a16:creationId xmlns:a16="http://schemas.microsoft.com/office/drawing/2014/main" id="{47E96DEB-41C6-400C-86B9-6E8AC8AF00E4}"/>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108C676C-A74F-4985-9DAC-A2E01F85C77A}"/>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22" name="shape">
            <a:extLst xmlns:a="http://schemas.openxmlformats.org/drawingml/2006/main">
              <a:ext uri="{FF2B5EF4-FFF2-40B4-BE49-F238E27FC236}">
                <a16:creationId xmlns:a16="http://schemas.microsoft.com/office/drawing/2014/main" id="{A11B6E23-E704-4D36-88DA-82CA9D16F454}"/>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CDC1C909-A9F0-4727-B2EF-3F99A075256E}"/>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24" name="shape">
            <a:extLst xmlns:a="http://schemas.openxmlformats.org/drawingml/2006/main">
              <a:ext uri="{FF2B5EF4-FFF2-40B4-BE49-F238E27FC236}">
                <a16:creationId xmlns:a16="http://schemas.microsoft.com/office/drawing/2014/main" id="{528C10AC-2122-4C93-88B2-E352E4DB8EB4}"/>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8EED8DC6-7468-43B7-AA9C-D310DEAC6B1D}"/>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3246456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51D5CAD6-847A-4C94-9465-F06420786DD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14D0B7C4-BA3F-4D40-888E-00C014E6530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4498A6F8-CD96-4F95-AC9E-09D1ADAA723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11FE609D-64BA-45A1-8EFB-B77E4146245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6E08BBD-3A17-4598-8CC8-71B22ECD2B4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DBE9793-8EBE-4862-9E5D-04FFAD7BD74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421D6D5-29C4-4EF5-85B1-789985F321C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F49FC99-3B1A-41E7-88E4-DA60621E7D63}"/>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6977BC1-45FA-4FFC-965E-FC3F8000402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0607A15-957A-4125-B645-5EA1A34742F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B7510EEE-B7C8-4128-9FC4-35913A31BAF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4A2BC813-D7AC-435E-BDF6-BD816C464DD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F3FA4056-C123-45D7-959B-C4A87BD5D6B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33 / 44</a:t>
            </a:r>
          </a:p>
        </p:txBody>
      </p:sp>
      <p:sp>
        <p:nvSpPr>
          <p:cNvPr id="14" name="licence-footer">
            <a:extLst xmlns:a="http://schemas.openxmlformats.org/drawingml/2006/main">
              <a:ext uri="{FF2B5EF4-FFF2-40B4-BE49-F238E27FC236}">
                <a16:creationId xmlns:a16="http://schemas.microsoft.com/office/drawing/2014/main" id="{2723193E-A3FC-4CFA-A87F-0B0C678A92E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5C1E150-0BB9-4DF0-844B-F142597DCFDF}"/>
              </a:ext>
            </a:extLst>
          </p:cNvPr>
          <p:cNvPicPr>
            <a:picLocks xmlns:a="http://schemas.openxmlformats.org/drawingml/2006/main" noChangeAspect="1"/>
          </p:cNvPicPr>
          <p:nvPr/>
        </p:nvPicPr>
        <p:blipFill>
          <a:blip xmlns:r="http://schemas.openxmlformats.org/officeDocument/2006/relationships" xmlns:a="http://schemas.openxmlformats.org/drawingml/2006/main" r:embed="R763bd8f6d0bf447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91A7D772-0F9D-47F9-83A3-B2DA362A1AF3}"/>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ACBB383E-991A-485A-A154-B82F5400F432}"/>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Choice</a:t>
            </a:r>
          </a:p>
        </p:txBody>
      </p:sp>
      <p:sp>
        <p:nvSpPr>
          <p:cNvPr id="18" name="shape">
            <a:extLst xmlns:a="http://schemas.openxmlformats.org/drawingml/2006/main">
              <a:ext uri="{FF2B5EF4-FFF2-40B4-BE49-F238E27FC236}">
                <a16:creationId xmlns:a16="http://schemas.microsoft.com/office/drawing/2014/main" id="{C06BC961-0AD0-4328-A21E-B338E151B5AD}"/>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963E0FBD-F468-403B-8DE4-F30856DE1FA5}"/>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
        <p:nvSpPr>
          <p:cNvPr id="20" name="shape">
            <a:extLst xmlns:a="http://schemas.openxmlformats.org/drawingml/2006/main">
              <a:ext uri="{FF2B5EF4-FFF2-40B4-BE49-F238E27FC236}">
                <a16:creationId xmlns:a16="http://schemas.microsoft.com/office/drawing/2014/main" id="{B751C900-EDDA-4085-B718-64EEB4BF6D67}"/>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E3067437-6CF2-4565-96DA-CEFDF21F62F1}"/>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from the options, then add your own word, phrase or reason.</a:t>
            </a:r>
          </a:p>
        </p:txBody>
      </p:sp>
      <p:sp>
        <p:nvSpPr>
          <p:cNvPr id="22" name="shape">
            <a:extLst xmlns:a="http://schemas.openxmlformats.org/drawingml/2006/main">
              <a:ext uri="{FF2B5EF4-FFF2-40B4-BE49-F238E27FC236}">
                <a16:creationId xmlns:a16="http://schemas.microsoft.com/office/drawing/2014/main" id="{98ACCC55-0124-48AF-A8FC-4C5293B518B1}"/>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E5556AC0-837D-498E-A8AF-D3E8955AA5E7}"/>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Core task: Give and defend a respectful response to a question about change.</a:t>
            </a:r>
          </a:p>
        </p:txBody>
      </p:sp>
      <p:sp>
        <p:nvSpPr>
          <p:cNvPr id="24" name="shape">
            <a:extLst xmlns:a="http://schemas.openxmlformats.org/drawingml/2006/main">
              <a:ext uri="{FF2B5EF4-FFF2-40B4-BE49-F238E27FC236}">
                <a16:creationId xmlns:a16="http://schemas.microsoft.com/office/drawing/2014/main" id="{D9B22E9A-76D1-43D4-8DC0-FAEEE4BF3200}"/>
              </a:ext>
            </a:extLst>
          </p:cNvPr>
          <p:cNvSpPr>
            <a:spLocks xmlns:a="http://schemas.openxmlformats.org/drawingml/2006/main" noGrp="1"/>
          </p:cNvSpPr>
          <p:nvPr/>
        </p:nvSpPr>
        <p:spPr>
          <a:xfrm xmlns:a="http://schemas.openxmlformats.org/drawingml/2006/main">
            <a:off x="409575" y="33337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352C30DE-0FEC-49BC-91EC-364A122D4195}"/>
              </a:ext>
            </a:extLst>
          </p:cNvPr>
          <p:cNvSpPr>
            <a:spLocks xmlns:a="http://schemas.openxmlformats.org/drawingml/2006/main" noGrp="1"/>
          </p:cNvSpPr>
          <p:nvPr/>
        </p:nvSpPr>
        <p:spPr>
          <a:xfrm xmlns:a="http://schemas.openxmlformats.org/drawingml/2006/main">
            <a:off x="457200" y="3343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view to test: hope can help action but cannot promise success / hope makes action</a:t>
            </a:r>
          </a:p>
        </p:txBody>
      </p:sp>
      <p:sp>
        <p:nvSpPr>
          <p:cNvPr id="26" name="shape">
            <a:extLst xmlns:a="http://schemas.openxmlformats.org/drawingml/2006/main">
              <a:ext uri="{FF2B5EF4-FFF2-40B4-BE49-F238E27FC236}">
                <a16:creationId xmlns:a16="http://schemas.microsoft.com/office/drawing/2014/main" id="{60B4F814-5C08-4C12-8B23-70EBBF0F31F0}"/>
              </a:ext>
            </a:extLst>
          </p:cNvPr>
          <p:cNvSpPr>
            <a:spLocks xmlns:a="http://schemas.openxmlformats.org/drawingml/2006/main" noGrp="1"/>
          </p:cNvSpPr>
          <p:nvPr/>
        </p:nvSpPr>
        <p:spPr>
          <a:xfrm xmlns:a="http://schemas.openxmlformats.org/drawingml/2006/main">
            <a:off x="409575" y="36290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1EA952D8-94BD-4700-A71C-BFED3648FD77}"/>
              </a:ext>
            </a:extLst>
          </p:cNvPr>
          <p:cNvSpPr>
            <a:spLocks xmlns:a="http://schemas.openxmlformats.org/drawingml/2006/main" noGrp="1"/>
          </p:cNvSpPr>
          <p:nvPr/>
        </p:nvSpPr>
        <p:spPr>
          <a:xfrm xmlns:a="http://schemas.openxmlformats.org/drawingml/2006/main">
            <a:off x="457200" y="3638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pointless / a changed plan proves the people failed.</a:t>
            </a:r>
          </a:p>
        </p:txBody>
      </p:sp>
      <p:sp>
        <p:nvSpPr>
          <p:cNvPr id="28" name="shape">
            <a:extLst xmlns:a="http://schemas.openxmlformats.org/drawingml/2006/main">
              <a:ext uri="{FF2B5EF4-FFF2-40B4-BE49-F238E27FC236}">
                <a16:creationId xmlns:a16="http://schemas.microsoft.com/office/drawing/2014/main" id="{7FEEA195-B134-4F45-ACAF-6FCC5E84680B}"/>
              </a:ext>
            </a:extLst>
          </p:cNvPr>
          <p:cNvSpPr>
            <a:spLocks xmlns:a="http://schemas.openxmlformats.org/drawingml/2006/main" noGrp="1"/>
          </p:cNvSpPr>
          <p:nvPr/>
        </p:nvSpPr>
        <p:spPr>
          <a:xfrm xmlns:a="http://schemas.openxmlformats.org/drawingml/2006/main">
            <a:off x="409575" y="40195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D3F57860-8440-4711-9B87-D7E0587E2449}"/>
              </a:ext>
            </a:extLst>
          </p:cNvPr>
          <p:cNvSpPr>
            <a:spLocks xmlns:a="http://schemas.openxmlformats.org/drawingml/2006/main" noGrp="1"/>
          </p:cNvSpPr>
          <p:nvPr/>
        </p:nvSpPr>
        <p:spPr>
          <a:xfrm xmlns:a="http://schemas.openxmlformats.org/drawingml/2006/main">
            <a:off x="457200" y="40290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a detail from A or B and the case to support or challenge the view.</a:t>
            </a:r>
          </a:p>
        </p:txBody>
      </p:sp>
      <p:sp>
        <p:nvSpPr>
          <p:cNvPr id="30" name="shape">
            <a:extLst xmlns:a="http://schemas.openxmlformats.org/drawingml/2006/main">
              <a:ext uri="{FF2B5EF4-FFF2-40B4-BE49-F238E27FC236}">
                <a16:creationId xmlns:a16="http://schemas.microsoft.com/office/drawing/2014/main" id="{932CEC2E-49BF-4A95-B54F-72FE2E8A5F69}"/>
              </a:ext>
            </a:extLst>
          </p:cNvPr>
          <p:cNvSpPr>
            <a:spLocks xmlns:a="http://schemas.openxmlformats.org/drawingml/2006/main" noGrp="1"/>
          </p:cNvSpPr>
          <p:nvPr/>
        </p:nvSpPr>
        <p:spPr>
          <a:xfrm xmlns:a="http://schemas.openxmlformats.org/drawingml/2006/main">
            <a:off x="409575" y="4410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28F7E8C4-CBB7-4A5C-94DC-CAB2B2C374C6}"/>
              </a:ext>
            </a:extLst>
          </p:cNvPr>
          <p:cNvSpPr>
            <a:spLocks xmlns:a="http://schemas.openxmlformats.org/drawingml/2006/main" noGrp="1"/>
          </p:cNvSpPr>
          <p:nvPr/>
        </p:nvSpPr>
        <p:spPr>
          <a:xfrm xmlns:a="http://schemas.openxmlformats.org/drawingml/2006/main">
            <a:off x="457200" y="4419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your own word, phrase or reason and one limit. Hear or read another view, reply with care and</a:t>
            </a:r>
          </a:p>
        </p:txBody>
      </p:sp>
      <p:sp>
        <p:nvSpPr>
          <p:cNvPr id="32" name="shape">
            <a:extLst xmlns:a="http://schemas.openxmlformats.org/drawingml/2006/main">
              <a:ext uri="{FF2B5EF4-FFF2-40B4-BE49-F238E27FC236}">
                <a16:creationId xmlns:a16="http://schemas.microsoft.com/office/drawing/2014/main" id="{C3634856-CEEF-4E14-AAAA-FFE879AD49A1}"/>
              </a:ext>
            </a:extLst>
          </p:cNvPr>
          <p:cNvSpPr>
            <a:spLocks xmlns:a="http://schemas.openxmlformats.org/drawingml/2006/main" noGrp="1"/>
          </p:cNvSpPr>
          <p:nvPr/>
        </p:nvSpPr>
        <p:spPr>
          <a:xfrm xmlns:a="http://schemas.openxmlformats.org/drawingml/2006/main">
            <a:off x="409575" y="4705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D594673E-9A31-4646-B9F9-CC67C624ECEC}"/>
              </a:ext>
            </a:extLst>
          </p:cNvPr>
          <p:cNvSpPr>
            <a:spLocks xmlns:a="http://schemas.openxmlformats.org/drawingml/2006/main" noGrp="1"/>
          </p:cNvSpPr>
          <p:nvPr/>
        </p:nvSpPr>
        <p:spPr>
          <a:xfrm xmlns:a="http://schemas.openxmlformats.org/drawingml/2006/main">
            <a:off x="457200" y="4714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check one claim.</a:t>
            </a:r>
          </a:p>
        </p:txBody>
      </p:sp>
    </p:spTree>
    <p:extLst>
      <p:ext uri="{BB962C8B-B14F-4D97-AF65-F5344CB8AC3E}">
        <p14:creationId xmlns:p14="http://schemas.microsoft.com/office/powerpoint/2010/main" val="76380942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952F23C0-B88C-4198-8D3A-0D009E3800C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4971727C-10C2-4E6F-915C-9704699D388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0C98804D-2FA1-4C7D-A348-AC2A14F0DE1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B709447D-9C52-4856-9618-48ACD055D59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A0BDDC5-7046-4EF7-A36E-06B6E760A3C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75E55E3-9BFD-40A1-B5A7-14D40444572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0A96A4C-93CD-4468-BE18-E90FB9D1522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52D96AD-C17E-48BB-AD98-2E5B21014D53}"/>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B9C26B0-5C0F-4E2D-A36C-FB3BBF4F65D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0FBE4E5-47D4-4C44-A065-FA63D35E57C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A196D9A9-D82A-4611-9765-8B17C706943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530DE421-DDB5-4518-9E0E-EA2D9E91EA7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D43A2200-1BDD-43EB-B243-5A0FA2D5F56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34 / 44</a:t>
            </a:r>
          </a:p>
        </p:txBody>
      </p:sp>
      <p:sp>
        <p:nvSpPr>
          <p:cNvPr id="14" name="licence-footer">
            <a:extLst xmlns:a="http://schemas.openxmlformats.org/drawingml/2006/main">
              <a:ext uri="{FF2B5EF4-FFF2-40B4-BE49-F238E27FC236}">
                <a16:creationId xmlns:a16="http://schemas.microsoft.com/office/drawing/2014/main" id="{CBC892AB-32B7-4C06-AC34-FD4A4A610DF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9034661-1D24-4F84-AE56-A09F9369AF7B}"/>
              </a:ext>
            </a:extLst>
          </p:cNvPr>
          <p:cNvPicPr>
            <a:picLocks xmlns:a="http://schemas.openxmlformats.org/drawingml/2006/main" noChangeAspect="1"/>
          </p:cNvPicPr>
          <p:nvPr/>
        </p:nvPicPr>
        <p:blipFill>
          <a:blip xmlns:r="http://schemas.openxmlformats.org/officeDocument/2006/relationships" xmlns:a="http://schemas.openxmlformats.org/drawingml/2006/main" r:embed="Rb8d2d875d7d74c5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FB22D480-32A0-468C-88B2-B00660500923}"/>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843576E8-E43E-44C4-947C-D13A056C0F0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four must-know words in labels, talk or your review: viewpoint, reason, respect, change.</a:t>
            </a:r>
          </a:p>
        </p:txBody>
      </p:sp>
      <p:sp>
        <p:nvSpPr>
          <p:cNvPr id="18" name="shape">
            <a:extLst xmlns:a="http://schemas.openxmlformats.org/drawingml/2006/main">
              <a:ext uri="{FF2B5EF4-FFF2-40B4-BE49-F238E27FC236}">
                <a16:creationId xmlns:a16="http://schemas.microsoft.com/office/drawing/2014/main" id="{44F90A60-6813-4466-B786-CB62395D186B}"/>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D1DE94B6-2726-40C9-8465-49761886BCE8}"/>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20" name="shape">
            <a:extLst xmlns:a="http://schemas.openxmlformats.org/drawingml/2006/main">
              <a:ext uri="{FF2B5EF4-FFF2-40B4-BE49-F238E27FC236}">
                <a16:creationId xmlns:a16="http://schemas.microsoft.com/office/drawing/2014/main" id="{1B87C08A-8173-4E07-9007-725DDD78A2C9}"/>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6436B8E3-5096-435B-9A50-EE9A338B8D10}"/>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
        <p:nvSpPr>
          <p:cNvPr id="22" name="shape">
            <a:extLst xmlns:a="http://schemas.openxmlformats.org/drawingml/2006/main">
              <a:ext uri="{FF2B5EF4-FFF2-40B4-BE49-F238E27FC236}">
                <a16:creationId xmlns:a16="http://schemas.microsoft.com/office/drawing/2014/main" id="{55F79CFC-2769-498A-A41F-A85E27613DD3}"/>
              </a:ext>
            </a:extLst>
          </p:cNvPr>
          <p:cNvSpPr>
            <a:spLocks xmlns:a="http://schemas.openxmlformats.org/drawingml/2006/main" noGrp="1"/>
          </p:cNvSpPr>
          <p:nvPr/>
        </p:nvSpPr>
        <p:spPr>
          <a:xfrm xmlns:a="http://schemas.openxmlformats.org/drawingml/2006/main">
            <a:off x="409575" y="28194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5D2146D8-4B61-4FA2-96C5-DE5A6980159F}"/>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
        <p:nvSpPr>
          <p:cNvPr id="24" name="shape">
            <a:extLst xmlns:a="http://schemas.openxmlformats.org/drawingml/2006/main">
              <a:ext uri="{FF2B5EF4-FFF2-40B4-BE49-F238E27FC236}">
                <a16:creationId xmlns:a16="http://schemas.microsoft.com/office/drawing/2014/main" id="{40F272B3-B1C9-4703-A06C-C6FE0F6D78E1}"/>
              </a:ext>
            </a:extLst>
          </p:cNvPr>
          <p:cNvSpPr>
            <a:spLocks xmlns:a="http://schemas.openxmlformats.org/drawingml/2006/main" noGrp="1"/>
          </p:cNvSpPr>
          <p:nvPr/>
        </p:nvSpPr>
        <p:spPr>
          <a:xfrm xmlns:a="http://schemas.openxmlformats.org/drawingml/2006/main">
            <a:off x="409575" y="32099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B34F6D7B-AA7A-4A07-B2DC-06F8ABA65E64}"/>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Viewpoint I discuss [ ] / source and detail [ ]</a:t>
            </a:r>
          </a:p>
        </p:txBody>
      </p:sp>
      <p:sp>
        <p:nvSpPr>
          <p:cNvPr id="26" name="shape">
            <a:extLst xmlns:a="http://schemas.openxmlformats.org/drawingml/2006/main">
              <a:ext uri="{FF2B5EF4-FFF2-40B4-BE49-F238E27FC236}">
                <a16:creationId xmlns:a16="http://schemas.microsoft.com/office/drawing/2014/main" id="{2C01A43C-1CBB-4ED1-94D6-10536AED0679}"/>
              </a:ext>
            </a:extLst>
          </p:cNvPr>
          <p:cNvSpPr>
            <a:spLocks xmlns:a="http://schemas.openxmlformats.org/drawingml/2006/main" noGrp="1"/>
          </p:cNvSpPr>
          <p:nvPr/>
        </p:nvSpPr>
        <p:spPr>
          <a:xfrm xmlns:a="http://schemas.openxmlformats.org/drawingml/2006/main">
            <a:off x="409575" y="3600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0EA9B43A-F661-47FC-BF75-5F00096DCDEC}"/>
              </a:ext>
            </a:extLst>
          </p:cNvPr>
          <p:cNvSpPr>
            <a:spLocks xmlns:a="http://schemas.openxmlformats.org/drawingml/2006/main" noGrp="1"/>
          </p:cNvSpPr>
          <p:nvPr/>
        </p:nvSpPr>
        <p:spPr>
          <a:xfrm xmlns:a="http://schemas.openxmlformats.org/drawingml/2006/main">
            <a:off x="457200" y="3609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Reason linked to C [ ] / limit or condition [ ]</a:t>
            </a:r>
          </a:p>
        </p:txBody>
      </p:sp>
      <p:sp>
        <p:nvSpPr>
          <p:cNvPr id="28" name="shape">
            <a:extLst xmlns:a="http://schemas.openxmlformats.org/drawingml/2006/main">
              <a:ext uri="{FF2B5EF4-FFF2-40B4-BE49-F238E27FC236}">
                <a16:creationId xmlns:a16="http://schemas.microsoft.com/office/drawing/2014/main" id="{40C68E42-92FE-4494-AA53-CE34867CB842}"/>
              </a:ext>
            </a:extLst>
          </p:cNvPr>
          <p:cNvSpPr>
            <a:spLocks xmlns:a="http://schemas.openxmlformats.org/drawingml/2006/main" noGrp="1"/>
          </p:cNvSpPr>
          <p:nvPr/>
        </p:nvSpPr>
        <p:spPr>
          <a:xfrm xmlns:a="http://schemas.openxmlformats.org/drawingml/2006/main">
            <a:off x="409575" y="39909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AFCEAD90-9417-492C-B487-B7BE13A266CA}"/>
              </a:ext>
            </a:extLst>
          </p:cNvPr>
          <p:cNvSpPr>
            <a:spLocks xmlns:a="http://schemas.openxmlformats.org/drawingml/2006/main" noGrp="1"/>
          </p:cNvSpPr>
          <p:nvPr/>
        </p:nvSpPr>
        <p:spPr>
          <a:xfrm xmlns:a="http://schemas.openxmlformats.org/drawingml/2006/main">
            <a:off x="457200" y="4000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Other view heard or read [ ] / my fair reply [ ]</a:t>
            </a:r>
          </a:p>
        </p:txBody>
      </p:sp>
      <p:sp>
        <p:nvSpPr>
          <p:cNvPr id="30" name="shape">
            <a:extLst xmlns:a="http://schemas.openxmlformats.org/drawingml/2006/main">
              <a:ext uri="{FF2B5EF4-FFF2-40B4-BE49-F238E27FC236}">
                <a16:creationId xmlns:a16="http://schemas.microsoft.com/office/drawing/2014/main" id="{EF6814C9-B713-41C8-8D44-A5D3820D7D4B}"/>
              </a:ext>
            </a:extLst>
          </p:cNvPr>
          <p:cNvSpPr>
            <a:spLocks xmlns:a="http://schemas.openxmlformats.org/drawingml/2006/main" noGrp="1"/>
          </p:cNvSpPr>
          <p:nvPr/>
        </p:nvSpPr>
        <p:spPr>
          <a:xfrm xmlns:a="http://schemas.openxmlformats.org/drawingml/2006/main">
            <a:off x="409575" y="4381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52DB4A4F-C50E-4873-9E82-74716A11AB23}"/>
              </a:ext>
            </a:extLst>
          </p:cNvPr>
          <p:cNvSpPr>
            <a:spLocks xmlns:a="http://schemas.openxmlformats.org/drawingml/2006/main" noGrp="1"/>
          </p:cNvSpPr>
          <p:nvPr/>
        </p:nvSpPr>
        <p:spPr>
          <a:xfrm xmlns:a="http://schemas.openxmlformats.org/drawingml/2006/main">
            <a:off x="457200" y="4391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paragraph or equivalent response [ ]</a:t>
            </a:r>
          </a:p>
        </p:txBody>
      </p:sp>
      <p:sp>
        <p:nvSpPr>
          <p:cNvPr id="32" name="shape">
            <a:extLst xmlns:a="http://schemas.openxmlformats.org/drawingml/2006/main">
              <a:ext uri="{FF2B5EF4-FFF2-40B4-BE49-F238E27FC236}">
                <a16:creationId xmlns:a16="http://schemas.microsoft.com/office/drawing/2014/main" id="{D142B8A9-258A-4B79-838D-8C5B167FB6DF}"/>
              </a:ext>
            </a:extLst>
          </p:cNvPr>
          <p:cNvSpPr>
            <a:spLocks xmlns:a="http://schemas.openxmlformats.org/drawingml/2006/main" noGrp="1"/>
          </p:cNvSpPr>
          <p:nvPr/>
        </p:nvSpPr>
        <p:spPr>
          <a:xfrm xmlns:a="http://schemas.openxmlformats.org/drawingml/2006/main">
            <a:off x="409575" y="47720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74320922-C630-4795-B5C7-94C487F2B1A0}"/>
              </a:ext>
            </a:extLst>
          </p:cNvPr>
          <p:cNvSpPr>
            <a:spLocks xmlns:a="http://schemas.openxmlformats.org/drawingml/2006/main" noGrp="1"/>
          </p:cNvSpPr>
          <p:nvPr/>
        </p:nvSpPr>
        <p:spPr>
          <a:xfrm xmlns:a="http://schemas.openxmlformats.org/drawingml/2006/main">
            <a:off x="457200" y="4781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One NS received [ ] / my edit or reason to keep [ ]</a:t>
            </a:r>
          </a:p>
        </p:txBody>
      </p:sp>
    </p:spTree>
    <p:extLst>
      <p:ext uri="{BB962C8B-B14F-4D97-AF65-F5344CB8AC3E}">
        <p14:creationId xmlns:p14="http://schemas.microsoft.com/office/powerpoint/2010/main" val="125335265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BF27A63F-FB40-4F7C-8D3D-A1D72681673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74378ED1-3599-402A-B3AF-BD2B3ACA364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A8069F97-1180-46D1-8DE8-06DBDBFDC70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913A1C28-2BBF-4207-8DCA-9F9DEE2CF1B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71AED28-3F9B-4605-8A92-9FC240F3D22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ADF6D1D-5DEC-4E56-A5BF-4FD4945475B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3E56854-B029-4BD0-B697-0559ADB14A6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9201C79-D287-49FC-8D17-1C03704C90F9}"/>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678BF26-5A71-45BB-9598-2D1B472360C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0B6AE4D-502B-47AD-9011-CAAC5FBEA5F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4CE10653-6C4E-483F-8128-0E9B22E2689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65D03870-2157-4643-BDBD-24E7553588B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35034EC8-FC63-4055-9076-EAB49CF2E78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35 / 44</a:t>
            </a:r>
          </a:p>
        </p:txBody>
      </p:sp>
      <p:sp>
        <p:nvSpPr>
          <p:cNvPr id="14" name="licence-footer">
            <a:extLst xmlns:a="http://schemas.openxmlformats.org/drawingml/2006/main">
              <a:ext uri="{FF2B5EF4-FFF2-40B4-BE49-F238E27FC236}">
                <a16:creationId xmlns:a16="http://schemas.microsoft.com/office/drawing/2014/main" id="{7D06A74D-9416-4156-AD57-4716A92BDF3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F1E8B2E-F3AF-40D2-8B6D-74E36EEA11FF}"/>
              </a:ext>
            </a:extLst>
          </p:cNvPr>
          <p:cNvPicPr>
            <a:picLocks xmlns:a="http://schemas.openxmlformats.org/drawingml/2006/main" noChangeAspect="1"/>
          </p:cNvPicPr>
          <p:nvPr/>
        </p:nvPicPr>
        <p:blipFill>
          <a:blip xmlns:r="http://schemas.openxmlformats.org/officeDocument/2006/relationships" xmlns:a="http://schemas.openxmlformats.org/drawingml/2006/main" r:embed="Rf66e85f19bda44e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32D172DD-8834-4ED0-8448-2D5986779119}"/>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B30E5EE7-BD4A-43EB-B70C-0E06E3481C5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18" name="shape">
            <a:extLst xmlns:a="http://schemas.openxmlformats.org/drawingml/2006/main">
              <a:ext uri="{FF2B5EF4-FFF2-40B4-BE49-F238E27FC236}">
                <a16:creationId xmlns:a16="http://schemas.microsoft.com/office/drawing/2014/main" id="{E42D83DF-12C7-4DAF-ACAF-6682F4AEE519}"/>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970528CD-2197-46CB-9EAA-571C6AECA7E7}"/>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
        <p:nvSpPr>
          <p:cNvPr id="20" name="shape">
            <a:extLst xmlns:a="http://schemas.openxmlformats.org/drawingml/2006/main">
              <a:ext uri="{FF2B5EF4-FFF2-40B4-BE49-F238E27FC236}">
                <a16:creationId xmlns:a16="http://schemas.microsoft.com/office/drawing/2014/main" id="{F0CF032A-BC41-49EE-B2CC-4F7C6A5D975D}"/>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38F1359-61A6-426E-B9A0-4044DABC8B88}"/>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22" name="shape">
            <a:extLst xmlns:a="http://schemas.openxmlformats.org/drawingml/2006/main">
              <a:ext uri="{FF2B5EF4-FFF2-40B4-BE49-F238E27FC236}">
                <a16:creationId xmlns:a16="http://schemas.microsoft.com/office/drawing/2014/main" id="{C454EA68-622D-4284-A55F-242D458A6D83}"/>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D0218B67-5B57-4B9C-AD5A-D9A2EC220426}"/>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24" name="shape">
            <a:extLst xmlns:a="http://schemas.openxmlformats.org/drawingml/2006/main">
              <a:ext uri="{FF2B5EF4-FFF2-40B4-BE49-F238E27FC236}">
                <a16:creationId xmlns:a16="http://schemas.microsoft.com/office/drawing/2014/main" id="{908CEC1D-5349-4484-BE96-033DECEFDD73}"/>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0A3E0FDC-9F04-4A43-85EC-804CC37B3A72}"/>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28320100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DB0C2AD1-00C9-4047-9E1C-6724E8CEA86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834ECAFF-2CD0-4441-9815-AE85E6637B8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07DD4415-76CF-4FA9-9D93-B399D5791AC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3C29B2E6-D561-47B1-8A10-643A9E11EB1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2196FD9-8CED-4453-9D3A-7ABDDB77D2D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57C691E-B54F-44B9-BE25-B3E5822AC90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6C95373-CB83-4F66-8302-85615126675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74577B8-21A9-4056-9502-354E4206F4E3}"/>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27FB611-3D46-42FD-A427-FB34650032E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E0B5A8E-A0BD-4C85-B517-DCFCD918092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02F22FCE-B377-4ECD-BA80-3DBE62A1E76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618BF697-6686-4E30-A8CA-59B679D7C8A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F7ECC1D2-C14C-45DB-A0E1-1E71A157B87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36 / 44</a:t>
            </a:r>
          </a:p>
        </p:txBody>
      </p:sp>
      <p:sp>
        <p:nvSpPr>
          <p:cNvPr id="14" name="licence-footer">
            <a:extLst xmlns:a="http://schemas.openxmlformats.org/drawingml/2006/main">
              <a:ext uri="{FF2B5EF4-FFF2-40B4-BE49-F238E27FC236}">
                <a16:creationId xmlns:a16="http://schemas.microsoft.com/office/drawing/2014/main" id="{7919EDAD-4AD1-481A-A196-7FB2F38CC57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A2B7E6F-C1B9-42C8-943A-DFC2C70E2E7E}"/>
              </a:ext>
            </a:extLst>
          </p:cNvPr>
          <p:cNvPicPr>
            <a:picLocks xmlns:a="http://schemas.openxmlformats.org/drawingml/2006/main" noChangeAspect="1"/>
          </p:cNvPicPr>
          <p:nvPr/>
        </p:nvPicPr>
        <p:blipFill>
          <a:blip xmlns:r="http://schemas.openxmlformats.org/officeDocument/2006/relationships" xmlns:a="http://schemas.openxmlformats.org/drawingml/2006/main" r:embed="R021d131c1790439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01790AC8-30E5-4A49-9842-989E9A5EAEAB}"/>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09CFDE66-3356-4FD4-AC6D-12B234BD49D8}"/>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Aspire</a:t>
            </a:r>
          </a:p>
        </p:txBody>
      </p:sp>
      <p:sp>
        <p:nvSpPr>
          <p:cNvPr id="18" name="shape">
            <a:extLst xmlns:a="http://schemas.openxmlformats.org/drawingml/2006/main">
              <a:ext uri="{FF2B5EF4-FFF2-40B4-BE49-F238E27FC236}">
                <a16:creationId xmlns:a16="http://schemas.microsoft.com/office/drawing/2014/main" id="{A41AFC9D-99D9-4DD6-A953-6C08F702F7C5}"/>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A2785979-031F-4964-A2B4-0384A76831AE}"/>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
        <p:nvSpPr>
          <p:cNvPr id="20" name="shape">
            <a:extLst xmlns:a="http://schemas.openxmlformats.org/drawingml/2006/main">
              <a:ext uri="{FF2B5EF4-FFF2-40B4-BE49-F238E27FC236}">
                <a16:creationId xmlns:a16="http://schemas.microsoft.com/office/drawing/2014/main" id="{30D5C5B8-14CE-41F8-A2EB-38D8BD5C55D7}"/>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084EEC1A-47FD-4C11-B0A1-159B5C3AD606}"/>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Complete the core task, then try the further challenge.</a:t>
            </a:r>
          </a:p>
        </p:txBody>
      </p:sp>
      <p:sp>
        <p:nvSpPr>
          <p:cNvPr id="22" name="shape">
            <a:extLst xmlns:a="http://schemas.openxmlformats.org/drawingml/2006/main">
              <a:ext uri="{FF2B5EF4-FFF2-40B4-BE49-F238E27FC236}">
                <a16:creationId xmlns:a16="http://schemas.microsoft.com/office/drawing/2014/main" id="{509239D9-659B-4296-9CC3-D7273AAABA8C}"/>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5714C870-D9BF-4283-87FA-DBC3781DEA09}"/>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Discuss the big question: “Can hope help people when change is hard?” Use A or B and C. Give a</a:t>
            </a:r>
          </a:p>
        </p:txBody>
      </p:sp>
      <p:sp>
        <p:nvSpPr>
          <p:cNvPr id="24" name="shape">
            <a:extLst xmlns:a="http://schemas.openxmlformats.org/drawingml/2006/main">
              <a:ext uri="{FF2B5EF4-FFF2-40B4-BE49-F238E27FC236}">
                <a16:creationId xmlns:a16="http://schemas.microsoft.com/office/drawing/2014/main" id="{C2FA8BD8-44C1-4E5E-A11C-3F8949407385}"/>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97E09227-1486-4248-AB8C-3136C9BE91AF}"/>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viewpoint, a reason, a source detail and a limit. Read or hear another view, then give a fair reply.</a:t>
            </a:r>
          </a:p>
        </p:txBody>
      </p:sp>
      <p:sp>
        <p:nvSpPr>
          <p:cNvPr id="26" name="shape">
            <a:extLst xmlns:a="http://schemas.openxmlformats.org/drawingml/2006/main">
              <a:ext uri="{FF2B5EF4-FFF2-40B4-BE49-F238E27FC236}">
                <a16:creationId xmlns:a16="http://schemas.microsoft.com/office/drawing/2014/main" id="{BB89ABEF-4226-483D-B1E6-56AFBB59D711}"/>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B098C32D-79FA-48B2-A6CE-F4155B5B8CFF}"/>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Make a short paragraph or equivalent spoken/signed response. Use viewpoint, reason, respect and</a:t>
            </a:r>
          </a:p>
        </p:txBody>
      </p:sp>
      <p:sp>
        <p:nvSpPr>
          <p:cNvPr id="28" name="shape">
            <a:extLst xmlns:a="http://schemas.openxmlformats.org/drawingml/2006/main">
              <a:ext uri="{FF2B5EF4-FFF2-40B4-BE49-F238E27FC236}">
                <a16:creationId xmlns:a16="http://schemas.microsoft.com/office/drawing/2014/main" id="{8DDC0D17-D3C4-476F-B8D1-0DB01B9068F3}"/>
              </a:ext>
            </a:extLst>
          </p:cNvPr>
          <p:cNvSpPr>
            <a:spLocks xmlns:a="http://schemas.openxmlformats.org/drawingml/2006/main" noGrp="1"/>
          </p:cNvSpPr>
          <p:nvPr/>
        </p:nvSpPr>
        <p:spPr>
          <a:xfrm xmlns:a="http://schemas.openxmlformats.org/drawingml/2006/main">
            <a:off x="409575" y="38290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6658CCDB-16F3-44B1-B77B-7580C74DD29E}"/>
              </a:ext>
            </a:extLst>
          </p:cNvPr>
          <p:cNvSpPr>
            <a:spLocks xmlns:a="http://schemas.openxmlformats.org/drawingml/2006/main" noGrp="1"/>
          </p:cNvSpPr>
          <p:nvPr/>
        </p:nvSpPr>
        <p:spPr>
          <a:xfrm xmlns:a="http://schemas.openxmlformats.org/drawingml/2006/main">
            <a:off x="457200" y="3838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change. You can discuss a supplied view without stating your own faith.</a:t>
            </a:r>
          </a:p>
        </p:txBody>
      </p:sp>
      <p:sp>
        <p:nvSpPr>
          <p:cNvPr id="30" name="shape">
            <a:extLst xmlns:a="http://schemas.openxmlformats.org/drawingml/2006/main">
              <a:ext uri="{FF2B5EF4-FFF2-40B4-BE49-F238E27FC236}">
                <a16:creationId xmlns:a16="http://schemas.microsoft.com/office/drawing/2014/main" id="{36BF89A7-D72F-49D3-98BB-A3D456D6D7F0}"/>
              </a:ext>
            </a:extLst>
          </p:cNvPr>
          <p:cNvSpPr>
            <a:spLocks xmlns:a="http://schemas.openxmlformats.org/drawingml/2006/main" noGrp="1"/>
          </p:cNvSpPr>
          <p:nvPr/>
        </p:nvSpPr>
        <p:spPr>
          <a:xfrm xmlns:a="http://schemas.openxmlformats.org/drawingml/2006/main">
            <a:off x="409575" y="42195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A353F1E6-CF53-482F-A11D-64972024A60E}"/>
              </a:ext>
            </a:extLst>
          </p:cNvPr>
          <p:cNvSpPr>
            <a:spLocks xmlns:a="http://schemas.openxmlformats.org/drawingml/2006/main" noGrp="1"/>
          </p:cNvSpPr>
          <p:nvPr/>
        </p:nvSpPr>
        <p:spPr>
          <a:xfrm xmlns:a="http://schemas.openxmlformats.org/drawingml/2006/main">
            <a:off x="457200" y="4229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Further challenge: Explain when “depends” is a strong answer to the big question. State the</a:t>
            </a:r>
          </a:p>
        </p:txBody>
      </p:sp>
      <p:sp>
        <p:nvSpPr>
          <p:cNvPr id="32" name="shape">
            <a:extLst xmlns:a="http://schemas.openxmlformats.org/drawingml/2006/main">
              <a:ext uri="{FF2B5EF4-FFF2-40B4-BE49-F238E27FC236}">
                <a16:creationId xmlns:a16="http://schemas.microsoft.com/office/drawing/2014/main" id="{5679AD83-0BAA-4BB2-AC3F-2104E592FBDA}"/>
              </a:ext>
            </a:extLst>
          </p:cNvPr>
          <p:cNvSpPr>
            <a:spLocks xmlns:a="http://schemas.openxmlformats.org/drawingml/2006/main" noGrp="1"/>
          </p:cNvSpPr>
          <p:nvPr/>
        </p:nvSpPr>
        <p:spPr>
          <a:xfrm xmlns:a="http://schemas.openxmlformats.org/drawingml/2006/main">
            <a:off x="409575" y="45148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2BC688AE-A2D8-4550-8A6F-3F3BA708CD1F}"/>
              </a:ext>
            </a:extLst>
          </p:cNvPr>
          <p:cNvSpPr>
            <a:spLocks xmlns:a="http://schemas.openxmlformats.org/drawingml/2006/main" noGrp="1"/>
          </p:cNvSpPr>
          <p:nvPr/>
        </p:nvSpPr>
        <p:spPr>
          <a:xfrm xmlns:a="http://schemas.openxmlformats.org/drawingml/2006/main">
            <a:off x="457200" y="4524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condition and use a source, without ranking whole worldviews.</a:t>
            </a:r>
          </a:p>
        </p:txBody>
      </p:sp>
    </p:spTree>
    <p:extLst>
      <p:ext uri="{BB962C8B-B14F-4D97-AF65-F5344CB8AC3E}">
        <p14:creationId xmlns:p14="http://schemas.microsoft.com/office/powerpoint/2010/main" val="185584650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85139AF0-6780-4BD2-B107-72E1CA29ACE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D8A87D93-5016-40A7-ADBE-3ADBD8882F4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D6F5870F-4892-4B8A-A5B6-226C02AAEBE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88FA6D4F-7855-41CA-A9B7-42B53F87496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CE1F264-0206-426D-AB8C-3D9FB175895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1E5B468-1344-4089-8C94-F95BBAE1741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042EC72-7325-4A64-9AC9-23712353C6C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5FB6020-934E-496C-9596-7F1697986247}"/>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E818451-606C-4C05-AEB4-75A456CDE88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FF5CBA9-7209-45C5-9965-BDC2101B2D8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65ED2CB5-FC63-4B0D-9FAC-C825150339E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A79E536F-4A90-4CE1-AE06-5BB01B8712B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8B6E0B0F-3301-477D-9ADC-702AE1E9BCD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37 / 44</a:t>
            </a:r>
          </a:p>
        </p:txBody>
      </p:sp>
      <p:sp>
        <p:nvSpPr>
          <p:cNvPr id="14" name="licence-footer">
            <a:extLst xmlns:a="http://schemas.openxmlformats.org/drawingml/2006/main">
              <a:ext uri="{FF2B5EF4-FFF2-40B4-BE49-F238E27FC236}">
                <a16:creationId xmlns:a16="http://schemas.microsoft.com/office/drawing/2014/main" id="{6CF2DACC-846A-4AF5-994A-2D37442BD6D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B28C7CE-75D0-4A9D-94B7-E63771FEA517}"/>
              </a:ext>
            </a:extLst>
          </p:cNvPr>
          <p:cNvPicPr>
            <a:picLocks xmlns:a="http://schemas.openxmlformats.org/drawingml/2006/main" noChangeAspect="1"/>
          </p:cNvPicPr>
          <p:nvPr/>
        </p:nvPicPr>
        <p:blipFill>
          <a:blip xmlns:r="http://schemas.openxmlformats.org/officeDocument/2006/relationships" xmlns:a="http://schemas.openxmlformats.org/drawingml/2006/main" r:embed="R39cdc5b64873492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530D35FD-48BF-46FF-9385-F7B417BD069F}"/>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A2B3F9E3-3C6F-468E-B7F5-A7306BD0CAC4}"/>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18" name="shape">
            <a:extLst xmlns:a="http://schemas.openxmlformats.org/drawingml/2006/main">
              <a:ext uri="{FF2B5EF4-FFF2-40B4-BE49-F238E27FC236}">
                <a16:creationId xmlns:a16="http://schemas.microsoft.com/office/drawing/2014/main" id="{0A14CCB1-E8E2-4410-AFD2-491FE13966E9}"/>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5A5E09C3-0EA6-488A-932A-52E8AC899121}"/>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
        <p:nvSpPr>
          <p:cNvPr id="20" name="shape">
            <a:extLst xmlns:a="http://schemas.openxmlformats.org/drawingml/2006/main">
              <a:ext uri="{FF2B5EF4-FFF2-40B4-BE49-F238E27FC236}">
                <a16:creationId xmlns:a16="http://schemas.microsoft.com/office/drawing/2014/main" id="{6B5E9AA2-0300-4511-8B1E-3F5FF074833C}"/>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96C83D87-0A0E-499E-A4EC-10ED46F5DC10}"/>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
        <p:nvSpPr>
          <p:cNvPr id="22" name="shape">
            <a:extLst xmlns:a="http://schemas.openxmlformats.org/drawingml/2006/main">
              <a:ext uri="{FF2B5EF4-FFF2-40B4-BE49-F238E27FC236}">
                <a16:creationId xmlns:a16="http://schemas.microsoft.com/office/drawing/2014/main" id="{370B0A42-F0E2-47BB-8659-070F791FA7C3}"/>
              </a:ext>
            </a:extLst>
          </p:cNvPr>
          <p:cNvSpPr>
            <a:spLocks xmlns:a="http://schemas.openxmlformats.org/drawingml/2006/main" noGrp="1"/>
          </p:cNvSpPr>
          <p:nvPr/>
        </p:nvSpPr>
        <p:spPr>
          <a:xfrm xmlns:a="http://schemas.openxmlformats.org/drawingml/2006/main">
            <a:off x="409575" y="28194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DF751868-F83C-46C5-B990-E00EAD84715F}"/>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Viewpoint I discuss [ ] / source and detail [ ]</a:t>
            </a:r>
          </a:p>
        </p:txBody>
      </p:sp>
      <p:sp>
        <p:nvSpPr>
          <p:cNvPr id="24" name="shape">
            <a:extLst xmlns:a="http://schemas.openxmlformats.org/drawingml/2006/main">
              <a:ext uri="{FF2B5EF4-FFF2-40B4-BE49-F238E27FC236}">
                <a16:creationId xmlns:a16="http://schemas.microsoft.com/office/drawing/2014/main" id="{21B8EBB1-76B6-4632-8343-5E146FD4B8C4}"/>
              </a:ext>
            </a:extLst>
          </p:cNvPr>
          <p:cNvSpPr>
            <a:spLocks xmlns:a="http://schemas.openxmlformats.org/drawingml/2006/main" noGrp="1"/>
          </p:cNvSpPr>
          <p:nvPr/>
        </p:nvSpPr>
        <p:spPr>
          <a:xfrm xmlns:a="http://schemas.openxmlformats.org/drawingml/2006/main">
            <a:off x="409575" y="32099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DA94E087-6DD9-4C82-A540-A2FCC5AD61E7}"/>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Reason linked to C [ ] / limit or condition [ ]</a:t>
            </a:r>
          </a:p>
        </p:txBody>
      </p:sp>
      <p:sp>
        <p:nvSpPr>
          <p:cNvPr id="26" name="shape">
            <a:extLst xmlns:a="http://schemas.openxmlformats.org/drawingml/2006/main">
              <a:ext uri="{FF2B5EF4-FFF2-40B4-BE49-F238E27FC236}">
                <a16:creationId xmlns:a16="http://schemas.microsoft.com/office/drawing/2014/main" id="{2DD9723C-29DE-4643-8BD0-B2A027F60938}"/>
              </a:ext>
            </a:extLst>
          </p:cNvPr>
          <p:cNvSpPr>
            <a:spLocks xmlns:a="http://schemas.openxmlformats.org/drawingml/2006/main" noGrp="1"/>
          </p:cNvSpPr>
          <p:nvPr/>
        </p:nvSpPr>
        <p:spPr>
          <a:xfrm xmlns:a="http://schemas.openxmlformats.org/drawingml/2006/main">
            <a:off x="409575" y="36004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C5B1282D-8BF8-45C3-BFEF-0C5E173EA66D}"/>
              </a:ext>
            </a:extLst>
          </p:cNvPr>
          <p:cNvSpPr>
            <a:spLocks xmlns:a="http://schemas.openxmlformats.org/drawingml/2006/main" noGrp="1"/>
          </p:cNvSpPr>
          <p:nvPr/>
        </p:nvSpPr>
        <p:spPr>
          <a:xfrm xmlns:a="http://schemas.openxmlformats.org/drawingml/2006/main">
            <a:off x="457200" y="3609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Other view heard or read [ ] / my fair reply [ ]</a:t>
            </a:r>
          </a:p>
        </p:txBody>
      </p:sp>
      <p:sp>
        <p:nvSpPr>
          <p:cNvPr id="28" name="shape">
            <a:extLst xmlns:a="http://schemas.openxmlformats.org/drawingml/2006/main">
              <a:ext uri="{FF2B5EF4-FFF2-40B4-BE49-F238E27FC236}">
                <a16:creationId xmlns:a16="http://schemas.microsoft.com/office/drawing/2014/main" id="{D75F5832-42AD-43C4-8642-6B83BE207111}"/>
              </a:ext>
            </a:extLst>
          </p:cNvPr>
          <p:cNvSpPr>
            <a:spLocks xmlns:a="http://schemas.openxmlformats.org/drawingml/2006/main" noGrp="1"/>
          </p:cNvSpPr>
          <p:nvPr/>
        </p:nvSpPr>
        <p:spPr>
          <a:xfrm xmlns:a="http://schemas.openxmlformats.org/drawingml/2006/main">
            <a:off x="409575" y="39909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8757EF0C-EF98-4E28-80EA-C3C6B1144C87}"/>
              </a:ext>
            </a:extLst>
          </p:cNvPr>
          <p:cNvSpPr>
            <a:spLocks xmlns:a="http://schemas.openxmlformats.org/drawingml/2006/main" noGrp="1"/>
          </p:cNvSpPr>
          <p:nvPr/>
        </p:nvSpPr>
        <p:spPr>
          <a:xfrm xmlns:a="http://schemas.openxmlformats.org/drawingml/2006/main">
            <a:off x="457200" y="4000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paragraph or equivalent response [ ]</a:t>
            </a:r>
          </a:p>
        </p:txBody>
      </p:sp>
      <p:sp>
        <p:nvSpPr>
          <p:cNvPr id="30" name="shape">
            <a:extLst xmlns:a="http://schemas.openxmlformats.org/drawingml/2006/main">
              <a:ext uri="{FF2B5EF4-FFF2-40B4-BE49-F238E27FC236}">
                <a16:creationId xmlns:a16="http://schemas.microsoft.com/office/drawing/2014/main" id="{213F746D-FE9C-4297-A679-67D63E6AEB33}"/>
              </a:ext>
            </a:extLst>
          </p:cNvPr>
          <p:cNvSpPr>
            <a:spLocks xmlns:a="http://schemas.openxmlformats.org/drawingml/2006/main" noGrp="1"/>
          </p:cNvSpPr>
          <p:nvPr/>
        </p:nvSpPr>
        <p:spPr>
          <a:xfrm xmlns:a="http://schemas.openxmlformats.org/drawingml/2006/main">
            <a:off x="409575" y="43815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92E11B87-5EB6-4FB4-B6AC-2D58CC5B3DF0}"/>
              </a:ext>
            </a:extLst>
          </p:cNvPr>
          <p:cNvSpPr>
            <a:spLocks xmlns:a="http://schemas.openxmlformats.org/drawingml/2006/main" noGrp="1"/>
          </p:cNvSpPr>
          <p:nvPr/>
        </p:nvSpPr>
        <p:spPr>
          <a:xfrm xmlns:a="http://schemas.openxmlformats.org/drawingml/2006/main">
            <a:off x="457200" y="4391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One NS received [ ] / my edit or reason to keep [ ]</a:t>
            </a:r>
          </a:p>
        </p:txBody>
      </p:sp>
    </p:spTree>
    <p:extLst>
      <p:ext uri="{BB962C8B-B14F-4D97-AF65-F5344CB8AC3E}">
        <p14:creationId xmlns:p14="http://schemas.microsoft.com/office/powerpoint/2010/main" val="210516096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94CFDA78-4391-483B-A836-5C5D797F8FE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BF9BE517-0790-485E-B696-6AC92D87FA1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FC63BA10-DB05-4E57-88D2-9646DF90E31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29D0085B-6656-4A97-A0DC-B61CF6190FE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2B048A5-DAD6-44BC-976D-960B5AD2F65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3849EBA-2233-4EB9-B57F-DE5926D2929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020A066-6F89-4C52-9CE6-98B7FA68D52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0EA72D0-CC34-4D82-AC88-DC61D605AC77}"/>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96F392D-95CE-4B85-82F3-2D1720C15D7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9817F96-1BDB-407B-92CD-ED915243B9A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D78E6444-DC0D-4447-897D-1DE2293EA2E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E1D6A9C4-A791-4E5B-975A-8279F613B73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C76D57C9-E191-4106-B711-9E29D545629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38 / 44</a:t>
            </a:r>
          </a:p>
        </p:txBody>
      </p:sp>
      <p:sp>
        <p:nvSpPr>
          <p:cNvPr id="14" name="licence-footer">
            <a:extLst xmlns:a="http://schemas.openxmlformats.org/drawingml/2006/main">
              <a:ext uri="{FF2B5EF4-FFF2-40B4-BE49-F238E27FC236}">
                <a16:creationId xmlns:a16="http://schemas.microsoft.com/office/drawing/2014/main" id="{CD72425D-29CB-4D83-9A2A-8E82DF2914E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CE5BBBD-30ED-45BD-BF29-FCCEB1C7B845}"/>
              </a:ext>
            </a:extLst>
          </p:cNvPr>
          <p:cNvPicPr>
            <a:picLocks xmlns:a="http://schemas.openxmlformats.org/drawingml/2006/main" noChangeAspect="1"/>
          </p:cNvPicPr>
          <p:nvPr/>
        </p:nvPicPr>
        <p:blipFill>
          <a:blip xmlns:r="http://schemas.openxmlformats.org/officeDocument/2006/relationships" xmlns:a="http://schemas.openxmlformats.org/drawingml/2006/main" r:embed="R7897af20183745d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91D6E498-6B52-4C27-A374-A5768FAB4B07}"/>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183B9DE7-BA24-46EA-9713-A98ACCD9B28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18" name="shape">
            <a:extLst xmlns:a="http://schemas.openxmlformats.org/drawingml/2006/main">
              <a:ext uri="{FF2B5EF4-FFF2-40B4-BE49-F238E27FC236}">
                <a16:creationId xmlns:a16="http://schemas.microsoft.com/office/drawing/2014/main" id="{151AF61A-B037-4A8D-838E-C275BC896396}"/>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01DB5075-C6DA-40A9-8285-9945F65F6EE8}"/>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
        <p:nvSpPr>
          <p:cNvPr id="20" name="shape">
            <a:extLst xmlns:a="http://schemas.openxmlformats.org/drawingml/2006/main">
              <a:ext uri="{FF2B5EF4-FFF2-40B4-BE49-F238E27FC236}">
                <a16:creationId xmlns:a16="http://schemas.microsoft.com/office/drawing/2014/main" id="{7B68686F-300F-4AB3-9634-0C531B3A56E5}"/>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D4A424B9-1712-40B9-90BD-CA31A9A5F939}"/>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22" name="shape">
            <a:extLst xmlns:a="http://schemas.openxmlformats.org/drawingml/2006/main">
              <a:ext uri="{FF2B5EF4-FFF2-40B4-BE49-F238E27FC236}">
                <a16:creationId xmlns:a16="http://schemas.microsoft.com/office/drawing/2014/main" id="{2A525A80-3EED-4E5A-8584-4D9ED63BACA0}"/>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7021EE53-22BE-438D-82B4-45473985FEC5}"/>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24" name="shape">
            <a:extLst xmlns:a="http://schemas.openxmlformats.org/drawingml/2006/main">
              <a:ext uri="{FF2B5EF4-FFF2-40B4-BE49-F238E27FC236}">
                <a16:creationId xmlns:a16="http://schemas.microsoft.com/office/drawing/2014/main" id="{A90FAB5C-ACFC-42C8-8C13-CD5986B90A9F}"/>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CC5726F6-2DC2-4596-8F99-48271106DE5D}"/>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07553067"/>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lesson-header">
            <a:extLst xmlns:a="http://schemas.openxmlformats.org/drawingml/2006/main">
              <a:ext uri="{FF2B5EF4-FFF2-40B4-BE49-F238E27FC236}">
                <a16:creationId xmlns:a16="http://schemas.microsoft.com/office/drawing/2014/main" id="{8A2D7B23-DDCB-4F59-ABC8-473893B2269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E525C84F-D0A9-42F1-AAA9-AB4C0872676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1B3BE9BC-7BE7-4204-BD2D-97111EEE4DB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Blank record — classroom tool</a:t>
            </a:r>
          </a:p>
        </p:txBody>
      </p:sp>
      <p:sp>
        <p:nvSpPr>
          <p:cNvPr id="4" name="shape">
            <a:extLst xmlns:a="http://schemas.openxmlformats.org/drawingml/2006/main">
              <a:ext uri="{FF2B5EF4-FFF2-40B4-BE49-F238E27FC236}">
                <a16:creationId xmlns:a16="http://schemas.microsoft.com/office/drawing/2014/main" id="{E05D4043-9AED-42C2-BF06-B91E82CFFB5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32AA642-E52D-46B4-A5AF-181C01A64E4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CE92859-17F1-4665-BAB6-4E1D10BD8FA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44C34F1-D026-455F-8D2A-5E02AA02FAB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6429166-B8F3-4C53-BF30-6EB516E0DEF3}"/>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BB4AFD7-3831-499B-8192-3D571B34E2D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5801911-B017-4094-90F6-B02B0305040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4A0DBE7A-4686-45EB-99BC-283439C4B7D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DA33BFDD-8D50-465B-B91F-1C72546AD9E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159F3A70-D088-4381-B5AB-12007592300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39 / 44</a:t>
            </a:r>
          </a:p>
        </p:txBody>
      </p:sp>
      <p:sp>
        <p:nvSpPr>
          <p:cNvPr id="14" name="licence-footer">
            <a:extLst xmlns:a="http://schemas.openxmlformats.org/drawingml/2006/main">
              <a:ext uri="{FF2B5EF4-FFF2-40B4-BE49-F238E27FC236}">
                <a16:creationId xmlns:a16="http://schemas.microsoft.com/office/drawing/2014/main" id="{EAB3B649-0737-4BA2-BF24-737D5F0A9CC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E0A3357-233C-497E-AEE0-B295268E310D}"/>
              </a:ext>
            </a:extLst>
          </p:cNvPr>
          <p:cNvPicPr>
            <a:picLocks xmlns:a="http://schemas.openxmlformats.org/drawingml/2006/main" noChangeAspect="1"/>
          </p:cNvPicPr>
          <p:nvPr/>
        </p:nvPicPr>
        <p:blipFill>
          <a:blip xmlns:r="http://schemas.openxmlformats.org/officeDocument/2006/relationships" xmlns:a="http://schemas.openxmlformats.org/drawingml/2006/main" r:embed="R803d2234f3f1445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3194FE4-191F-4A78-886B-81E3E61A394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Viewpoint I discuss [ ] / source and detail [ ]</a:t>
            </a:r>
          </a:p>
        </p:txBody>
      </p:sp>
      <p:sp>
        <p:nvSpPr>
          <p:cNvPr id="17" name="pupil-text">
            <a:extLst xmlns:a="http://schemas.openxmlformats.org/drawingml/2006/main">
              <a:ext uri="{FF2B5EF4-FFF2-40B4-BE49-F238E27FC236}">
                <a16:creationId xmlns:a16="http://schemas.microsoft.com/office/drawing/2014/main" id="{158F17C7-CA4A-455A-9E97-7F1992EECBD7}"/>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Reason linked to C [ ] / limit or condition [ ]</a:t>
            </a:r>
          </a:p>
        </p:txBody>
      </p:sp>
      <p:sp>
        <p:nvSpPr>
          <p:cNvPr id="18" name="pupil-text">
            <a:extLst xmlns:a="http://schemas.openxmlformats.org/drawingml/2006/main">
              <a:ext uri="{FF2B5EF4-FFF2-40B4-BE49-F238E27FC236}">
                <a16:creationId xmlns:a16="http://schemas.microsoft.com/office/drawing/2014/main" id="{4D07BB4D-56B4-4E6C-9F11-01FC9D0E9AD4}"/>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Other view heard or read [ ] / my fair reply [ ]</a:t>
            </a:r>
          </a:p>
        </p:txBody>
      </p:sp>
      <p:sp>
        <p:nvSpPr>
          <p:cNvPr id="19" name="pupil-text">
            <a:extLst xmlns:a="http://schemas.openxmlformats.org/drawingml/2006/main">
              <a:ext uri="{FF2B5EF4-FFF2-40B4-BE49-F238E27FC236}">
                <a16:creationId xmlns:a16="http://schemas.microsoft.com/office/drawing/2014/main" id="{3EA96D24-0541-4A16-8399-89F53D6152C9}"/>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paragraph or equivalent response [ ]</a:t>
            </a:r>
          </a:p>
        </p:txBody>
      </p:sp>
      <p:sp>
        <p:nvSpPr>
          <p:cNvPr id="20" name="pupil-text">
            <a:extLst xmlns:a="http://schemas.openxmlformats.org/drawingml/2006/main">
              <a:ext uri="{FF2B5EF4-FFF2-40B4-BE49-F238E27FC236}">
                <a16:creationId xmlns:a16="http://schemas.microsoft.com/office/drawing/2014/main" id="{A610894C-E78D-4CC6-A980-4B4822DF0D37}"/>
              </a:ext>
            </a:extLst>
          </p:cNvPr>
          <p:cNvSpPr>
            <a:spLocks xmlns:a="http://schemas.openxmlformats.org/drawingml/2006/main" noGrp="1"/>
          </p:cNvSpPr>
          <p:nvPr/>
        </p:nvSpPr>
        <p:spPr>
          <a:xfrm xmlns:a="http://schemas.openxmlformats.org/drawingml/2006/main">
            <a:off x="457200" y="3314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One NS received [ ] / my edit or reason to keep [ ]</a:t>
            </a:r>
          </a:p>
        </p:txBody>
      </p:sp>
      <p:sp>
        <p:nvSpPr>
          <p:cNvPr id="21" name="shape">
            <a:extLst xmlns:a="http://schemas.openxmlformats.org/drawingml/2006/main">
              <a:ext uri="{FF2B5EF4-FFF2-40B4-BE49-F238E27FC236}">
                <a16:creationId xmlns:a16="http://schemas.microsoft.com/office/drawing/2014/main" id="{76CB7A11-2CDB-48B9-884B-FFADE2CE5917}"/>
              </a:ext>
            </a:extLst>
          </p:cNvPr>
          <p:cNvSpPr>
            <a:spLocks xmlns:a="http://schemas.openxmlformats.org/drawingml/2006/main" noGrp="1"/>
          </p:cNvSpPr>
          <p:nvPr/>
        </p:nvSpPr>
        <p:spPr>
          <a:xfrm xmlns:a="http://schemas.openxmlformats.org/drawingml/2006/main">
            <a:off x="409575" y="3695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3AF73C42-6C09-4C39-849B-B519E596845D}"/>
              </a:ext>
            </a:extLst>
          </p:cNvPr>
          <p:cNvSpPr>
            <a:spLocks xmlns:a="http://schemas.openxmlformats.org/drawingml/2006/main" noGrp="1"/>
          </p:cNvSpPr>
          <p:nvPr/>
        </p:nvSpPr>
        <p:spPr>
          <a:xfrm xmlns:a="http://schemas.openxmlformats.org/drawingml/2006/main">
            <a:off x="457200" y="3705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Your chosen route response and one check, edit or reason to keep a claim.</a:t>
            </a:r>
          </a:p>
        </p:txBody>
      </p:sp>
    </p:spTree>
    <p:extLst>
      <p:ext uri="{BB962C8B-B14F-4D97-AF65-F5344CB8AC3E}">
        <p14:creationId xmlns:p14="http://schemas.microsoft.com/office/powerpoint/2010/main" val="50506925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0B2F7764-03DC-47B6-8EF7-52D96EFC97D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E1A16EBB-4EBE-452C-A510-55F8D5BD959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34C1F14C-BE5E-437F-A914-F8AC0C70605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a:t>
            </a:r>
          </a:p>
        </p:txBody>
      </p:sp>
      <p:sp>
        <p:nvSpPr>
          <p:cNvPr id="4" name="shape">
            <a:extLst xmlns:a="http://schemas.openxmlformats.org/drawingml/2006/main">
              <a:ext uri="{FF2B5EF4-FFF2-40B4-BE49-F238E27FC236}">
                <a16:creationId xmlns:a16="http://schemas.microsoft.com/office/drawing/2014/main" id="{FE0DEFEC-AABF-45C4-8DDA-0C7EA5A3688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397D0B7-2073-4F88-A67C-DC45874F917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8978660-50FE-40F0-9C9E-0EAF3564C22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2D9BD8E-8099-4852-8AD2-8DFCE6038E6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C0ADF2C-514E-40DF-BBE4-7048C9D4B93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147CA23-B459-499F-9167-731F7E73828B}"/>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16346DB-9185-4CCB-895B-8AA65536D16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6A3FF911-D3F4-4955-824A-A7489AEEA5B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4E375909-6468-4566-890C-6384FB54F62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006CA807-BA07-43AB-9408-FB0764B2A3F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40 / 44</a:t>
            </a:r>
          </a:p>
        </p:txBody>
      </p:sp>
      <p:sp>
        <p:nvSpPr>
          <p:cNvPr id="14" name="licence-footer">
            <a:extLst xmlns:a="http://schemas.openxmlformats.org/drawingml/2006/main">
              <a:ext uri="{FF2B5EF4-FFF2-40B4-BE49-F238E27FC236}">
                <a16:creationId xmlns:a16="http://schemas.microsoft.com/office/drawing/2014/main" id="{4083B142-E4CC-42BE-8EF5-4BE9BBBD2EF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921476C-0312-4A9A-B4C1-76F309048C7C}"/>
              </a:ext>
            </a:extLst>
          </p:cNvPr>
          <p:cNvPicPr>
            <a:picLocks xmlns:a="http://schemas.openxmlformats.org/drawingml/2006/main" noChangeAspect="1"/>
          </p:cNvPicPr>
          <p:nvPr/>
        </p:nvPicPr>
        <p:blipFill>
          <a:blip xmlns:r="http://schemas.openxmlformats.org/officeDocument/2006/relationships" xmlns:a="http://schemas.openxmlformats.org/drawingml/2006/main" r:embed="R70653dab39914fd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B98D7B7-6AD2-4AB6-AF30-F5A9BCF9F9C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7D1B0371-071C-4B9F-B94F-5CA4FB08F2A3}"/>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invented discussion: a shared meal must move. One helper hopes a new space can work and</a:t>
            </a:r>
          </a:p>
        </p:txBody>
      </p:sp>
      <p:sp>
        <p:nvSpPr>
          <p:cNvPr id="18" name="pupil-text">
            <a:extLst xmlns:a="http://schemas.openxmlformats.org/drawingml/2006/main">
              <a:ext uri="{FF2B5EF4-FFF2-40B4-BE49-F238E27FC236}">
                <a16:creationId xmlns:a16="http://schemas.microsoft.com/office/drawing/2014/main" id="{AF36DB1A-C3FD-4637-8399-9C93C1CD3E20}"/>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offers to check. Another says the group should find out what is possible before making promises. No</a:t>
            </a:r>
          </a:p>
        </p:txBody>
      </p:sp>
      <p:sp>
        <p:nvSpPr>
          <p:cNvPr id="19" name="pupil-text">
            <a:extLst xmlns:a="http://schemas.openxmlformats.org/drawingml/2006/main">
              <a:ext uri="{FF2B5EF4-FFF2-40B4-BE49-F238E27FC236}">
                <a16:creationId xmlns:a16="http://schemas.microsoft.com/office/drawing/2014/main" id="{A4A60264-C6A5-459F-9311-C1BE7416B8E7}"/>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personal belief is stated.</a:t>
            </a:r>
          </a:p>
        </p:txBody>
      </p:sp>
      <p:sp>
        <p:nvSpPr>
          <p:cNvPr id="20" name="pupil-text">
            <a:extLst xmlns:a="http://schemas.openxmlformats.org/drawingml/2006/main">
              <a:ext uri="{FF2B5EF4-FFF2-40B4-BE49-F238E27FC236}">
                <a16:creationId xmlns:a16="http://schemas.microsoft.com/office/drawing/2014/main" id="{97B1A519-20A7-4A50-A1EE-98B43DD06516}"/>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Confidence: 1 = not sure yet; 2 = partly sure; 3 = sure.</a:t>
            </a:r>
          </a:p>
        </p:txBody>
      </p:sp>
    </p:spTree>
    <p:extLst>
      <p:ext uri="{BB962C8B-B14F-4D97-AF65-F5344CB8AC3E}">
        <p14:creationId xmlns:p14="http://schemas.microsoft.com/office/powerpoint/2010/main" val="283001105"/>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147D50C1-1D2A-4D4F-AB72-65073949F31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8E66EA5C-6E4C-4E81-BB7C-3253C9F5E47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B02EF905-C8F2-413F-9577-F26E2B5DD77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Fresh Exit source</a:t>
            </a:r>
          </a:p>
        </p:txBody>
      </p:sp>
      <p:sp>
        <p:nvSpPr>
          <p:cNvPr id="4" name="shape">
            <a:extLst xmlns:a="http://schemas.openxmlformats.org/drawingml/2006/main">
              <a:ext uri="{FF2B5EF4-FFF2-40B4-BE49-F238E27FC236}">
                <a16:creationId xmlns:a16="http://schemas.microsoft.com/office/drawing/2014/main" id="{F565DB58-A699-4BE3-BC1A-733365C3CA7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E8CA222-389B-4CB1-9D78-EC8B5F98F39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D2C8FD9-3419-4FF2-A616-3DE04A22A81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74D9673-FB18-4391-9480-2BB4991A9B1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0CC80CF-D31A-47D5-8D4F-D3C22DA269D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8E7E001-6E40-4CC8-823E-2DBACCCB8533}"/>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90AF962-5DEA-4388-929F-DBED6BE9B11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CDDD4641-ECB5-4048-BB73-121086DD193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115BD85F-9CC5-443D-8BAE-695B1176DC9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9096CF2B-FCC6-45DC-8543-7B9C5F40951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41 / 44</a:t>
            </a:r>
          </a:p>
        </p:txBody>
      </p:sp>
      <p:sp>
        <p:nvSpPr>
          <p:cNvPr id="14" name="licence-footer">
            <a:extLst xmlns:a="http://schemas.openxmlformats.org/drawingml/2006/main">
              <a:ext uri="{FF2B5EF4-FFF2-40B4-BE49-F238E27FC236}">
                <a16:creationId xmlns:a16="http://schemas.microsoft.com/office/drawing/2014/main" id="{924AF7A0-3A89-456C-B8C6-7D6C913FCE6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B5F9A17-576F-46C9-94CF-406A22CF9FC5}"/>
              </a:ext>
            </a:extLst>
          </p:cNvPr>
          <p:cNvPicPr>
            <a:picLocks xmlns:a="http://schemas.openxmlformats.org/drawingml/2006/main" noChangeAspect="1"/>
          </p:cNvPicPr>
          <p:nvPr/>
        </p:nvPicPr>
        <p:blipFill>
          <a:blip xmlns:r="http://schemas.openxmlformats.org/officeDocument/2006/relationships" xmlns:a="http://schemas.openxmlformats.org/drawingml/2006/main" r:embed="Ra673b36acca64c7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0EDD32C-2D47-4E11-9B0A-78E44D5B21F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invented discussion: a shared meal must move. One helper hopes a new space can work and</a:t>
            </a:r>
          </a:p>
        </p:txBody>
      </p:sp>
      <p:sp>
        <p:nvSpPr>
          <p:cNvPr id="17" name="pupil-text">
            <a:extLst xmlns:a="http://schemas.openxmlformats.org/drawingml/2006/main">
              <a:ext uri="{FF2B5EF4-FFF2-40B4-BE49-F238E27FC236}">
                <a16:creationId xmlns:a16="http://schemas.microsoft.com/office/drawing/2014/main" id="{C09F4AB2-5BE7-44C8-A48C-B2EAC268B89D}"/>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offers to check. Another says the group should find out what is possible before making promises. No</a:t>
            </a:r>
          </a:p>
        </p:txBody>
      </p:sp>
      <p:sp>
        <p:nvSpPr>
          <p:cNvPr id="18" name="pupil-text">
            <a:extLst xmlns:a="http://schemas.openxmlformats.org/drawingml/2006/main">
              <a:ext uri="{FF2B5EF4-FFF2-40B4-BE49-F238E27FC236}">
                <a16:creationId xmlns:a16="http://schemas.microsoft.com/office/drawing/2014/main" id="{75539636-105D-454F-A14D-B275883B4AE8}"/>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personal belief is stated.</a:t>
            </a:r>
          </a:p>
        </p:txBody>
      </p:sp>
      <p:sp>
        <p:nvSpPr>
          <p:cNvPr id="19" name="shape">
            <a:extLst xmlns:a="http://schemas.openxmlformats.org/drawingml/2006/main">
              <a:ext uri="{FF2B5EF4-FFF2-40B4-BE49-F238E27FC236}">
                <a16:creationId xmlns:a16="http://schemas.microsoft.com/office/drawing/2014/main" id="{B9965814-58BC-40B1-8B05-51B198367723}"/>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0" name="pupil-text">
            <a:extLst xmlns:a="http://schemas.openxmlformats.org/drawingml/2006/main">
              <a:ext uri="{FF2B5EF4-FFF2-40B4-BE49-F238E27FC236}">
                <a16:creationId xmlns:a16="http://schemas.microsoft.com/office/drawing/2014/main" id="{641CDFD8-41E6-4F48-A894-B6DAE528373F}"/>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Tree>
    <p:extLst>
      <p:ext uri="{BB962C8B-B14F-4D97-AF65-F5344CB8AC3E}">
        <p14:creationId xmlns:p14="http://schemas.microsoft.com/office/powerpoint/2010/main" val="833870462"/>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AE2B2243-D735-492B-80D3-A2A31980D5B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5AE8F769-45D5-4305-A446-A55E6C8776D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C7688147-C1C6-4A14-9E4F-0A87AAA07BF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Supported</a:t>
            </a:r>
          </a:p>
        </p:txBody>
      </p:sp>
      <p:sp>
        <p:nvSpPr>
          <p:cNvPr id="4" name="shape">
            <a:extLst xmlns:a="http://schemas.openxmlformats.org/drawingml/2006/main">
              <a:ext uri="{FF2B5EF4-FFF2-40B4-BE49-F238E27FC236}">
                <a16:creationId xmlns:a16="http://schemas.microsoft.com/office/drawing/2014/main" id="{40C685A0-4EF3-44F5-820E-F1938F2071E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F52926B-2FF6-46E3-8A63-AC449E0E90B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C32F426-599B-4E20-A02C-EECF6C43E63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185625F-AE4E-4D88-9F4B-CE06E72E474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8B8E0DC-56FB-46BD-AD7E-F9CA48B5157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A2C5C46-56EA-4F9D-A562-411C456FE6EB}"/>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1F3ECBC-3E15-4505-A1E0-9368264C20C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9305616D-4D33-4100-9871-8606CD81744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CE418B19-FF6E-4783-8C86-BC7F1F85A05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E54CFD03-31B7-4EAA-A498-328A258C879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42 / 44</a:t>
            </a:r>
          </a:p>
        </p:txBody>
      </p:sp>
      <p:sp>
        <p:nvSpPr>
          <p:cNvPr id="14" name="licence-footer">
            <a:extLst xmlns:a="http://schemas.openxmlformats.org/drawingml/2006/main">
              <a:ext uri="{FF2B5EF4-FFF2-40B4-BE49-F238E27FC236}">
                <a16:creationId xmlns:a16="http://schemas.microsoft.com/office/drawing/2014/main" id="{E93F2015-ED8D-4D54-85C7-6D2F7D72FFA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66C45D8-11C4-46FF-AA1A-059105922A3A}"/>
              </a:ext>
            </a:extLst>
          </p:cNvPr>
          <p:cNvPicPr>
            <a:picLocks xmlns:a="http://schemas.openxmlformats.org/drawingml/2006/main" noChangeAspect="1"/>
          </p:cNvPicPr>
          <p:nvPr/>
        </p:nvPicPr>
        <p:blipFill>
          <a:blip xmlns:r="http://schemas.openxmlformats.org/officeDocument/2006/relationships" xmlns:a="http://schemas.openxmlformats.org/drawingml/2006/main" r:embed="R51faed3769e74c4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5D6DAE4-D7DA-4B78-9891-7D44FD1AFE4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682257E8-5A4C-4892-9600-5BFAEA6825C6}"/>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Scheme check 1</a:t>
            </a:r>
          </a:p>
        </p:txBody>
      </p:sp>
      <p:sp>
        <p:nvSpPr>
          <p:cNvPr id="18" name="pupil-text">
            <a:extLst xmlns:a="http://schemas.openxmlformats.org/drawingml/2006/main">
              <a:ext uri="{FF2B5EF4-FFF2-40B4-BE49-F238E27FC236}">
                <a16:creationId xmlns:a16="http://schemas.microsoft.com/office/drawing/2014/main" id="{06A1E11E-CE35-4939-B09C-597431EF83A4}"/>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a reasoned reply to one helper.</a:t>
            </a:r>
          </a:p>
        </p:txBody>
      </p:sp>
      <p:sp>
        <p:nvSpPr>
          <p:cNvPr id="19" name="pupil-text">
            <a:extLst xmlns:a="http://schemas.openxmlformats.org/drawingml/2006/main">
              <a:ext uri="{FF2B5EF4-FFF2-40B4-BE49-F238E27FC236}">
                <a16:creationId xmlns:a16="http://schemas.microsoft.com/office/drawing/2014/main" id="{246AEB5D-A10A-4ECE-8D92-9AB25F7D881C}"/>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Scheme check 2</a:t>
            </a:r>
          </a:p>
        </p:txBody>
      </p:sp>
      <p:sp>
        <p:nvSpPr>
          <p:cNvPr id="20" name="pupil-text">
            <a:extLst xmlns:a="http://schemas.openxmlformats.org/drawingml/2006/main">
              <a:ext uri="{FF2B5EF4-FFF2-40B4-BE49-F238E27FC236}">
                <a16:creationId xmlns:a16="http://schemas.microsoft.com/office/drawing/2014/main" id="{DAB5C88D-4F83-474A-AB22-D986556B9974}"/>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a fair question to ask the helper who offers to check.</a:t>
            </a:r>
          </a:p>
        </p:txBody>
      </p:sp>
    </p:spTree>
    <p:extLst>
      <p:ext uri="{BB962C8B-B14F-4D97-AF65-F5344CB8AC3E}">
        <p14:creationId xmlns:p14="http://schemas.microsoft.com/office/powerpoint/2010/main" val="123162363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245E9A00-F137-45A9-B035-7C06DEC4787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4ADFD8A7-3EA3-4141-94D8-478C82A9075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6788A78C-4C16-4483-9572-6ECCFA8A39D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Standard</a:t>
            </a:r>
          </a:p>
        </p:txBody>
      </p:sp>
      <p:sp>
        <p:nvSpPr>
          <p:cNvPr id="4" name="shape">
            <a:extLst xmlns:a="http://schemas.openxmlformats.org/drawingml/2006/main">
              <a:ext uri="{FF2B5EF4-FFF2-40B4-BE49-F238E27FC236}">
                <a16:creationId xmlns:a16="http://schemas.microsoft.com/office/drawing/2014/main" id="{58BC4572-1E40-4F0F-9BD8-9B428E8E3C1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B5B7DDF-001E-4341-9661-4A9C7F0C2D9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8B13273-20F0-4C9F-88C2-E1CA88A72B4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3457420-47BB-41BB-A935-2C72A2A33AF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4A2803F-1825-4CFA-A30E-C63F0C5FC2C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351870A-83D5-43DD-A147-9F223FE47F38}"/>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2B3C4DA-7611-45B2-882B-72CAE70D1C4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DC18B2C3-0201-4A44-84D8-685D1FD7782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021F749B-74AD-45E1-80E5-0E0F3A4B726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6DDD4381-2948-4F8B-8E4D-AA6E127C74E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43 / 44</a:t>
            </a:r>
          </a:p>
        </p:txBody>
      </p:sp>
      <p:sp>
        <p:nvSpPr>
          <p:cNvPr id="14" name="licence-footer">
            <a:extLst xmlns:a="http://schemas.openxmlformats.org/drawingml/2006/main">
              <a:ext uri="{FF2B5EF4-FFF2-40B4-BE49-F238E27FC236}">
                <a16:creationId xmlns:a16="http://schemas.microsoft.com/office/drawing/2014/main" id="{3415D599-ECCF-444C-9565-A0D072466FC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8C728C2-16AE-4CED-9C4D-595F6D4A715C}"/>
              </a:ext>
            </a:extLst>
          </p:cNvPr>
          <p:cNvPicPr>
            <a:picLocks xmlns:a="http://schemas.openxmlformats.org/drawingml/2006/main" noChangeAspect="1"/>
          </p:cNvPicPr>
          <p:nvPr/>
        </p:nvPicPr>
        <p:blipFill>
          <a:blip xmlns:r="http://schemas.openxmlformats.org/officeDocument/2006/relationships" xmlns:a="http://schemas.openxmlformats.org/drawingml/2006/main" r:embed="Rbb28a87cc8c1477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D050B8A-B89A-439F-9A97-DB10422DF4A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9C7A3A43-DFD8-4B7A-9E66-BFD68F7BD1DB}"/>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Scheme check 1</a:t>
            </a:r>
          </a:p>
        </p:txBody>
      </p:sp>
      <p:sp>
        <p:nvSpPr>
          <p:cNvPr id="18" name="pupil-text">
            <a:extLst xmlns:a="http://schemas.openxmlformats.org/drawingml/2006/main">
              <a:ext uri="{FF2B5EF4-FFF2-40B4-BE49-F238E27FC236}">
                <a16:creationId xmlns:a16="http://schemas.microsoft.com/office/drawing/2014/main" id="{FFB82D58-0169-406E-8EDF-4ACA40A13F1C}"/>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case to answer whether hope can help with change.</a:t>
            </a:r>
          </a:p>
        </p:txBody>
      </p:sp>
      <p:sp>
        <p:nvSpPr>
          <p:cNvPr id="19" name="pupil-text">
            <a:extLst xmlns:a="http://schemas.openxmlformats.org/drawingml/2006/main">
              <a:ext uri="{FF2B5EF4-FFF2-40B4-BE49-F238E27FC236}">
                <a16:creationId xmlns:a16="http://schemas.microsoft.com/office/drawing/2014/main" id="{C69C5272-4D46-4751-9812-011B16DD59A6}"/>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Scheme check 2</a:t>
            </a:r>
          </a:p>
        </p:txBody>
      </p:sp>
      <p:sp>
        <p:nvSpPr>
          <p:cNvPr id="20" name="pupil-text">
            <a:extLst xmlns:a="http://schemas.openxmlformats.org/drawingml/2006/main">
              <a:ext uri="{FF2B5EF4-FFF2-40B4-BE49-F238E27FC236}">
                <a16:creationId xmlns:a16="http://schemas.microsoft.com/office/drawing/2014/main" id="{9256CD55-5710-49B5-AE2D-ECCEF0C7FDA7}"/>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a fair reply to a different view, with a reason.</a:t>
            </a:r>
          </a:p>
        </p:txBody>
      </p:sp>
    </p:spTree>
    <p:extLst>
      <p:ext uri="{BB962C8B-B14F-4D97-AF65-F5344CB8AC3E}">
        <p14:creationId xmlns:p14="http://schemas.microsoft.com/office/powerpoint/2010/main" val="383711707"/>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85747705-E5C2-40BE-A5C0-A8E582D7CCA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6</a:t>
            </a:r>
          </a:p>
        </p:txBody>
      </p:sp>
      <p:sp>
        <p:nvSpPr>
          <p:cNvPr id="2" name="stage-clock">
            <a:extLst xmlns:a="http://schemas.openxmlformats.org/drawingml/2006/main">
              <a:ext uri="{FF2B5EF4-FFF2-40B4-BE49-F238E27FC236}">
                <a16:creationId xmlns:a16="http://schemas.microsoft.com/office/drawing/2014/main" id="{218F2391-8312-4C83-8ECC-C08828F151A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B54182C0-D517-40E1-A64B-0EC871A1403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Stretch</a:t>
            </a:r>
          </a:p>
        </p:txBody>
      </p:sp>
      <p:sp>
        <p:nvSpPr>
          <p:cNvPr id="4" name="shape">
            <a:extLst xmlns:a="http://schemas.openxmlformats.org/drawingml/2006/main">
              <a:ext uri="{FF2B5EF4-FFF2-40B4-BE49-F238E27FC236}">
                <a16:creationId xmlns:a16="http://schemas.microsoft.com/office/drawing/2014/main" id="{14DD8DF1-7EB9-4401-AA42-247E9F463F0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5C5CC7A-D1CB-4B30-9A61-FB3A0989F0B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BD14993-3A53-4BEE-8201-0675E6F4009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EEC7050-B08A-47FE-AC59-F3FDAAFF121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FE32C8D-0877-4EB6-BB74-E966622CBBE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5EB9004-A07C-420D-9246-84CAF165B104}"/>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E3E1DE0-235F-4C35-8ACD-36F4ADC05BD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give and defend a respectful response to a question about change.</a:t>
            </a:r>
          </a:p>
        </p:txBody>
      </p:sp>
      <p:sp>
        <p:nvSpPr>
          <p:cNvPr id="11" name="re-framing">
            <a:extLst xmlns:a="http://schemas.openxmlformats.org/drawingml/2006/main">
              <a:ext uri="{FF2B5EF4-FFF2-40B4-BE49-F238E27FC236}">
                <a16:creationId xmlns:a16="http://schemas.microsoft.com/office/drawing/2014/main" id="{296C878F-E1E4-46E3-B995-0687F23DAA7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3FAC591B-6950-499A-A516-CD4AAB04059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BD6CAE6B-598A-43A9-BA8E-B7D06B5453E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44 / 44</a:t>
            </a:r>
          </a:p>
        </p:txBody>
      </p:sp>
      <p:sp>
        <p:nvSpPr>
          <p:cNvPr id="14" name="licence-footer">
            <a:extLst xmlns:a="http://schemas.openxmlformats.org/drawingml/2006/main">
              <a:ext uri="{FF2B5EF4-FFF2-40B4-BE49-F238E27FC236}">
                <a16:creationId xmlns:a16="http://schemas.microsoft.com/office/drawing/2014/main" id="{72026322-C8EC-456E-A8A0-CA078B1BCFB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69B59C0-27D9-4FEC-A7FC-DC4B95321CB3}"/>
              </a:ext>
            </a:extLst>
          </p:cNvPr>
          <p:cNvPicPr>
            <a:picLocks xmlns:a="http://schemas.openxmlformats.org/drawingml/2006/main" noChangeAspect="1"/>
          </p:cNvPicPr>
          <p:nvPr/>
        </p:nvPicPr>
        <p:blipFill>
          <a:blip xmlns:r="http://schemas.openxmlformats.org/officeDocument/2006/relationships" xmlns:a="http://schemas.openxmlformats.org/drawingml/2006/main" r:embed="Rc4374a44304d474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37AB0C4-B518-47A7-B3BD-D23EF5E7FF9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2E1E643C-D166-4BD5-9C5C-B339C1366D1F}"/>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Scheme check 1</a:t>
            </a:r>
          </a:p>
        </p:txBody>
      </p:sp>
      <p:sp>
        <p:nvSpPr>
          <p:cNvPr id="18" name="pupil-text">
            <a:extLst xmlns:a="http://schemas.openxmlformats.org/drawingml/2006/main">
              <a:ext uri="{FF2B5EF4-FFF2-40B4-BE49-F238E27FC236}">
                <a16:creationId xmlns:a16="http://schemas.microsoft.com/office/drawing/2014/main" id="{F58C85DF-7F55-4A11-ADD6-C8A63FF656E4}"/>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Defend a qualified view about hope and action in this case.</a:t>
            </a:r>
          </a:p>
        </p:txBody>
      </p:sp>
      <p:sp>
        <p:nvSpPr>
          <p:cNvPr id="19" name="pupil-text">
            <a:extLst xmlns:a="http://schemas.openxmlformats.org/drawingml/2006/main">
              <a:ext uri="{FF2B5EF4-FFF2-40B4-BE49-F238E27FC236}">
                <a16:creationId xmlns:a16="http://schemas.microsoft.com/office/drawing/2014/main" id="{46C06EA3-A3B6-408E-8C5E-9763310163BA}"/>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Scheme check 2</a:t>
            </a:r>
          </a:p>
        </p:txBody>
      </p:sp>
      <p:sp>
        <p:nvSpPr>
          <p:cNvPr id="20" name="pupil-text">
            <a:extLst xmlns:a="http://schemas.openxmlformats.org/drawingml/2006/main">
              <a:ext uri="{FF2B5EF4-FFF2-40B4-BE49-F238E27FC236}">
                <a16:creationId xmlns:a16="http://schemas.microsoft.com/office/drawing/2014/main" id="{606B6C6A-01ED-45ED-82E9-25317405AEF6}"/>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can you test a claim without guessing or ranking the speakers’ beliefs?</a:t>
            </a:r>
          </a:p>
        </p:txBody>
      </p:sp>
    </p:spTree>
    <p:extLst>
      <p:ext uri="{BB962C8B-B14F-4D97-AF65-F5344CB8AC3E}">
        <p14:creationId xmlns:p14="http://schemas.microsoft.com/office/powerpoint/2010/main" val="1709153396"/>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Can hope help people when change is hard?</dc:title>
  <dcterms:created xsi:type="dcterms:W3CDTF">2026-10-14T20:16:54.3050000Z</dcterms:created>
  <dcterms:modified xsi:type="dcterms:W3CDTF">2026-10-14T20:16:54.3050000Z</dcterms:modified>
  <dc:subject>GROW-RE-S1-W06</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