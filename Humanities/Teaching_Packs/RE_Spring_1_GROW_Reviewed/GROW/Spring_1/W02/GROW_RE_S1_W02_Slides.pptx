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beb93516a6ef4618"/><Relationship Type="http://schemas.openxmlformats.org/officeDocument/2006/relationships/extended-properties" Target="/docProps/app.xml" Id="Rff9e23003c52492c"/><Relationship Type="http://schemas.openxmlformats.org/officeDocument/2006/relationships/officeDocument" Target="/ppt/presentation.xml" Id="Rbe83ff08a5824ff9"/><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315cb58de0d84311"/>
  </p:sldMasterIdLst>
  <p:notesMasterIdLst>
    <p:notesMasterId xmlns:r="http://schemas.openxmlformats.org/officeDocument/2006/relationships" r:id="Rf9652ed7756a44e1"/>
  </p:notesMasterIdLst>
  <p:sldIdLst>
    <p:sldId xmlns:r="http://schemas.openxmlformats.org/officeDocument/2006/relationships" id="256" r:id="Rfcb21bf4fd014bcf"/>
    <p:sldId xmlns:r="http://schemas.openxmlformats.org/officeDocument/2006/relationships" id="257" r:id="R2ce6cbc1018b4752"/>
    <p:sldId xmlns:r="http://schemas.openxmlformats.org/officeDocument/2006/relationships" id="258" r:id="R46c0c35bdcd345c4"/>
    <p:sldId xmlns:r="http://schemas.openxmlformats.org/officeDocument/2006/relationships" id="259" r:id="R67e273dfe0814711"/>
    <p:sldId xmlns:r="http://schemas.openxmlformats.org/officeDocument/2006/relationships" id="260" r:id="Rc8473d10a8184e2f"/>
    <p:sldId xmlns:r="http://schemas.openxmlformats.org/officeDocument/2006/relationships" id="261" r:id="R5609df57305348e9"/>
    <p:sldId xmlns:r="http://schemas.openxmlformats.org/officeDocument/2006/relationships" id="262" r:id="Rae52055502b048ba"/>
    <p:sldId xmlns:r="http://schemas.openxmlformats.org/officeDocument/2006/relationships" id="263" r:id="R59528457fa2745ab"/>
    <p:sldId xmlns:r="http://schemas.openxmlformats.org/officeDocument/2006/relationships" id="264" r:id="R98c8fd45440f4f97"/>
    <p:sldId xmlns:r="http://schemas.openxmlformats.org/officeDocument/2006/relationships" id="265" r:id="R5112325965374f8f"/>
    <p:sldId xmlns:r="http://schemas.openxmlformats.org/officeDocument/2006/relationships" id="266" r:id="R3d34802eb50a45d4"/>
    <p:sldId xmlns:r="http://schemas.openxmlformats.org/officeDocument/2006/relationships" id="267" r:id="R01e7cb21101f4c16"/>
    <p:sldId xmlns:r="http://schemas.openxmlformats.org/officeDocument/2006/relationships" id="268" r:id="R48fdafea250648d1"/>
    <p:sldId xmlns:r="http://schemas.openxmlformats.org/officeDocument/2006/relationships" id="269" r:id="R514f86b83c8f4ee8"/>
    <p:sldId xmlns:r="http://schemas.openxmlformats.org/officeDocument/2006/relationships" id="270" r:id="R767b13efec1d436b"/>
    <p:sldId xmlns:r="http://schemas.openxmlformats.org/officeDocument/2006/relationships" id="271" r:id="Rb65a70bb86a24a8a"/>
    <p:sldId xmlns:r="http://schemas.openxmlformats.org/officeDocument/2006/relationships" id="272" r:id="R129938fee29c4e18"/>
    <p:sldId xmlns:r="http://schemas.openxmlformats.org/officeDocument/2006/relationships" id="273" r:id="Rc571fa8b06ca466c"/>
    <p:sldId xmlns:r="http://schemas.openxmlformats.org/officeDocument/2006/relationships" id="274" r:id="R741a17b03e9840b8"/>
    <p:sldId xmlns:r="http://schemas.openxmlformats.org/officeDocument/2006/relationships" id="275" r:id="Rf7bf5b86d60c4127"/>
    <p:sldId xmlns:r="http://schemas.openxmlformats.org/officeDocument/2006/relationships" id="276" r:id="R3d24a30b923c474f"/>
    <p:sldId xmlns:r="http://schemas.openxmlformats.org/officeDocument/2006/relationships" id="277" r:id="R55a1c982eab74be8"/>
    <p:sldId xmlns:r="http://schemas.openxmlformats.org/officeDocument/2006/relationships" id="278" r:id="R2f8399455d564476"/>
    <p:sldId xmlns:r="http://schemas.openxmlformats.org/officeDocument/2006/relationships" id="279" r:id="R2800604367304ec0"/>
    <p:sldId xmlns:r="http://schemas.openxmlformats.org/officeDocument/2006/relationships" id="280" r:id="Rcebf7bdceac043e6"/>
    <p:sldId xmlns:r="http://schemas.openxmlformats.org/officeDocument/2006/relationships" id="281" r:id="Rdfcb9165140c46c8"/>
    <p:sldId xmlns:r="http://schemas.openxmlformats.org/officeDocument/2006/relationships" id="282" r:id="R81ad55e619de474f"/>
    <p:sldId xmlns:r="http://schemas.openxmlformats.org/officeDocument/2006/relationships" id="283" r:id="R9c6a0bed58e84ddc"/>
    <p:sldId xmlns:r="http://schemas.openxmlformats.org/officeDocument/2006/relationships" id="284" r:id="R187415f73e14474b"/>
    <p:sldId xmlns:r="http://schemas.openxmlformats.org/officeDocument/2006/relationships" id="285" r:id="R3d53f06d54e64235"/>
    <p:sldId xmlns:r="http://schemas.openxmlformats.org/officeDocument/2006/relationships" id="286" r:id="R1b3c1e4f88464c5d"/>
    <p:sldId xmlns:r="http://schemas.openxmlformats.org/officeDocument/2006/relationships" id="287" r:id="R101a0c71c40c4bbd"/>
    <p:sldId xmlns:r="http://schemas.openxmlformats.org/officeDocument/2006/relationships" id="288" r:id="R6752f5a5986a406e"/>
    <p:sldId xmlns:r="http://schemas.openxmlformats.org/officeDocument/2006/relationships" id="289" r:id="R334bae3181994d61"/>
    <p:sldId xmlns:r="http://schemas.openxmlformats.org/officeDocument/2006/relationships" id="290" r:id="R63809982622e4d0b"/>
    <p:sldId xmlns:r="http://schemas.openxmlformats.org/officeDocument/2006/relationships" id="291" r:id="R5b90ad87f96740b4"/>
    <p:sldId xmlns:r="http://schemas.openxmlformats.org/officeDocument/2006/relationships" id="292" r:id="Rfe248182e3ff46ef"/>
    <p:sldId xmlns:r="http://schemas.openxmlformats.org/officeDocument/2006/relationships" id="293" r:id="Rf0487495c91c4730"/>
    <p:sldId xmlns:r="http://schemas.openxmlformats.org/officeDocument/2006/relationships" id="294" r:id="R3fd2ad89ede24f05"/>
    <p:sldId xmlns:r="http://schemas.openxmlformats.org/officeDocument/2006/relationships" id="295" r:id="R85090db69450461b"/>
    <p:sldId xmlns:r="http://schemas.openxmlformats.org/officeDocument/2006/relationships" id="296" r:id="R5400a040eee14181"/>
    <p:sldId xmlns:r="http://schemas.openxmlformats.org/officeDocument/2006/relationships" id="297" r:id="R112df9d3e89f46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cca47f374d4632" /><Relationship Type="http://schemas.openxmlformats.org/officeDocument/2006/relationships/slideMaster" Target="/ppt/slideMasters/slideMaster1.xml" Id="R315cb58de0d84311" /><Relationship Type="http://schemas.openxmlformats.org/officeDocument/2006/relationships/notesMaster" Target="/ppt/notesMasters/notesMaster1.xml" Id="Rf9652ed7756a44e1" /><Relationship Type="http://schemas.openxmlformats.org/officeDocument/2006/relationships/presProps" Target="/ppt/presProps.xml" Id="R0b435275a4294002" /><Relationship Type="http://schemas.openxmlformats.org/officeDocument/2006/relationships/tableStyles" Target="/ppt/tableStyles.xml" Id="R798e1d23f26c4b66" /><Relationship Type="http://schemas.openxmlformats.org/officeDocument/2006/relationships/slide" Target="/ppt/slides/slide1.xml" Id="Rfcb21bf4fd014bcf" /><Relationship Type="http://schemas.openxmlformats.org/officeDocument/2006/relationships/slide" Target="/ppt/slides/slide2.xml" Id="R2ce6cbc1018b4752" /><Relationship Type="http://schemas.openxmlformats.org/officeDocument/2006/relationships/slide" Target="/ppt/slides/slide3.xml" Id="R46c0c35bdcd345c4" /><Relationship Type="http://schemas.openxmlformats.org/officeDocument/2006/relationships/slide" Target="/ppt/slides/slide4.xml" Id="R67e273dfe0814711" /><Relationship Type="http://schemas.openxmlformats.org/officeDocument/2006/relationships/slide" Target="/ppt/slides/slide5.xml" Id="Rc8473d10a8184e2f" /><Relationship Type="http://schemas.openxmlformats.org/officeDocument/2006/relationships/slide" Target="/ppt/slides/slide6.xml" Id="R5609df57305348e9" /><Relationship Type="http://schemas.openxmlformats.org/officeDocument/2006/relationships/slide" Target="/ppt/slides/slide7.xml" Id="Rae52055502b048ba" /><Relationship Type="http://schemas.openxmlformats.org/officeDocument/2006/relationships/slide" Target="/ppt/slides/slide8.xml" Id="R59528457fa2745ab" /><Relationship Type="http://schemas.openxmlformats.org/officeDocument/2006/relationships/slide" Target="/ppt/slides/slide9.xml" Id="R98c8fd45440f4f97" /><Relationship Type="http://schemas.openxmlformats.org/officeDocument/2006/relationships/slide" Target="/ppt/slides/slide10.xml" Id="R5112325965374f8f" /><Relationship Type="http://schemas.openxmlformats.org/officeDocument/2006/relationships/slide" Target="/ppt/slides/slide11.xml" Id="R3d34802eb50a45d4" /><Relationship Type="http://schemas.openxmlformats.org/officeDocument/2006/relationships/slide" Target="/ppt/slides/slide12.xml" Id="R01e7cb21101f4c16" /><Relationship Type="http://schemas.openxmlformats.org/officeDocument/2006/relationships/slide" Target="/ppt/slides/slide13.xml" Id="R48fdafea250648d1" /><Relationship Type="http://schemas.openxmlformats.org/officeDocument/2006/relationships/slide" Target="/ppt/slides/slide14.xml" Id="R514f86b83c8f4ee8" /><Relationship Type="http://schemas.openxmlformats.org/officeDocument/2006/relationships/slide" Target="/ppt/slides/slide15.xml" Id="R767b13efec1d436b" /><Relationship Type="http://schemas.openxmlformats.org/officeDocument/2006/relationships/slide" Target="/ppt/slides/slide16.xml" Id="Rb65a70bb86a24a8a" /><Relationship Type="http://schemas.openxmlformats.org/officeDocument/2006/relationships/slide" Target="/ppt/slides/slide17.xml" Id="R129938fee29c4e18" /><Relationship Type="http://schemas.openxmlformats.org/officeDocument/2006/relationships/slide" Target="/ppt/slides/slide18.xml" Id="Rc571fa8b06ca466c" /><Relationship Type="http://schemas.openxmlformats.org/officeDocument/2006/relationships/slide" Target="/ppt/slides/slide19.xml" Id="R741a17b03e9840b8" /><Relationship Type="http://schemas.openxmlformats.org/officeDocument/2006/relationships/slide" Target="/ppt/slides/slide20.xml" Id="Rf7bf5b86d60c4127" /><Relationship Type="http://schemas.openxmlformats.org/officeDocument/2006/relationships/slide" Target="/ppt/slides/slide21.xml" Id="R3d24a30b923c474f" /><Relationship Type="http://schemas.openxmlformats.org/officeDocument/2006/relationships/slide" Target="/ppt/slides/slide22.xml" Id="R55a1c982eab74be8" /><Relationship Type="http://schemas.openxmlformats.org/officeDocument/2006/relationships/slide" Target="/ppt/slides/slide23.xml" Id="R2f8399455d564476" /><Relationship Type="http://schemas.openxmlformats.org/officeDocument/2006/relationships/slide" Target="/ppt/slides/slide24.xml" Id="R2800604367304ec0" /><Relationship Type="http://schemas.openxmlformats.org/officeDocument/2006/relationships/slide" Target="/ppt/slides/slide25.xml" Id="Rcebf7bdceac043e6" /><Relationship Type="http://schemas.openxmlformats.org/officeDocument/2006/relationships/slide" Target="/ppt/slides/slide26.xml" Id="Rdfcb9165140c46c8" /><Relationship Type="http://schemas.openxmlformats.org/officeDocument/2006/relationships/slide" Target="/ppt/slides/slide27.xml" Id="R81ad55e619de474f" /><Relationship Type="http://schemas.openxmlformats.org/officeDocument/2006/relationships/slide" Target="/ppt/slides/slide28.xml" Id="R9c6a0bed58e84ddc" /><Relationship Type="http://schemas.openxmlformats.org/officeDocument/2006/relationships/slide" Target="/ppt/slides/slide29.xml" Id="R187415f73e14474b" /><Relationship Type="http://schemas.openxmlformats.org/officeDocument/2006/relationships/slide" Target="/ppt/slides/slide30.xml" Id="R3d53f06d54e64235" /><Relationship Type="http://schemas.openxmlformats.org/officeDocument/2006/relationships/slide" Target="/ppt/slides/slide31.xml" Id="R1b3c1e4f88464c5d" /><Relationship Type="http://schemas.openxmlformats.org/officeDocument/2006/relationships/slide" Target="/ppt/slides/slide32.xml" Id="R101a0c71c40c4bbd" /><Relationship Type="http://schemas.openxmlformats.org/officeDocument/2006/relationships/slide" Target="/ppt/slides/slide33.xml" Id="R6752f5a5986a406e" /><Relationship Type="http://schemas.openxmlformats.org/officeDocument/2006/relationships/slide" Target="/ppt/slides/slide34.xml" Id="R334bae3181994d61" /><Relationship Type="http://schemas.openxmlformats.org/officeDocument/2006/relationships/slide" Target="/ppt/slides/slide35.xml" Id="R63809982622e4d0b" /><Relationship Type="http://schemas.openxmlformats.org/officeDocument/2006/relationships/slide" Target="/ppt/slides/slide36.xml" Id="R5b90ad87f96740b4" /><Relationship Type="http://schemas.openxmlformats.org/officeDocument/2006/relationships/slide" Target="/ppt/slides/slide37.xml" Id="Rfe248182e3ff46ef" /><Relationship Type="http://schemas.openxmlformats.org/officeDocument/2006/relationships/slide" Target="/ppt/slides/slide38.xml" Id="Rf0487495c91c4730" /><Relationship Type="http://schemas.openxmlformats.org/officeDocument/2006/relationships/slide" Target="/ppt/slides/slide39.xml" Id="R3fd2ad89ede24f05" /><Relationship Type="http://schemas.openxmlformats.org/officeDocument/2006/relationships/slide" Target="/ppt/slides/slide40.xml" Id="R85090db69450461b" /><Relationship Type="http://schemas.openxmlformats.org/officeDocument/2006/relationships/slide" Target="/ppt/slides/slide41.xml" Id="R5400a040eee14181" /><Relationship Type="http://schemas.openxmlformats.org/officeDocument/2006/relationships/slide" Target="/ppt/slides/slide42.xml" Id="R112df9d3e89f46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65e8b518b342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a86e62c7644832" /><Relationship Type="http://schemas.openxmlformats.org/officeDocument/2006/relationships/notesMaster" Target="/ppt/notesMasters/notesMaster1.xml" Id="R94da2ecb92cc4c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6c6e673c9341a4" /><Relationship Type="http://schemas.openxmlformats.org/officeDocument/2006/relationships/notesMaster" Target="/ppt/notesMasters/notesMaster1.xml" Id="R1a40625a06bb43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a25c01b49c4b94" /><Relationship Type="http://schemas.openxmlformats.org/officeDocument/2006/relationships/notesMaster" Target="/ppt/notesMasters/notesMaster1.xml" Id="R4cf3b7e826a747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26d8a9b32743ce" /><Relationship Type="http://schemas.openxmlformats.org/officeDocument/2006/relationships/notesMaster" Target="/ppt/notesMasters/notesMaster1.xml" Id="R3380bd8f12974e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c6cd70f99a4d5a" /><Relationship Type="http://schemas.openxmlformats.org/officeDocument/2006/relationships/notesMaster" Target="/ppt/notesMasters/notesMaster1.xml" Id="R06db9713709147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1eb29c2be148c6" /><Relationship Type="http://schemas.openxmlformats.org/officeDocument/2006/relationships/notesMaster" Target="/ppt/notesMasters/notesMaster1.xml" Id="R79b5a75563534a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91e998e29a4a2d" /><Relationship Type="http://schemas.openxmlformats.org/officeDocument/2006/relationships/notesMaster" Target="/ppt/notesMasters/notesMaster1.xml" Id="R0ed204a9278442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306080496a458f" /><Relationship Type="http://schemas.openxmlformats.org/officeDocument/2006/relationships/notesMaster" Target="/ppt/notesMasters/notesMaster1.xml" Id="R199fad3f769d47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bcb2e0513641fd" /><Relationship Type="http://schemas.openxmlformats.org/officeDocument/2006/relationships/notesMaster" Target="/ppt/notesMasters/notesMaster1.xml" Id="Rc5b86862f58746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647a342e1e4fb5" /><Relationship Type="http://schemas.openxmlformats.org/officeDocument/2006/relationships/notesMaster" Target="/ppt/notesMasters/notesMaster1.xml" Id="Rb7cd89ff5a0746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08cddfc16d4603" /><Relationship Type="http://schemas.openxmlformats.org/officeDocument/2006/relationships/notesMaster" Target="/ppt/notesMasters/notesMaster1.xml" Id="R0bf58c6371d74a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7001433cd34815" /><Relationship Type="http://schemas.openxmlformats.org/officeDocument/2006/relationships/notesMaster" Target="/ppt/notesMasters/notesMaster1.xml" Id="Rf5f81a3037a447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85521e526d45c7" /><Relationship Type="http://schemas.openxmlformats.org/officeDocument/2006/relationships/notesMaster" Target="/ppt/notesMasters/notesMaster1.xml" Id="R7a27fc93313c44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ea96721d624681" /><Relationship Type="http://schemas.openxmlformats.org/officeDocument/2006/relationships/notesMaster" Target="/ppt/notesMasters/notesMaster1.xml" Id="Rbf66df78098d4d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c986195a1242bd" /><Relationship Type="http://schemas.openxmlformats.org/officeDocument/2006/relationships/notesMaster" Target="/ppt/notesMasters/notesMaster1.xml" Id="Re1f94b2d911841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f93d7a24544fa0" /><Relationship Type="http://schemas.openxmlformats.org/officeDocument/2006/relationships/notesMaster" Target="/ppt/notesMasters/notesMaster1.xml" Id="R7cf8b80600404f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03c20f0b7664502" /><Relationship Type="http://schemas.openxmlformats.org/officeDocument/2006/relationships/notesMaster" Target="/ppt/notesMasters/notesMaster1.xml" Id="R61b8fa2e5e444a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92a893c7c143a6" /><Relationship Type="http://schemas.openxmlformats.org/officeDocument/2006/relationships/notesMaster" Target="/ppt/notesMasters/notesMaster1.xml" Id="R06afabc9ada04ee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69ff11c2d714759" /><Relationship Type="http://schemas.openxmlformats.org/officeDocument/2006/relationships/notesMaster" Target="/ppt/notesMasters/notesMaster1.xml" Id="R1593bafc9def4c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e4c728c0d64875" /><Relationship Type="http://schemas.openxmlformats.org/officeDocument/2006/relationships/notesMaster" Target="/ppt/notesMasters/notesMaster1.xml" Id="R64b4bfebe7b34e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63a5c7501949f3" /><Relationship Type="http://schemas.openxmlformats.org/officeDocument/2006/relationships/notesMaster" Target="/ppt/notesMasters/notesMaster1.xml" Id="R137c8f922f5a492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5c7053c9384dce" /><Relationship Type="http://schemas.openxmlformats.org/officeDocument/2006/relationships/notesMaster" Target="/ppt/notesMasters/notesMaster1.xml" Id="Re003b3b7c3da42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59b0d424cc4322" /><Relationship Type="http://schemas.openxmlformats.org/officeDocument/2006/relationships/notesMaster" Target="/ppt/notesMasters/notesMaster1.xml" Id="Re47b152a49274de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98432439e84d63" /><Relationship Type="http://schemas.openxmlformats.org/officeDocument/2006/relationships/notesMaster" Target="/ppt/notesMasters/notesMaster1.xml" Id="Rd05f3971e038463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b04217c34de48f6" /><Relationship Type="http://schemas.openxmlformats.org/officeDocument/2006/relationships/notesMaster" Target="/ppt/notesMasters/notesMaster1.xml" Id="R00ea577a4f014b8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97c073187a84e11" /><Relationship Type="http://schemas.openxmlformats.org/officeDocument/2006/relationships/notesMaster" Target="/ppt/notesMasters/notesMaster1.xml" Id="Rb7852953fb0e46c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4225be595934799" /><Relationship Type="http://schemas.openxmlformats.org/officeDocument/2006/relationships/notesMaster" Target="/ppt/notesMasters/notesMaster1.xml" Id="R11c78f6d4cf746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620dd99c1c64f73" /><Relationship Type="http://schemas.openxmlformats.org/officeDocument/2006/relationships/notesMaster" Target="/ppt/notesMasters/notesMaster1.xml" Id="Rd21b42fcf2be40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22b6b59a25945c4" /><Relationship Type="http://schemas.openxmlformats.org/officeDocument/2006/relationships/notesMaster" Target="/ppt/notesMasters/notesMaster1.xml" Id="Rd296779e9258403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c277b34ee1d4a06" /><Relationship Type="http://schemas.openxmlformats.org/officeDocument/2006/relationships/notesMaster" Target="/ppt/notesMasters/notesMaster1.xml" Id="Rde4042e2065348d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ac1819d547448e8" /><Relationship Type="http://schemas.openxmlformats.org/officeDocument/2006/relationships/notesMaster" Target="/ppt/notesMasters/notesMaster1.xml" Id="R3d49ebcabae443d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5d56bc446be421f" /><Relationship Type="http://schemas.openxmlformats.org/officeDocument/2006/relationships/notesMaster" Target="/ppt/notesMasters/notesMaster1.xml" Id="R5a0b5f0e5df24e3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8a10a46b993409a" /><Relationship Type="http://schemas.openxmlformats.org/officeDocument/2006/relationships/notesMaster" Target="/ppt/notesMasters/notesMaster1.xml" Id="R61e0e21020a3476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19fc3a53ef341e6" /><Relationship Type="http://schemas.openxmlformats.org/officeDocument/2006/relationships/notesMaster" Target="/ppt/notesMasters/notesMaster1.xml" Id="Re4947e5cb1de42d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47c79568a6a48be" /><Relationship Type="http://schemas.openxmlformats.org/officeDocument/2006/relationships/notesMaster" Target="/ppt/notesMasters/notesMaster1.xml" Id="Refa7d056985d452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e46e540bec74536" /><Relationship Type="http://schemas.openxmlformats.org/officeDocument/2006/relationships/notesMaster" Target="/ppt/notesMasters/notesMaster1.xml" Id="Rd7cdc5971254460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fa8ddc95ff247b6" /><Relationship Type="http://schemas.openxmlformats.org/officeDocument/2006/relationships/notesMaster" Target="/ppt/notesMasters/notesMaster1.xml" Id="R6ab5972dc9504fa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0a0b5c9abac436c" /><Relationship Type="http://schemas.openxmlformats.org/officeDocument/2006/relationships/notesMaster" Target="/ppt/notesMasters/notesMaster1.xml" Id="R63a1425d4556402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8ccf620439a40c8" /><Relationship Type="http://schemas.openxmlformats.org/officeDocument/2006/relationships/notesMaster" Target="/ppt/notesMasters/notesMaster1.xml" Id="Re9f45f886a7b4c7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002c241d2304c50" /><Relationship Type="http://schemas.openxmlformats.org/officeDocument/2006/relationships/notesMaster" Target="/ppt/notesMasters/notesMaster1.xml" Id="Rb44733c303f44a3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297bf9ac84b4a58" /><Relationship Type="http://schemas.openxmlformats.org/officeDocument/2006/relationships/notesMaster" Target="/ppt/notesMasters/notesMaster1.xml" Id="R6da837194788441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0d5b57718004b5f" /><Relationship Type="http://schemas.openxmlformats.org/officeDocument/2006/relationships/notesMaster" Target="/ppt/notesMasters/notesMaster1.xml" Id="R01e24fb482ad4a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how one faith account links hardship and hope.”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GROW-RE-S1-W02: the designated lesson TA captures the short faith-source explanation with a caring application and limit,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GROW-RE-S1-W02.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how one faith account links hardship and hope.”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GROW-RE-S1-W02: the designated lesson TA captures the short faith-source explanation with a caring application and limit,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GROW-RE-S1-W02.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1 (slide-1).</a:t>
            </a:r>
          </a:p>
          <a:p xmlns:a="http://schemas.openxmlformats.org/drawingml/2006/main">
            <a:r>
              <a:t>Wording only. Read short prompts aloud; allow thinking time, private responses and a pass. Pupils may point, speak, sign, use symbols, draw, type or write. An adult may record only the pupil’s own words or directed marks. A pass needs no book entry. No cold calling; nobody is asked to read difficult text aloud. No compulsory pair work, board copying or live website is needed.</a:t>
            </a:r>
          </a:p>
          <a:p xmlns:a="http://schemas.openxmlformats.org/drawingml/2006/main">
            <a:r>
              <a:t>Use one Arrival tier, one Exit tier and one You Do route. Offer the independent attempt first; add support only if needed. Supported adds structure; Choice adds limited options and a pupil-owned word, phrase or reason. Aspire is an extension, not a fourth support level. Each route is a separate pupil page. Staff mark actual I, S or C; the pupil page has only the empty I · S · C box.</a:t>
            </a:r>
          </a:p>
          <a:p xmlns:a="http://schemas.openxmlformats.org/drawingml/2006/main">
            <a:r>
              <a:t>Keep answers, source notes, assessment guidance and adult records out of pupil view. Keep recall cards and overlapping current cards, organiser and Word page covered until after the first Arrival attempt. The 60-second recap is after that first attempt; record later source-aided answers separately. Show only today’s link prompt at item 4. Release current sources in I Do; keep fresh Exit text for Exit only. Hide the complete model before You Do. During Exit close model, organiser, Word help, Help panels and earlier source/reveal panels; show only the fresh stimulus and chosen questions.</a:t>
            </a:r>
          </a:p>
          <a:p xmlns:a="http://schemas.openxmlformats.org/drawingml/2006/main">
            <a:r>
              <a:t>RE care: educational and non-devotional throughout. Reflection is optional and never worship. Use some believers or this person; beliefs and practices vary within traditions, and beliefs are not ranked. Never require a personal object, personal belief, family/community experience, trauma or bereavement disclosure. No compelled forgiveness, ritual, prayer, enacted silence, sacred-text recitation or role-play of belief. Use replicas, protected teaching text or photographs, never authentic sacred objects. State respectful handling before any replica is used; a book, object or place is not the religion. No real flame; use drawing or paper instead. No water or powder is thrown. The supplied neutral community case is available without requiring belief or personal disclosure; preserve the scheme outcome actually evidenced. A pause or opt-out is permitted. Log it as Space evidence after teaching, never as failure or R. Return point: one source card, then the first unfinished step.</a:t>
            </a:r>
          </a:p>
          <a:p xmlns:a="http://schemas.openxmlformats.org/drawingml/2006/main">
            <a:r>
              <a:t>Adult-only EHCP opportunities: cognition and learning through evidence use; communication through a source-based response; SEMH through an agreed pause and return; sensory or physical access through a chosen response mode. Observe only a relevant agreed individual outcome. Do not infer diagnosis, understanding or progress from completion, a photograph or adult-supplied content.</a:t>
            </a:r>
          </a:p>
          <a:p xmlns:a="http://schemas.openxmlformats.org/drawingml/2006/main">
            <a:r>
              <a:t>Design and cue instructions — adult only: instruction yellow #FFF1BB; scaffold blue #E4EFF9; stretch/Aspire green #E4F2E6; success criteria orange #FFE4C8. Use each only for that meaning. In HTML mark the matching data-kit1-cue role; the kit applies colour. Topic and picture colours are separate. Instruction text is larger than explanation. Use clear sans-serif type,14 pt minimum on all pupil print, white space and overlay-safe short chunks. Reduce visual load, then reading/copying, then repetition, then add structure/prompts; reduce conceptual demand only if still needed.</a:t>
            </a:r>
          </a:p>
          <a:p xmlns:a="http://schemas.openxmlformats.org/drawingml/2006/main">
            <a:r>
              <a:t>Footer instruction — adult only: repeat the complete objective “To be able to explain how one faith account links hardship and hope.” on every slide, including Opening. Keep the blank version line separate. Add the stage minutes on all following slides. Blank Date is allowed; no printed teaching date or Week begins line. Source dates belong only to provenance; no teaching calendar date is claimed.</a:t>
            </a:r>
          </a:p>
          <a:p xmlns:a="http://schemas.openxmlformats.org/drawingml/2006/main">
            <a:r>
              <a:t>Baseline rule — adult only: record the level of support, not just success. Independent = no content prompt; With prompt = stem/choice/reminder used; Not yet = adult supplied most of the content. Never improve a response so it no longer shows the baseline, and never label a prompted response independent.</a:t>
            </a:r>
          </a:p>
          <a:p xmlns:a="http://schemas.openxmlformats.org/drawingml/2006/main">
            <a:r>
              <a:t>Same-day evidence — GROW-RE-S1-W02: the designated lesson TA captures the short faith-source explanation with a caring application and limit, the pupil’s exact response, mode, chosen route, actual I/S/C and exact prompt. The lesson teacher receives the whole response, listens or reads from start to finish and names the pupil’s change back. The teacher uses it to choose a specific next lesson step, records that influence after teaching, and the TA checks and uploads the selected work or work-only image/brief note to the evidence app that day with GROW-RE-S1-W02. If no TA is assigned, the lesson teacher takes this capture role before teaching begins. A photo alone is not proof of understanding or feedback closure.</a:t>
            </a:r>
          </a:p>
          <a:p xmlns:a="http://schemas.openxmlformats.org/drawingml/2006/main">
            <a:r>
              <a:t>Feedback loop — adult only: Space enables Feedback → Voice → Audience → Influence. Give one precise observed success and one next step; invite the pupil’s own edit, spoken/pointed revision or reason to retain a claim. The adult receives it in full and names it back; it must shape the next step before R is earned. Capture alone, refusal or an unheard response never earns R. Use live VF by default, a short margin NS for an account or assessment, and protected review time. Teach all eight codes for pupils to use back. Daily GROW evidence is a standing programme minimum, not a quota for each lesson; subject-lead sampling is weekly.</a:t>
            </a:r>
          </a:p>
          <a:p xmlns:a="http://schemas.openxmlformats.org/drawingml/2006/main">
            <a:r>
              <a:t>Evidence record — blank, adult only: lesson[ ] / stage and route[ ] / mode[ ] / actual I-S-C[ ] / exact prompt and ladder step[ ] / pupil response[ ] / feedback[ ] / pupil-owned response[ ] / audience received and named back[ ] / actual next-step influence[ ] / agreed outcome observed, if any[ ]. No names or initials go here; use the authorised private system for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2 (slide-2).</a:t>
            </a:r>
          </a:p>
          <a:p xmlns:a="http://schemas.openxmlformats.org/drawingml/2006/main">
            <a:r>
              <a:t>Adult note: Items 1–3 retrieve the actual content of Week 1;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2 (slide-2).</a:t>
            </a:r>
          </a:p>
          <a:p xmlns:a="http://schemas.openxmlformats.org/drawingml/2006/main">
            <a:r>
              <a:t>Adult note: Items 1–3 retrieve the actual content of Week 1;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A possible response or action.</a:t>
            </a:r>
          </a:p>
          <a:p xmlns:a="http://schemas.openxmlformats.org/drawingml/2006/main">
            <a:r>
              <a:t>2. Adult answer: Ask what is needed, check a safe task, seek help or make a new plan.</a:t>
            </a:r>
          </a:p>
          <a:p xmlns:a="http://schemas.openxmlformats.org/drawingml/2006/main">
            <a:r>
              <a:t>3. Adult answer: No; different people can make the same choice.</a:t>
            </a:r>
          </a:p>
          <a:p xmlns:a="http://schemas.openxmlformats.org/drawingml/2006/main">
            <a:r>
              <a:t>4. Adult answer: Yes; accept a sensible prior idea without asking about personal hardship.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2 (slide-2).</a:t>
            </a:r>
          </a:p>
          <a:p xmlns:a="http://schemas.openxmlformats.org/drawingml/2006/main">
            <a:r>
              <a:t>Adult note: Items 1–3 retrieve the actual content of Week 1;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2 (slide-2).</a:t>
            </a:r>
          </a:p>
          <a:p xmlns:a="http://schemas.openxmlformats.org/drawingml/2006/main">
            <a:r>
              <a:t>Adult note: Items 1–3 retrieve the actual content of Week 1;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A belief/value can give a reason for choosing a response.</a:t>
            </a:r>
          </a:p>
          <a:p xmlns:a="http://schemas.openxmlformats.org/drawingml/2006/main">
            <a:r>
              <a:t>2. Adult answer: Check needs, seek safe help, plan a repair only when safe or choose a new plan.</a:t>
            </a:r>
          </a:p>
          <a:p xmlns:a="http://schemas.openxmlformats.org/drawingml/2006/main">
            <a:r>
              <a:t>3. Adult answer: The case did not state a belief and more than one worldview can support care.</a:t>
            </a:r>
          </a:p>
          <a:p xmlns:a="http://schemas.openxmlformats.org/drawingml/2006/main">
            <a:r>
              <a:t>4. Adult answer: Hope is a wish or trust in possible good, not evidence that the difficulty is over.</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2 (slide-2).</a:t>
            </a:r>
          </a:p>
          <a:p xmlns:a="http://schemas.openxmlformats.org/drawingml/2006/main">
            <a:r>
              <a:t>Adult note: Items 1–3 retrieve the actual content of Week 1;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2 (slide-2).</a:t>
            </a:r>
          </a:p>
          <a:p xmlns:a="http://schemas.openxmlformats.org/drawingml/2006/main">
            <a:r>
              <a:t>Adult note: Items 1–3 retrieve the actual content of Week 1;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1. Adult answer: E.g. source B’s reason/care supports checking facts and needs; A’s hope/care can support asking what help is needed.</a:t>
            </a:r>
          </a:p>
          <a:p xmlns:a="http://schemas.openxmlformats.org/drawingml/2006/main">
            <a:r>
              <a:t>2. Adult answer: A safe plan offers an action within the group’s control, while not promising the whole problem is solved.</a:t>
            </a:r>
          </a:p>
          <a:p xmlns:a="http://schemas.openxmlformats.org/drawingml/2006/main">
            <a:r>
              <a:t>3. Adult answer: A stated view or other direct evidence; never infer it from the act or appearance.</a:t>
            </a:r>
          </a:p>
          <a:p xmlns:a="http://schemas.openxmlformats.org/drawingml/2006/main">
            <a:r>
              <a:t>4. Adult answer: Hope concerns what may be possible; a known outcome needs evidence.</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2 (slide-2).</a:t>
            </a:r>
          </a:p>
          <a:p xmlns:a="http://schemas.openxmlformats.org/drawingml/2006/main">
            <a:r>
              <a:t>Adult note: Items 1–3 retrieve the actual content of Week 1;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2 (slide-2).</a:t>
            </a:r>
          </a:p>
          <a:p xmlns:a="http://schemas.openxmlformats.org/drawingml/2006/main">
            <a:r>
              <a:t>Adult note: Items 1–3 retrieve the actual content of Week 1; item 4 is the final bridge. Take a private first attempt, then offer the supplied recall/recap within the 5 minutes. Keep clues available without giving an answer. Four brief responses, then check; support after reveal is recorded.</a:t>
            </a:r>
          </a:p>
          <a:p xmlns:a="http://schemas.openxmlformats.org/drawingml/2006/main">
            <a:r>
              <a:t>TA action: Help locate the tier, start within two minutes, then record actual source access; offer pointing before speech.</a:t>
            </a:r>
          </a:p>
          <a:p xmlns:a="http://schemas.openxmlformats.org/drawingml/2006/main">
            <a:r>
              <a:t>TA avoid: Do not answer the four questions or show recall before the first attempt.</a:t>
            </a:r>
          </a:p>
          <a:p xmlns:a="http://schemas.openxmlformats.org/drawingml/2006/main">
            <a:r>
              <a:t>Verbal-feedback script: “You have made a first attempt. I will note what you knew and what help you used.”</a:t>
            </a:r>
          </a:p>
          <a:p xmlns:a="http://schemas.openxmlformats.org/drawingml/2006/main">
            <a:r>
              <a:t>LOOP panel — adult only: Space: quiet thinking, chosen response mode and pass with a clear return point. Feedback: use the stage VF script on observed work. Voice: receive the pupil’s first four responses or chosen pass. Audience: the lesson teacher listens/reads fully and names that response or change back; the TA records it. Influence: after receiving it, select the needed 60-second recap and record source-aided follow-up separately. These are planned steps; record actual influence after teaching. R is earned only when the response has been received and has shaped that next step.</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3 (slide-3).</a:t>
            </a:r>
          </a:p>
          <a:p xmlns:a="http://schemas.openxmlformats.org/drawingml/2006/main">
            <a:r>
              <a:t>Adult answer: No. Hope and a known outcome are different.</a:t>
            </a:r>
          </a:p>
          <a:p xmlns:a="http://schemas.openxmlformats.org/drawingml/2006/main">
            <a:r>
              <a:t>Adult timing: one minute to read/think, one for a private response and one to check. Do not add a second starter question.</a:t>
            </a:r>
          </a:p>
          <a:p xmlns:a="http://schemas.openxmlformats.org/drawingml/2006/main">
            <a:r>
              <a:t>TA action: Read the one question and allow quiet thinking.</a:t>
            </a:r>
          </a:p>
          <a:p xmlns:a="http://schemas.openxmlformats.org/drawingml/2006/main">
            <a:r>
              <a:t>TA avoid: Do not supply the pupil’s response.</a:t>
            </a:r>
          </a:p>
          <a:p xmlns:a="http://schemas.openxmlformats.org/drawingml/2006/main">
            <a:r>
              <a:t>Verbal-feedback script: “I heard your choice. Tell or show me the part that led you to it.”</a:t>
            </a:r>
          </a:p>
          <a:p xmlns:a="http://schemas.openxmlformats.org/drawingml/2006/main">
            <a:r>
              <a:t>LOOP panel — adult only: Space: quiet thinking, chosen response mode and pass with a clear return point. Feedback: use the stage VF script on observed work. Voice: receive the pupil’s one Starter choice and reason if offered. Audience: the lesson teacher listens/reads fully and names that response or change back; the TA records it. Influence: after receiving it, adjust the pace of the next model chunk to the misconception heard. These are planned steps; record actual influence after teaching. R is earned only when the response has been received and has shaped that next step.</a:t>
            </a:r>
          </a:p>
          <a:p xmlns:a="http://schemas.openxmlformats.org/drawingml/2006/main">
            <a:r>
              <a:t>Answer (adult): No. Hope and a known outcome are different.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4 (slide-4).</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5 (slide-5).</a:t>
            </a:r>
          </a:p>
          <a:p xmlns:a="http://schemas.openxmlformats.org/drawingml/2006/main">
            <a:r>
              <a:t>Adult note: model one chunk at a time; read only the current card. Do not dictate or require copying. Keep the model visible for the explanation, then hide it before the independent attempt. The four word meanings support tasks; do not point to them during Exit.</a:t>
            </a:r>
          </a:p>
          <a:p xmlns:a="http://schemas.openxmlformats.org/drawingml/2006/main">
            <a:r>
              <a:t>TA action: Support attention to the current source and model step.</a:t>
            </a:r>
          </a:p>
          <a:p xmlns:a="http://schemas.openxmlformats.org/drawingml/2006/main">
            <a:r>
              <a:t>TA avoid: Do not give a parallel explanation or count copied model words as independent evidence.</a:t>
            </a:r>
          </a:p>
          <a:p xmlns:a="http://schemas.openxmlformats.org/drawingml/2006/main">
            <a:r>
              <a:t>Verbal-feedback script: “This is the model. Your later response will show how you use the method.”</a:t>
            </a:r>
          </a:p>
          <a:p xmlns:a="http://schemas.openxmlformats.org/drawingml/2006/main">
            <a:r>
              <a:t>LOOP panel — adult only: Space: quiet thinking, chosen response mode and pass with a clear return point. Feedback: use the stage VF script on observed work. Voice: receive the pupil’s selected useful model note or word meaning. Audience: the lesson teacher listens/reads fully and names that response or change back; the TA records it. Influence: after receiving it, choose whether the next guided step needs a shorter source or extra processing time.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6 (slide-6).</a:t>
            </a:r>
          </a:p>
          <a:p xmlns:a="http://schemas.openxmlformats.org/drawingml/2006/main">
            <a:r>
              <a:t>Adult answer and reveal: Checking another room or asking what help is needed combines hope with action. It is a classroom application of the source’s care theme, not a promised outcome, a command to pray, or proof of the helper’s own faith.</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Checking another room or asking what help is needed combines hope with action. It is a classroom application of the source’s care theme, not a promised outcome, a command to pray, or proof of the helper’s own faith.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6 (slide-6).</a:t>
            </a:r>
          </a:p>
          <a:p xmlns:a="http://schemas.openxmlformats.org/drawingml/2006/main">
            <a:r>
              <a:t>Adult answer and reveal: Checking another room or asking what help is needed combines hope with action. It is a classroom application of the source’s care theme, not a promised outcome, a command to pray, or proof of the helper’s own faith.</a:t>
            </a:r>
          </a:p>
          <a:p xmlns:a="http://schemas.openxmlformats.org/drawingml/2006/main">
            <a:r>
              <a:t>Adult note: take individual choices before revealing guidance. Use think time, volunteers, directed choice or private checking. Each pupil makes or directs a mark; do not make the choice for them.</a:t>
            </a:r>
          </a:p>
          <a:p xmlns:a="http://schemas.openxmlformats.org/drawingml/2006/main">
            <a:r>
              <a:t>TA action: Prompt a contribution and a record, then fade after the first success.</a:t>
            </a:r>
          </a:p>
          <a:p xmlns:a="http://schemas.openxmlformats.org/drawingml/2006/main">
            <a:r>
              <a:t>TA avoid: Do not complete the guided response for the pupil.</a:t>
            </a:r>
          </a:p>
          <a:p xmlns:a="http://schemas.openxmlformats.org/drawingml/2006/main">
            <a:r>
              <a:t>Verbal-feedback script: “You chose that detail. Check its link to the task; keep it or change it in your own way.”</a:t>
            </a:r>
          </a:p>
          <a:p xmlns:a="http://schemas.openxmlformats.org/drawingml/2006/main">
            <a:r>
              <a:t>LOOP panel — adult only: Space: quiet thinking, chosen response mode and pass with a clear return point. Feedback: use the stage VF script on observed work. Voice: receive the pupil’s guided source choice or procedural starting step. Audience: the lesson teacher listens/reads fully and names that response or change back; the TA records it. Influence: after receiving it, fade support after success or choose a specific access scaffold for You Do. These are planned steps; record actual influence after teaching. R is earned only when the response has been received and has shaped that next step.</a:t>
            </a:r>
          </a:p>
          <a:p xmlns:a="http://schemas.openxmlformats.org/drawingml/2006/main">
            <a:r>
              <a:t>Answer (adult): Checking another room or asking what help is needed combines hope with action. It is a classroom application of the source’s care theme, not a promised outcome, a command to pray, or proof of the helper’s own faith.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7 (slide-7).</a:t>
            </a:r>
          </a:p>
          <a:p xmlns:a="http://schemas.openxmlformats.org/drawingml/2006/main">
            <a:r>
              <a:t>Timing:2 minutes for route and sources,11 minutes for the task,2 minutes for Review and improve. Keep answers and the complete worked model hidden. Source cards stay available because the task assesses source use and reasons, not unaided recall. Accept depends with a reason. The neutral case changes access, not permission to invent a belief. Record only the outcome actually shown. Record which cards and prompts were used. Do not give a content answer. Shorten optional Aspire first.</a:t>
            </a:r>
          </a:p>
          <a:p xmlns:a="http://schemas.openxmlformats.org/drawingml/2006/main">
            <a:r>
              <a:t>TA action: Use the held ladder only as needed, record help, then return to independence.</a:t>
            </a:r>
          </a:p>
          <a:p xmlns:a="http://schemas.openxmlformats.org/drawingml/2006/main">
            <a:r>
              <a:t>TA avoid: Do not give content answers, improve the pupil’s baseline or label prompted work independent.</a:t>
            </a:r>
          </a:p>
          <a:p xmlns:a="http://schemas.openxmlformats.org/drawingml/2006/main">
            <a:r>
              <a:t>Verbal-feedback script: “This detail supports your claim. Your next step is to check one link; show me your own edit or reason to keep it.”</a:t>
            </a:r>
          </a:p>
          <a:p xmlns:a="http://schemas.openxmlformats.org/drawingml/2006/main">
            <a:r>
              <a:t>LOOP panel — adult only: Space: quiet thinking, chosen response mode and pass with a clear return point. Feedback: use the stage VF script on observed work. Voice: receive the pupil’s own short faith-source explanation with a caring application and limit and review. Audience: the lesson teacher listens/reads fully and names that response or change back; the TA records it. Influence: after receiving it, choose a specific next lesson source or explanation step from the pupil’s own revision.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Hope linked to Christian belief in new life/rising from death.</a:t>
            </a:r>
          </a:p>
          <a:p xmlns:a="http://schemas.openxmlformats.org/drawingml/2006/main">
            <a:r>
              <a:t>2. Adult answer: Seeking a safe space or checking needs fits its call to kindness/care.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The account links belief in new life with renewed hope.</a:t>
            </a:r>
          </a:p>
          <a:p xmlns:a="http://schemas.openxmlformats.org/drawingml/2006/main">
            <a:r>
              <a:t>2. Adult answer: Hope does not remove the practical need, and the source calls for care.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GROW_RE_S1_W02.html; SHA-256 42cdc69c3b164efc6ba8f591dff8aa2bd7debc448d7d5592fb8c277650d718a2.</a:t>
            </a:r>
          </a:p>
          <a:p xmlns:a="http://schemas.openxmlformats.org/drawingml/2006/main">
            <a:r>
              <a:t>Lesson GROW-RE-S1-W02; source slide 8 (slide-8).</a:t>
            </a:r>
          </a:p>
          <a:p xmlns:a="http://schemas.openxmlformats.org/drawingml/2006/main">
            <a:r>
              <a:t>Adult note: Use one tier and the fresh source below. Two checks per tier; no hints, clues, answer stems or word-card pointing. Read the full stimulus neutrally. Close all other models, source cards, organiser, Word help and Help/reveal panels. Allow about one minute to read and two for the checks plus a quick confidence mark. Do not change answers. Record source reading access separately from content prompts.</a:t>
            </a:r>
          </a:p>
          <a:p xmlns:a="http://schemas.openxmlformats.org/drawingml/2006/main">
            <a:r>
              <a:t>Adult prompting record: Independent / With prompt / Not yet; record exact support and whether it supplied content. Confidence is the pupil’s view, not an attainment grade.</a:t>
            </a:r>
          </a:p>
          <a:p xmlns:a="http://schemas.openxmlformats.org/drawingml/2006/main">
            <a:r>
              <a:t>TA action: Ensure access and an attempt or recorded pass; preserve the response.</a:t>
            </a:r>
          </a:p>
          <a:p xmlns:a="http://schemas.openxmlformats.org/drawingml/2006/main">
            <a:r>
              <a:t>TA avoid: Do not hint, change an answer or treat confidence as proof of learning.</a:t>
            </a:r>
          </a:p>
          <a:p xmlns:a="http://schemas.openxmlformats.org/drawingml/2006/main">
            <a:r>
              <a:t>Verbal-feedback script: “I have kept your answer as you gave it. It will help choose our next step.”</a:t>
            </a:r>
          </a:p>
          <a:p xmlns:a="http://schemas.openxmlformats.org/drawingml/2006/main">
            <a:r>
              <a:t>LOOP panel — adult only: Space: quiet thinking, chosen response mode and pass with a clear return point. Feedback: use the stage VF script on observed work. Voice: receive the pupil’s two fresh-source responses and confidence mark. Audience: the lesson teacher listens/reads fully and names that response or change back; the TA records it. Influence: after receiving it, plan the next lesson recap or reteaching point from the actual evidence. These are planned steps; record actual influence after teaching. R is earned only when the response has been received and has shaped that next step.</a:t>
            </a:r>
          </a:p>
          <a:p xmlns:a="http://schemas.openxmlformats.org/drawingml/2006/main">
            <a:r>
              <a:t>1. Adult answer: A clear link between the source belief/hope and caring action in the case.</a:t>
            </a:r>
          </a:p>
          <a:p xmlns:a="http://schemas.openxmlformats.org/drawingml/2006/main">
            <a:r>
              <a:t>2. Adult answer: It offers a belief-based reason for hope, not proof that the room/problem is 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9ff4829e2e40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464cf51a9f42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5158645da343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e6efaf8c2d45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37fe4b8e734e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3425dc059049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3E78D8-47CE-4352-90BA-BD093A9AC0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AE6A62-E44B-4566-AC77-925A1C29B4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51C640-9FF5-4CE3-9C80-4084ECB773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AC6940-2C40-4384-B86C-430ECF42B2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C8E9918-B139-45DB-9DEA-13C1A06227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39E3F2-3257-4A93-9747-F90AFDDD97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B4C9B1-5E2C-4FE1-8C66-83592ECBC6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24878E-C4BA-4898-BC62-A187DA0E5A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44FEB2-A33B-41F3-BE3D-5A8CDDADFE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E04677-0734-4494-B912-CF62CF4340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cf71bc417d47b2" /><Relationship Type="http://schemas.openxmlformats.org/officeDocument/2006/relationships/slideLayout" Target="/ppt/slideLayouts/slideLayout1.xml" Id="R25706522e8c34b66" /><Relationship Type="http://schemas.openxmlformats.org/officeDocument/2006/relationships/slideLayout" Target="/ppt/slideLayouts/slideLayout2.xml" Id="R37abd44c200047e4" /><Relationship Type="http://schemas.openxmlformats.org/officeDocument/2006/relationships/slideLayout" Target="/ppt/slideLayouts/slideLayout3.xml" Id="R0a52870b5f4f4904" /><Relationship Type="http://schemas.openxmlformats.org/officeDocument/2006/relationships/slideLayout" Target="/ppt/slideLayouts/slideLayout4.xml" Id="R0f7f8340bce94d26" /><Relationship Type="http://schemas.openxmlformats.org/officeDocument/2006/relationships/slideLayout" Target="/ppt/slideLayouts/slideLayout5.xml" Id="Rb77555273da74493" /><Relationship Type="http://schemas.openxmlformats.org/officeDocument/2006/relationships/slideLayout" Target="/ppt/slideLayouts/slideLayout6.xml" Id="R7f9e6b42cf2c4d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706522e8c34b66"/>
    <p:sldLayoutId xmlns:r="http://schemas.openxmlformats.org/officeDocument/2006/relationships" id="2147483650" r:id="R37abd44c200047e4"/>
    <p:sldLayoutId xmlns:r="http://schemas.openxmlformats.org/officeDocument/2006/relationships" id="2147483651" r:id="R0a52870b5f4f4904"/>
    <p:sldLayoutId xmlns:r="http://schemas.openxmlformats.org/officeDocument/2006/relationships" id="2147483652" r:id="R0f7f8340bce94d26"/>
    <p:sldLayoutId xmlns:r="http://schemas.openxmlformats.org/officeDocument/2006/relationships" id="2147483653" r:id="Rb77555273da74493"/>
    <p:sldLayoutId xmlns:r="http://schemas.openxmlformats.org/officeDocument/2006/relationships" id="2147483654" r:id="R7f9e6b42cf2c4d46"/>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d25df498fd44aa" /><Relationship Type="http://schemas.openxmlformats.org/officeDocument/2006/relationships/image" Target="/ppt/media/image.jpeg" Id="Rc1226acf1fd0463b" /><Relationship Type="http://schemas.openxmlformats.org/officeDocument/2006/relationships/notesSlide" Target="/ppt/notesSlides/notesSlide1.xml" Id="R0af2cf5fd8b84438"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4d135c0433c94eaa"/><Relationship Type="http://schemas.openxmlformats.org/officeDocument/2006/relationships/image" Target="../media/image.jpeg" Id="R3a1964b9fb20477c"/><Relationship Type="http://schemas.openxmlformats.org/officeDocument/2006/relationships/notesSlide" Target="/ppt/notesSlides/notesSlide2.xml" Id="Ra119ffe812924e1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5e651af93a6b457a"/><Relationship Type="http://schemas.openxmlformats.org/officeDocument/2006/relationships/image" Target="../media/image.jpeg" Id="R73982987c1954688"/><Relationship Type="http://schemas.openxmlformats.org/officeDocument/2006/relationships/notesSlide" Target="/ppt/notesSlides/notesSlide3.xml" Id="R3c6b2997b67b4c75"/></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f68a33d5e8d44e3c"/><Relationship Type="http://schemas.openxmlformats.org/officeDocument/2006/relationships/image" Target="../media/image.jpeg" Id="Rbc3b02548a474d52"/><Relationship Type="http://schemas.openxmlformats.org/officeDocument/2006/relationships/notesSlide" Target="/ppt/notesSlides/notesSlide4.xml" Id="R2c763adc54b74f3f"/></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1b58e35963614e59"/><Relationship Type="http://schemas.openxmlformats.org/officeDocument/2006/relationships/image" Target="../media/image.jpeg" Id="Ra516643239f943b2"/><Relationship Type="http://schemas.openxmlformats.org/officeDocument/2006/relationships/notesSlide" Target="/ppt/notesSlides/notesSlide5.xml" Id="R7f0e422cc038443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f428bd85d6f64205"/><Relationship Type="http://schemas.openxmlformats.org/officeDocument/2006/relationships/image" Target="../media/image.jpeg" Id="Rec83914f6ae24537"/><Relationship Type="http://schemas.openxmlformats.org/officeDocument/2006/relationships/notesSlide" Target="/ppt/notesSlides/notesSlide6.xml" Id="R871d65cff6fb4b7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f9838c71a141422d"/><Relationship Type="http://schemas.openxmlformats.org/officeDocument/2006/relationships/image" Target="../media/image.jpeg" Id="R442a198b80124674"/><Relationship Type="http://schemas.openxmlformats.org/officeDocument/2006/relationships/notesSlide" Target="/ppt/notesSlides/notesSlide7.xml" Id="Rad522df0fade474a"/></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1eefdee380c74c0f"/><Relationship Type="http://schemas.openxmlformats.org/officeDocument/2006/relationships/image" Target="../media/image.jpeg" Id="R127f0a2852dc4fac"/><Relationship Type="http://schemas.openxmlformats.org/officeDocument/2006/relationships/notesSlide" Target="/ppt/notesSlides/notesSlide8.xml" Id="Rb7a2d87a080144b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423e2bf09cb24fb5"/><Relationship Type="http://schemas.openxmlformats.org/officeDocument/2006/relationships/image" Target="../media/image.jpeg" Id="Rc20708f8fb7c4229"/><Relationship Type="http://schemas.openxmlformats.org/officeDocument/2006/relationships/notesSlide" Target="/ppt/notesSlides/notesSlide9.xml" Id="R02fd0581a938496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b8e8bb2b85a64ca3"/><Relationship Type="http://schemas.openxmlformats.org/officeDocument/2006/relationships/image" Target="../media/image.jpeg" Id="R47905125aa214b55"/><Relationship Type="http://schemas.openxmlformats.org/officeDocument/2006/relationships/notesSlide" Target="/ppt/notesSlides/notesSlide10.xml" Id="R01f53a6251564e61"/></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118ae06495b942c3"/><Relationship Type="http://schemas.openxmlformats.org/officeDocument/2006/relationships/image" Target="../media/image.jpeg" Id="R451e74fe2fe54d27"/><Relationship Type="http://schemas.openxmlformats.org/officeDocument/2006/relationships/notesSlide" Target="/ppt/notesSlides/notesSlide11.xml" Id="R30b93e4db3464605"/></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fc79e429ff884bac"/><Relationship Type="http://schemas.openxmlformats.org/officeDocument/2006/relationships/image" Target="../media/image.jpeg" Id="R9348a87232204aeb"/><Relationship Type="http://schemas.openxmlformats.org/officeDocument/2006/relationships/notesSlide" Target="/ppt/notesSlides/notesSlide12.xml" Id="R7addbc90efca4ce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b204b55d6b6f43d9"/><Relationship Type="http://schemas.openxmlformats.org/officeDocument/2006/relationships/image" Target="../media/image.jpeg" Id="Rf0f2c99948174dc9"/><Relationship Type="http://schemas.openxmlformats.org/officeDocument/2006/relationships/notesSlide" Target="/ppt/notesSlides/notesSlide13.xml" Id="Rb2157ddf45d3419c"/></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c187a703691e4f83"/><Relationship Type="http://schemas.openxmlformats.org/officeDocument/2006/relationships/image" Target="../media/image.jpeg" Id="R4d5d386544d948c1"/><Relationship Type="http://schemas.openxmlformats.org/officeDocument/2006/relationships/notesSlide" Target="/ppt/notesSlides/notesSlide14.xml" Id="R0ceda6af65684d20"/></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1842d1f251a44688"/><Relationship Type="http://schemas.openxmlformats.org/officeDocument/2006/relationships/image" Target="../media/image.jpeg" Id="Reaeaeda09d3841ba"/><Relationship Type="http://schemas.openxmlformats.org/officeDocument/2006/relationships/notesSlide" Target="/ppt/notesSlides/notesSlide15.xml" Id="R98ac15a6abde4f5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98830c8948e04e27"/><Relationship Type="http://schemas.openxmlformats.org/officeDocument/2006/relationships/image" Target="../media/image.jpeg" Id="R49088d37ee854530"/><Relationship Type="http://schemas.openxmlformats.org/officeDocument/2006/relationships/notesSlide" Target="/ppt/notesSlides/notesSlide16.xml" Id="R33b52a865cd44206"/></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741fe1dc07164bd5"/><Relationship Type="http://schemas.openxmlformats.org/officeDocument/2006/relationships/image" Target="../media/image.jpeg" Id="Rdd61877b4ea24d36"/><Relationship Type="http://schemas.openxmlformats.org/officeDocument/2006/relationships/notesSlide" Target="/ppt/notesSlides/notesSlide17.xml" Id="R18045d8d0b1f456d"/></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5178d79bf49048c1"/><Relationship Type="http://schemas.openxmlformats.org/officeDocument/2006/relationships/image" Target="../media/image.jpeg" Id="R8979a31aae7f4ec1"/><Relationship Type="http://schemas.openxmlformats.org/officeDocument/2006/relationships/notesSlide" Target="/ppt/notesSlides/notesSlide18.xml" Id="R6070d423c61c42e3"/></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c9eb78aa90674d73"/><Relationship Type="http://schemas.openxmlformats.org/officeDocument/2006/relationships/image" Target="../media/image.jpeg" Id="Rf1ffb45fcec44ba4"/><Relationship Type="http://schemas.openxmlformats.org/officeDocument/2006/relationships/notesSlide" Target="/ppt/notesSlides/notesSlide19.xml" Id="Rba2f734192a74f84"/></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30bb1e2136ec4549"/><Relationship Type="http://schemas.openxmlformats.org/officeDocument/2006/relationships/image" Target="../media/image.jpeg" Id="Re995a74b23b74993"/><Relationship Type="http://schemas.openxmlformats.org/officeDocument/2006/relationships/notesSlide" Target="/ppt/notesSlides/notesSlide20.xml" Id="R80c328b1b7674aee"/></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fddc6508b88f43b6"/><Relationship Type="http://schemas.openxmlformats.org/officeDocument/2006/relationships/image" Target="../media/image.jpeg" Id="R1dc050eb72334151"/><Relationship Type="http://schemas.openxmlformats.org/officeDocument/2006/relationships/notesSlide" Target="/ppt/notesSlides/notesSlide21.xml" Id="R68a00224fcfd470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2eb4b893356a4c1d"/><Relationship Type="http://schemas.openxmlformats.org/officeDocument/2006/relationships/image" Target="../media/image.jpeg" Id="R7b4fd864b2884cdd"/><Relationship Type="http://schemas.openxmlformats.org/officeDocument/2006/relationships/notesSlide" Target="/ppt/notesSlides/notesSlide22.xml" Id="R6df26f2acf3b4f2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9f2e402babca4aa5"/><Relationship Type="http://schemas.openxmlformats.org/officeDocument/2006/relationships/image" Target="../media/image.jpeg" Id="R9c4ae47e0c0b480e"/><Relationship Type="http://schemas.openxmlformats.org/officeDocument/2006/relationships/notesSlide" Target="/ppt/notesSlides/notesSlide23.xml" Id="R3ed1ee9a9fce4395"/></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d28292c721904451"/><Relationship Type="http://schemas.openxmlformats.org/officeDocument/2006/relationships/image" Target="../media/image.jpeg" Id="Rcbadb185666c4cdd"/><Relationship Type="http://schemas.openxmlformats.org/officeDocument/2006/relationships/notesSlide" Target="/ppt/notesSlides/notesSlide24.xml" Id="R373ba1421b8f485a"/></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32f74ebbad5a49be"/><Relationship Type="http://schemas.openxmlformats.org/officeDocument/2006/relationships/image" Target="../media/image.jpeg" Id="R7be55771e7014888"/><Relationship Type="http://schemas.openxmlformats.org/officeDocument/2006/relationships/notesSlide" Target="/ppt/notesSlides/notesSlide25.xml" Id="R639694ecb37b4341"/></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64769da354034937"/><Relationship Type="http://schemas.openxmlformats.org/officeDocument/2006/relationships/image" Target="../media/image.jpeg" Id="Rba117c4274dc428e"/><Relationship Type="http://schemas.openxmlformats.org/officeDocument/2006/relationships/notesSlide" Target="/ppt/notesSlides/notesSlide26.xml" Id="Rc5cf4580947b4d8b"/></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69803246ab6c4ce1"/><Relationship Type="http://schemas.openxmlformats.org/officeDocument/2006/relationships/image" Target="../media/image.jpeg" Id="R724792918f1e48a6"/><Relationship Type="http://schemas.openxmlformats.org/officeDocument/2006/relationships/notesSlide" Target="/ppt/notesSlides/notesSlide27.xml" Id="R32797fd484e842b3"/></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d20e40bc656b4ed5"/><Relationship Type="http://schemas.openxmlformats.org/officeDocument/2006/relationships/image" Target="../media/image.jpeg" Id="R6cb23f5be335432a"/><Relationship Type="http://schemas.openxmlformats.org/officeDocument/2006/relationships/notesSlide" Target="/ppt/notesSlides/notesSlide28.xml" Id="R3e5d355e8fde465f"/></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1b33e21873c64aa5"/><Relationship Type="http://schemas.openxmlformats.org/officeDocument/2006/relationships/image" Target="../media/image.jpeg" Id="Rec311c0e111146e1"/><Relationship Type="http://schemas.openxmlformats.org/officeDocument/2006/relationships/notesSlide" Target="/ppt/notesSlides/notesSlide29.xml" Id="R2af70ac86aaa4bb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f58711e747a9431d"/><Relationship Type="http://schemas.openxmlformats.org/officeDocument/2006/relationships/image" Target="../media/image.jpeg" Id="Reed7dae1186c4b8a"/><Relationship Type="http://schemas.openxmlformats.org/officeDocument/2006/relationships/notesSlide" Target="/ppt/notesSlides/notesSlide30.xml" Id="R02c12b28cfd9463a"/></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aeab8c1c84824023"/><Relationship Type="http://schemas.openxmlformats.org/officeDocument/2006/relationships/image" Target="../media/image.jpeg" Id="R3ce5eaeddbfe48c4"/><Relationship Type="http://schemas.openxmlformats.org/officeDocument/2006/relationships/notesSlide" Target="/ppt/notesSlides/notesSlide31.xml" Id="R2b3f4b2367824dc7"/></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a1eee165be274de7"/><Relationship Type="http://schemas.openxmlformats.org/officeDocument/2006/relationships/image" Target="../media/image.jpeg" Id="Rf24d632f26414fdf"/><Relationship Type="http://schemas.openxmlformats.org/officeDocument/2006/relationships/notesSlide" Target="/ppt/notesSlides/notesSlide32.xml" Id="Rdeabf065d5b7484c"/></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12bffe63ca454c31"/><Relationship Type="http://schemas.openxmlformats.org/officeDocument/2006/relationships/image" Target="../media/image.jpeg" Id="Rc5791e0493cc4f42"/><Relationship Type="http://schemas.openxmlformats.org/officeDocument/2006/relationships/notesSlide" Target="/ppt/notesSlides/notesSlide33.xml" Id="Rcba68c4825c84fd1"/></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a820b08a882c4425"/><Relationship Type="http://schemas.openxmlformats.org/officeDocument/2006/relationships/image" Target="../media/image.jpeg" Id="R574db7c0ca89476b"/><Relationship Type="http://schemas.openxmlformats.org/officeDocument/2006/relationships/notesSlide" Target="/ppt/notesSlides/notesSlide34.xml" Id="Re6e2cc11c9944ec1"/></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fce1ef631f2b473b"/><Relationship Type="http://schemas.openxmlformats.org/officeDocument/2006/relationships/image" Target="../media/image.jpeg" Id="R69a45eba3765497d"/><Relationship Type="http://schemas.openxmlformats.org/officeDocument/2006/relationships/notesSlide" Target="/ppt/notesSlides/notesSlide35.xml" Id="R7228cca0487a4ed9"/></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1d094827d5eb47e9"/><Relationship Type="http://schemas.openxmlformats.org/officeDocument/2006/relationships/image" Target="../media/image.jpeg" Id="R842ba569951840ad"/><Relationship Type="http://schemas.openxmlformats.org/officeDocument/2006/relationships/notesSlide" Target="/ppt/notesSlides/notesSlide36.xml" Id="R530ce553e0e84925"/></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48dc571e8b564a5f"/><Relationship Type="http://schemas.openxmlformats.org/officeDocument/2006/relationships/image" Target="../media/image.jpeg" Id="Re928aacfba0346dd"/><Relationship Type="http://schemas.openxmlformats.org/officeDocument/2006/relationships/notesSlide" Target="/ppt/notesSlides/notesSlide37.xml" Id="R06aef2378615467e"/></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6e088d570a4f4c78"/><Relationship Type="http://schemas.openxmlformats.org/officeDocument/2006/relationships/image" Target="../media/image.jpeg" Id="Rb943eb0d08814b04"/><Relationship Type="http://schemas.openxmlformats.org/officeDocument/2006/relationships/notesSlide" Target="/ppt/notesSlides/notesSlide38.xml" Id="R07dbf4c6329a49c8"/></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043736344711466a"/><Relationship Type="http://schemas.openxmlformats.org/officeDocument/2006/relationships/image" Target="../media/image.jpeg" Id="Rae28687d4a0d423a"/><Relationship Type="http://schemas.openxmlformats.org/officeDocument/2006/relationships/notesSlide" Target="/ppt/notesSlides/notesSlide39.xml" Id="Rc0e1b4e6bd284b56"/></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c9230d8f0d5a4dcf"/><Relationship Type="http://schemas.openxmlformats.org/officeDocument/2006/relationships/image" Target="../media/image.jpeg" Id="R7a48e88f14914f6e"/><Relationship Type="http://schemas.openxmlformats.org/officeDocument/2006/relationships/notesSlide" Target="/ppt/notesSlides/notesSlide40.xml" Id="R7bae06a94f4447a1"/></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54fff309042b492d"/><Relationship Type="http://schemas.openxmlformats.org/officeDocument/2006/relationships/image" Target="../media/image.jpeg" Id="R6827cadccd274958"/><Relationship Type="http://schemas.openxmlformats.org/officeDocument/2006/relationships/notesSlide" Target="/ppt/notesSlides/notesSlide41.xml" Id="R012e576a8b654687"/></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9637bc40e3ed4683"/><Relationship Type="http://schemas.openxmlformats.org/officeDocument/2006/relationships/image" Target="../media/image.jpeg" Id="Ra08f18832d1b428a"/><Relationship Type="http://schemas.openxmlformats.org/officeDocument/2006/relationships/notesSlide" Target="/ppt/notesSlides/notesSlide42.xml" Id="Rd3e92f03cabd49dd"/></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FDC55E2C-86B0-4F49-A298-2CC9432FFEB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874DE0A1-7A7C-44D0-A27E-7105C985605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1214A1E6-D28C-4AF9-BD56-C571F3B8FB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2</a:t>
            </a:r>
          </a:p>
        </p:txBody>
      </p:sp>
      <p:sp>
        <p:nvSpPr>
          <p:cNvPr id="4" name="shape">
            <a:extLst xmlns:a="http://schemas.openxmlformats.org/drawingml/2006/main">
              <a:ext uri="{FF2B5EF4-FFF2-40B4-BE49-F238E27FC236}">
                <a16:creationId xmlns:a16="http://schemas.microsoft.com/office/drawing/2014/main" id="{4A53443A-86DD-4F61-80BA-8A1CC4BDADA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38DB362-C8C1-4556-8292-246CBE23B32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FF9EA70-27BC-457E-ACD8-2695517E7DC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CD2D6EA-4A0C-47AF-A759-2F8BB4B67FC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5647E2A-62E6-4E22-B69E-C0383CD4C23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FCC6409-DCC6-4750-939E-34558005D72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C29D633-8212-463B-BFD8-A0B18CE0A84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590F4243-7B08-493A-A538-E88BA41AD6F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BA75D0B-BC47-4D66-884A-B669136AAD9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CA038C15-4000-4770-8A58-637BDE85074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42</a:t>
            </a:r>
          </a:p>
        </p:txBody>
      </p:sp>
      <p:sp>
        <p:nvSpPr>
          <p:cNvPr id="14" name="licence-footer">
            <a:extLst xmlns:a="http://schemas.openxmlformats.org/drawingml/2006/main">
              <a:ext uri="{FF2B5EF4-FFF2-40B4-BE49-F238E27FC236}">
                <a16:creationId xmlns:a16="http://schemas.microsoft.com/office/drawing/2014/main" id="{76A869BE-8FA2-4FBA-A92B-48E5869B4F1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2502766-1B46-4D21-98B7-1BF0E7508F4F}"/>
              </a:ext>
            </a:extLst>
          </p:cNvPr>
          <p:cNvPicPr>
            <a:picLocks xmlns:a="http://schemas.openxmlformats.org/drawingml/2006/main" noChangeAspect="1"/>
          </p:cNvPicPr>
          <p:nvPr/>
        </p:nvPicPr>
        <p:blipFill>
          <a:blip xmlns:r="http://schemas.openxmlformats.org/officeDocument/2006/relationships" xmlns:a="http://schemas.openxmlformats.org/drawingml/2006/main" r:embed="Rc1226acf1fd0463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D4B4DA3-AE98-424D-A11D-BA96B964B327}"/>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Beliefs, change and resilience</a:t>
            </a:r>
          </a:p>
        </p:txBody>
      </p:sp>
      <p:sp>
        <p:nvSpPr>
          <p:cNvPr id="17" name="pupil-text">
            <a:extLst xmlns:a="http://schemas.openxmlformats.org/drawingml/2006/main">
              <a:ext uri="{FF2B5EF4-FFF2-40B4-BE49-F238E27FC236}">
                <a16:creationId xmlns:a16="http://schemas.microsoft.com/office/drawing/2014/main" id="{33E88C3A-52EE-4376-8C85-B5680DD6DD79}"/>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GROW</a:t>
            </a:r>
          </a:p>
        </p:txBody>
      </p:sp>
      <p:sp>
        <p:nvSpPr>
          <p:cNvPr id="18" name="pupil-text">
            <a:extLst xmlns:a="http://schemas.openxmlformats.org/drawingml/2006/main">
              <a:ext uri="{FF2B5EF4-FFF2-40B4-BE49-F238E27FC236}">
                <a16:creationId xmlns:a16="http://schemas.microsoft.com/office/drawing/2014/main" id="{E769EB36-3C52-4935-A6D3-DF4C77CFA099}"/>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2 · Lesson: GROW-RE-S1-W02</a:t>
            </a:r>
          </a:p>
        </p:txBody>
      </p:sp>
      <p:sp>
        <p:nvSpPr>
          <p:cNvPr id="19" name="pupil-text">
            <a:extLst xmlns:a="http://schemas.openxmlformats.org/drawingml/2006/main">
              <a:ext uri="{FF2B5EF4-FFF2-40B4-BE49-F238E27FC236}">
                <a16:creationId xmlns:a16="http://schemas.microsoft.com/office/drawing/2014/main" id="{39AC82F2-8432-41A8-9560-36A39B190D72}"/>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does one faith account link hardship and hope?</a:t>
            </a:r>
          </a:p>
        </p:txBody>
      </p:sp>
      <p:sp>
        <p:nvSpPr>
          <p:cNvPr id="20" name="pupil-text">
            <a:extLst xmlns:a="http://schemas.openxmlformats.org/drawingml/2006/main">
              <a:ext uri="{FF2B5EF4-FFF2-40B4-BE49-F238E27FC236}">
                <a16:creationId xmlns:a16="http://schemas.microsoft.com/office/drawing/2014/main" id="{56DC394B-4D83-40F2-9694-FBEF6543358B}"/>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explain how one faith account links hardship and hope.</a:t>
            </a:r>
          </a:p>
        </p:txBody>
      </p:sp>
      <p:sp>
        <p:nvSpPr>
          <p:cNvPr id="21" name="shape">
            <a:extLst xmlns:a="http://schemas.openxmlformats.org/drawingml/2006/main">
              <a:ext uri="{FF2B5EF4-FFF2-40B4-BE49-F238E27FC236}">
                <a16:creationId xmlns:a16="http://schemas.microsoft.com/office/drawing/2014/main" id="{5CFF5B80-3678-4662-AFDC-170459D281F7}"/>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A560395A-4482-43DF-A949-F2791FE000C6}"/>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a:t>
            </a:r>
          </a:p>
        </p:txBody>
      </p:sp>
      <p:sp>
        <p:nvSpPr>
          <p:cNvPr id="23" name="shape">
            <a:extLst xmlns:a="http://schemas.openxmlformats.org/drawingml/2006/main">
              <a:ext uri="{FF2B5EF4-FFF2-40B4-BE49-F238E27FC236}">
                <a16:creationId xmlns:a16="http://schemas.microsoft.com/office/drawing/2014/main" id="{7125C4CF-AE48-42F2-AEE6-2AB8B33906B2}"/>
              </a:ext>
            </a:extLst>
          </p:cNvPr>
          <p:cNvSpPr>
            <a:spLocks xmlns:a="http://schemas.openxmlformats.org/drawingml/2006/main" noGrp="1"/>
          </p:cNvSpPr>
          <p:nvPr/>
        </p:nvSpPr>
        <p:spPr>
          <a:xfrm xmlns:a="http://schemas.openxmlformats.org/drawingml/2006/main">
            <a:off x="409575" y="34480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85CF68AD-5CA9-47F8-A00B-FD16BDB6FF9B}"/>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identify an idea of hope in the source.</a:t>
            </a:r>
          </a:p>
        </p:txBody>
      </p:sp>
      <p:sp>
        <p:nvSpPr>
          <p:cNvPr id="25" name="shape">
            <a:extLst xmlns:a="http://schemas.openxmlformats.org/drawingml/2006/main">
              <a:ext uri="{FF2B5EF4-FFF2-40B4-BE49-F238E27FC236}">
                <a16:creationId xmlns:a16="http://schemas.microsoft.com/office/drawing/2014/main" id="{FC821612-207A-428E-B463-3370EAD7AB6D}"/>
              </a:ext>
            </a:extLst>
          </p:cNvPr>
          <p:cNvSpPr>
            <a:spLocks xmlns:a="http://schemas.openxmlformats.org/drawingml/2006/main" noGrp="1"/>
          </p:cNvSpPr>
          <p:nvPr/>
        </p:nvSpPr>
        <p:spPr>
          <a:xfrm xmlns:a="http://schemas.openxmlformats.org/drawingml/2006/main">
            <a:off x="409575" y="37433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0279FF47-8FD6-4411-BAD2-304E1165342C}"/>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explain a possible caring response.</a:t>
            </a:r>
          </a:p>
        </p:txBody>
      </p:sp>
      <p:sp>
        <p:nvSpPr>
          <p:cNvPr id="27" name="shape">
            <a:extLst xmlns:a="http://schemas.openxmlformats.org/drawingml/2006/main">
              <a:ext uri="{FF2B5EF4-FFF2-40B4-BE49-F238E27FC236}">
                <a16:creationId xmlns:a16="http://schemas.microsoft.com/office/drawing/2014/main" id="{7B58E4E3-64EE-44E8-B80F-644C40EDF252}"/>
              </a:ext>
            </a:extLst>
          </p:cNvPr>
          <p:cNvSpPr>
            <a:spLocks xmlns:a="http://schemas.openxmlformats.org/drawingml/2006/main" noGrp="1"/>
          </p:cNvSpPr>
          <p:nvPr/>
        </p:nvSpPr>
        <p:spPr>
          <a:xfrm xmlns:a="http://schemas.openxmlformats.org/drawingml/2006/main">
            <a:off x="409575" y="403860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8" name="pupil-text">
            <a:extLst xmlns:a="http://schemas.openxmlformats.org/drawingml/2006/main">
              <a:ext uri="{FF2B5EF4-FFF2-40B4-BE49-F238E27FC236}">
                <a16:creationId xmlns:a16="http://schemas.microsoft.com/office/drawing/2014/main" id="{BD8AD525-9D2E-4CA6-A64A-E62571F011FB}"/>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avoid a promise that all pain will stop.</a:t>
            </a:r>
          </a:p>
        </p:txBody>
      </p:sp>
      <p:sp>
        <p:nvSpPr>
          <p:cNvPr id="29" name="pupil-text">
            <a:extLst xmlns:a="http://schemas.openxmlformats.org/drawingml/2006/main">
              <a:ext uri="{FF2B5EF4-FFF2-40B4-BE49-F238E27FC236}">
                <a16:creationId xmlns:a16="http://schemas.microsoft.com/office/drawing/2014/main" id="{BABA84B7-02F2-4E34-B824-6F51EBE70A1E}"/>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Describe another person’s stated view fairly without claiming it as your own.</a:t>
            </a:r>
          </a:p>
        </p:txBody>
      </p:sp>
      <p:sp>
        <p:nvSpPr>
          <p:cNvPr id="30" name="pupil-text">
            <a:extLst xmlns:a="http://schemas.openxmlformats.org/drawingml/2006/main">
              <a:ext uri="{FF2B5EF4-FFF2-40B4-BE49-F238E27FC236}">
                <a16:creationId xmlns:a16="http://schemas.microsoft.com/office/drawing/2014/main" id="{6119EE76-C0ED-4BA4-883D-6385EEB411CF}"/>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31" name="pupil-text">
            <a:extLst xmlns:a="http://schemas.openxmlformats.org/drawingml/2006/main">
              <a:ext uri="{FF2B5EF4-FFF2-40B4-BE49-F238E27FC236}">
                <a16:creationId xmlns:a16="http://schemas.microsoft.com/office/drawing/2014/main" id="{5E4E91CA-D57C-4361-ABA4-DB42E6F84AAB}"/>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Tree>
    <p:extLst>
      <p:ext uri="{BB962C8B-B14F-4D97-AF65-F5344CB8AC3E}">
        <p14:creationId xmlns:p14="http://schemas.microsoft.com/office/powerpoint/2010/main" val="15154705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24970AFB-B3C0-4EF0-B666-AFEADA48A6F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8D86584D-C01C-4DA0-A4B1-F608DD46252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E85F86F7-5062-49E6-8D0D-82753A81938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2 · continued</a:t>
            </a:r>
          </a:p>
        </p:txBody>
      </p:sp>
      <p:sp>
        <p:nvSpPr>
          <p:cNvPr id="4" name="shape">
            <a:extLst xmlns:a="http://schemas.openxmlformats.org/drawingml/2006/main">
              <a:ext uri="{FF2B5EF4-FFF2-40B4-BE49-F238E27FC236}">
                <a16:creationId xmlns:a16="http://schemas.microsoft.com/office/drawing/2014/main" id="{61C5AC86-2855-47E1-B13E-C8A1EC76F7E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22C98DC-8702-453C-8217-2CF6AF89ECD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7728D2E-AF78-4B8C-B9BE-7804F9C9630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9AC9425-BA33-458F-8E65-D37759E76EE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A38D3E1-47B0-4E11-AEC6-7141685A4A1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DCAA82C-F362-4129-A899-55230AB1B85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D0AB896-A5B4-4B59-AAD8-BE70AD1F23C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EC28A8A2-E541-4D53-A578-C62D10DC732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2EE177F-A0FA-4619-9E9F-0F8F7112EA1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E6EF0D6C-FB80-4E02-8C1A-488006192D8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42</a:t>
            </a:r>
          </a:p>
        </p:txBody>
      </p:sp>
      <p:sp>
        <p:nvSpPr>
          <p:cNvPr id="14" name="licence-footer">
            <a:extLst xmlns:a="http://schemas.openxmlformats.org/drawingml/2006/main">
              <a:ext uri="{FF2B5EF4-FFF2-40B4-BE49-F238E27FC236}">
                <a16:creationId xmlns:a16="http://schemas.microsoft.com/office/drawing/2014/main" id="{E21709A1-039D-48CD-B1B6-0DF7E0913FC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ECFD82B-5464-4537-AE86-C6FBF014F1CE}"/>
              </a:ext>
            </a:extLst>
          </p:cNvPr>
          <p:cNvPicPr>
            <a:picLocks xmlns:a="http://schemas.openxmlformats.org/drawingml/2006/main" noChangeAspect="1"/>
          </p:cNvPicPr>
          <p:nvPr/>
        </p:nvPicPr>
        <p:blipFill>
          <a:blip xmlns:r="http://schemas.openxmlformats.org/officeDocument/2006/relationships" xmlns:a="http://schemas.openxmlformats.org/drawingml/2006/main" r:embed="R3a1964b9fb20477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3FDB03F4-16FE-4460-9711-9BFE82AC40A6}"/>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some believers or this person. Beliefs and practices vary within each worldview.</a:t>
            </a:r>
          </a:p>
        </p:txBody>
      </p:sp>
      <p:sp>
        <p:nvSpPr>
          <p:cNvPr id="17" name="pupil-text">
            <a:extLst xmlns:a="http://schemas.openxmlformats.org/drawingml/2006/main">
              <a:ext uri="{FF2B5EF4-FFF2-40B4-BE49-F238E27FC236}">
                <a16:creationId xmlns:a16="http://schemas.microsoft.com/office/drawing/2014/main" id="{D3E4B129-D832-4541-B640-0C3A2C308F28}"/>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Study the supplied text. You need not share beliefs, family life, loss or a story from your life.</a:t>
            </a:r>
          </a:p>
        </p:txBody>
      </p:sp>
      <p:sp>
        <p:nvSpPr>
          <p:cNvPr id="18" name="pupil-text">
            <a:extLst xmlns:a="http://schemas.openxmlformats.org/drawingml/2006/main">
              <a:ext uri="{FF2B5EF4-FFF2-40B4-BE49-F238E27FC236}">
                <a16:creationId xmlns:a16="http://schemas.microsoft.com/office/drawing/2014/main" id="{6D207D51-A24C-4D1B-BEB6-2F5C18EF5D64}"/>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before speaking or writing. You may sign, draw, use symbols or ask for your own words</a:t>
            </a:r>
          </a:p>
        </p:txBody>
      </p:sp>
      <p:sp>
        <p:nvSpPr>
          <p:cNvPr id="19" name="pupil-text">
            <a:extLst xmlns:a="http://schemas.openxmlformats.org/drawingml/2006/main">
              <a:ext uri="{FF2B5EF4-FFF2-40B4-BE49-F238E27FC236}">
                <a16:creationId xmlns:a16="http://schemas.microsoft.com/office/drawing/2014/main" id="{A4ECEF3C-559F-452D-9BA7-2D47A5617984}"/>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scribed. You may pass.</a:t>
            </a:r>
          </a:p>
        </p:txBody>
      </p:sp>
      <p:sp>
        <p:nvSpPr>
          <p:cNvPr id="20" name="pupil-text">
            <a:extLst xmlns:a="http://schemas.openxmlformats.org/drawingml/2006/main">
              <a:ext uri="{FF2B5EF4-FFF2-40B4-BE49-F238E27FC236}">
                <a16:creationId xmlns:a16="http://schemas.microsoft.com/office/drawing/2014/main" id="{1BF828A5-DC45-4E28-8726-0CBF8F28AF20}"/>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 We describe prayer in sources; we do not pray or act it</a:t>
            </a:r>
          </a:p>
        </p:txBody>
      </p:sp>
      <p:sp>
        <p:nvSpPr>
          <p:cNvPr id="21" name="pupil-text">
            <a:extLst xmlns:a="http://schemas.openxmlformats.org/drawingml/2006/main">
              <a:ext uri="{FF2B5EF4-FFF2-40B4-BE49-F238E27FC236}">
                <a16:creationId xmlns:a16="http://schemas.microsoft.com/office/drawing/2014/main" id="{FC9FFE03-1B05-4CCA-BFA6-92855E138B78}"/>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out.</a:t>
            </a:r>
          </a:p>
        </p:txBody>
      </p:sp>
      <p:sp>
        <p:nvSpPr>
          <p:cNvPr id="22" name="pupil-text">
            <a:extLst xmlns:a="http://schemas.openxmlformats.org/drawingml/2006/main">
              <a:ext uri="{FF2B5EF4-FFF2-40B4-BE49-F238E27FC236}">
                <a16:creationId xmlns:a16="http://schemas.microsoft.com/office/drawing/2014/main" id="{D297832B-C3C3-42D2-B159-1BBC1A7CC385}"/>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protected text, paper models or pictures. No real flame or sacred object is used.</a:t>
            </a:r>
          </a:p>
        </p:txBody>
      </p:sp>
      <p:sp>
        <p:nvSpPr>
          <p:cNvPr id="23" name="pupil-text">
            <a:extLst xmlns:a="http://schemas.openxmlformats.org/drawingml/2006/main">
              <a:ext uri="{FF2B5EF4-FFF2-40B4-BE49-F238E27FC236}">
                <a16:creationId xmlns:a16="http://schemas.microsoft.com/office/drawing/2014/main" id="{0F2B1C15-BAC3-4EB5-8843-D89DD78912C9}"/>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Return to one source card / Pass.</a:t>
            </a:r>
          </a:p>
        </p:txBody>
      </p:sp>
    </p:spTree>
    <p:extLst>
      <p:ext uri="{BB962C8B-B14F-4D97-AF65-F5344CB8AC3E}">
        <p14:creationId xmlns:p14="http://schemas.microsoft.com/office/powerpoint/2010/main" val="8028301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C4F2C26-D155-41F2-BEE2-B6886748799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95287335-6793-4768-8310-F976AAD3B0E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53C13FD5-AA91-46FE-80AA-45BDFCD0A9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GROW · Spring 1 · Week 2 · continued</a:t>
            </a:r>
          </a:p>
        </p:txBody>
      </p:sp>
      <p:sp>
        <p:nvSpPr>
          <p:cNvPr id="4" name="shape">
            <a:extLst xmlns:a="http://schemas.openxmlformats.org/drawingml/2006/main">
              <a:ext uri="{FF2B5EF4-FFF2-40B4-BE49-F238E27FC236}">
                <a16:creationId xmlns:a16="http://schemas.microsoft.com/office/drawing/2014/main" id="{0600E316-F4B9-4E2A-A213-861E9E3BA93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CAF849F-BFD1-4840-BC84-3CD2CD9F5E5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A8D14DF-62D4-4127-AB9D-D48081D8092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2620835-493B-42FF-8E6D-55DEE275F02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88AA247-ED0B-4874-876F-545FE64FD0C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62A8B28-58C3-4175-A70C-5126374676D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48D756C-C674-4FC8-9AA8-67B114D5E62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9885F37D-3632-417F-A16B-056C4DCFD04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4AF70C1-EAE6-4AC6-BD9B-FB97899819A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AB6947AE-035C-4D94-BA63-A4F152774F8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42</a:t>
            </a:r>
          </a:p>
        </p:txBody>
      </p:sp>
      <p:sp>
        <p:nvSpPr>
          <p:cNvPr id="14" name="licence-footer">
            <a:extLst xmlns:a="http://schemas.openxmlformats.org/drawingml/2006/main">
              <a:ext uri="{FF2B5EF4-FFF2-40B4-BE49-F238E27FC236}">
                <a16:creationId xmlns:a16="http://schemas.microsoft.com/office/drawing/2014/main" id="{E588B590-0593-47B1-BABB-AB8232A17EC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258EE2F-2DA4-41EF-AB73-171C7FDD253B}"/>
              </a:ext>
            </a:extLst>
          </p:cNvPr>
          <p:cNvPicPr>
            <a:picLocks xmlns:a="http://schemas.openxmlformats.org/drawingml/2006/main" noChangeAspect="1"/>
          </p:cNvPicPr>
          <p:nvPr/>
        </p:nvPicPr>
        <p:blipFill>
          <a:blip xmlns:r="http://schemas.openxmlformats.org/officeDocument/2006/relationships" xmlns:a="http://schemas.openxmlformats.org/drawingml/2006/main" r:embed="R73982987c195468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49AD895-35D8-43E3-BE06-58F4687DBF8F}"/>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means spoken feedback. WS means worked with support. I means independent.</a:t>
            </a:r>
          </a:p>
        </p:txBody>
      </p:sp>
      <p:sp>
        <p:nvSpPr>
          <p:cNvPr id="17" name="pupil-text">
            <a:extLst xmlns:a="http://schemas.openxmlformats.org/drawingml/2006/main">
              <a:ext uri="{FF2B5EF4-FFF2-40B4-BE49-F238E27FC236}">
                <a16:creationId xmlns:a16="http://schemas.microsoft.com/office/drawing/2014/main" id="{49110203-9ED4-4EFB-AC73-58AA9FADF261}"/>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means one next step. E means evidence kept on the evidence app.</a:t>
            </a:r>
          </a:p>
        </p:txBody>
      </p:sp>
      <p:sp>
        <p:nvSpPr>
          <p:cNvPr id="18" name="pupil-text">
            <a:extLst xmlns:a="http://schemas.openxmlformats.org/drawingml/2006/main">
              <a:ext uri="{FF2B5EF4-FFF2-40B4-BE49-F238E27FC236}">
                <a16:creationId xmlns:a16="http://schemas.microsoft.com/office/drawing/2014/main" id="{D0322F5A-6EC9-4C46-AE19-3079627474A1}"/>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means responded: an adult heard the response and it shaped the next step.</a:t>
            </a:r>
          </a:p>
        </p:txBody>
      </p:sp>
      <p:sp>
        <p:nvSpPr>
          <p:cNvPr id="19" name="pupil-text">
            <a:extLst xmlns:a="http://schemas.openxmlformats.org/drawingml/2006/main">
              <a:ext uri="{FF2B5EF4-FFF2-40B4-BE49-F238E27FC236}">
                <a16:creationId xmlns:a16="http://schemas.microsoft.com/office/drawing/2014/main" id="{AF40EDB5-2B37-4CB7-8034-39892EFB3331}"/>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marks a self-edit point. ? means read this back to me. You may show or sign your meaning.</a:t>
            </a:r>
          </a:p>
        </p:txBody>
      </p:sp>
      <p:sp>
        <p:nvSpPr>
          <p:cNvPr id="20" name="pupil-text">
            <a:extLst xmlns:a="http://schemas.openxmlformats.org/drawingml/2006/main">
              <a:ext uri="{FF2B5EF4-FFF2-40B4-BE49-F238E27FC236}">
                <a16:creationId xmlns:a16="http://schemas.microsoft.com/office/drawing/2014/main" id="{9FA3DAD9-57D2-4B51-A661-F466F6D78E63}"/>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Tree>
    <p:extLst>
      <p:ext uri="{BB962C8B-B14F-4D97-AF65-F5344CB8AC3E}">
        <p14:creationId xmlns:p14="http://schemas.microsoft.com/office/powerpoint/2010/main" val="17390658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8C673994-E236-419C-81E4-3960CE6EA20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9488D768-5D66-40E9-AAA0-4BFEE6484EA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8B68BEA-5E1C-45BA-BB6A-F3A0E596842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73AA59A8-635F-4872-867A-110B74433BC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130982E-7F9C-49FF-AA49-AC7613BEB3E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0EAFAC6-4B92-499E-96DB-967F937CCB6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CBA1DAB-225E-4604-BCC1-AD0A96F2D42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A4E6C7E-4355-42A1-B98A-43870B74F2A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7D0889B-2811-4CBB-8BF8-283101AD7CA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819BECB-FB50-4318-8311-D7D2E972DFB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AB245FD3-3DA5-4B8F-8B16-4BF28DEF969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49721F9-55D2-4A45-9EA8-03DE56BC2FA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86482111-E118-4C42-9DBA-61AB9C31285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42</a:t>
            </a:r>
          </a:p>
        </p:txBody>
      </p:sp>
      <p:sp>
        <p:nvSpPr>
          <p:cNvPr id="14" name="licence-footer">
            <a:extLst xmlns:a="http://schemas.openxmlformats.org/drawingml/2006/main">
              <a:ext uri="{FF2B5EF4-FFF2-40B4-BE49-F238E27FC236}">
                <a16:creationId xmlns:a16="http://schemas.microsoft.com/office/drawing/2014/main" id="{5B67E030-D215-47B3-A08E-7D956DEABE4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837DAE5-9E30-4756-BFEF-88DD6FEFDF4B}"/>
              </a:ext>
            </a:extLst>
          </p:cNvPr>
          <p:cNvPicPr>
            <a:picLocks xmlns:a="http://schemas.openxmlformats.org/drawingml/2006/main" noChangeAspect="1"/>
          </p:cNvPicPr>
          <p:nvPr/>
        </p:nvPicPr>
        <p:blipFill>
          <a:blip xmlns:r="http://schemas.openxmlformats.org/officeDocument/2006/relationships" xmlns:a="http://schemas.openxmlformats.org/drawingml/2006/main" r:embed="Rbc3b02548a474d5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F7427C9-97C1-4976-81D6-55CF6A1F16B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EC7F10CD-343F-4D56-A78D-3A78D914072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does one faith account link hardship and hope?</a:t>
            </a:r>
          </a:p>
        </p:txBody>
      </p:sp>
    </p:spTree>
    <p:extLst>
      <p:ext uri="{BB962C8B-B14F-4D97-AF65-F5344CB8AC3E}">
        <p14:creationId xmlns:p14="http://schemas.microsoft.com/office/powerpoint/2010/main" val="15879708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187F3E65-2D69-4700-86EA-C972CE6777E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C60AA519-6FBD-4C33-AF2B-2C101D64BE0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939D4E5-661C-445D-965F-5103BF6D7B5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3B16492E-C6E5-49CF-8F21-8672B0BF029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EE397CE-29A9-400F-BA1B-402189BB6C2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CB0818A-FB20-4340-99FB-65E02EB660D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C2B469C-712D-470B-804E-21BC0B5204E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6223FCC-4DC5-46AC-AB49-05D8CA7DC54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35C5469-6585-4452-A1B2-9AC2F9C7B88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6D10972-C6B1-4F50-8C81-B5D5ABF3982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A02BB6CE-E6BD-4F62-ABE0-FD2DF6AE84A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7D9354D-7A4A-402A-90DA-4ABC510C5AF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EFBCF60D-AB28-4890-8356-2698B143F58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42</a:t>
            </a:r>
          </a:p>
        </p:txBody>
      </p:sp>
      <p:sp>
        <p:nvSpPr>
          <p:cNvPr id="14" name="licence-footer">
            <a:extLst xmlns:a="http://schemas.openxmlformats.org/drawingml/2006/main">
              <a:ext uri="{FF2B5EF4-FFF2-40B4-BE49-F238E27FC236}">
                <a16:creationId xmlns:a16="http://schemas.microsoft.com/office/drawing/2014/main" id="{2CDEC5E8-4055-46A3-8649-2051CB719D5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D648034-A4EA-4196-B04C-5B12CE9DA413}"/>
              </a:ext>
            </a:extLst>
          </p:cNvPr>
          <p:cNvPicPr>
            <a:picLocks xmlns:a="http://schemas.openxmlformats.org/drawingml/2006/main" noChangeAspect="1"/>
          </p:cNvPicPr>
          <p:nvPr/>
        </p:nvPicPr>
        <p:blipFill>
          <a:blip xmlns:r="http://schemas.openxmlformats.org/officeDocument/2006/relationships" xmlns:a="http://schemas.openxmlformats.org/drawingml/2006/main" r:embed="Ra516643239f943b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778C175-E0EB-4979-94EA-9E52C60F065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56D6D39A-67E5-4533-A502-54B42ABB3D22}"/>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belief link</a:t>
            </a:r>
          </a:p>
        </p:txBody>
      </p:sp>
      <p:sp>
        <p:nvSpPr>
          <p:cNvPr id="18" name="pupil-text">
            <a:extLst xmlns:a="http://schemas.openxmlformats.org/drawingml/2006/main">
              <a:ext uri="{FF2B5EF4-FFF2-40B4-BE49-F238E27FC236}">
                <a16:creationId xmlns:a16="http://schemas.microsoft.com/office/drawing/2014/main" id="{E14C9159-6A8C-4627-A0B7-F77972E17D4A}"/>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can a belief or value guide?</a:t>
            </a:r>
          </a:p>
        </p:txBody>
      </p:sp>
      <p:sp>
        <p:nvSpPr>
          <p:cNvPr id="19" name="pupil-text">
            <a:extLst xmlns:a="http://schemas.openxmlformats.org/drawingml/2006/main">
              <a:ext uri="{FF2B5EF4-FFF2-40B4-BE49-F238E27FC236}">
                <a16:creationId xmlns:a16="http://schemas.microsoft.com/office/drawing/2014/main" id="{FA26F342-BD3C-44AD-9B78-C02B02C26446}"/>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caring action</a:t>
            </a:r>
          </a:p>
        </p:txBody>
      </p:sp>
      <p:sp>
        <p:nvSpPr>
          <p:cNvPr id="20" name="pupil-text">
            <a:extLst xmlns:a="http://schemas.openxmlformats.org/drawingml/2006/main">
              <a:ext uri="{FF2B5EF4-FFF2-40B4-BE49-F238E27FC236}">
                <a16:creationId xmlns:a16="http://schemas.microsoft.com/office/drawing/2014/main" id="{D10EA801-3E86-4E21-BEAD-1054975DAF8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Name one safe form of support in the garden case.</a:t>
            </a:r>
          </a:p>
        </p:txBody>
      </p:sp>
      <p:sp>
        <p:nvSpPr>
          <p:cNvPr id="21" name="pupil-text">
            <a:extLst xmlns:a="http://schemas.openxmlformats.org/drawingml/2006/main">
              <a:ext uri="{FF2B5EF4-FFF2-40B4-BE49-F238E27FC236}">
                <a16:creationId xmlns:a16="http://schemas.microsoft.com/office/drawing/2014/main" id="{F64D1B65-0334-4CCA-9E5C-9940F92E8F40}"/>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2" name="pupil-text">
            <a:extLst xmlns:a="http://schemas.openxmlformats.org/drawingml/2006/main">
              <a:ext uri="{FF2B5EF4-FFF2-40B4-BE49-F238E27FC236}">
                <a16:creationId xmlns:a16="http://schemas.microsoft.com/office/drawing/2014/main" id="{4A63DE52-44DE-4E3E-BD83-39F5A81CC920}"/>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Does a kind act tell us a person’s worldview?</a:t>
            </a:r>
          </a:p>
        </p:txBody>
      </p:sp>
      <p:sp>
        <p:nvSpPr>
          <p:cNvPr id="23" name="pupil-text">
            <a:extLst xmlns:a="http://schemas.openxmlformats.org/drawingml/2006/main">
              <a:ext uri="{FF2B5EF4-FFF2-40B4-BE49-F238E27FC236}">
                <a16:creationId xmlns:a16="http://schemas.microsoft.com/office/drawing/2014/main" id="{C38F929F-FC5E-4D8C-B983-B56E4F5998A1}"/>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DC190303-CB5D-48EC-A720-E6F56AA67FA5}"/>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Can hope and a hard situation exist at the same time?</a:t>
            </a:r>
          </a:p>
        </p:txBody>
      </p:sp>
    </p:spTree>
    <p:extLst>
      <p:ext uri="{BB962C8B-B14F-4D97-AF65-F5344CB8AC3E}">
        <p14:creationId xmlns:p14="http://schemas.microsoft.com/office/powerpoint/2010/main" val="17902061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7BD10278-4B8A-4D51-8E3E-B62C2DA1F67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2443E7F8-25ED-4F73-9585-F277E01571E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E71C295-7048-4809-AD9B-9095699D66C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A013328B-F038-4060-9071-6981A26463CC}"/>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191A089-3E71-460B-B253-86228B46BC8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1305F84-A7E7-44BC-915C-BC42D328CF4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D1DFFFC-96B5-47AF-97F8-FFF099F6A53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FAA769A-029C-42E4-9479-B4526CDBD93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8906EEA-1E50-43E4-A211-A86CB723F38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1EDA4C3-CBF6-46C4-A946-08073DEA1B2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6C104890-DB64-4063-A3AC-488C68ADDD8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B7DD88F-E1E1-450F-9D8B-E695ABD53ED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C2D41040-DA8A-4E4C-A4AD-A4630C2EDE8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42</a:t>
            </a:r>
          </a:p>
        </p:txBody>
      </p:sp>
      <p:sp>
        <p:nvSpPr>
          <p:cNvPr id="14" name="licence-footer">
            <a:extLst xmlns:a="http://schemas.openxmlformats.org/drawingml/2006/main">
              <a:ext uri="{FF2B5EF4-FFF2-40B4-BE49-F238E27FC236}">
                <a16:creationId xmlns:a16="http://schemas.microsoft.com/office/drawing/2014/main" id="{568506D4-D065-431A-A879-81CD1334BDC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044CF54-E90A-4102-9EA4-DCE468029CDC}"/>
              </a:ext>
            </a:extLst>
          </p:cNvPr>
          <p:cNvPicPr>
            <a:picLocks xmlns:a="http://schemas.openxmlformats.org/drawingml/2006/main" noChangeAspect="1"/>
          </p:cNvPicPr>
          <p:nvPr/>
        </p:nvPicPr>
        <p:blipFill>
          <a:blip xmlns:r="http://schemas.openxmlformats.org/officeDocument/2006/relationships" xmlns:a="http://schemas.openxmlformats.org/drawingml/2006/main" r:embed="Rec83914f6ae2453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A9B0695-929F-4156-BE67-C41356A84E9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belief link</a:t>
            </a:r>
          </a:p>
        </p:txBody>
      </p:sp>
      <p:sp>
        <p:nvSpPr>
          <p:cNvPr id="17" name="shape">
            <a:extLst xmlns:a="http://schemas.openxmlformats.org/drawingml/2006/main">
              <a:ext uri="{FF2B5EF4-FFF2-40B4-BE49-F238E27FC236}">
                <a16:creationId xmlns:a16="http://schemas.microsoft.com/office/drawing/2014/main" id="{ADD4B162-627F-4CAC-B214-E6B56B6B815F}"/>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744A1F86-8ADF-40AB-982D-490AEEFC2CF4}"/>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the link to a choice.</a:t>
            </a:r>
          </a:p>
        </p:txBody>
      </p:sp>
      <p:sp>
        <p:nvSpPr>
          <p:cNvPr id="19" name="pupil-text">
            <a:extLst xmlns:a="http://schemas.openxmlformats.org/drawingml/2006/main">
              <a:ext uri="{FF2B5EF4-FFF2-40B4-BE49-F238E27FC236}">
                <a16:creationId xmlns:a16="http://schemas.microsoft.com/office/drawing/2014/main" id="{E3F360BC-0AAF-45C7-97F3-40E741EF70B4}"/>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caring action</a:t>
            </a:r>
          </a:p>
        </p:txBody>
      </p:sp>
      <p:sp>
        <p:nvSpPr>
          <p:cNvPr id="20" name="shape">
            <a:extLst xmlns:a="http://schemas.openxmlformats.org/drawingml/2006/main">
              <a:ext uri="{FF2B5EF4-FFF2-40B4-BE49-F238E27FC236}">
                <a16:creationId xmlns:a16="http://schemas.microsoft.com/office/drawing/2014/main" id="{127C390A-EBC7-4E8D-B6CB-86037AC00A64}"/>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368BA74-1611-439E-B1C3-E1B46BAEC76B}"/>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needs and safe help.</a:t>
            </a:r>
          </a:p>
        </p:txBody>
      </p:sp>
      <p:sp>
        <p:nvSpPr>
          <p:cNvPr id="22" name="pupil-text">
            <a:extLst xmlns:a="http://schemas.openxmlformats.org/drawingml/2006/main">
              <a:ext uri="{FF2B5EF4-FFF2-40B4-BE49-F238E27FC236}">
                <a16:creationId xmlns:a16="http://schemas.microsoft.com/office/drawing/2014/main" id="{5C1F1969-2903-40F1-BC18-6CFDCA372B44}"/>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3" name="shape">
            <a:extLst xmlns:a="http://schemas.openxmlformats.org/drawingml/2006/main">
              <a:ext uri="{FF2B5EF4-FFF2-40B4-BE49-F238E27FC236}">
                <a16:creationId xmlns:a16="http://schemas.microsoft.com/office/drawing/2014/main" id="{7BF004D7-BB8F-45C7-B134-16A282D98D97}"/>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447A9C4D-F9DF-4B7B-8481-578DBF6131BA}"/>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Recall what the case did not state.</a:t>
            </a:r>
          </a:p>
        </p:txBody>
      </p:sp>
      <p:sp>
        <p:nvSpPr>
          <p:cNvPr id="25" name="pupil-text">
            <a:extLst xmlns:a="http://schemas.openxmlformats.org/drawingml/2006/main">
              <a:ext uri="{FF2B5EF4-FFF2-40B4-BE49-F238E27FC236}">
                <a16:creationId xmlns:a16="http://schemas.microsoft.com/office/drawing/2014/main" id="{8C4AB8DF-9E61-444F-BC0A-5CCC789DF720}"/>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24FBEB37-4719-40E8-93E1-AE99B95402E2}"/>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355B849-01A3-484A-A96C-3C46ADC11ABF}"/>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hope that has not yet come true.</a:t>
            </a:r>
          </a:p>
        </p:txBody>
      </p:sp>
    </p:spTree>
    <p:extLst>
      <p:ext uri="{BB962C8B-B14F-4D97-AF65-F5344CB8AC3E}">
        <p14:creationId xmlns:p14="http://schemas.microsoft.com/office/powerpoint/2010/main" val="14115463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A2286131-794D-49BB-A5F8-308EF7B4AE7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78B923E6-081A-4D6F-B495-7B087A5F887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E3448FB-7AE1-44FB-AB1B-359C9E5A93E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C898B7B1-F90D-46D6-B41B-C7EE4E4F73F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EE8E95B-9829-412F-9D9B-8B2FA0956DF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D8A0F00-7575-49A2-9ABC-E088FC10C59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BB559FE-F6C3-4AEA-8E00-A7A6A3ECD0F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3FFEF4E-D5DB-4575-89B9-F862D4FF76E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73EF2FA-5BF8-435D-97CE-DAE15348783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2B4EA89-E379-4196-93A1-1C723D7B1AF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8C87D54C-3D7A-4695-BDB3-6FC35304B8C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E27072B-AD5D-4C09-93D5-ADFEA117266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760E982D-A7D6-4795-83FD-0CA74B120EE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42</a:t>
            </a:r>
          </a:p>
        </p:txBody>
      </p:sp>
      <p:sp>
        <p:nvSpPr>
          <p:cNvPr id="14" name="licence-footer">
            <a:extLst xmlns:a="http://schemas.openxmlformats.org/drawingml/2006/main">
              <a:ext uri="{FF2B5EF4-FFF2-40B4-BE49-F238E27FC236}">
                <a16:creationId xmlns:a16="http://schemas.microsoft.com/office/drawing/2014/main" id="{0D8E0D36-C002-4953-B389-981F604CE56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A4911B1-963C-46FE-9F6D-FBD1C30A9F91}"/>
              </a:ext>
            </a:extLst>
          </p:cNvPr>
          <p:cNvPicPr>
            <a:picLocks xmlns:a="http://schemas.openxmlformats.org/drawingml/2006/main" noChangeAspect="1"/>
          </p:cNvPicPr>
          <p:nvPr/>
        </p:nvPicPr>
        <p:blipFill>
          <a:blip xmlns:r="http://schemas.openxmlformats.org/officeDocument/2006/relationships" xmlns:a="http://schemas.openxmlformats.org/drawingml/2006/main" r:embed="R442a198b8012467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B54B2C1-E606-4B54-BC80-395515D91A6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ABB7E67A-21BA-4556-830F-8B50285B538A}"/>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belief link</a:t>
            </a:r>
          </a:p>
        </p:txBody>
      </p:sp>
      <p:sp>
        <p:nvSpPr>
          <p:cNvPr id="18" name="pupil-text">
            <a:extLst xmlns:a="http://schemas.openxmlformats.org/drawingml/2006/main">
              <a:ext uri="{FF2B5EF4-FFF2-40B4-BE49-F238E27FC236}">
                <a16:creationId xmlns:a16="http://schemas.microsoft.com/office/drawing/2014/main" id="{F8AAE3C6-AA15-4AE5-ABDE-17CDAB4709AC}"/>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a belief or value link to an action?</a:t>
            </a:r>
          </a:p>
        </p:txBody>
      </p:sp>
      <p:sp>
        <p:nvSpPr>
          <p:cNvPr id="19" name="pupil-text">
            <a:extLst xmlns:a="http://schemas.openxmlformats.org/drawingml/2006/main">
              <a:ext uri="{FF2B5EF4-FFF2-40B4-BE49-F238E27FC236}">
                <a16:creationId xmlns:a16="http://schemas.microsoft.com/office/drawing/2014/main" id="{022B8E30-4BAC-4AA0-8535-B189F8F0D13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caring action</a:t>
            </a:r>
          </a:p>
        </p:txBody>
      </p:sp>
      <p:sp>
        <p:nvSpPr>
          <p:cNvPr id="20" name="pupil-text">
            <a:extLst xmlns:a="http://schemas.openxmlformats.org/drawingml/2006/main">
              <a:ext uri="{FF2B5EF4-FFF2-40B4-BE49-F238E27FC236}">
                <a16:creationId xmlns:a16="http://schemas.microsoft.com/office/drawing/2014/main" id="{5B5C9E90-D05D-4E1E-9A67-045CD1B09799}"/>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safe response to the damaged garden plan.</a:t>
            </a:r>
          </a:p>
        </p:txBody>
      </p:sp>
      <p:sp>
        <p:nvSpPr>
          <p:cNvPr id="21" name="pupil-text">
            <a:extLst xmlns:a="http://schemas.openxmlformats.org/drawingml/2006/main">
              <a:ext uri="{FF2B5EF4-FFF2-40B4-BE49-F238E27FC236}">
                <a16:creationId xmlns:a16="http://schemas.microsoft.com/office/drawing/2014/main" id="{C3A7A77D-E2C3-444D-A9C6-81134228B129}"/>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2" name="pupil-text">
            <a:extLst xmlns:a="http://schemas.openxmlformats.org/drawingml/2006/main">
              <a:ext uri="{FF2B5EF4-FFF2-40B4-BE49-F238E27FC236}">
                <a16:creationId xmlns:a16="http://schemas.microsoft.com/office/drawing/2014/main" id="{47692FE6-366B-49CA-A43D-9B3A75D865FE}"/>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does a kind act not prove a worldview?</a:t>
            </a:r>
          </a:p>
        </p:txBody>
      </p:sp>
      <p:sp>
        <p:nvSpPr>
          <p:cNvPr id="23" name="pupil-text">
            <a:extLst xmlns:a="http://schemas.openxmlformats.org/drawingml/2006/main">
              <a:ext uri="{FF2B5EF4-FFF2-40B4-BE49-F238E27FC236}">
                <a16:creationId xmlns:a16="http://schemas.microsoft.com/office/drawing/2014/main" id="{A518C6D7-4B2D-46B5-94BF-FE7ACD244EAB}"/>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C160E263-A4FA-426B-83E0-06EA15A847D3}"/>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someone hope while a problem remains?</a:t>
            </a:r>
          </a:p>
        </p:txBody>
      </p:sp>
    </p:spTree>
    <p:extLst>
      <p:ext uri="{BB962C8B-B14F-4D97-AF65-F5344CB8AC3E}">
        <p14:creationId xmlns:p14="http://schemas.microsoft.com/office/powerpoint/2010/main" val="21169076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BC761EB1-AEB9-425C-80CC-82F7A4787E3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00CA85FB-66FB-4CA8-8BE1-1716D35A07B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1CD6B7A-CCC8-4033-A402-BCD2D122DBC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A3436304-93F9-4095-A74D-D1688C1374D5}"/>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753F1A2-CDB4-469E-9241-9623ABFBF9B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B4E0829-DAAF-4D48-BBDB-F8D1CAE5838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889AC4A-AF40-47E6-BC42-77D74E412C1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C7225C1-2628-40B1-91D9-C297E3593B2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24D882A-CBEC-42F7-9F60-C100DF16021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0EEBF36-FE4F-428A-9097-0B4F23F630E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366D00CB-2F14-4A99-8687-B901AA70F79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B11A209-D46F-4A7F-8A83-65991CEA28D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00A3185C-F13C-4005-9347-9082787D9F3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42</a:t>
            </a:r>
          </a:p>
        </p:txBody>
      </p:sp>
      <p:sp>
        <p:nvSpPr>
          <p:cNvPr id="14" name="licence-footer">
            <a:extLst xmlns:a="http://schemas.openxmlformats.org/drawingml/2006/main">
              <a:ext uri="{FF2B5EF4-FFF2-40B4-BE49-F238E27FC236}">
                <a16:creationId xmlns:a16="http://schemas.microsoft.com/office/drawing/2014/main" id="{D10C2F6F-41E5-4E2F-A4A0-B224C0C9165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207885E-C750-4BAE-BC33-A46B06145D15}"/>
              </a:ext>
            </a:extLst>
          </p:cNvPr>
          <p:cNvPicPr>
            <a:picLocks xmlns:a="http://schemas.openxmlformats.org/drawingml/2006/main" noChangeAspect="1"/>
          </p:cNvPicPr>
          <p:nvPr/>
        </p:nvPicPr>
        <p:blipFill>
          <a:blip xmlns:r="http://schemas.openxmlformats.org/officeDocument/2006/relationships" xmlns:a="http://schemas.openxmlformats.org/drawingml/2006/main" r:embed="R127f0a2852dc4fa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0B51B0B-5745-4AD6-B42D-555AD71B1E5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belief link</a:t>
            </a:r>
          </a:p>
        </p:txBody>
      </p:sp>
      <p:sp>
        <p:nvSpPr>
          <p:cNvPr id="17" name="shape">
            <a:extLst xmlns:a="http://schemas.openxmlformats.org/drawingml/2006/main">
              <a:ext uri="{FF2B5EF4-FFF2-40B4-BE49-F238E27FC236}">
                <a16:creationId xmlns:a16="http://schemas.microsoft.com/office/drawing/2014/main" id="{E74862CB-96DB-4FF1-9CD1-C28B2C72AFC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1DD8A921-4FF7-4959-9ADA-1232285D47C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19" name="pupil-text">
            <a:extLst xmlns:a="http://schemas.openxmlformats.org/drawingml/2006/main">
              <a:ext uri="{FF2B5EF4-FFF2-40B4-BE49-F238E27FC236}">
                <a16:creationId xmlns:a16="http://schemas.microsoft.com/office/drawing/2014/main" id="{54D5B552-627D-4BBD-A41D-47BC2417DFD0}"/>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caring action</a:t>
            </a:r>
          </a:p>
        </p:txBody>
      </p:sp>
      <p:sp>
        <p:nvSpPr>
          <p:cNvPr id="20" name="shape">
            <a:extLst xmlns:a="http://schemas.openxmlformats.org/drawingml/2006/main">
              <a:ext uri="{FF2B5EF4-FFF2-40B4-BE49-F238E27FC236}">
                <a16:creationId xmlns:a16="http://schemas.microsoft.com/office/drawing/2014/main" id="{B410E39E-0E32-4DA2-ABF0-7D655B11C903}"/>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BA41DBB-61DC-4DBE-BBD6-763D37E34139}"/>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2" name="pupil-text">
            <a:extLst xmlns:a="http://schemas.openxmlformats.org/drawingml/2006/main">
              <a:ext uri="{FF2B5EF4-FFF2-40B4-BE49-F238E27FC236}">
                <a16:creationId xmlns:a16="http://schemas.microsoft.com/office/drawing/2014/main" id="{F3AEE0D7-745C-4E65-95E2-25FC42A58AF2}"/>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3" name="shape">
            <a:extLst xmlns:a="http://schemas.openxmlformats.org/drawingml/2006/main">
              <a:ext uri="{FF2B5EF4-FFF2-40B4-BE49-F238E27FC236}">
                <a16:creationId xmlns:a16="http://schemas.microsoft.com/office/drawing/2014/main" id="{D12A1D80-F5E6-46BE-AF63-E1F9B6CCA658}"/>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493E388D-38EB-4AEC-A150-9E1A2FAE2351}"/>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Use one detail you recall. For the link, use a sensible prior idea.</a:t>
            </a:r>
          </a:p>
        </p:txBody>
      </p:sp>
      <p:sp>
        <p:nvSpPr>
          <p:cNvPr id="25" name="pupil-text">
            <a:extLst xmlns:a="http://schemas.openxmlformats.org/drawingml/2006/main">
              <a:ext uri="{FF2B5EF4-FFF2-40B4-BE49-F238E27FC236}">
                <a16:creationId xmlns:a16="http://schemas.microsoft.com/office/drawing/2014/main" id="{A9D5469E-A2DD-4BDD-B247-42EB08B378D8}"/>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9DAD71A9-CD41-4E24-BDE3-51D312C8AF78}"/>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6C8FFA5-5F7F-4F1A-B9DC-27352F803278}"/>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task, not an unknown fact.</a:t>
            </a:r>
          </a:p>
        </p:txBody>
      </p:sp>
    </p:spTree>
    <p:extLst>
      <p:ext uri="{BB962C8B-B14F-4D97-AF65-F5344CB8AC3E}">
        <p14:creationId xmlns:p14="http://schemas.microsoft.com/office/powerpoint/2010/main" val="20835429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A5E54B78-D6DE-4D93-A20B-04990CC5959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672DAC2A-1DC6-4891-AC26-3E02508182A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238034EC-EA24-4B3B-A8F5-1C57DA99524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D6E7DC87-9377-421B-9299-039795D97FC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F887CC0-06B2-42F1-9EB5-D1790D6C9F3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E537F53-B1BC-4C2D-95A4-72D6C0AD998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115D586-D868-48B8-86F8-3C73B259BA0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C83B91C-DFBA-4E78-B984-4ED6BA92947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04D0782-170C-42F1-ADC6-476BEA1189B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8AEFCCC-F5B3-4FAD-8148-1E1D068DEFC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C30FD8A2-99EE-4BB5-BEC5-D28E735F1B6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FA140E5-78F7-4FB6-869B-F8D50AEA9B1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81620419-611E-44A7-BAC6-171DFF77BF0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42</a:t>
            </a:r>
          </a:p>
        </p:txBody>
      </p:sp>
      <p:sp>
        <p:nvSpPr>
          <p:cNvPr id="14" name="licence-footer">
            <a:extLst xmlns:a="http://schemas.openxmlformats.org/drawingml/2006/main">
              <a:ext uri="{FF2B5EF4-FFF2-40B4-BE49-F238E27FC236}">
                <a16:creationId xmlns:a16="http://schemas.microsoft.com/office/drawing/2014/main" id="{E02334E6-49BA-43E2-ADA3-6C9EBE374E4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F0D7F3E-A52A-4F92-918B-7D4625DE300A}"/>
              </a:ext>
            </a:extLst>
          </p:cNvPr>
          <p:cNvPicPr>
            <a:picLocks xmlns:a="http://schemas.openxmlformats.org/drawingml/2006/main" noChangeAspect="1"/>
          </p:cNvPicPr>
          <p:nvPr/>
        </p:nvPicPr>
        <p:blipFill>
          <a:blip xmlns:r="http://schemas.openxmlformats.org/officeDocument/2006/relationships" xmlns:a="http://schemas.openxmlformats.org/drawingml/2006/main" r:embed="Rc20708f8fb7c422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8E1096D-0B28-4969-B563-5A8585C2CD2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
        <p:nvSpPr>
          <p:cNvPr id="17" name="pupil-text">
            <a:extLst xmlns:a="http://schemas.openxmlformats.org/drawingml/2006/main">
              <a:ext uri="{FF2B5EF4-FFF2-40B4-BE49-F238E27FC236}">
                <a16:creationId xmlns:a16="http://schemas.microsoft.com/office/drawing/2014/main" id="{0BFB74A8-734D-4568-84B9-714A0B74F635}"/>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belief link</a:t>
            </a:r>
          </a:p>
        </p:txBody>
      </p:sp>
      <p:sp>
        <p:nvSpPr>
          <p:cNvPr id="18" name="pupil-text">
            <a:extLst xmlns:a="http://schemas.openxmlformats.org/drawingml/2006/main">
              <a:ext uri="{FF2B5EF4-FFF2-40B4-BE49-F238E27FC236}">
                <a16:creationId xmlns:a16="http://schemas.microsoft.com/office/drawing/2014/main" id="{D9D85003-71A6-49E7-AD5F-FAB613D2FA7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a belief-action link from the garden sources.</a:t>
            </a:r>
          </a:p>
        </p:txBody>
      </p:sp>
      <p:sp>
        <p:nvSpPr>
          <p:cNvPr id="19" name="pupil-text">
            <a:extLst xmlns:a="http://schemas.openxmlformats.org/drawingml/2006/main">
              <a:ext uri="{FF2B5EF4-FFF2-40B4-BE49-F238E27FC236}">
                <a16:creationId xmlns:a16="http://schemas.microsoft.com/office/drawing/2014/main" id="{91708D71-AED6-45DF-BEDB-EA666CA2C2D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caring action</a:t>
            </a:r>
          </a:p>
        </p:txBody>
      </p:sp>
      <p:sp>
        <p:nvSpPr>
          <p:cNvPr id="20" name="pupil-text">
            <a:extLst xmlns:a="http://schemas.openxmlformats.org/drawingml/2006/main">
              <a:ext uri="{FF2B5EF4-FFF2-40B4-BE49-F238E27FC236}">
                <a16:creationId xmlns:a16="http://schemas.microsoft.com/office/drawing/2014/main" id="{E4369B90-F8FC-482F-8190-52BC5C22F670}"/>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why a safe new plan could help the group cope.</a:t>
            </a:r>
          </a:p>
        </p:txBody>
      </p:sp>
      <p:sp>
        <p:nvSpPr>
          <p:cNvPr id="21" name="pupil-text">
            <a:extLst xmlns:a="http://schemas.openxmlformats.org/drawingml/2006/main">
              <a:ext uri="{FF2B5EF4-FFF2-40B4-BE49-F238E27FC236}">
                <a16:creationId xmlns:a16="http://schemas.microsoft.com/office/drawing/2014/main" id="{04E5743F-F29D-4432-8EB4-F5C32C481C8D}"/>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2" name="pupil-text">
            <a:extLst xmlns:a="http://schemas.openxmlformats.org/drawingml/2006/main">
              <a:ext uri="{FF2B5EF4-FFF2-40B4-BE49-F238E27FC236}">
                <a16:creationId xmlns:a16="http://schemas.microsoft.com/office/drawing/2014/main" id="{A4BFE111-355C-4EC5-B4AE-5F38353E7EBA}"/>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evidence would be needed before claiming a helper’s worldview?</a:t>
            </a:r>
          </a:p>
        </p:txBody>
      </p:sp>
      <p:sp>
        <p:nvSpPr>
          <p:cNvPr id="23" name="pupil-text">
            <a:extLst xmlns:a="http://schemas.openxmlformats.org/drawingml/2006/main">
              <a:ext uri="{FF2B5EF4-FFF2-40B4-BE49-F238E27FC236}">
                <a16:creationId xmlns:a16="http://schemas.microsoft.com/office/drawing/2014/main" id="{EFED2D57-C7D2-453F-B0F9-F49358AC23B8}"/>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4" name="pupil-text">
            <a:extLst xmlns:a="http://schemas.openxmlformats.org/drawingml/2006/main">
              <a:ext uri="{FF2B5EF4-FFF2-40B4-BE49-F238E27FC236}">
                <a16:creationId xmlns:a16="http://schemas.microsoft.com/office/drawing/2014/main" id="{E95109FF-1C9E-4BB9-9F14-62B6CC4A3087}"/>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hope be kept distinct from a known outcome?</a:t>
            </a:r>
          </a:p>
        </p:txBody>
      </p:sp>
    </p:spTree>
    <p:extLst>
      <p:ext uri="{BB962C8B-B14F-4D97-AF65-F5344CB8AC3E}">
        <p14:creationId xmlns:p14="http://schemas.microsoft.com/office/powerpoint/2010/main" val="13902552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7B307B48-7F9F-4CB6-B419-345BF65F3BC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551D10A7-083D-42AC-BEE4-9D57BA2B795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CB3C3CD-49DD-4092-9C5F-988C76C7D32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DB46F8BB-956F-4924-B930-6A7006BB028E}"/>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B1C24D-906E-46EF-91D3-0F4148EAA97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CF945E9-3E26-425A-9186-2EF52842D08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9BC01CE-C3C8-45E5-B6FB-078B2967639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14EA7AA-CA56-432E-B3F0-8E804022AE0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6C13579-0631-4944-98EC-4B0FD45DB50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3708A05-1254-4A6D-8BE5-0FC0981C621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75296F54-64A8-48E5-9A26-5C984CEA377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CD828EB-511B-4272-96D6-B47B086DEFC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518C3767-8C43-4AD9-9333-8BA2442B778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42</a:t>
            </a:r>
          </a:p>
        </p:txBody>
      </p:sp>
      <p:sp>
        <p:nvSpPr>
          <p:cNvPr id="14" name="licence-footer">
            <a:extLst xmlns:a="http://schemas.openxmlformats.org/drawingml/2006/main">
              <a:ext uri="{FF2B5EF4-FFF2-40B4-BE49-F238E27FC236}">
                <a16:creationId xmlns:a16="http://schemas.microsoft.com/office/drawing/2014/main" id="{E98B62BD-CCE2-4C14-A391-575755CDA55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C78976F-5D40-48E8-8A93-A730117DC672}"/>
              </a:ext>
            </a:extLst>
          </p:cNvPr>
          <p:cNvPicPr>
            <a:picLocks xmlns:a="http://schemas.openxmlformats.org/drawingml/2006/main" noChangeAspect="1"/>
          </p:cNvPicPr>
          <p:nvPr/>
        </p:nvPicPr>
        <p:blipFill>
          <a:blip xmlns:r="http://schemas.openxmlformats.org/officeDocument/2006/relationships" xmlns:a="http://schemas.openxmlformats.org/drawingml/2006/main" r:embed="R47905125aa214b5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2515814-90CC-457E-8D2C-C03911E0F8F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A belief link</a:t>
            </a:r>
          </a:p>
        </p:txBody>
      </p:sp>
      <p:sp>
        <p:nvSpPr>
          <p:cNvPr id="17" name="shape">
            <a:extLst xmlns:a="http://schemas.openxmlformats.org/drawingml/2006/main">
              <a:ext uri="{FF2B5EF4-FFF2-40B4-BE49-F238E27FC236}">
                <a16:creationId xmlns:a16="http://schemas.microsoft.com/office/drawing/2014/main" id="{A16AF886-9C26-4132-978A-442367763CD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6BDB298C-C31F-42C5-A875-BEB80254C0F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19" name="pupil-text">
            <a:extLst xmlns:a="http://schemas.openxmlformats.org/drawingml/2006/main">
              <a:ext uri="{FF2B5EF4-FFF2-40B4-BE49-F238E27FC236}">
                <a16:creationId xmlns:a16="http://schemas.microsoft.com/office/drawing/2014/main" id="{42AFB975-AD61-4736-AC6D-CD730C2C005A}"/>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A caring action</a:t>
            </a:r>
          </a:p>
        </p:txBody>
      </p:sp>
      <p:sp>
        <p:nvSpPr>
          <p:cNvPr id="20" name="shape">
            <a:extLst xmlns:a="http://schemas.openxmlformats.org/drawingml/2006/main">
              <a:ext uri="{FF2B5EF4-FFF2-40B4-BE49-F238E27FC236}">
                <a16:creationId xmlns:a16="http://schemas.microsoft.com/office/drawing/2014/main" id="{F2A8F28C-7B1B-44D2-B8C1-AD794621AD8F}"/>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9A3DF79-28DC-4E0F-8FDA-6131F57456F3}"/>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2" name="pupil-text">
            <a:extLst xmlns:a="http://schemas.openxmlformats.org/drawingml/2006/main">
              <a:ext uri="{FF2B5EF4-FFF2-40B4-BE49-F238E27FC236}">
                <a16:creationId xmlns:a16="http://schemas.microsoft.com/office/drawing/2014/main" id="{F47EAA9D-D241-41FE-9E6F-B3671E673248}"/>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A careful limit</a:t>
            </a:r>
          </a:p>
        </p:txBody>
      </p:sp>
      <p:sp>
        <p:nvSpPr>
          <p:cNvPr id="23" name="shape">
            <a:extLst xmlns:a="http://schemas.openxmlformats.org/drawingml/2006/main">
              <a:ext uri="{FF2B5EF4-FFF2-40B4-BE49-F238E27FC236}">
                <a16:creationId xmlns:a16="http://schemas.microsoft.com/office/drawing/2014/main" id="{4A0323D0-4CF2-4B5E-A60C-39B635F51946}"/>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24A28C62-BFEC-49A2-8246-B68B6B970745}"/>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
        <p:nvSpPr>
          <p:cNvPr id="25" name="pupil-text">
            <a:extLst xmlns:a="http://schemas.openxmlformats.org/drawingml/2006/main">
              <a:ext uri="{FF2B5EF4-FFF2-40B4-BE49-F238E27FC236}">
                <a16:creationId xmlns:a16="http://schemas.microsoft.com/office/drawing/2014/main" id="{B477EBDC-B07E-4231-94C2-3DB23743187D}"/>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a:t>
            </a:r>
          </a:p>
        </p:txBody>
      </p:sp>
      <p:sp>
        <p:nvSpPr>
          <p:cNvPr id="26" name="shape">
            <a:extLst xmlns:a="http://schemas.openxmlformats.org/drawingml/2006/main">
              <a:ext uri="{FF2B5EF4-FFF2-40B4-BE49-F238E27FC236}">
                <a16:creationId xmlns:a16="http://schemas.microsoft.com/office/drawing/2014/main" id="{0F1C828E-8969-439B-B5F4-96C652EDFE05}"/>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F25A476-CFFD-4F75-A6A5-AAB480043AB4}"/>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Check your reason against what you know. You may say not known.</a:t>
            </a:r>
          </a:p>
        </p:txBody>
      </p:sp>
    </p:spTree>
    <p:extLst>
      <p:ext uri="{BB962C8B-B14F-4D97-AF65-F5344CB8AC3E}">
        <p14:creationId xmlns:p14="http://schemas.microsoft.com/office/powerpoint/2010/main" val="3322512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0C237A1E-9161-454D-A41E-EE8D72A229D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885FC63E-BBA6-4532-967D-FEAB2B7AF08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F259AE1-ED83-434E-A877-6B1413FFBB0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FF0A823D-4DA6-4E84-99A7-CC3752AE989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3CA6431-AF69-47E1-A256-809136AA9C6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84ADAB8-B60B-4841-9833-170F2BAE3C2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150C4C6-71D3-4AA9-959C-B5015233563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8AF8425-9966-4902-8AF4-1BB043E5EB0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2AC5CAA-D3CF-48BF-BCF3-54FF7BEEB16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694C723-B796-4E14-85E6-F8CBDAA91D9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36732C80-77BE-445E-B732-BF5F1630460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318947A-E55A-4E2B-A00A-11C65DB9760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5CBED878-A8DD-4992-A604-57FFE277510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42</a:t>
            </a:r>
          </a:p>
        </p:txBody>
      </p:sp>
      <p:sp>
        <p:nvSpPr>
          <p:cNvPr id="14" name="licence-footer">
            <a:extLst xmlns:a="http://schemas.openxmlformats.org/drawingml/2006/main">
              <a:ext uri="{FF2B5EF4-FFF2-40B4-BE49-F238E27FC236}">
                <a16:creationId xmlns:a16="http://schemas.microsoft.com/office/drawing/2014/main" id="{69C8628E-945C-46EB-8D92-9473A7EE213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25B531C-A376-41CC-8092-EA21D233FA7F}"/>
              </a:ext>
            </a:extLst>
          </p:cNvPr>
          <p:cNvPicPr>
            <a:picLocks xmlns:a="http://schemas.openxmlformats.org/drawingml/2006/main" noChangeAspect="1"/>
          </p:cNvPicPr>
          <p:nvPr/>
        </p:nvPicPr>
        <p:blipFill>
          <a:blip xmlns:r="http://schemas.openxmlformats.org/officeDocument/2006/relationships" xmlns:a="http://schemas.openxmlformats.org/drawingml/2006/main" r:embed="R451e74fe2fe54d2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BF79FAD-078D-4AD2-9332-D2B9FED1CED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R1: Beliefs or values can guide a response. The Christian source linked hope with care; the humanist</a:t>
            </a:r>
          </a:p>
        </p:txBody>
      </p:sp>
      <p:sp>
        <p:nvSpPr>
          <p:cNvPr id="17" name="pupil-text">
            <a:extLst xmlns:a="http://schemas.openxmlformats.org/drawingml/2006/main">
              <a:ext uri="{FF2B5EF4-FFF2-40B4-BE49-F238E27FC236}">
                <a16:creationId xmlns:a16="http://schemas.microsoft.com/office/drawing/2014/main" id="{A900E589-533F-4A2A-8FB1-ECC7AC1615F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used reason, evidence and care.</a:t>
            </a:r>
          </a:p>
        </p:txBody>
      </p:sp>
      <p:sp>
        <p:nvSpPr>
          <p:cNvPr id="18" name="pupil-text">
            <a:extLst xmlns:a="http://schemas.openxmlformats.org/drawingml/2006/main">
              <a:ext uri="{FF2B5EF4-FFF2-40B4-BE49-F238E27FC236}">
                <a16:creationId xmlns:a16="http://schemas.microsoft.com/office/drawing/2014/main" id="{6E6AF90E-C9D3-4DD8-9B5E-538C18D5BE53}"/>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R2: In the garden case, safe help, checks of needs and a new plan could help. None promised a fixed</a:t>
            </a:r>
          </a:p>
        </p:txBody>
      </p:sp>
      <p:sp>
        <p:nvSpPr>
          <p:cNvPr id="19" name="pupil-text">
            <a:extLst xmlns:a="http://schemas.openxmlformats.org/drawingml/2006/main">
              <a:ext uri="{FF2B5EF4-FFF2-40B4-BE49-F238E27FC236}">
                <a16:creationId xmlns:a16="http://schemas.microsoft.com/office/drawing/2014/main" id="{ABAB4E78-1CBB-4970-8EC5-77B2BAC186A3}"/>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garden.</a:t>
            </a:r>
          </a:p>
        </p:txBody>
      </p:sp>
      <p:sp>
        <p:nvSpPr>
          <p:cNvPr id="20" name="pupil-text">
            <a:extLst xmlns:a="http://schemas.openxmlformats.org/drawingml/2006/main">
              <a:ext uri="{FF2B5EF4-FFF2-40B4-BE49-F238E27FC236}">
                <a16:creationId xmlns:a16="http://schemas.microsoft.com/office/drawing/2014/main" id="{368C1CEE-8C1D-48AC-93EE-808081F990DC}"/>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R3: A kind action does not establish a personal worldview. The case did not state one. Hope and a</a:t>
            </a:r>
          </a:p>
        </p:txBody>
      </p:sp>
      <p:sp>
        <p:nvSpPr>
          <p:cNvPr id="21" name="pupil-text">
            <a:extLst xmlns:a="http://schemas.openxmlformats.org/drawingml/2006/main">
              <a:ext uri="{FF2B5EF4-FFF2-40B4-BE49-F238E27FC236}">
                <a16:creationId xmlns:a16="http://schemas.microsoft.com/office/drawing/2014/main" id="{5E3261AE-D843-4B34-949F-79BA4AF3AB5F}"/>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known result are different.</a:t>
            </a:r>
          </a:p>
        </p:txBody>
      </p:sp>
      <p:sp>
        <p:nvSpPr>
          <p:cNvPr id="22" name="pupil-text">
            <a:extLst xmlns:a="http://schemas.openxmlformats.org/drawingml/2006/main">
              <a:ext uri="{FF2B5EF4-FFF2-40B4-BE49-F238E27FC236}">
                <a16:creationId xmlns:a16="http://schemas.microsoft.com/office/drawing/2014/main" id="{A20F61A0-F8F0-4F2E-823D-84A4EEB2E904}"/>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60-second recap: Beliefs or values can guide responses. Our garden case used facts, care and help.</a:t>
            </a:r>
          </a:p>
        </p:txBody>
      </p:sp>
      <p:sp>
        <p:nvSpPr>
          <p:cNvPr id="23" name="pupil-text">
            <a:extLst xmlns:a="http://schemas.openxmlformats.org/drawingml/2006/main">
              <a:ext uri="{FF2B5EF4-FFF2-40B4-BE49-F238E27FC236}">
                <a16:creationId xmlns:a16="http://schemas.microsoft.com/office/drawing/2014/main" id="{BD1A9845-9BA8-417C-9505-DD650F4BF1CF}"/>
              </a:ext>
            </a:extLst>
          </p:cNvPr>
          <p:cNvSpPr>
            <a:spLocks xmlns:a="http://schemas.openxmlformats.org/drawingml/2006/main" noGrp="1"/>
          </p:cNvSpPr>
          <p:nvPr/>
        </p:nvSpPr>
        <p:spPr>
          <a:xfrm xmlns:a="http://schemas.openxmlformats.org/drawingml/2006/main">
            <a:off x="457200" y="4105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kind act does not prove a person’s worldview or guarantee a result.</a:t>
            </a:r>
          </a:p>
        </p:txBody>
      </p:sp>
      <p:sp>
        <p:nvSpPr>
          <p:cNvPr id="24" name="shape">
            <a:extLst xmlns:a="http://schemas.openxmlformats.org/drawingml/2006/main">
              <a:ext uri="{FF2B5EF4-FFF2-40B4-BE49-F238E27FC236}">
                <a16:creationId xmlns:a16="http://schemas.microsoft.com/office/drawing/2014/main" id="{5BB79D7B-AB00-4298-9D32-9F0FDE3A80E2}"/>
              </a:ext>
            </a:extLst>
          </p:cNvPr>
          <p:cNvSpPr>
            <a:spLocks xmlns:a="http://schemas.openxmlformats.org/drawingml/2006/main" noGrp="1"/>
          </p:cNvSpPr>
          <p:nvPr/>
        </p:nvSpPr>
        <p:spPr>
          <a:xfrm xmlns:a="http://schemas.openxmlformats.org/drawingml/2006/main">
            <a:off x="409575" y="44862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A2E68861-9803-46C7-BD30-4C6D77F162F4}"/>
              </a:ext>
            </a:extLst>
          </p:cNvPr>
          <p:cNvSpPr>
            <a:spLocks xmlns:a="http://schemas.openxmlformats.org/drawingml/2006/main" noGrp="1"/>
          </p:cNvSpPr>
          <p:nvPr/>
        </p:nvSpPr>
        <p:spPr>
          <a:xfrm xmlns:a="http://schemas.openxmlformats.org/drawingml/2006/main">
            <a:off x="457200" y="4495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Four short responses, marks or adult-recorded pupil choices, unless passing.</a:t>
            </a:r>
          </a:p>
        </p:txBody>
      </p:sp>
    </p:spTree>
    <p:extLst>
      <p:ext uri="{BB962C8B-B14F-4D97-AF65-F5344CB8AC3E}">
        <p14:creationId xmlns:p14="http://schemas.microsoft.com/office/powerpoint/2010/main" val="12211294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532A3A1F-F253-46B6-88AC-16B049EF809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D145223A-4FB4-473E-8333-983667D814E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3119422B-3778-4C10-B3B4-10CC809C874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EBA8CF00-96BF-4B78-A259-6873AC30844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46B4C2A-5454-4302-8D9D-6CC9CBECC66F}"/>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DE839CF-7E12-4D59-A339-5B801855597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33B784D-01F4-4A05-B055-E1D5D7E0E71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73B463D-8D51-4B9F-B83C-BA12054102F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402276E-1454-419B-82C1-C0B1F99FE0A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61BCFC3-CD66-4A46-93B7-A0B284B7520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A4D98D80-489B-4B57-96A8-5D30FA9456A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8FB84D4-613A-4F92-B85F-8E9D79BE2DF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704B71A-F78F-496F-94FA-C5BCC8554D3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42</a:t>
            </a:r>
          </a:p>
        </p:txBody>
      </p:sp>
      <p:sp>
        <p:nvSpPr>
          <p:cNvPr id="14" name="licence-footer">
            <a:extLst xmlns:a="http://schemas.openxmlformats.org/drawingml/2006/main">
              <a:ext uri="{FF2B5EF4-FFF2-40B4-BE49-F238E27FC236}">
                <a16:creationId xmlns:a16="http://schemas.microsoft.com/office/drawing/2014/main" id="{7AAE34E9-C804-41D5-B0FF-2814730F1B6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57D2D55-DE2B-49B6-A343-7DD44DFC94F8}"/>
              </a:ext>
            </a:extLst>
          </p:cNvPr>
          <p:cNvPicPr>
            <a:picLocks xmlns:a="http://schemas.openxmlformats.org/drawingml/2006/main" noChangeAspect="1"/>
          </p:cNvPicPr>
          <p:nvPr/>
        </p:nvPicPr>
        <p:blipFill>
          <a:blip xmlns:r="http://schemas.openxmlformats.org/officeDocument/2006/relationships" xmlns:a="http://schemas.openxmlformats.org/drawingml/2006/main" r:embed="R9348a87232204ae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02D73C3-86B5-4647-BDD5-EDEB11A4A00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brief choice or response.</a:t>
            </a:r>
          </a:p>
        </p:txBody>
      </p:sp>
      <p:sp>
        <p:nvSpPr>
          <p:cNvPr id="17" name="pupil-text">
            <a:extLst xmlns:a="http://schemas.openxmlformats.org/drawingml/2006/main">
              <a:ext uri="{FF2B5EF4-FFF2-40B4-BE49-F238E27FC236}">
                <a16:creationId xmlns:a16="http://schemas.microsoft.com/office/drawing/2014/main" id="{3D6E3ADD-C7FE-425E-BBD9-4B5481159DE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Does “I hope this improves” mean “I know it will improve”?</a:t>
            </a:r>
          </a:p>
        </p:txBody>
      </p:sp>
    </p:spTree>
    <p:extLst>
      <p:ext uri="{BB962C8B-B14F-4D97-AF65-F5344CB8AC3E}">
        <p14:creationId xmlns:p14="http://schemas.microsoft.com/office/powerpoint/2010/main" val="20107134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EDEB39FE-E24C-4C62-B320-0D9DFC67725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11031FD0-ED1A-491B-B4CE-1569A399E15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D89AD63-DF51-47BC-9A7F-CAE8F572E38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93A46001-E679-4F07-9E7B-EB257263B0F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8F5F2D2-5A05-43B2-A218-FE7E79933B0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8CCBC53-2F4D-44CA-95FA-7452BCA5FC6D}"/>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47DA725-C87E-4A46-BA20-5349E089206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E607F17-798C-41B4-9D9E-6AA85197CAB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D6972B1-FBA6-454D-B739-98784DF51AD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E05D501-1450-4866-A323-85FED9F120F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A99EB49D-E2A8-47B2-8099-796CA4A0A35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73EB7A4-01F9-47D4-AE22-6751CA4B5AF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E2B09B1-285A-4BC8-B5E3-F0FFEB2ED13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42</a:t>
            </a:r>
          </a:p>
        </p:txBody>
      </p:sp>
      <p:sp>
        <p:nvSpPr>
          <p:cNvPr id="14" name="licence-footer">
            <a:extLst xmlns:a="http://schemas.openxmlformats.org/drawingml/2006/main">
              <a:ext uri="{FF2B5EF4-FFF2-40B4-BE49-F238E27FC236}">
                <a16:creationId xmlns:a16="http://schemas.microsoft.com/office/drawing/2014/main" id="{EC356D6E-A14C-43A8-B642-581097302B5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E9FEEF2-9942-4D4B-8148-7FA0A0E7D83F}"/>
              </a:ext>
            </a:extLst>
          </p:cNvPr>
          <p:cNvPicPr>
            <a:picLocks xmlns:a="http://schemas.openxmlformats.org/drawingml/2006/main" noChangeAspect="1"/>
          </p:cNvPicPr>
          <p:nvPr/>
        </p:nvPicPr>
        <p:blipFill>
          <a:blip xmlns:r="http://schemas.openxmlformats.org/officeDocument/2006/relationships" xmlns:a="http://schemas.openxmlformats.org/drawingml/2006/main" r:embed="Rf0f2c99948174dc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0CF19F9-E970-4B4C-9340-1ACCD06FF66F}"/>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095248A5-41DA-4C63-9DA7-24AC6ED0A87C}"/>
              </a:ext>
            </a:extLst>
          </p:cNvPr>
          <p:cNvSpPr>
            <a:spLocks xmlns:a="http://schemas.openxmlformats.org/drawingml/2006/main" noGrp="1"/>
          </p:cNvSpPr>
          <p:nvPr/>
        </p:nvSpPr>
        <p:spPr>
          <a:xfrm xmlns:a="http://schemas.openxmlformats.org/drawingml/2006/main">
            <a:off x="947738" y="2684463"/>
            <a:ext cx="615156" cy="575469"/>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13635A09-0732-40D2-8792-315BBB18F2FF}"/>
              </a:ext>
            </a:extLst>
          </p:cNvPr>
          <p:cNvSpPr>
            <a:spLocks xmlns:a="http://schemas.openxmlformats.org/drawingml/2006/main" noGrp="1"/>
          </p:cNvSpPr>
          <p:nvPr/>
        </p:nvSpPr>
        <p:spPr>
          <a:xfrm xmlns:a="http://schemas.openxmlformats.org/drawingml/2006/main">
            <a:off x="1046956" y="2843213"/>
            <a:ext cx="408781" cy="4"/>
          </a:xfrm>
          <a:custGeom xmlns:a="http://schemas.openxmlformats.org/drawingml/2006/main">
            <a:pathLst>
              <a:path w="408781" h="4">
                <a:moveTo>
                  <a:pt x="0" y="0"/>
                </a:moveTo>
                <a:lnTo>
                  <a:pt x="408781" y="0"/>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9AF24CA8-8E69-4E8B-919F-4AE5077E538B}"/>
              </a:ext>
            </a:extLst>
          </p:cNvPr>
          <p:cNvSpPr>
            <a:spLocks xmlns:a="http://schemas.openxmlformats.org/drawingml/2006/main" noGrp="1"/>
          </p:cNvSpPr>
          <p:nvPr/>
        </p:nvSpPr>
        <p:spPr>
          <a:xfrm xmlns:a="http://schemas.openxmlformats.org/drawingml/2006/main">
            <a:off x="1046956" y="2982119"/>
            <a:ext cx="357188" cy="4"/>
          </a:xfrm>
          <a:custGeom xmlns:a="http://schemas.openxmlformats.org/drawingml/2006/main">
            <a:pathLst>
              <a:path w="357188" h="4">
                <a:moveTo>
                  <a:pt x="0" y="0"/>
                </a:moveTo>
                <a:lnTo>
                  <a:pt x="357188" y="0"/>
                </a:lnTo>
              </a:path>
            </a:pathLst>
          </a:custGeom>
          <a:noFill xmlns:a="http://schemas.openxmlformats.org/drawingml/2006/main"/>
          <a:ln xmlns:a="http://schemas.openxmlformats.org/drawingml/2006/main" w="15875">
            <a:solidFill>
              <a:srgbClr val="17324D"/>
            </a:solidFill>
            <a:prstDash val="solid"/>
          </a:ln>
        </p:spPr>
      </p:sp>
      <p:sp>
        <p:nvSpPr>
          <p:cNvPr id="20" name="native-vector-4-polygon">
            <a:extLst xmlns:a="http://schemas.openxmlformats.org/drawingml/2006/main">
              <a:ext uri="{FF2B5EF4-FFF2-40B4-BE49-F238E27FC236}">
                <a16:creationId xmlns:a16="http://schemas.microsoft.com/office/drawing/2014/main" id="{923A0C4B-FB27-4A61-B569-353F498186C4}"/>
              </a:ext>
            </a:extLst>
          </p:cNvPr>
          <p:cNvSpPr>
            <a:spLocks xmlns:a="http://schemas.openxmlformats.org/drawingml/2006/main" noGrp="1"/>
          </p:cNvSpPr>
          <p:nvPr/>
        </p:nvSpPr>
        <p:spPr>
          <a:xfrm xmlns:a="http://schemas.openxmlformats.org/drawingml/2006/main">
            <a:off x="1860550" y="2882900"/>
            <a:ext cx="635000" cy="377031"/>
          </a:xfrm>
          <a:custGeom xmlns:a="http://schemas.openxmlformats.org/drawingml/2006/main">
            <a:pathLst>
              <a:path w="635000" h="377031">
                <a:moveTo>
                  <a:pt x="158750" y="0"/>
                </a:moveTo>
                <a:lnTo>
                  <a:pt x="476250" y="0"/>
                </a:lnTo>
                <a:lnTo>
                  <a:pt x="635000" y="377031"/>
                </a:lnTo>
                <a:lnTo>
                  <a:pt x="0" y="377031"/>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21" name="native-vector-5-ellipse">
            <a:extLst xmlns:a="http://schemas.openxmlformats.org/drawingml/2006/main">
              <a:ext uri="{FF2B5EF4-FFF2-40B4-BE49-F238E27FC236}">
                <a16:creationId xmlns:a16="http://schemas.microsoft.com/office/drawing/2014/main" id="{419CA45D-36F7-4DB5-A129-B48868CE1F52}"/>
              </a:ext>
            </a:extLst>
          </p:cNvPr>
          <p:cNvSpPr>
            <a:spLocks xmlns:a="http://schemas.openxmlformats.org/drawingml/2006/main" noGrp="1"/>
          </p:cNvSpPr>
          <p:nvPr/>
        </p:nvSpPr>
        <p:spPr>
          <a:xfrm xmlns:a="http://schemas.openxmlformats.org/drawingml/2006/main">
            <a:off x="2098675" y="2751931"/>
            <a:ext cx="158750" cy="14287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4072EFEC-6652-4886-8917-8A48E832CED8}"/>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suffering</a:t>
            </a:r>
          </a:p>
        </p:txBody>
      </p:sp>
      <p:sp>
        <p:nvSpPr>
          <p:cNvPr id="23" name="pupil-text">
            <a:extLst xmlns:a="http://schemas.openxmlformats.org/drawingml/2006/main">
              <a:ext uri="{FF2B5EF4-FFF2-40B4-BE49-F238E27FC236}">
                <a16:creationId xmlns:a16="http://schemas.microsoft.com/office/drawing/2014/main" id="{C759763C-B68F-4AB4-97BA-81D78F1B359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pain or hardship that a person faces.</a:t>
            </a:r>
          </a:p>
        </p:txBody>
      </p:sp>
      <p:sp>
        <p:nvSpPr>
          <p:cNvPr id="24" name="picture-description">
            <a:extLst xmlns:a="http://schemas.openxmlformats.org/drawingml/2006/main">
              <a:ext uri="{FF2B5EF4-FFF2-40B4-BE49-F238E27FC236}">
                <a16:creationId xmlns:a16="http://schemas.microsoft.com/office/drawing/2014/main" id="{EF6B942E-D789-4C0B-9FAB-8072C661FB50}"/>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task card has a heavy weight beside it. It stands for hardship; no hurt person is shown.</a:t>
            </a:r>
          </a:p>
        </p:txBody>
      </p:sp>
      <p:sp>
        <p:nvSpPr>
          <p:cNvPr id="25" name="book-direction">
            <a:extLst xmlns:a="http://schemas.openxmlformats.org/drawingml/2006/main">
              <a:ext uri="{FF2B5EF4-FFF2-40B4-BE49-F238E27FC236}">
                <a16:creationId xmlns:a16="http://schemas.microsoft.com/office/drawing/2014/main" id="{84C95D0C-C3A4-4240-AC0D-539400EA9C78}"/>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3813983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221444D5-FA9A-4537-9601-CDD50C74E29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B5C0F476-F7E5-492D-ACAF-63B6BBAD01B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41D1579-6BE6-41CC-BBC3-0749AE92F1B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2152C73E-A818-4522-9B61-1179FB56B4F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11FE411-B51A-43B0-BEA1-37E9D26957B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903CA43-67A5-4FB6-8413-837EF8D25C3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65409DD-9CEA-4ACC-819A-09BAA29A87D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57E7B25-B43D-4E63-8F53-DB8F540A790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0AA7EEF-A77E-4A2B-BD30-272FCF34813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EEF8633-D803-4645-80EE-DBDEED4D433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B589210F-AB18-45A7-8E70-B6F2F36743C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7657070-E08C-45FD-BA48-46778FFB1BE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C6E7DC87-FB00-414A-8508-0E03331B609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42</a:t>
            </a:r>
          </a:p>
        </p:txBody>
      </p:sp>
      <p:sp>
        <p:nvSpPr>
          <p:cNvPr id="14" name="licence-footer">
            <a:extLst xmlns:a="http://schemas.openxmlformats.org/drawingml/2006/main">
              <a:ext uri="{FF2B5EF4-FFF2-40B4-BE49-F238E27FC236}">
                <a16:creationId xmlns:a16="http://schemas.microsoft.com/office/drawing/2014/main" id="{7FF2FF5B-8722-48CD-8E81-DF4284B685A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6043EA5-2435-4DEE-BAC5-2AF5CEF73F1A}"/>
              </a:ext>
            </a:extLst>
          </p:cNvPr>
          <p:cNvPicPr>
            <a:picLocks xmlns:a="http://schemas.openxmlformats.org/drawingml/2006/main" noChangeAspect="1"/>
          </p:cNvPicPr>
          <p:nvPr/>
        </p:nvPicPr>
        <p:blipFill>
          <a:blip xmlns:r="http://schemas.openxmlformats.org/officeDocument/2006/relationships" xmlns:a="http://schemas.openxmlformats.org/drawingml/2006/main" r:embed="R4d5d386544d948c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C2E321D5-B2B6-4781-9284-D4F544D706FB}"/>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6B016D28-3665-4D32-AFFD-00F2C723A863}"/>
              </a:ext>
            </a:extLst>
          </p:cNvPr>
          <p:cNvSpPr>
            <a:spLocks xmlns:a="http://schemas.openxmlformats.org/drawingml/2006/main" noGrp="1"/>
          </p:cNvSpPr>
          <p:nvPr/>
        </p:nvSpPr>
        <p:spPr>
          <a:xfrm xmlns:a="http://schemas.openxmlformats.org/drawingml/2006/main">
            <a:off x="828675" y="2763838"/>
            <a:ext cx="575469" cy="476250"/>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15B2AD37-25FB-4FA1-BB19-0F9BDB90762F}"/>
              </a:ext>
            </a:extLst>
          </p:cNvPr>
          <p:cNvSpPr>
            <a:spLocks xmlns:a="http://schemas.openxmlformats.org/drawingml/2006/main" noGrp="1"/>
          </p:cNvSpPr>
          <p:nvPr/>
        </p:nvSpPr>
        <p:spPr>
          <a:xfrm xmlns:a="http://schemas.openxmlformats.org/drawingml/2006/main">
            <a:off x="1523206" y="3001963"/>
            <a:ext cx="793750" cy="4"/>
          </a:xfrm>
          <a:custGeom xmlns:a="http://schemas.openxmlformats.org/drawingml/2006/main">
            <a:pathLst>
              <a:path w="793750" h="4">
                <a:moveTo>
                  <a:pt x="0" y="0"/>
                </a:moveTo>
                <a:lnTo>
                  <a:pt x="793750" y="0"/>
                </a:lnTo>
              </a:path>
            </a:pathLst>
          </a:custGeom>
          <a:noFill xmlns:a="http://schemas.openxmlformats.org/drawingml/2006/main"/>
          <a:ln xmlns:a="http://schemas.openxmlformats.org/drawingml/2006/main" w="15875">
            <a:solidFill>
              <a:srgbClr val="17324D"/>
            </a:solidFill>
            <a:prstDash val="solid"/>
          </a:ln>
        </p:spPr>
      </p:sp>
      <p:sp>
        <p:nvSpPr>
          <p:cNvPr id="19" name="native-vector-3-polyline">
            <a:extLst xmlns:a="http://schemas.openxmlformats.org/drawingml/2006/main">
              <a:ext uri="{FF2B5EF4-FFF2-40B4-BE49-F238E27FC236}">
                <a16:creationId xmlns:a16="http://schemas.microsoft.com/office/drawing/2014/main" id="{7DC71AFE-4EC8-4E79-91DD-C56902C623AF}"/>
              </a:ext>
            </a:extLst>
          </p:cNvPr>
          <p:cNvSpPr>
            <a:spLocks xmlns:a="http://schemas.openxmlformats.org/drawingml/2006/main" noGrp="1"/>
          </p:cNvSpPr>
          <p:nvPr/>
        </p:nvSpPr>
        <p:spPr>
          <a:xfrm xmlns:a="http://schemas.openxmlformats.org/drawingml/2006/main">
            <a:off x="2269331" y="2966244"/>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0" name="pupil-text">
            <a:extLst xmlns:a="http://schemas.openxmlformats.org/drawingml/2006/main">
              <a:ext uri="{FF2B5EF4-FFF2-40B4-BE49-F238E27FC236}">
                <a16:creationId xmlns:a16="http://schemas.microsoft.com/office/drawing/2014/main" id="{9EE82CF5-3258-4C70-B01F-6067CBE339EC}"/>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hope</a:t>
            </a:r>
          </a:p>
        </p:txBody>
      </p:sp>
      <p:sp>
        <p:nvSpPr>
          <p:cNvPr id="21" name="pupil-text">
            <a:extLst xmlns:a="http://schemas.openxmlformats.org/drawingml/2006/main">
              <a:ext uri="{FF2B5EF4-FFF2-40B4-BE49-F238E27FC236}">
                <a16:creationId xmlns:a16="http://schemas.microsoft.com/office/drawing/2014/main" id="{250C3BCD-CF5D-447A-BB6B-1092590316F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wish or trust that good can come.</a:t>
            </a:r>
          </a:p>
        </p:txBody>
      </p:sp>
      <p:sp>
        <p:nvSpPr>
          <p:cNvPr id="22" name="picture-description">
            <a:extLst xmlns:a="http://schemas.openxmlformats.org/drawingml/2006/main">
              <a:ext uri="{FF2B5EF4-FFF2-40B4-BE49-F238E27FC236}">
                <a16:creationId xmlns:a16="http://schemas.microsoft.com/office/drawing/2014/main" id="{C0B8C07F-2474-4BC8-A3FF-8A92A98E87D6}"/>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An arrow points from a plain box towards an open space. It suggests a possible good future, not a</a:t>
            </a:r>
          </a:p>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promised result.</a:t>
            </a:r>
          </a:p>
        </p:txBody>
      </p:sp>
      <p:sp>
        <p:nvSpPr>
          <p:cNvPr id="23" name="book-direction">
            <a:extLst xmlns:a="http://schemas.openxmlformats.org/drawingml/2006/main">
              <a:ext uri="{FF2B5EF4-FFF2-40B4-BE49-F238E27FC236}">
                <a16:creationId xmlns:a16="http://schemas.microsoft.com/office/drawing/2014/main" id="{49AC4423-B88D-4D4A-98A9-24F6201D63B2}"/>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0111031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814EEBDE-2380-4134-9EDB-0AD8F9F981C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C3D6562A-A6CA-4B67-ADD6-1287227BC10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631FC79-8BC4-41C6-AE8C-EBDE3DC7CAF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078991A0-0572-4972-A475-FA9B18D0966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17DEE35-EE1C-4A60-90BD-DF147953008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5249E59-C16D-481C-95AC-E8B280327BE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C438766-9E84-4C16-8E8B-B461889CC73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70D966E-E6F3-4C91-9FF1-E4AA87D0AF2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600E488-E7A1-4F67-A446-D90B2A9BFCA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886CD06-E71F-4014-B906-9DD5EE87376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C3527086-DDA1-4961-B7FA-3E48A2FF86E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3BF3CD8-D20D-482C-8BCC-274980316C4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91065F5F-104B-4A84-A52A-4D78739EA08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42</a:t>
            </a:r>
          </a:p>
        </p:txBody>
      </p:sp>
      <p:sp>
        <p:nvSpPr>
          <p:cNvPr id="14" name="licence-footer">
            <a:extLst xmlns:a="http://schemas.openxmlformats.org/drawingml/2006/main">
              <a:ext uri="{FF2B5EF4-FFF2-40B4-BE49-F238E27FC236}">
                <a16:creationId xmlns:a16="http://schemas.microsoft.com/office/drawing/2014/main" id="{5BD17BB0-3812-49C1-A4EB-9AE33927F77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51B444C-F95D-4F05-A0FC-F71EC0F03FCB}"/>
              </a:ext>
            </a:extLst>
          </p:cNvPr>
          <p:cNvPicPr>
            <a:picLocks xmlns:a="http://schemas.openxmlformats.org/drawingml/2006/main" noChangeAspect="1"/>
          </p:cNvPicPr>
          <p:nvPr/>
        </p:nvPicPr>
        <p:blipFill>
          <a:blip xmlns:r="http://schemas.openxmlformats.org/officeDocument/2006/relationships" xmlns:a="http://schemas.openxmlformats.org/drawingml/2006/main" r:embed="Reaeaeda09d3841b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682D1AA-9F9B-43AC-99C8-D95E4E3F13F2}"/>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5AD68373-28A6-4244-94F0-F30DDF6225B1}"/>
              </a:ext>
            </a:extLst>
          </p:cNvPr>
          <p:cNvSpPr>
            <a:spLocks xmlns:a="http://schemas.openxmlformats.org/drawingml/2006/main" noGrp="1"/>
          </p:cNvSpPr>
          <p:nvPr/>
        </p:nvSpPr>
        <p:spPr>
          <a:xfrm xmlns:a="http://schemas.openxmlformats.org/drawingml/2006/main">
            <a:off x="1003300" y="2620963"/>
            <a:ext cx="166688" cy="166688"/>
          </a:xfrm>
          <a:prstGeom xmlns:a="http://schemas.openxmlformats.org/drawingml/2006/main" prst="ellipse">
            <a:avLst/>
          </a:prstGeom>
          <a:solidFill xmlns:a="http://schemas.openxmlformats.org/drawingml/2006/main">
            <a:srgbClr val="17324D"/>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7ECB75D0-33EA-4E75-B748-EEE416F39F47}"/>
              </a:ext>
            </a:extLst>
          </p:cNvPr>
          <p:cNvSpPr>
            <a:spLocks xmlns:a="http://schemas.openxmlformats.org/drawingml/2006/main" noGrp="1"/>
          </p:cNvSpPr>
          <p:nvPr/>
        </p:nvSpPr>
        <p:spPr>
          <a:xfrm xmlns:a="http://schemas.openxmlformats.org/drawingml/2006/main">
            <a:off x="1086644" y="2795588"/>
            <a:ext cx="4" cy="226219"/>
          </a:xfrm>
          <a:custGeom xmlns:a="http://schemas.openxmlformats.org/drawingml/2006/main">
            <a:pathLst>
              <a:path w="4" h="226219">
                <a:moveTo>
                  <a:pt x="0" y="0"/>
                </a:moveTo>
                <a:lnTo>
                  <a:pt x="0" y="226219"/>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093D15D1-4CDC-48CF-B0A9-284C758E3F84}"/>
              </a:ext>
            </a:extLst>
          </p:cNvPr>
          <p:cNvSpPr>
            <a:spLocks xmlns:a="http://schemas.openxmlformats.org/drawingml/2006/main" noGrp="1"/>
          </p:cNvSpPr>
          <p:nvPr/>
        </p:nvSpPr>
        <p:spPr>
          <a:xfrm xmlns:a="http://schemas.openxmlformats.org/drawingml/2006/main">
            <a:off x="947738" y="2882900"/>
            <a:ext cx="277813" cy="4"/>
          </a:xfrm>
          <a:custGeom xmlns:a="http://schemas.openxmlformats.org/drawingml/2006/main">
            <a:pathLst>
              <a:path w="277813" h="4">
                <a:moveTo>
                  <a:pt x="0" y="0"/>
                </a:moveTo>
                <a:lnTo>
                  <a:pt x="277813"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620051B2-3DB7-4099-9A75-7277D623D23D}"/>
              </a:ext>
            </a:extLst>
          </p:cNvPr>
          <p:cNvSpPr>
            <a:spLocks xmlns:a="http://schemas.openxmlformats.org/drawingml/2006/main" noGrp="1"/>
          </p:cNvSpPr>
          <p:nvPr/>
        </p:nvSpPr>
        <p:spPr>
          <a:xfrm xmlns:a="http://schemas.openxmlformats.org/drawingml/2006/main">
            <a:off x="975519" y="3021806"/>
            <a:ext cx="111125" cy="218281"/>
          </a:xfrm>
          <a:custGeom xmlns:a="http://schemas.openxmlformats.org/drawingml/2006/main">
            <a:pathLst>
              <a:path w="111125" h="218281">
                <a:moveTo>
                  <a:pt x="111125" y="0"/>
                </a:moveTo>
                <a:lnTo>
                  <a:pt x="0" y="218281"/>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CECB13E5-38BD-4D99-8266-DB2B1B726F8C}"/>
              </a:ext>
            </a:extLst>
          </p:cNvPr>
          <p:cNvSpPr>
            <a:spLocks xmlns:a="http://schemas.openxmlformats.org/drawingml/2006/main" noGrp="1"/>
          </p:cNvSpPr>
          <p:nvPr/>
        </p:nvSpPr>
        <p:spPr>
          <a:xfrm xmlns:a="http://schemas.openxmlformats.org/drawingml/2006/main">
            <a:off x="1086644" y="3021806"/>
            <a:ext cx="111125" cy="218281"/>
          </a:xfrm>
          <a:custGeom xmlns:a="http://schemas.openxmlformats.org/drawingml/2006/main">
            <a:pathLst>
              <a:path w="111125" h="218281">
                <a:moveTo>
                  <a:pt x="0" y="0"/>
                </a:moveTo>
                <a:lnTo>
                  <a:pt x="111125" y="218281"/>
                </a:lnTo>
              </a:path>
            </a:pathLst>
          </a:custGeom>
          <a:noFill xmlns:a="http://schemas.openxmlformats.org/drawingml/2006/main"/>
          <a:ln xmlns:a="http://schemas.openxmlformats.org/drawingml/2006/main" w="15875">
            <a:solidFill>
              <a:srgbClr val="17324D"/>
            </a:solidFill>
            <a:prstDash val="solid"/>
          </a:ln>
        </p:spPr>
      </p:sp>
      <p:sp>
        <p:nvSpPr>
          <p:cNvPr id="22" name="native-vector-6-line">
            <a:extLst xmlns:a="http://schemas.openxmlformats.org/drawingml/2006/main">
              <a:ext uri="{FF2B5EF4-FFF2-40B4-BE49-F238E27FC236}">
                <a16:creationId xmlns:a16="http://schemas.microsoft.com/office/drawing/2014/main" id="{4D60262B-0A96-4DA1-BC40-EDBDE9E9DE09}"/>
              </a:ext>
            </a:extLst>
          </p:cNvPr>
          <p:cNvSpPr>
            <a:spLocks xmlns:a="http://schemas.openxmlformats.org/drawingml/2006/main" noGrp="1"/>
          </p:cNvSpPr>
          <p:nvPr/>
        </p:nvSpPr>
        <p:spPr>
          <a:xfrm xmlns:a="http://schemas.openxmlformats.org/drawingml/2006/main">
            <a:off x="1296988" y="2974181"/>
            <a:ext cx="563563" cy="4"/>
          </a:xfrm>
          <a:custGeom xmlns:a="http://schemas.openxmlformats.org/drawingml/2006/main">
            <a:pathLst>
              <a:path w="563563" h="4">
                <a:moveTo>
                  <a:pt x="0" y="0"/>
                </a:moveTo>
                <a:lnTo>
                  <a:pt x="563563" y="0"/>
                </a:lnTo>
              </a:path>
            </a:pathLst>
          </a:custGeom>
          <a:noFill xmlns:a="http://schemas.openxmlformats.org/drawingml/2006/main"/>
          <a:ln xmlns:a="http://schemas.openxmlformats.org/drawingml/2006/main" w="15875">
            <a:solidFill>
              <a:srgbClr val="17324D"/>
            </a:solidFill>
            <a:prstDash val="solid"/>
          </a:ln>
        </p:spPr>
      </p:sp>
      <p:sp>
        <p:nvSpPr>
          <p:cNvPr id="23" name="native-vector-7-rect">
            <a:extLst xmlns:a="http://schemas.openxmlformats.org/drawingml/2006/main">
              <a:ext uri="{FF2B5EF4-FFF2-40B4-BE49-F238E27FC236}">
                <a16:creationId xmlns:a16="http://schemas.microsoft.com/office/drawing/2014/main" id="{C0E1F130-1649-4CDF-B262-9269CD3FA7CE}"/>
              </a:ext>
            </a:extLst>
          </p:cNvPr>
          <p:cNvSpPr>
            <a:spLocks xmlns:a="http://schemas.openxmlformats.org/drawingml/2006/main" noGrp="1"/>
          </p:cNvSpPr>
          <p:nvPr/>
        </p:nvSpPr>
        <p:spPr>
          <a:xfrm xmlns:a="http://schemas.openxmlformats.org/drawingml/2006/main">
            <a:off x="1959769" y="2704306"/>
            <a:ext cx="714375" cy="535781"/>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4" name="native-vector-text">
            <a:extLst xmlns:a="http://schemas.openxmlformats.org/drawingml/2006/main">
              <a:ext uri="{FF2B5EF4-FFF2-40B4-BE49-F238E27FC236}">
                <a16:creationId xmlns:a16="http://schemas.microsoft.com/office/drawing/2014/main" id="{3B2A2EA4-F887-45D1-A783-EDDF1687DD74}"/>
              </a:ext>
            </a:extLst>
          </p:cNvPr>
          <p:cNvSpPr>
            <a:spLocks xmlns:a="http://schemas.openxmlformats.org/drawingml/2006/main" noGrp="1"/>
          </p:cNvSpPr>
          <p:nvPr/>
        </p:nvSpPr>
        <p:spPr>
          <a:xfrm xmlns:a="http://schemas.openxmlformats.org/drawingml/2006/main">
            <a:off x="2106613" y="2803525"/>
            <a:ext cx="515938" cy="138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1" b="0">
                <a:solidFill>
                  <a:srgbClr val="17324D"/>
                </a:solidFill>
                <a:latin typeface="Liberation Sans"/>
                <a:ea typeface="Liberation Sans"/>
                <a:cs typeface="Liberation Sans"/>
              </a:defRPr>
            </a:defPPr>
          </a:lstStyle>
          <a:p xmlns:a="http://schemas.openxmlformats.org/drawingml/2006/main">
            <a:pPr algn="l">
              <a:defRPr sz="781" b="0">
                <a:solidFill>
                  <a:srgbClr val="17324D"/>
                </a:solidFill>
                <a:latin typeface="Liberation Sans"/>
                <a:ea typeface="Liberation Sans"/>
                <a:cs typeface="Liberation Sans"/>
              </a:defRPr>
            </a:pPr>
            <a:r>
              <a:rPr sz="781" b="0">
                <a:solidFill>
                  <a:srgbClr val="17324D"/>
                </a:solidFill>
                <a:latin typeface="Liberation Sans"/>
                <a:ea typeface="Liberation Sans"/>
                <a:cs typeface="Liberation Sans"/>
              </a:rPr>
              <a:t>belief</a:t>
            </a:r>
          </a:p>
        </p:txBody>
      </p:sp>
      <p:sp>
        <p:nvSpPr>
          <p:cNvPr id="25" name="pupil-text">
            <a:extLst xmlns:a="http://schemas.openxmlformats.org/drawingml/2006/main">
              <a:ext uri="{FF2B5EF4-FFF2-40B4-BE49-F238E27FC236}">
                <a16:creationId xmlns:a16="http://schemas.microsoft.com/office/drawing/2014/main" id="{4DB26211-C625-4AAA-B435-20D3F1F9E2FE}"/>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faith</a:t>
            </a:r>
          </a:p>
        </p:txBody>
      </p:sp>
      <p:sp>
        <p:nvSpPr>
          <p:cNvPr id="26" name="pupil-text">
            <a:extLst xmlns:a="http://schemas.openxmlformats.org/drawingml/2006/main">
              <a:ext uri="{FF2B5EF4-FFF2-40B4-BE49-F238E27FC236}">
                <a16:creationId xmlns:a16="http://schemas.microsoft.com/office/drawing/2014/main" id="{AAB76918-F18F-4783-82BC-F02FA976A18B}"/>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religious trust or belief.</a:t>
            </a:r>
          </a:p>
        </p:txBody>
      </p:sp>
      <p:sp>
        <p:nvSpPr>
          <p:cNvPr id="27" name="picture-description">
            <a:extLst xmlns:a="http://schemas.openxmlformats.org/drawingml/2006/main">
              <a:ext uri="{FF2B5EF4-FFF2-40B4-BE49-F238E27FC236}">
                <a16:creationId xmlns:a16="http://schemas.microsoft.com/office/drawing/2014/main" id="{4692DED4-8A0F-4704-B822-DB14355C4EA2}"/>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person shape links to a small labelled belief card. No sacred symbol or person is shown.</a:t>
            </a:r>
          </a:p>
        </p:txBody>
      </p:sp>
      <p:sp>
        <p:nvSpPr>
          <p:cNvPr id="28" name="book-direction">
            <a:extLst xmlns:a="http://schemas.openxmlformats.org/drawingml/2006/main">
              <a:ext uri="{FF2B5EF4-FFF2-40B4-BE49-F238E27FC236}">
                <a16:creationId xmlns:a16="http://schemas.microsoft.com/office/drawing/2014/main" id="{757EDDA2-6E8F-4F2D-86EB-28A27DF5945B}"/>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10810907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573CDB6C-A377-44C2-AEDF-B8D57BC16EE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FEB3194C-664D-4994-81F7-90DB19622CC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CD524AB-C47B-4C9A-98DE-34E9A1AD8D1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4A6BD86E-89B9-4714-A747-0D3EFE845F8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F716826-296C-4B00-A709-8DD8BAF14A8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5757C1F-8201-47AD-A80F-BD4EA160675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26BBA81-A8B6-435C-8E82-C740C1BA438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251A4FC-2095-4D0C-ABB4-D2849D52B53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3750BF7-C7B2-457C-B711-02692D0691C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6461D30-4B08-47C6-A9B1-CC886BC8E8A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2B4C8547-2062-4721-897D-E9D97C1478E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BACB973-591C-43D9-BFAF-DA9B684E48A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D5846AC4-38D4-4026-8993-7C00819AA91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42</a:t>
            </a:r>
          </a:p>
        </p:txBody>
      </p:sp>
      <p:sp>
        <p:nvSpPr>
          <p:cNvPr id="14" name="licence-footer">
            <a:extLst xmlns:a="http://schemas.openxmlformats.org/drawingml/2006/main">
              <a:ext uri="{FF2B5EF4-FFF2-40B4-BE49-F238E27FC236}">
                <a16:creationId xmlns:a16="http://schemas.microsoft.com/office/drawing/2014/main" id="{61F2E7E7-4E0E-49BA-A0E4-03D2ADA0514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2D4A7DF-5603-49E2-9CF7-281D41FC87FE}"/>
              </a:ext>
            </a:extLst>
          </p:cNvPr>
          <p:cNvPicPr>
            <a:picLocks xmlns:a="http://schemas.openxmlformats.org/drawingml/2006/main" noChangeAspect="1"/>
          </p:cNvPicPr>
          <p:nvPr/>
        </p:nvPicPr>
        <p:blipFill>
          <a:blip xmlns:r="http://schemas.openxmlformats.org/officeDocument/2006/relationships" xmlns:a="http://schemas.openxmlformats.org/drawingml/2006/main" r:embed="R49088d37ee85453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6CA8D94A-8426-4AA3-B4E4-2C8D5EF00272}"/>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AD5BBC5E-5A82-4CA7-B65A-CE85EFDB29B2}"/>
              </a:ext>
            </a:extLst>
          </p:cNvPr>
          <p:cNvSpPr>
            <a:spLocks xmlns:a="http://schemas.openxmlformats.org/drawingml/2006/main" noGrp="1"/>
          </p:cNvSpPr>
          <p:nvPr/>
        </p:nvSpPr>
        <p:spPr>
          <a:xfrm xmlns:a="http://schemas.openxmlformats.org/drawingml/2006/main">
            <a:off x="709613" y="2791619"/>
            <a:ext cx="496094"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95B0296B-905A-4EAD-8816-DE392EE4AB66}"/>
              </a:ext>
            </a:extLst>
          </p:cNvPr>
          <p:cNvSpPr>
            <a:spLocks xmlns:a="http://schemas.openxmlformats.org/drawingml/2006/main" noGrp="1"/>
          </p:cNvSpPr>
          <p:nvPr/>
        </p:nvSpPr>
        <p:spPr>
          <a:xfrm xmlns:a="http://schemas.openxmlformats.org/drawingml/2006/main">
            <a:off x="788988" y="2906713"/>
            <a:ext cx="325438" cy="4"/>
          </a:xfrm>
          <a:custGeom xmlns:a="http://schemas.openxmlformats.org/drawingml/2006/main">
            <a:pathLst>
              <a:path w="325438" h="4">
                <a:moveTo>
                  <a:pt x="0" y="0"/>
                </a:moveTo>
                <a:lnTo>
                  <a:pt x="325438" y="0"/>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E0EE1F0D-C6EB-4593-BE9B-2901E704B1F7}"/>
              </a:ext>
            </a:extLst>
          </p:cNvPr>
          <p:cNvSpPr>
            <a:spLocks xmlns:a="http://schemas.openxmlformats.org/drawingml/2006/main" noGrp="1"/>
          </p:cNvSpPr>
          <p:nvPr/>
        </p:nvSpPr>
        <p:spPr>
          <a:xfrm xmlns:a="http://schemas.openxmlformats.org/drawingml/2006/main">
            <a:off x="788988" y="3021806"/>
            <a:ext cx="277813" cy="4"/>
          </a:xfrm>
          <a:custGeom xmlns:a="http://schemas.openxmlformats.org/drawingml/2006/main">
            <a:pathLst>
              <a:path w="277813" h="4">
                <a:moveTo>
                  <a:pt x="0" y="0"/>
                </a:moveTo>
                <a:lnTo>
                  <a:pt x="277813"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6B6D76F4-1D3E-4AC4-AE56-A454820A5F1D}"/>
              </a:ext>
            </a:extLst>
          </p:cNvPr>
          <p:cNvSpPr>
            <a:spLocks xmlns:a="http://schemas.openxmlformats.org/drawingml/2006/main" noGrp="1"/>
          </p:cNvSpPr>
          <p:nvPr/>
        </p:nvSpPr>
        <p:spPr>
          <a:xfrm xmlns:a="http://schemas.openxmlformats.org/drawingml/2006/main">
            <a:off x="1285081" y="2982119"/>
            <a:ext cx="365125" cy="4"/>
          </a:xfrm>
          <a:custGeom xmlns:a="http://schemas.openxmlformats.org/drawingml/2006/main">
            <a:pathLst>
              <a:path w="365125" h="4">
                <a:moveTo>
                  <a:pt x="0" y="0"/>
                </a:moveTo>
                <a:lnTo>
                  <a:pt x="365125" y="0"/>
                </a:lnTo>
              </a:path>
            </a:pathLst>
          </a:custGeom>
          <a:noFill xmlns:a="http://schemas.openxmlformats.org/drawingml/2006/main"/>
          <a:ln xmlns:a="http://schemas.openxmlformats.org/drawingml/2006/main" w="15875">
            <a:solidFill>
              <a:srgbClr val="17324D"/>
            </a:solidFill>
            <a:prstDash val="solid"/>
          </a:ln>
        </p:spPr>
      </p:sp>
      <p:sp>
        <p:nvSpPr>
          <p:cNvPr id="21" name="native-vector-5-polyline">
            <a:extLst xmlns:a="http://schemas.openxmlformats.org/drawingml/2006/main">
              <a:ext uri="{FF2B5EF4-FFF2-40B4-BE49-F238E27FC236}">
                <a16:creationId xmlns:a16="http://schemas.microsoft.com/office/drawing/2014/main" id="{7BBA2322-ABB5-41A0-9FF9-4456EB6B0C60}"/>
              </a:ext>
            </a:extLst>
          </p:cNvPr>
          <p:cNvSpPr>
            <a:spLocks xmlns:a="http://schemas.openxmlformats.org/drawingml/2006/main" noGrp="1"/>
          </p:cNvSpPr>
          <p:nvPr/>
        </p:nvSpPr>
        <p:spPr>
          <a:xfrm xmlns:a="http://schemas.openxmlformats.org/drawingml/2006/main">
            <a:off x="1602581" y="2946400"/>
            <a:ext cx="47625" cy="71438"/>
          </a:xfrm>
          <a:custGeom xmlns:a="http://schemas.openxmlformats.org/drawingml/2006/main">
            <a:pathLst>
              <a:path w="47625" h="71438">
                <a:moveTo>
                  <a:pt x="0" y="0"/>
                </a:moveTo>
                <a:lnTo>
                  <a:pt x="47625" y="35719"/>
                </a:lnTo>
                <a:lnTo>
                  <a:pt x="0" y="71438"/>
                </a:lnTo>
              </a:path>
            </a:pathLst>
          </a:custGeom>
          <a:noFill xmlns:a="http://schemas.openxmlformats.org/drawingml/2006/main"/>
          <a:ln xmlns:a="http://schemas.openxmlformats.org/drawingml/2006/main" w="15875">
            <a:solidFill>
              <a:srgbClr val="17324D"/>
            </a:solidFill>
            <a:prstDash val="solid"/>
          </a:ln>
        </p:spPr>
      </p:sp>
      <p:sp>
        <p:nvSpPr>
          <p:cNvPr id="22" name="native-vector-6-rect">
            <a:extLst xmlns:a="http://schemas.openxmlformats.org/drawingml/2006/main">
              <a:ext uri="{FF2B5EF4-FFF2-40B4-BE49-F238E27FC236}">
                <a16:creationId xmlns:a16="http://schemas.microsoft.com/office/drawing/2014/main" id="{9618E601-01AE-4E1F-BB23-E6EB703067C9}"/>
              </a:ext>
            </a:extLst>
          </p:cNvPr>
          <p:cNvSpPr>
            <a:spLocks xmlns:a="http://schemas.openxmlformats.org/drawingml/2006/main" noGrp="1"/>
          </p:cNvSpPr>
          <p:nvPr/>
        </p:nvSpPr>
        <p:spPr>
          <a:xfrm xmlns:a="http://schemas.openxmlformats.org/drawingml/2006/main">
            <a:off x="1741488" y="2736056"/>
            <a:ext cx="496094" cy="43656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3" name="native-vector-7-polygon">
            <a:extLst xmlns:a="http://schemas.openxmlformats.org/drawingml/2006/main">
              <a:ext uri="{FF2B5EF4-FFF2-40B4-BE49-F238E27FC236}">
                <a16:creationId xmlns:a16="http://schemas.microsoft.com/office/drawing/2014/main" id="{3A64945D-A5F8-40FB-8191-B599B29CC89D}"/>
              </a:ext>
            </a:extLst>
          </p:cNvPr>
          <p:cNvSpPr>
            <a:spLocks xmlns:a="http://schemas.openxmlformats.org/drawingml/2006/main" noGrp="1"/>
          </p:cNvSpPr>
          <p:nvPr/>
        </p:nvSpPr>
        <p:spPr>
          <a:xfrm xmlns:a="http://schemas.openxmlformats.org/drawingml/2006/main">
            <a:off x="2376488" y="2736056"/>
            <a:ext cx="496094" cy="464344"/>
          </a:xfrm>
          <a:custGeom xmlns:a="http://schemas.openxmlformats.org/drawingml/2006/main">
            <a:pathLst>
              <a:path w="496094" h="464344">
                <a:moveTo>
                  <a:pt x="0" y="0"/>
                </a:moveTo>
                <a:lnTo>
                  <a:pt x="496094" y="0"/>
                </a:lnTo>
                <a:lnTo>
                  <a:pt x="496094" y="309563"/>
                </a:lnTo>
                <a:lnTo>
                  <a:pt x="198438" y="309563"/>
                </a:lnTo>
                <a:lnTo>
                  <a:pt x="39688" y="464344"/>
                </a:lnTo>
                <a:lnTo>
                  <a:pt x="63500" y="309563"/>
                </a:lnTo>
                <a:lnTo>
                  <a:pt x="0" y="309563"/>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24" name="pupil-text">
            <a:extLst xmlns:a="http://schemas.openxmlformats.org/drawingml/2006/main">
              <a:ext uri="{FF2B5EF4-FFF2-40B4-BE49-F238E27FC236}">
                <a16:creationId xmlns:a16="http://schemas.microsoft.com/office/drawing/2014/main" id="{4CEC1422-912D-4FD2-ACA6-69460D240968}"/>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response</a:t>
            </a:r>
          </a:p>
        </p:txBody>
      </p:sp>
      <p:sp>
        <p:nvSpPr>
          <p:cNvPr id="25" name="pupil-text">
            <a:extLst xmlns:a="http://schemas.openxmlformats.org/drawingml/2006/main">
              <a:ext uri="{FF2B5EF4-FFF2-40B4-BE49-F238E27FC236}">
                <a16:creationId xmlns:a16="http://schemas.microsoft.com/office/drawing/2014/main" id="{AFA34318-7FDC-4D71-9A64-1572AEFC065A}"/>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what someone does or says about something.</a:t>
            </a:r>
          </a:p>
        </p:txBody>
      </p:sp>
      <p:sp>
        <p:nvSpPr>
          <p:cNvPr id="26" name="picture-description">
            <a:extLst xmlns:a="http://schemas.openxmlformats.org/drawingml/2006/main">
              <a:ext uri="{FF2B5EF4-FFF2-40B4-BE49-F238E27FC236}">
                <a16:creationId xmlns:a16="http://schemas.microsoft.com/office/drawing/2014/main" id="{7192DE0F-D7BD-4B88-8205-94E55793C10D}"/>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source card points to an empty action box and a speech bubble.</a:t>
            </a:r>
          </a:p>
        </p:txBody>
      </p:sp>
      <p:sp>
        <p:nvSpPr>
          <p:cNvPr id="27" name="book-direction">
            <a:extLst xmlns:a="http://schemas.openxmlformats.org/drawingml/2006/main">
              <a:ext uri="{FF2B5EF4-FFF2-40B4-BE49-F238E27FC236}">
                <a16:creationId xmlns:a16="http://schemas.microsoft.com/office/drawing/2014/main" id="{7EA68555-C6DC-4563-8C97-12F1B2F03C8E}"/>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note or word meaning. Mark it as model, not your own evidence.</a:t>
            </a:r>
          </a:p>
        </p:txBody>
      </p:sp>
    </p:spTree>
    <p:extLst>
      <p:ext uri="{BB962C8B-B14F-4D97-AF65-F5344CB8AC3E}">
        <p14:creationId xmlns:p14="http://schemas.microsoft.com/office/powerpoint/2010/main" val="20610675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A4B1C62-85AE-49A6-A8AE-BB7785B2665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8B80F208-936A-4C81-B99B-3131C6BF642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377436E1-2CC8-4784-AB7E-9AD84B007CA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Card A — G-P-S5; one Christian account, in new words</a:t>
            </a:r>
          </a:p>
        </p:txBody>
      </p:sp>
      <p:sp>
        <p:nvSpPr>
          <p:cNvPr id="4" name="shape">
            <a:extLst xmlns:a="http://schemas.openxmlformats.org/drawingml/2006/main">
              <a:ext uri="{FF2B5EF4-FFF2-40B4-BE49-F238E27FC236}">
                <a16:creationId xmlns:a16="http://schemas.microsoft.com/office/drawing/2014/main" id="{D4A81B82-ECE3-4A79-AC6F-DF3F0A2087A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0AA942A-6284-4875-8420-7FEC951B445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EBD73BF-0CE7-4DD1-BE80-889F0B31B24D}"/>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E4B1BD9-D206-4DA3-8AB8-A62843B66AC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FAC1EF3-43FB-46C7-84B7-4B7C11567C8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3CDAE70-0935-434C-87BB-EA630E5DC38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E129745-FE02-411E-9654-5F742476E69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E4484061-5F54-4357-B7E6-17E0A930A10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A011681-7698-4C47-9391-40C4DC13D30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1395B5A0-FBC5-41F6-AFC5-DEB1FEA9740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42</a:t>
            </a:r>
          </a:p>
        </p:txBody>
      </p:sp>
      <p:sp>
        <p:nvSpPr>
          <p:cNvPr id="14" name="licence-footer">
            <a:extLst xmlns:a="http://schemas.openxmlformats.org/drawingml/2006/main">
              <a:ext uri="{FF2B5EF4-FFF2-40B4-BE49-F238E27FC236}">
                <a16:creationId xmlns:a16="http://schemas.microsoft.com/office/drawing/2014/main" id="{33753670-2F61-405A-AE00-B80473FE4A3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4752018-2D05-4C2A-B37B-B3AA2688B1D6}"/>
              </a:ext>
            </a:extLst>
          </p:cNvPr>
          <p:cNvPicPr>
            <a:picLocks xmlns:a="http://schemas.openxmlformats.org/drawingml/2006/main" noChangeAspect="1"/>
          </p:cNvPicPr>
          <p:nvPr/>
        </p:nvPicPr>
        <p:blipFill>
          <a:blip xmlns:r="http://schemas.openxmlformats.org/officeDocument/2006/relationships" xmlns:a="http://schemas.openxmlformats.org/drawingml/2006/main" r:embed="Rdd61877b4ea24d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CAFC861-D9FF-4D6E-BA87-FB47E57CFE2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1B286C60-C15C-4C70-B81C-C59C48E71FC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This Christian account links hope to belief in the central teacher rising from death. It urges care</a:t>
            </a:r>
          </a:p>
        </p:txBody>
      </p:sp>
      <p:sp>
        <p:nvSpPr>
          <p:cNvPr id="18" name="pupil-text">
            <a:extLst xmlns:a="http://schemas.openxmlformats.org/drawingml/2006/main">
              <a:ext uri="{FF2B5EF4-FFF2-40B4-BE49-F238E27FC236}">
                <a16:creationId xmlns:a16="http://schemas.microsoft.com/office/drawing/2014/main" id="{64D95684-9D26-40FA-8982-D4F24C673C0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kindness for people in need. Some Christians draw hope from this belief. It does not mean that</a:t>
            </a:r>
          </a:p>
        </p:txBody>
      </p:sp>
      <p:sp>
        <p:nvSpPr>
          <p:cNvPr id="19" name="pupil-text">
            <a:extLst xmlns:a="http://schemas.openxmlformats.org/drawingml/2006/main">
              <a:ext uri="{FF2B5EF4-FFF2-40B4-BE49-F238E27FC236}">
                <a16:creationId xmlns:a16="http://schemas.microsoft.com/office/drawing/2014/main" id="{1C5235FF-E72D-498B-829C-36F75488D99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pain or hard change must end at once.</a:t>
            </a:r>
          </a:p>
        </p:txBody>
      </p:sp>
    </p:spTree>
    <p:extLst>
      <p:ext uri="{BB962C8B-B14F-4D97-AF65-F5344CB8AC3E}">
        <p14:creationId xmlns:p14="http://schemas.microsoft.com/office/powerpoint/2010/main" val="104328465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A35CBE71-246C-41BA-8D07-5AF46C4C0B6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2380E168-77A5-4F85-B681-146DCA2019D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902531FC-CD01-48BF-A9CC-CB90FC6B6C4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Case C — invented neutral community case</a:t>
            </a:r>
          </a:p>
        </p:txBody>
      </p:sp>
      <p:sp>
        <p:nvSpPr>
          <p:cNvPr id="4" name="shape">
            <a:extLst xmlns:a="http://schemas.openxmlformats.org/drawingml/2006/main">
              <a:ext uri="{FF2B5EF4-FFF2-40B4-BE49-F238E27FC236}">
                <a16:creationId xmlns:a16="http://schemas.microsoft.com/office/drawing/2014/main" id="{DD5D70B4-6F74-4A42-ADDC-D2D3E112A0A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956A2B8-14BC-4EEB-BE8F-FC8558C6359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7DF5EB6-148E-40FF-96D9-261191E23A7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1D28965-C3EC-4634-9B52-B3D18822A04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C7178D8-894C-424C-A556-60BB4D8574F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77B91A3-E615-4BD6-82E5-CECE5AA6507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74FE2F5-9CF4-4149-BBF5-21DB9C61287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E9EC1DDC-AAA5-4F3D-AA0D-E9260ECFC71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CE7E67F-0246-421D-A7FE-E9562468297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D625F0DD-F2BD-4D69-BB8F-AAE71C1D28D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42</a:t>
            </a:r>
          </a:p>
        </p:txBody>
      </p:sp>
      <p:sp>
        <p:nvSpPr>
          <p:cNvPr id="14" name="licence-footer">
            <a:extLst xmlns:a="http://schemas.openxmlformats.org/drawingml/2006/main">
              <a:ext uri="{FF2B5EF4-FFF2-40B4-BE49-F238E27FC236}">
                <a16:creationId xmlns:a16="http://schemas.microsoft.com/office/drawing/2014/main" id="{6A3CF4CC-81F6-46D0-8914-42B36C7C78D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D220B64-C761-433F-BA19-176569C2EA7D}"/>
              </a:ext>
            </a:extLst>
          </p:cNvPr>
          <p:cNvPicPr>
            <a:picLocks xmlns:a="http://schemas.openxmlformats.org/drawingml/2006/main" noChangeAspect="1"/>
          </p:cNvPicPr>
          <p:nvPr/>
        </p:nvPicPr>
        <p:blipFill>
          <a:blip xmlns:r="http://schemas.openxmlformats.org/officeDocument/2006/relationships" xmlns:a="http://schemas.openxmlformats.org/drawingml/2006/main" r:embed="R8979a31aae7f4ec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4A98C4C-3921-4CBB-AC81-4AD5B516926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9CD99711-5D1B-4052-9D9C-640EACADAE8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shared room is closed for repairs. A group cannot hold its planned meal there. A helper hopes</a:t>
            </a:r>
          </a:p>
        </p:txBody>
      </p:sp>
      <p:sp>
        <p:nvSpPr>
          <p:cNvPr id="18" name="pupil-text">
            <a:extLst xmlns:a="http://schemas.openxmlformats.org/drawingml/2006/main">
              <a:ext uri="{FF2B5EF4-FFF2-40B4-BE49-F238E27FC236}">
                <a16:creationId xmlns:a16="http://schemas.microsoft.com/office/drawing/2014/main" id="{20C86074-AA23-417B-BEB5-308229F22092}"/>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people can still meet, but cannot promise a place. The group can check another room and ask what</a:t>
            </a:r>
          </a:p>
        </p:txBody>
      </p:sp>
      <p:sp>
        <p:nvSpPr>
          <p:cNvPr id="19" name="pupil-text">
            <a:extLst xmlns:a="http://schemas.openxmlformats.org/drawingml/2006/main">
              <a:ext uri="{FF2B5EF4-FFF2-40B4-BE49-F238E27FC236}">
                <a16:creationId xmlns:a16="http://schemas.microsoft.com/office/drawing/2014/main" id="{E750AB2A-F9F0-43FD-B0A8-99B3B25C0593}"/>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is needed. No one is asked to forgive, pray or share a loss.</a:t>
            </a:r>
          </a:p>
        </p:txBody>
      </p:sp>
    </p:spTree>
    <p:extLst>
      <p:ext uri="{BB962C8B-B14F-4D97-AF65-F5344CB8AC3E}">
        <p14:creationId xmlns:p14="http://schemas.microsoft.com/office/powerpoint/2010/main" val="18676388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BD8D6E10-9B81-4EF9-A98E-C6288DA52B5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02F03ED7-2C37-4816-B5AC-1C9EB237630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77347065-2EC1-4A69-9463-900673375E8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3BC93A7C-2078-4CCA-BE99-9EFD0E6C618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4543EC7-8218-4836-8F3D-B2DDC9B99D6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59A90DC-FC8F-41E1-BA82-85FC622A8C2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70F9F2D-70CC-4F39-9599-6C49B1C26B5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A4F7D7C-A7F3-49FE-9407-73E2E3E99A7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7147340-F8A6-41AB-A110-36B07B52E75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E54A6F1-8127-479A-BDC4-0067D6AE53B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C87157F5-7290-40BD-B16A-37A9BFFFF43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2C371205-9AA7-472E-85B1-1E5ACF87D29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81F91BB-AF27-4AB5-AAA0-F9512861AB3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42</a:t>
            </a:r>
          </a:p>
        </p:txBody>
      </p:sp>
      <p:sp>
        <p:nvSpPr>
          <p:cNvPr id="14" name="licence-footer">
            <a:extLst xmlns:a="http://schemas.openxmlformats.org/drawingml/2006/main">
              <a:ext uri="{FF2B5EF4-FFF2-40B4-BE49-F238E27FC236}">
                <a16:creationId xmlns:a16="http://schemas.microsoft.com/office/drawing/2014/main" id="{D96EBAC0-DD12-453D-88F4-FF955988868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E72F907-9DF9-4719-AD3D-EFBDF4B11279}"/>
              </a:ext>
            </a:extLst>
          </p:cNvPr>
          <p:cNvPicPr>
            <a:picLocks xmlns:a="http://schemas.openxmlformats.org/drawingml/2006/main" noChangeAspect="1"/>
          </p:cNvPicPr>
          <p:nvPr/>
        </p:nvPicPr>
        <p:blipFill>
          <a:blip xmlns:r="http://schemas.openxmlformats.org/officeDocument/2006/relationships" xmlns:a="http://schemas.openxmlformats.org/drawingml/2006/main" r:embed="Rf1ffb45fcec44ba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3C33503-AEC4-46B8-B0EF-FE71F3CF86B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pupil-text">
            <a:extLst xmlns:a="http://schemas.openxmlformats.org/drawingml/2006/main">
              <a:ext uri="{FF2B5EF4-FFF2-40B4-BE49-F238E27FC236}">
                <a16:creationId xmlns:a16="http://schemas.microsoft.com/office/drawing/2014/main" id="{ACF1C715-1958-452F-AC11-452B5B903E6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Worked method model</a:t>
            </a:r>
          </a:p>
        </p:txBody>
      </p:sp>
    </p:spTree>
    <p:extLst>
      <p:ext uri="{BB962C8B-B14F-4D97-AF65-F5344CB8AC3E}">
        <p14:creationId xmlns:p14="http://schemas.microsoft.com/office/powerpoint/2010/main" val="89958906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56E96A2E-94EF-4621-9C85-8D06FA99C2F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4C2D7DE2-82DD-440A-9533-F1D420D2161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224B724A-AE28-4D05-8EFD-9D42A1B5EBC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6C17F7A5-3B8C-43D7-9B46-BC66EBF2FF6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2AE139A-9232-48DF-BD3F-317427F9A40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13969A8-55A7-4DA2-9935-B8D2DFBFEE37}"/>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6483234-9E27-4ACE-A076-32669A22A53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75EEB6A-C105-45EF-9682-02F94277AD8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957DF72-7C0B-47C6-A002-BA23062B031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0C1273F-D942-4C0E-80C8-AC1A05999DD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2E78A981-3D89-486C-8125-822AE515BE4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7D84345-F3B6-4F15-B2B2-B8DFCB8E11E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B048FD2A-17EA-4645-B061-52289CC5283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42</a:t>
            </a:r>
          </a:p>
        </p:txBody>
      </p:sp>
      <p:sp>
        <p:nvSpPr>
          <p:cNvPr id="14" name="licence-footer">
            <a:extLst xmlns:a="http://schemas.openxmlformats.org/drawingml/2006/main">
              <a:ext uri="{FF2B5EF4-FFF2-40B4-BE49-F238E27FC236}">
                <a16:creationId xmlns:a16="http://schemas.microsoft.com/office/drawing/2014/main" id="{C8AAC665-A78F-4D85-BF5A-B72AD296FB4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8F8F689-CB1C-4099-806E-E712868A5506}"/>
              </a:ext>
            </a:extLst>
          </p:cNvPr>
          <p:cNvPicPr>
            <a:picLocks xmlns:a="http://schemas.openxmlformats.org/drawingml/2006/main" noChangeAspect="1"/>
          </p:cNvPicPr>
          <p:nvPr/>
        </p:nvPicPr>
        <p:blipFill>
          <a:blip xmlns:r="http://schemas.openxmlformats.org/officeDocument/2006/relationships" xmlns:a="http://schemas.openxmlformats.org/drawingml/2006/main" r:embed="Re995a74b23b7499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63FC287-FE11-4A36-AECD-8B141AFBD54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BF921D23-F071-401F-B7E8-42B9215E004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describes a Christian belief: the central teacher rose from death. The account links this belief</a:t>
            </a:r>
          </a:p>
        </p:txBody>
      </p:sp>
      <p:sp>
        <p:nvSpPr>
          <p:cNvPr id="18" name="answer-text">
            <a:extLst xmlns:a="http://schemas.openxmlformats.org/drawingml/2006/main">
              <a:ext uri="{FF2B5EF4-FFF2-40B4-BE49-F238E27FC236}">
                <a16:creationId xmlns:a16="http://schemas.microsoft.com/office/drawing/2014/main" id="{3E30F195-BC5B-47EA-A0AC-1B846DFBE88B}"/>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with hope.</a:t>
            </a:r>
          </a:p>
        </p:txBody>
      </p:sp>
    </p:spTree>
    <p:extLst>
      <p:ext uri="{BB962C8B-B14F-4D97-AF65-F5344CB8AC3E}">
        <p14:creationId xmlns:p14="http://schemas.microsoft.com/office/powerpoint/2010/main" val="22800887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EC1D4DD0-4098-470D-A7E0-6539889F74A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DD49BAC5-849D-49A4-8F13-F59CB16056E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7720B22-2669-4ABC-8E4B-3D4A56978BF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6D14DD55-A26D-4A59-B61C-2A2D4335588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E6AB805-56E9-4EAC-A42D-899793FE327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800A1C9-823E-4321-AC6C-AFD59DAD197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5173B30-FE66-4AD6-8DF8-6D65B02E0A2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F435C90-A4B1-46CA-AF93-134015D2C3C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A7BC3A9-D4E1-4E3D-9815-829FDC7CF32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8500186-F3E6-4A45-9F05-BDF7615AE2F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FF5CC34A-C00B-49E3-9D37-1BFEE53A46A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43860AD6-8D47-43CE-9B3E-DEBA30CCE87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E0AE6A8C-24B8-402E-8CF2-6CD4F5525AA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42</a:t>
            </a:r>
          </a:p>
        </p:txBody>
      </p:sp>
      <p:sp>
        <p:nvSpPr>
          <p:cNvPr id="14" name="licence-footer">
            <a:extLst xmlns:a="http://schemas.openxmlformats.org/drawingml/2006/main">
              <a:ext uri="{FF2B5EF4-FFF2-40B4-BE49-F238E27FC236}">
                <a16:creationId xmlns:a16="http://schemas.microsoft.com/office/drawing/2014/main" id="{DDDB9774-2531-483D-9D58-C152022542A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6143530-61E0-4987-A2E4-E2304B8151A5}"/>
              </a:ext>
            </a:extLst>
          </p:cNvPr>
          <p:cNvPicPr>
            <a:picLocks xmlns:a="http://schemas.openxmlformats.org/drawingml/2006/main" noChangeAspect="1"/>
          </p:cNvPicPr>
          <p:nvPr/>
        </p:nvPicPr>
        <p:blipFill>
          <a:blip xmlns:r="http://schemas.openxmlformats.org/officeDocument/2006/relationships" xmlns:a="http://schemas.openxmlformats.org/drawingml/2006/main" r:embed="R1dc050eb7233415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C532B99-9ACE-47BA-8A39-9091B3DE256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EEF062C8-D1B1-4222-BF03-7058B02BEAC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report the belief as the source’s claim. I do not ask a pupil to agree with it.</a:t>
            </a:r>
          </a:p>
        </p:txBody>
      </p:sp>
    </p:spTree>
    <p:extLst>
      <p:ext uri="{BB962C8B-B14F-4D97-AF65-F5344CB8AC3E}">
        <p14:creationId xmlns:p14="http://schemas.microsoft.com/office/powerpoint/2010/main" val="127790410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94732AB-3FF8-4FE8-9A84-23548AFB39B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7701CFE4-5F09-479C-828E-0062AE559ED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A0F20569-8AD6-4654-A326-910BF2808C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0CB922BB-6933-46C5-BCBD-9A12018129E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B7CC268-4915-45D8-BDC2-46EF071C62F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08F052C-3A99-4F12-9AF3-68AD64F1511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9A48981-6FA8-46AA-883F-CCEAEB18A1E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24F0C8D-8A6F-4740-88BC-7A3B799CC83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E1B21B7-422E-4976-9603-4AEC4A2CD6C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2394D45-5071-43FB-ADBE-24405BB36F7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EBBD4847-8B16-4D89-A19B-6B90A289E89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A09693AF-6933-46EE-8B90-E89FC0637BA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088B383-63BE-4322-AEE2-6C852967AF8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42</a:t>
            </a:r>
          </a:p>
        </p:txBody>
      </p:sp>
      <p:sp>
        <p:nvSpPr>
          <p:cNvPr id="14" name="licence-footer">
            <a:extLst xmlns:a="http://schemas.openxmlformats.org/drawingml/2006/main">
              <a:ext uri="{FF2B5EF4-FFF2-40B4-BE49-F238E27FC236}">
                <a16:creationId xmlns:a16="http://schemas.microsoft.com/office/drawing/2014/main" id="{27F3B43D-5532-4CF5-B871-D8529E822F3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B81DEAA-8028-4698-BBF7-78ABD207AFBF}"/>
              </a:ext>
            </a:extLst>
          </p:cNvPr>
          <p:cNvPicPr>
            <a:picLocks xmlns:a="http://schemas.openxmlformats.org/drawingml/2006/main" noChangeAspect="1"/>
          </p:cNvPicPr>
          <p:nvPr/>
        </p:nvPicPr>
        <p:blipFill>
          <a:blip xmlns:r="http://schemas.openxmlformats.org/officeDocument/2006/relationships" xmlns:a="http://schemas.openxmlformats.org/drawingml/2006/main" r:embed="R7b4fd864b2884cd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82E9CC9-1FDA-4CA3-86C7-7EC9625BC62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note or word meaning. Mark it as model, not your own evidence.</a:t>
            </a:r>
          </a:p>
        </p:txBody>
      </p:sp>
      <p:sp>
        <p:nvSpPr>
          <p:cNvPr id="17" name="answer-text">
            <a:extLst xmlns:a="http://schemas.openxmlformats.org/drawingml/2006/main">
              <a:ext uri="{FF2B5EF4-FFF2-40B4-BE49-F238E27FC236}">
                <a16:creationId xmlns:a16="http://schemas.microsoft.com/office/drawing/2014/main" id="{E7C5FCD3-64C6-4699-AC09-A64635AD5EB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account urges care for people in need. Hope and caring action can go together while hardship</a:t>
            </a:r>
          </a:p>
        </p:txBody>
      </p:sp>
      <p:sp>
        <p:nvSpPr>
          <p:cNvPr id="18" name="answer-text">
            <a:extLst xmlns:a="http://schemas.openxmlformats.org/drawingml/2006/main">
              <a:ext uri="{FF2B5EF4-FFF2-40B4-BE49-F238E27FC236}">
                <a16:creationId xmlns:a16="http://schemas.microsoft.com/office/drawing/2014/main" id="{4280BDD1-827E-4EC9-9912-8B46E449C23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remains.</a:t>
            </a:r>
          </a:p>
        </p:txBody>
      </p:sp>
    </p:spTree>
    <p:extLst>
      <p:ext uri="{BB962C8B-B14F-4D97-AF65-F5344CB8AC3E}">
        <p14:creationId xmlns:p14="http://schemas.microsoft.com/office/powerpoint/2010/main" val="14832968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36D7D5BF-3F99-4474-B8D7-D6159AFF60D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BE024CD7-4C42-410D-A733-A1E3D5743E1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0A994353-05A6-4B2E-AC39-BD05061DCEE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9B4061AD-4236-439B-8F82-A9C56AB9E08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FB0E613-5D4D-476A-8906-4C71C9E9885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7129924-8D85-4AC6-86A3-272A6925FB3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84F278C-3AB7-4654-AFB5-B6CD984BC7CD}"/>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E926963-70CF-4A8D-B46E-ACFCDF0B6FB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C7CC85D-C789-44B8-8F11-DF5D292A30B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44C1920-4076-427C-BD6B-7A7EE15BFC2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C57D6CDF-D8BB-4108-ABBD-A1F617932D8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5FE5ABA-8786-4B7B-BBDD-736FAD939C8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0A43E9CD-0BA2-4F3B-AEBB-0E0451557F7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42</a:t>
            </a:r>
          </a:p>
        </p:txBody>
      </p:sp>
      <p:sp>
        <p:nvSpPr>
          <p:cNvPr id="14" name="licence-footer">
            <a:extLst xmlns:a="http://schemas.openxmlformats.org/drawingml/2006/main">
              <a:ext uri="{FF2B5EF4-FFF2-40B4-BE49-F238E27FC236}">
                <a16:creationId xmlns:a16="http://schemas.microsoft.com/office/drawing/2014/main" id="{C58348AA-6A97-482D-82C5-EA4900E5204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9CE26FA-85E2-4535-AE67-80715400767E}"/>
              </a:ext>
            </a:extLst>
          </p:cNvPr>
          <p:cNvPicPr>
            <a:picLocks xmlns:a="http://schemas.openxmlformats.org/drawingml/2006/main" noChangeAspect="1"/>
          </p:cNvPicPr>
          <p:nvPr/>
        </p:nvPicPr>
        <p:blipFill>
          <a:blip xmlns:r="http://schemas.openxmlformats.org/officeDocument/2006/relationships" xmlns:a="http://schemas.openxmlformats.org/drawingml/2006/main" r:embed="R9c4ae47e0c0b480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49B3D4E-A5B2-401A-B474-91AFE670FFF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One guided record and your own source detail, choice or starting step.</a:t>
            </a:r>
          </a:p>
        </p:txBody>
      </p:sp>
      <p:sp>
        <p:nvSpPr>
          <p:cNvPr id="17" name="pupil-text">
            <a:extLst xmlns:a="http://schemas.openxmlformats.org/drawingml/2006/main">
              <a:ext uri="{FF2B5EF4-FFF2-40B4-BE49-F238E27FC236}">
                <a16:creationId xmlns:a16="http://schemas.microsoft.com/office/drawing/2014/main" id="{19CFFF49-F505-4E7F-BC95-155E81EC2B3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Read C. Find one response that shows hope joined to action.</a:t>
            </a:r>
          </a:p>
        </p:txBody>
      </p:sp>
      <p:sp>
        <p:nvSpPr>
          <p:cNvPr id="18" name="pupil-text">
            <a:extLst xmlns:a="http://schemas.openxmlformats.org/drawingml/2006/main">
              <a:ext uri="{FF2B5EF4-FFF2-40B4-BE49-F238E27FC236}">
                <a16:creationId xmlns:a16="http://schemas.microsoft.com/office/drawing/2014/main" id="{4FCFA9D9-CE1E-4313-B74C-9AECEC690DFF}"/>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Record what the helper could do, then explain how it fits the caring idea in A.</a:t>
            </a:r>
          </a:p>
        </p:txBody>
      </p:sp>
    </p:spTree>
    <p:extLst>
      <p:ext uri="{BB962C8B-B14F-4D97-AF65-F5344CB8AC3E}">
        <p14:creationId xmlns:p14="http://schemas.microsoft.com/office/powerpoint/2010/main" val="171377481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509BAF9-2976-4B2E-BC7C-100019C12C0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13785791-2441-4136-ADF8-E531FDE22E9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1554B0B6-521A-4F25-BF77-293ECD0FFF4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5E2D97B2-29A4-4425-8E3C-E1073BAB406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FA73909-6A9C-4810-A8A1-BEE1D8793A6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368395B-3675-4DCC-8EAB-17EC45583E6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ABF4D0E-8B57-4B45-B991-6965F8276F3C}"/>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57977E1-F52A-4EB9-9851-C26C8C484BD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960AE2B-C3E6-4CA4-B014-4149BF67BD5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C7700B3-15FB-45A3-8DE7-5EB0DFFDA2F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C4B1DB32-D84B-4536-87DA-3123E069FA6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8685123-0B9D-4A32-9F03-97EEAD7B510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78E8B9D-97EF-47C8-A92A-801261D1468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42</a:t>
            </a:r>
          </a:p>
        </p:txBody>
      </p:sp>
      <p:sp>
        <p:nvSpPr>
          <p:cNvPr id="14" name="licence-footer">
            <a:extLst xmlns:a="http://schemas.openxmlformats.org/drawingml/2006/main">
              <a:ext uri="{FF2B5EF4-FFF2-40B4-BE49-F238E27FC236}">
                <a16:creationId xmlns:a16="http://schemas.microsoft.com/office/drawing/2014/main" id="{71C7292B-3A77-4979-AB82-996D4743AA6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5EB4ADE-0FC1-4E80-9A7B-E7D417F4B092}"/>
              </a:ext>
            </a:extLst>
          </p:cNvPr>
          <p:cNvPicPr>
            <a:picLocks xmlns:a="http://schemas.openxmlformats.org/drawingml/2006/main" noChangeAspect="1"/>
          </p:cNvPicPr>
          <p:nvPr/>
        </p:nvPicPr>
        <p:blipFill>
          <a:blip xmlns:r="http://schemas.openxmlformats.org/officeDocument/2006/relationships" xmlns:a="http://schemas.openxmlformats.org/drawingml/2006/main" r:embed="Rcbadb185666c4cd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A2DD9610-4403-401F-BE7D-7C096A5DB54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Checking another room or asking what help is needed combines hope with action. It is a classroom</a:t>
            </a:r>
          </a:p>
        </p:txBody>
      </p:sp>
      <p:sp>
        <p:nvSpPr>
          <p:cNvPr id="17" name="answer-text">
            <a:extLst xmlns:a="http://schemas.openxmlformats.org/drawingml/2006/main">
              <a:ext uri="{FF2B5EF4-FFF2-40B4-BE49-F238E27FC236}">
                <a16:creationId xmlns:a16="http://schemas.microsoft.com/office/drawing/2014/main" id="{1EB38FB5-45A8-42C6-8295-9526EAB266F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application of the source’s care theme, not a promised outcome, a command to pray, or proof of the</a:t>
            </a:r>
          </a:p>
        </p:txBody>
      </p:sp>
      <p:sp>
        <p:nvSpPr>
          <p:cNvPr id="18" name="answer-text">
            <a:extLst xmlns:a="http://schemas.openxmlformats.org/drawingml/2006/main">
              <a:ext uri="{FF2B5EF4-FFF2-40B4-BE49-F238E27FC236}">
                <a16:creationId xmlns:a16="http://schemas.microsoft.com/office/drawing/2014/main" id="{EEF03497-0617-4886-8267-6DB271F4A4D7}"/>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helper’s own faith.</a:t>
            </a:r>
          </a:p>
        </p:txBody>
      </p:sp>
    </p:spTree>
    <p:extLst>
      <p:ext uri="{BB962C8B-B14F-4D97-AF65-F5344CB8AC3E}">
        <p14:creationId xmlns:p14="http://schemas.microsoft.com/office/powerpoint/2010/main" val="92343297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27A0605-6881-4277-BE2A-B4F992C11F4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C7B3DAAB-A006-43BB-B60E-CA11A6B22AF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CCFD266-6A76-48BE-A844-A5D6072E262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82A01EA5-4AE3-483E-9307-4F6F54589AF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2F3EF15-8CEE-43D3-A7A0-79A94FD8A75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800EBF4-99F2-4F1F-9817-A855DCE2308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DFA91ED-9ABA-4BF8-93B4-73B85806767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4D5F9BA-C7AB-4374-9885-3010ADC62EE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2A080B-0625-47BD-AF57-BCCD46F24EC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2C2FD0E-4C98-4ED9-B088-99B99522BFD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ABCE3C83-1EBD-4893-8A72-905C7E746BE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E798819-3CA1-4DFC-804F-DD7544F50B1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CC54848D-D107-47F6-9ED5-E9049569F99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42</a:t>
            </a:r>
          </a:p>
        </p:txBody>
      </p:sp>
      <p:sp>
        <p:nvSpPr>
          <p:cNvPr id="14" name="licence-footer">
            <a:extLst xmlns:a="http://schemas.openxmlformats.org/drawingml/2006/main">
              <a:ext uri="{FF2B5EF4-FFF2-40B4-BE49-F238E27FC236}">
                <a16:creationId xmlns:a16="http://schemas.microsoft.com/office/drawing/2014/main" id="{6BC40B0F-3972-41E3-B056-63CB4144BEF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462C0BB-76F3-4B25-BF19-68885CAF8CFC}"/>
              </a:ext>
            </a:extLst>
          </p:cNvPr>
          <p:cNvPicPr>
            <a:picLocks xmlns:a="http://schemas.openxmlformats.org/drawingml/2006/main" noChangeAspect="1"/>
          </p:cNvPicPr>
          <p:nvPr/>
        </p:nvPicPr>
        <p:blipFill>
          <a:blip xmlns:r="http://schemas.openxmlformats.org/officeDocument/2006/relationships" xmlns:a="http://schemas.openxmlformats.org/drawingml/2006/main" r:embed="R7be55771e701488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51C0585-1896-45AD-8991-1F0C644F752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
        <p:nvSpPr>
          <p:cNvPr id="17" name="pupil-text">
            <a:extLst xmlns:a="http://schemas.openxmlformats.org/drawingml/2006/main">
              <a:ext uri="{FF2B5EF4-FFF2-40B4-BE49-F238E27FC236}">
                <a16:creationId xmlns:a16="http://schemas.microsoft.com/office/drawing/2014/main" id="{397D2A5F-5599-4F93-AE00-7A3D8D7DDFF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974E5873-C7DF-4F1F-8455-3E814B4AC565}"/>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you need it. Choose a mode and record your own</a:t>
            </a:r>
          </a:p>
        </p:txBody>
      </p:sp>
      <p:sp>
        <p:nvSpPr>
          <p:cNvPr id="19" name="pupil-text">
            <a:extLst xmlns:a="http://schemas.openxmlformats.org/drawingml/2006/main">
              <a:ext uri="{FF2B5EF4-FFF2-40B4-BE49-F238E27FC236}">
                <a16:creationId xmlns:a16="http://schemas.microsoft.com/office/drawing/2014/main" id="{A147F8D1-1E93-4FCD-9377-E0175A70794D}"/>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ideas.</a:t>
            </a:r>
          </a:p>
        </p:txBody>
      </p:sp>
    </p:spTree>
    <p:extLst>
      <p:ext uri="{BB962C8B-B14F-4D97-AF65-F5344CB8AC3E}">
        <p14:creationId xmlns:p14="http://schemas.microsoft.com/office/powerpoint/2010/main" val="67460657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E4DF081B-B7B8-4550-9106-169C793DEB9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6AAC5C25-201B-45DC-97C0-466712AA756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3C7A4D4-19E5-4A57-B331-13D7FA0D1D7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4E87B76-E5DA-4513-B900-7513452AC0A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994FC24-0EAD-45D4-B0A6-D1B2D5E24A1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8DBFA24-99A4-48D7-B79D-E84C6BEAF28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020E773-6C05-4305-95BB-A2EA7B8C027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3F3ACFA-8B3F-4AF4-98D1-3CC11472BDA4}"/>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17761D7-956F-4A3D-8D33-925BAC99771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2B9A919-15BD-4F49-B708-884C63C5543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FF08F65F-C141-4393-B8F9-CB43E3DA534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19297C7-1FDD-4F92-988A-60798AC42EA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4853A0F1-0174-4970-91CA-E1F3AE11E34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42</a:t>
            </a:r>
          </a:p>
        </p:txBody>
      </p:sp>
      <p:sp>
        <p:nvSpPr>
          <p:cNvPr id="14" name="licence-footer">
            <a:extLst xmlns:a="http://schemas.openxmlformats.org/drawingml/2006/main">
              <a:ext uri="{FF2B5EF4-FFF2-40B4-BE49-F238E27FC236}">
                <a16:creationId xmlns:a16="http://schemas.microsoft.com/office/drawing/2014/main" id="{B49EFC21-58B6-48CA-B764-D04695D2C23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C3D7469-069D-4AE4-96E1-3D2823756CCA}"/>
              </a:ext>
            </a:extLst>
          </p:cNvPr>
          <p:cNvPicPr>
            <a:picLocks xmlns:a="http://schemas.openxmlformats.org/drawingml/2006/main" noChangeAspect="1"/>
          </p:cNvPicPr>
          <p:nvPr/>
        </p:nvPicPr>
        <p:blipFill>
          <a:blip xmlns:r="http://schemas.openxmlformats.org/officeDocument/2006/relationships" xmlns:a="http://schemas.openxmlformats.org/drawingml/2006/main" r:embed="Rba117c4274dc428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F0F8F38-D550-4CEE-BE1B-AD48CFBFF265}"/>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00BC3AB-9B25-45EA-A2B3-9B058CFFC8B2}"/>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68ECD330-7BF7-42AE-B506-5ED1FB90009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113DDFE-1CA9-4A1F-A14E-8C8E61B15D0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AEE11D9A-2318-4F24-9707-D6478F91F77E}"/>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8CCBCA0-47FA-4CB4-99FA-488F446C2A2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your own choices from the sources.</a:t>
            </a:r>
          </a:p>
        </p:txBody>
      </p:sp>
      <p:sp>
        <p:nvSpPr>
          <p:cNvPr id="22" name="shape">
            <a:extLst xmlns:a="http://schemas.openxmlformats.org/drawingml/2006/main">
              <a:ext uri="{FF2B5EF4-FFF2-40B4-BE49-F238E27FC236}">
                <a16:creationId xmlns:a16="http://schemas.microsoft.com/office/drawing/2014/main" id="{B02DA5A5-71A5-4858-A293-4BF13E629EA5}"/>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76E0339-A4F7-4BE1-993F-BBB689E641B0}"/>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 and C. Explain one Christian idea of hope in A. Link it to one caring response in C. Explain why</a:t>
            </a:r>
          </a:p>
        </p:txBody>
      </p:sp>
      <p:sp>
        <p:nvSpPr>
          <p:cNvPr id="24" name="shape">
            <a:extLst xmlns:a="http://schemas.openxmlformats.org/drawingml/2006/main">
              <a:ext uri="{FF2B5EF4-FFF2-40B4-BE49-F238E27FC236}">
                <a16:creationId xmlns:a16="http://schemas.microsoft.com/office/drawing/2014/main" id="{DADF7FCB-1BE3-4A79-985A-5DB46DF9D5BA}"/>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7229996-FCC0-4E7C-BEA8-F651FE1CDF8A}"/>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hope is not a promise that the hard situation ends at once. Use suffering, hope, faith and response.</a:t>
            </a:r>
          </a:p>
        </p:txBody>
      </p:sp>
      <p:sp>
        <p:nvSpPr>
          <p:cNvPr id="26" name="shape">
            <a:extLst xmlns:a="http://schemas.openxmlformats.org/drawingml/2006/main">
              <a:ext uri="{FF2B5EF4-FFF2-40B4-BE49-F238E27FC236}">
                <a16:creationId xmlns:a16="http://schemas.microsoft.com/office/drawing/2014/main" id="{B6E92270-90A3-47BD-BA56-546A59294011}"/>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CB2987AB-2436-4DC8-8C84-A722A576886B}"/>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do not need to state a personal belief.</a:t>
            </a:r>
          </a:p>
        </p:txBody>
      </p:sp>
      <p:sp>
        <p:nvSpPr>
          <p:cNvPr id="28" name="shape">
            <a:extLst xmlns:a="http://schemas.openxmlformats.org/drawingml/2006/main">
              <a:ext uri="{FF2B5EF4-FFF2-40B4-BE49-F238E27FC236}">
                <a16:creationId xmlns:a16="http://schemas.microsoft.com/office/drawing/2014/main" id="{C20C1A39-4663-492E-9AE6-B6B8B71C3306}"/>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30E9124-E74E-4D18-AC18-CD0569C13C5F}"/>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0" name="shape">
            <a:extLst xmlns:a="http://schemas.openxmlformats.org/drawingml/2006/main">
              <a:ext uri="{FF2B5EF4-FFF2-40B4-BE49-F238E27FC236}">
                <a16:creationId xmlns:a16="http://schemas.microsoft.com/office/drawing/2014/main" id="{A24867CF-24DC-4272-981F-21BDF03382EC}"/>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7BEC3786-DBF3-44F0-A503-1F038FC0EBAA}"/>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32" name="shape">
            <a:extLst xmlns:a="http://schemas.openxmlformats.org/drawingml/2006/main">
              <a:ext uri="{FF2B5EF4-FFF2-40B4-BE49-F238E27FC236}">
                <a16:creationId xmlns:a16="http://schemas.microsoft.com/office/drawing/2014/main" id="{4B6D0222-562B-4E7F-95ED-EA1C13AFD0AF}"/>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955E650A-6E73-46ED-B81D-8FB4D6A00D3A}"/>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34" name="shape">
            <a:extLst xmlns:a="http://schemas.openxmlformats.org/drawingml/2006/main">
              <a:ext uri="{FF2B5EF4-FFF2-40B4-BE49-F238E27FC236}">
                <a16:creationId xmlns:a16="http://schemas.microsoft.com/office/drawing/2014/main" id="{224835FD-6411-4AB2-BF58-C8F4175DA41B}"/>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DD6EA4D0-3AA2-4662-AC9E-CD4B9D7A4CB7}"/>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belief and hope [ ]</a:t>
            </a:r>
          </a:p>
        </p:txBody>
      </p:sp>
    </p:spTree>
    <p:extLst>
      <p:ext uri="{BB962C8B-B14F-4D97-AF65-F5344CB8AC3E}">
        <p14:creationId xmlns:p14="http://schemas.microsoft.com/office/powerpoint/2010/main" val="167182975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1883D7A3-8D4C-4001-827F-3400FD3E125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76D71B09-86D4-40BC-8F51-87151C75B02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570813D-701F-4CC5-8CD3-836CD73967B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2D2AC234-4F4D-41FC-897E-29AC61D3F7D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1F56B8B-C290-4651-9661-33CA72B23AB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AE60CB4-F62A-4203-A7E5-0B08761D755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91B5064-72A5-46EE-A6E7-73E218E987C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9710360-18A0-4646-8A30-F4945806C77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ED2831C-12BD-478E-ABE7-A41E03807C2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61648A8-3C08-487C-A676-C82D36CBAA2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02189D32-46D3-400F-B5C9-C79E1E30CF7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3D9D763A-F882-4BF6-882E-B80BA4F200A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D86787A-5257-42EF-B29D-C8CA5C63BA8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42</a:t>
            </a:r>
          </a:p>
        </p:txBody>
      </p:sp>
      <p:sp>
        <p:nvSpPr>
          <p:cNvPr id="14" name="licence-footer">
            <a:extLst xmlns:a="http://schemas.openxmlformats.org/drawingml/2006/main">
              <a:ext uri="{FF2B5EF4-FFF2-40B4-BE49-F238E27FC236}">
                <a16:creationId xmlns:a16="http://schemas.microsoft.com/office/drawing/2014/main" id="{362F7994-157B-482F-BE09-E51F1FA92C8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031E721-FA19-4919-9C18-19FECA6E7B1F}"/>
              </a:ext>
            </a:extLst>
          </p:cNvPr>
          <p:cNvPicPr>
            <a:picLocks xmlns:a="http://schemas.openxmlformats.org/drawingml/2006/main" noChangeAspect="1"/>
          </p:cNvPicPr>
          <p:nvPr/>
        </p:nvPicPr>
        <p:blipFill>
          <a:blip xmlns:r="http://schemas.openxmlformats.org/officeDocument/2006/relationships" xmlns:a="http://schemas.openxmlformats.org/drawingml/2006/main" r:embed="R724792918f1e48a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A8C443D-9DF1-46AB-A825-AED912E24F3E}"/>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6501E82-47BD-4C4D-AE87-EE39BB4EDF5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Caring response in C [ ] / source link [ ]</a:t>
            </a:r>
          </a:p>
        </p:txBody>
      </p:sp>
      <p:sp>
        <p:nvSpPr>
          <p:cNvPr id="18" name="shape">
            <a:extLst xmlns:a="http://schemas.openxmlformats.org/drawingml/2006/main">
              <a:ext uri="{FF2B5EF4-FFF2-40B4-BE49-F238E27FC236}">
                <a16:creationId xmlns:a16="http://schemas.microsoft.com/office/drawing/2014/main" id="{FE4B269D-FA2A-48B4-B7E8-9E759574EA07}"/>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43EA88D-AB57-4843-858A-0A0F08F77AE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remains hard or uncertain [ ]</a:t>
            </a:r>
          </a:p>
        </p:txBody>
      </p:sp>
      <p:sp>
        <p:nvSpPr>
          <p:cNvPr id="20" name="shape">
            <a:extLst xmlns:a="http://schemas.openxmlformats.org/drawingml/2006/main">
              <a:ext uri="{FF2B5EF4-FFF2-40B4-BE49-F238E27FC236}">
                <a16:creationId xmlns:a16="http://schemas.microsoft.com/office/drawing/2014/main" id="{016F14D2-FF72-4EAB-8736-4BD3BC3E350E}"/>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3C699FF-9B07-437F-A9C4-9A0006FB1156}"/>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retain [ ]</a:t>
            </a:r>
          </a:p>
        </p:txBody>
      </p:sp>
      <p:sp>
        <p:nvSpPr>
          <p:cNvPr id="22" name="shape">
            <a:extLst xmlns:a="http://schemas.openxmlformats.org/drawingml/2006/main">
              <a:ext uri="{FF2B5EF4-FFF2-40B4-BE49-F238E27FC236}">
                <a16:creationId xmlns:a16="http://schemas.microsoft.com/office/drawing/2014/main" id="{C2144D75-7AA7-4FCD-B87A-D0638D4EE88C}"/>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CFC6A41-BDD5-4541-8F72-7CAB1C01F106}"/>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4" name="shape">
            <a:extLst xmlns:a="http://schemas.openxmlformats.org/drawingml/2006/main">
              <a:ext uri="{FF2B5EF4-FFF2-40B4-BE49-F238E27FC236}">
                <a16:creationId xmlns:a16="http://schemas.microsoft.com/office/drawing/2014/main" id="{B6F21FE0-9660-4C49-AEB9-A65B2BD5FF4B}"/>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5C5F477-1E94-4A4B-B8FB-B049CA6A932A}"/>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
        <p:nvSpPr>
          <p:cNvPr id="26" name="shape">
            <a:extLst xmlns:a="http://schemas.openxmlformats.org/drawingml/2006/main">
              <a:ext uri="{FF2B5EF4-FFF2-40B4-BE49-F238E27FC236}">
                <a16:creationId xmlns:a16="http://schemas.microsoft.com/office/drawing/2014/main" id="{065DE089-184F-4738-B33A-02769591BAB5}"/>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65C16A4-3164-41C5-B9F5-3BCFA90BDD88}"/>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28" name="shape">
            <a:extLst xmlns:a="http://schemas.openxmlformats.org/drawingml/2006/main">
              <a:ext uri="{FF2B5EF4-FFF2-40B4-BE49-F238E27FC236}">
                <a16:creationId xmlns:a16="http://schemas.microsoft.com/office/drawing/2014/main" id="{96BBD881-CECF-42E6-BD8F-32DA54377A0A}"/>
              </a:ext>
            </a:extLst>
          </p:cNvPr>
          <p:cNvSpPr>
            <a:spLocks xmlns:a="http://schemas.openxmlformats.org/drawingml/2006/main" noGrp="1"/>
          </p:cNvSpPr>
          <p:nvPr/>
        </p:nvSpPr>
        <p:spPr>
          <a:xfrm xmlns:a="http://schemas.openxmlformats.org/drawingml/2006/main">
            <a:off x="409575" y="38957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3BCB6EF-F597-4091-8D00-77E861F87DA3}"/>
              </a:ext>
            </a:extLst>
          </p:cNvPr>
          <p:cNvSpPr>
            <a:spLocks xmlns:a="http://schemas.openxmlformats.org/drawingml/2006/main" noGrp="1"/>
          </p:cNvSpPr>
          <p:nvPr/>
        </p:nvSpPr>
        <p:spPr>
          <a:xfrm xmlns:a="http://schemas.openxmlformats.org/drawingml/2006/main">
            <a:off x="457200" y="3905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30" name="shape">
            <a:extLst xmlns:a="http://schemas.openxmlformats.org/drawingml/2006/main">
              <a:ext uri="{FF2B5EF4-FFF2-40B4-BE49-F238E27FC236}">
                <a16:creationId xmlns:a16="http://schemas.microsoft.com/office/drawing/2014/main" id="{3F7F29A2-D671-4600-B121-0E63BF0FD395}"/>
              </a:ext>
            </a:extLst>
          </p:cNvPr>
          <p:cNvSpPr>
            <a:spLocks xmlns:a="http://schemas.openxmlformats.org/drawingml/2006/main" noGrp="1"/>
          </p:cNvSpPr>
          <p:nvPr/>
        </p:nvSpPr>
        <p:spPr>
          <a:xfrm xmlns:a="http://schemas.openxmlformats.org/drawingml/2006/main">
            <a:off x="409575" y="4286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91DB313-8959-4048-AF10-DD9547920080}"/>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69203977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C4C46C46-239E-483F-A784-6F4E2D3B4F0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B7B8E376-623D-48D2-9C62-4C17E6EBE18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D80D4B8-6A01-4AAB-A47D-ED49589B76E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057D849C-996F-42C6-8AC9-1C540056E1A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01D403E-A92D-4AD0-A01F-448370D0524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B1807F8-E4AA-4041-9ECD-479BF4EB48C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0286F19-00D0-463A-930A-10AD8330670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3BD3426-E98A-44A8-B6FE-1C9178297E3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9200426-432D-4B36-8BFC-F18318376C4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81CCF1B-BC55-4A87-8FDD-146B16B6C7F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AE5CDF7C-B155-44C5-83A8-24DC3F16D54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1F4DE78-A0F6-4138-91EB-596EB52F9CE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8748A93-85D4-41AF-9812-B01AA889E85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42</a:t>
            </a:r>
          </a:p>
        </p:txBody>
      </p:sp>
      <p:sp>
        <p:nvSpPr>
          <p:cNvPr id="14" name="licence-footer">
            <a:extLst xmlns:a="http://schemas.openxmlformats.org/drawingml/2006/main">
              <a:ext uri="{FF2B5EF4-FFF2-40B4-BE49-F238E27FC236}">
                <a16:creationId xmlns:a16="http://schemas.microsoft.com/office/drawing/2014/main" id="{E55BC2E1-1859-4016-B8EE-5F89C97FCF9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5D4B535-1BBA-4AE2-AA63-1DAAA6C1DC8E}"/>
              </a:ext>
            </a:extLst>
          </p:cNvPr>
          <p:cNvPicPr>
            <a:picLocks xmlns:a="http://schemas.openxmlformats.org/drawingml/2006/main" noChangeAspect="1"/>
          </p:cNvPicPr>
          <p:nvPr/>
        </p:nvPicPr>
        <p:blipFill>
          <a:blip xmlns:r="http://schemas.openxmlformats.org/officeDocument/2006/relationships" xmlns:a="http://schemas.openxmlformats.org/drawingml/2006/main" r:embed="R6cb23f5be335432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7A80A4A-182F-4B7F-838E-1B44822C78A4}"/>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344F943-A6EB-496E-944E-21A6276ACD6E}"/>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D8FCE80A-3EBD-41B5-8355-E55183F3901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0BADC1A-E4CB-43BF-B430-D2CF0F184AC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2AB2DDBD-C4DB-409A-9E85-D8226AAD051D}"/>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EC6996F-FC73-4D3C-9EC2-69F0CBE6A4CA}"/>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these steps. You choose every detail and answer.</a:t>
            </a:r>
          </a:p>
        </p:txBody>
      </p:sp>
      <p:sp>
        <p:nvSpPr>
          <p:cNvPr id="22" name="shape">
            <a:extLst xmlns:a="http://schemas.openxmlformats.org/drawingml/2006/main">
              <a:ext uri="{FF2B5EF4-FFF2-40B4-BE49-F238E27FC236}">
                <a16:creationId xmlns:a16="http://schemas.microsoft.com/office/drawing/2014/main" id="{5C12BC79-7C8B-46A2-BEEF-91D78241648C}"/>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C60376B-EDA8-4D8E-804D-F4DADD94964C}"/>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Explain how one faith account links hardship and hope.</a:t>
            </a:r>
          </a:p>
        </p:txBody>
      </p:sp>
      <p:sp>
        <p:nvSpPr>
          <p:cNvPr id="24" name="shape">
            <a:extLst xmlns:a="http://schemas.openxmlformats.org/drawingml/2006/main">
              <a:ext uri="{FF2B5EF4-FFF2-40B4-BE49-F238E27FC236}">
                <a16:creationId xmlns:a16="http://schemas.microsoft.com/office/drawing/2014/main" id="{FE164505-32F9-4748-BB8C-97DA046454A7}"/>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6FCC50F-4E85-4CCE-B000-64CB5A260304}"/>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In A, find the belief linked to hope.</a:t>
            </a:r>
          </a:p>
        </p:txBody>
      </p:sp>
      <p:sp>
        <p:nvSpPr>
          <p:cNvPr id="26" name="shape">
            <a:extLst xmlns:a="http://schemas.openxmlformats.org/drawingml/2006/main">
              <a:ext uri="{FF2B5EF4-FFF2-40B4-BE49-F238E27FC236}">
                <a16:creationId xmlns:a16="http://schemas.microsoft.com/office/drawing/2014/main" id="{5A0D1746-FF16-4027-B2E7-7A06306F5583}"/>
              </a:ext>
            </a:extLst>
          </p:cNvPr>
          <p:cNvSpPr>
            <a:spLocks xmlns:a="http://schemas.openxmlformats.org/drawingml/2006/main" noGrp="1"/>
          </p:cNvSpPr>
          <p:nvPr/>
        </p:nvSpPr>
        <p:spPr>
          <a:xfrm xmlns:a="http://schemas.openxmlformats.org/drawingml/2006/main">
            <a:off x="409575" y="37242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BE494FB-283F-4050-96F3-1163DECCAD5F}"/>
              </a:ext>
            </a:extLst>
          </p:cNvPr>
          <p:cNvSpPr>
            <a:spLocks xmlns:a="http://schemas.openxmlformats.org/drawingml/2006/main" noGrp="1"/>
          </p:cNvSpPr>
          <p:nvPr/>
        </p:nvSpPr>
        <p:spPr>
          <a:xfrm xmlns:a="http://schemas.openxmlformats.org/drawingml/2006/main">
            <a:off x="457200" y="3733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In C, select a caring action.</a:t>
            </a:r>
          </a:p>
        </p:txBody>
      </p:sp>
      <p:sp>
        <p:nvSpPr>
          <p:cNvPr id="28" name="shape">
            <a:extLst xmlns:a="http://schemas.openxmlformats.org/drawingml/2006/main">
              <a:ext uri="{FF2B5EF4-FFF2-40B4-BE49-F238E27FC236}">
                <a16:creationId xmlns:a16="http://schemas.microsoft.com/office/drawing/2014/main" id="{3FBA5872-C50D-4A41-AF48-B2C6F8B2D8E8}"/>
              </a:ext>
            </a:extLst>
          </p:cNvPr>
          <p:cNvSpPr>
            <a:spLocks xmlns:a="http://schemas.openxmlformats.org/drawingml/2006/main" noGrp="1"/>
          </p:cNvSpPr>
          <p:nvPr/>
        </p:nvSpPr>
        <p:spPr>
          <a:xfrm xmlns:a="http://schemas.openxmlformats.org/drawingml/2006/main">
            <a:off x="409575" y="4114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A3BF2E0D-DA9E-4365-AA38-6CDE95A6FD4B}"/>
              </a:ext>
            </a:extLst>
          </p:cNvPr>
          <p:cNvSpPr>
            <a:spLocks xmlns:a="http://schemas.openxmlformats.org/drawingml/2006/main" noGrp="1"/>
          </p:cNvSpPr>
          <p:nvPr/>
        </p:nvSpPr>
        <p:spPr>
          <a:xfrm xmlns:a="http://schemas.openxmlformats.org/drawingml/2006/main">
            <a:off x="457200" y="4124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Explain the link in your own words.</a:t>
            </a:r>
          </a:p>
        </p:txBody>
      </p:sp>
      <p:sp>
        <p:nvSpPr>
          <p:cNvPr id="30" name="shape">
            <a:extLst xmlns:a="http://schemas.openxmlformats.org/drawingml/2006/main">
              <a:ext uri="{FF2B5EF4-FFF2-40B4-BE49-F238E27FC236}">
                <a16:creationId xmlns:a16="http://schemas.microsoft.com/office/drawing/2014/main" id="{8F259021-ADB7-49C3-8B68-691200E1F02F}"/>
              </a:ext>
            </a:extLst>
          </p:cNvPr>
          <p:cNvSpPr>
            <a:spLocks xmlns:a="http://schemas.openxmlformats.org/drawingml/2006/main" noGrp="1"/>
          </p:cNvSpPr>
          <p:nvPr/>
        </p:nvSpPr>
        <p:spPr>
          <a:xfrm xmlns:a="http://schemas.openxmlformats.org/drawingml/2006/main">
            <a:off x="409575" y="45053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44FCA9FB-0542-40BF-B1D2-BF1CE08DFC7D}"/>
              </a:ext>
            </a:extLst>
          </p:cNvPr>
          <p:cNvSpPr>
            <a:spLocks xmlns:a="http://schemas.openxmlformats.org/drawingml/2006/main" noGrp="1"/>
          </p:cNvSpPr>
          <p:nvPr/>
        </p:nvSpPr>
        <p:spPr>
          <a:xfrm xmlns:a="http://schemas.openxmlformats.org/drawingml/2006/main">
            <a:off x="457200" y="4514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 Add a limit: what is not guaranteed?</a:t>
            </a:r>
          </a:p>
        </p:txBody>
      </p:sp>
      <p:sp>
        <p:nvSpPr>
          <p:cNvPr id="32" name="shape">
            <a:extLst xmlns:a="http://schemas.openxmlformats.org/drawingml/2006/main">
              <a:ext uri="{FF2B5EF4-FFF2-40B4-BE49-F238E27FC236}">
                <a16:creationId xmlns:a16="http://schemas.microsoft.com/office/drawing/2014/main" id="{3EACA45E-0509-461F-933F-1E8B0C58C5E7}"/>
              </a:ext>
            </a:extLst>
          </p:cNvPr>
          <p:cNvSpPr>
            <a:spLocks xmlns:a="http://schemas.openxmlformats.org/drawingml/2006/main" noGrp="1"/>
          </p:cNvSpPr>
          <p:nvPr/>
        </p:nvSpPr>
        <p:spPr>
          <a:xfrm xmlns:a="http://schemas.openxmlformats.org/drawingml/2006/main">
            <a:off x="409575" y="48958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8E1179C7-EED7-4CC9-B9C4-4A95E28A8D89}"/>
              </a:ext>
            </a:extLst>
          </p:cNvPr>
          <p:cNvSpPr>
            <a:spLocks xmlns:a="http://schemas.openxmlformats.org/drawingml/2006/main" noGrp="1"/>
          </p:cNvSpPr>
          <p:nvPr/>
        </p:nvSpPr>
        <p:spPr>
          <a:xfrm xmlns:a="http://schemas.openxmlformats.org/drawingml/2006/main">
            <a:off x="457200" y="4905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suffering, hope, faith, response.</a:t>
            </a:r>
          </a:p>
        </p:txBody>
      </p:sp>
    </p:spTree>
    <p:extLst>
      <p:ext uri="{BB962C8B-B14F-4D97-AF65-F5344CB8AC3E}">
        <p14:creationId xmlns:p14="http://schemas.microsoft.com/office/powerpoint/2010/main" val="8453832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DF65B0F9-D792-4559-A6FF-07CCF9A93FE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7024CD49-7144-4646-9C61-1B8FA31059E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95107072-6C0B-49E2-ACD1-A952A34E007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209BFE88-9CAF-4AEF-AB4E-051C4BB856B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B1A3979-FFF5-4930-A6A9-517791CA745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D7326D5-9FC4-4A60-9285-DB653CAD58A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E73F944-ABCA-45F1-9D2F-15ABFA97904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8DBE12E-D6FA-436D-AAEF-0FFCBBC5DFD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49CD80-E213-4E82-A8ED-4D6BCF81C77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E33F0E4-529E-4522-A8CA-587794C8422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34FEB860-97EC-44FB-BB78-E4787F7993E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61ADB5E9-4D25-453A-9E12-9EAC0F8BCEA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6D43768-C3A1-4BA4-BD97-9E8465321CF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42</a:t>
            </a:r>
          </a:p>
        </p:txBody>
      </p:sp>
      <p:sp>
        <p:nvSpPr>
          <p:cNvPr id="14" name="licence-footer">
            <a:extLst xmlns:a="http://schemas.openxmlformats.org/drawingml/2006/main">
              <a:ext uri="{FF2B5EF4-FFF2-40B4-BE49-F238E27FC236}">
                <a16:creationId xmlns:a16="http://schemas.microsoft.com/office/drawing/2014/main" id="{64619C2B-9323-472C-AE10-74EB1D5382E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2827042-FE32-45A2-BB3F-02672D9E046E}"/>
              </a:ext>
            </a:extLst>
          </p:cNvPr>
          <p:cNvPicPr>
            <a:picLocks xmlns:a="http://schemas.openxmlformats.org/drawingml/2006/main" noChangeAspect="1"/>
          </p:cNvPicPr>
          <p:nvPr/>
        </p:nvPicPr>
        <p:blipFill>
          <a:blip xmlns:r="http://schemas.openxmlformats.org/officeDocument/2006/relationships" xmlns:a="http://schemas.openxmlformats.org/drawingml/2006/main" r:embed="Rec311c0e111146e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6E2BE33D-54F5-4622-A8DB-AFAB7822C6A3}"/>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BF69F08-72E9-4E03-8131-EBEA903AEB0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F2DCF3DC-5345-4499-B046-BAB35FDEFE4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427C1A4-FF1C-4395-B300-1211AA01840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ABD61F3B-E83F-4AEB-BCA2-5247A08B987F}"/>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06A55BF-B672-4B7F-9B6E-9F42D2B109B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48F3F7F6-7C7F-4589-8CCA-EA2A48655686}"/>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AB51D2E3-E41B-4B33-8A67-77675E3AA1E3}"/>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belief and hope [ ]</a:t>
            </a:r>
          </a:p>
        </p:txBody>
      </p:sp>
      <p:sp>
        <p:nvSpPr>
          <p:cNvPr id="24" name="shape">
            <a:extLst xmlns:a="http://schemas.openxmlformats.org/drawingml/2006/main">
              <a:ext uri="{FF2B5EF4-FFF2-40B4-BE49-F238E27FC236}">
                <a16:creationId xmlns:a16="http://schemas.microsoft.com/office/drawing/2014/main" id="{6F1C7279-777C-4F68-8C36-0D8EDDADF4F6}"/>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F27639E-27E9-4062-BB4C-ECBB9596B21E}"/>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Caring response in C [ ] / source link [ ]</a:t>
            </a:r>
          </a:p>
        </p:txBody>
      </p:sp>
      <p:sp>
        <p:nvSpPr>
          <p:cNvPr id="26" name="shape">
            <a:extLst xmlns:a="http://schemas.openxmlformats.org/drawingml/2006/main">
              <a:ext uri="{FF2B5EF4-FFF2-40B4-BE49-F238E27FC236}">
                <a16:creationId xmlns:a16="http://schemas.microsoft.com/office/drawing/2014/main" id="{F18765AA-AA59-40F2-8E16-3A4920A8CED1}"/>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4CBE3082-6C51-4ABE-8C7B-4827A128DC3B}"/>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remains hard or uncertain [ ]</a:t>
            </a:r>
          </a:p>
        </p:txBody>
      </p:sp>
      <p:sp>
        <p:nvSpPr>
          <p:cNvPr id="28" name="shape">
            <a:extLst xmlns:a="http://schemas.openxmlformats.org/drawingml/2006/main">
              <a:ext uri="{FF2B5EF4-FFF2-40B4-BE49-F238E27FC236}">
                <a16:creationId xmlns:a16="http://schemas.microsoft.com/office/drawing/2014/main" id="{015F31AD-F908-4CD8-9EF8-8E489FCB0BDE}"/>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4482152D-CD6C-4F94-AAB1-AA92C78EFCF8}"/>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retain [ ]</a:t>
            </a:r>
          </a:p>
        </p:txBody>
      </p:sp>
      <p:sp>
        <p:nvSpPr>
          <p:cNvPr id="30" name="shape">
            <a:extLst xmlns:a="http://schemas.openxmlformats.org/drawingml/2006/main">
              <a:ext uri="{FF2B5EF4-FFF2-40B4-BE49-F238E27FC236}">
                <a16:creationId xmlns:a16="http://schemas.microsoft.com/office/drawing/2014/main" id="{1C59A2FF-F0C6-4FD5-A642-2159861565FF}"/>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581781C1-2DD4-4932-BB69-5BFB585DF735}"/>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32" name="shape">
            <a:extLst xmlns:a="http://schemas.openxmlformats.org/drawingml/2006/main">
              <a:ext uri="{FF2B5EF4-FFF2-40B4-BE49-F238E27FC236}">
                <a16:creationId xmlns:a16="http://schemas.microsoft.com/office/drawing/2014/main" id="{D9E40B34-D98C-48D0-8F61-8033685E800F}"/>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E73E2311-BC1F-43B3-8412-3C55F1C8EAB7}"/>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185449355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C0FB3E1-E4CD-4661-89F3-E38A4A0D701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833AADE0-8741-4C0F-B784-BAF9DC99C47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07E8E00-6585-445A-A06E-0C5411521E9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8A192913-A58E-4C26-B8D5-27A4ED9498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9ECE6DB-566D-4B20-B6C8-FE05D0A269B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A1852E0-A68F-487C-BA27-774BAE3415B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F8F14E2-C512-4869-8059-D8ACC59112E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E4B3039-675F-4609-8859-C3A9D8967BF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C60B2B1-93ED-4E03-A508-E492DDD4ED7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42AB8A8-4492-4079-A837-723E283EE70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DEA192CA-0D36-44BD-AE66-D488795DBD2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6DC4644-42A2-4A75-A83D-B0622322EC2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ECB0D22-0262-48CD-8674-D4B866E4DBC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42</a:t>
            </a:r>
          </a:p>
        </p:txBody>
      </p:sp>
      <p:sp>
        <p:nvSpPr>
          <p:cNvPr id="14" name="licence-footer">
            <a:extLst xmlns:a="http://schemas.openxmlformats.org/drawingml/2006/main">
              <a:ext uri="{FF2B5EF4-FFF2-40B4-BE49-F238E27FC236}">
                <a16:creationId xmlns:a16="http://schemas.microsoft.com/office/drawing/2014/main" id="{CF170526-E939-4DE3-BEC3-6940E765F45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086152C-BC62-4C53-8B0E-2F532B60F35B}"/>
              </a:ext>
            </a:extLst>
          </p:cNvPr>
          <p:cNvPicPr>
            <a:picLocks xmlns:a="http://schemas.openxmlformats.org/drawingml/2006/main" noChangeAspect="1"/>
          </p:cNvPicPr>
          <p:nvPr/>
        </p:nvPicPr>
        <p:blipFill>
          <a:blip xmlns:r="http://schemas.openxmlformats.org/officeDocument/2006/relationships" xmlns:a="http://schemas.openxmlformats.org/drawingml/2006/main" r:embed="Reed7dae1186c4b8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D00BDB8-9E2A-4C5F-B7D8-BE8E60CB8167}"/>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30FCBA6-04AD-4162-90DA-FB20EB785C0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3F1FA100-0063-4892-B659-F5DFD19C1E09}"/>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BF4C08B-0126-4ED2-B0F7-D7F37102987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DDC9FAAF-9FD0-4B91-83E2-9E8865E97653}"/>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001F392-431F-4C84-AA0F-541BBB1EE495}"/>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12405843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19AF72CE-4498-44D2-A18F-35CF879F370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600980CA-F082-43FD-A156-E0DBEDEB07D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9627204-E392-4AF5-BF89-0A92BB66159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5C7BBF6-63BF-481C-BFE4-66899441572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B2861C0-0BB1-42ED-BE5A-E7F6EE8664A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32DD95C-D5F4-4A34-B2FF-A50977E0199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E1BEF28-0D71-417D-A457-63C003FC306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0D94C00-D2EA-4303-B3C8-9091A3D1BF25}"/>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92DE421-1C8E-4D84-93B7-BCED3A949FE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B6DB930-E9C9-488A-A380-F931E88B298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D335C26F-24D4-49FB-8E69-38D1DB398E0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BAB591F-12ED-437C-9511-205843D2947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7D64273-4CFB-43D2-904D-8ABF21BC4CB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42</a:t>
            </a:r>
          </a:p>
        </p:txBody>
      </p:sp>
      <p:sp>
        <p:nvSpPr>
          <p:cNvPr id="14" name="licence-footer">
            <a:extLst xmlns:a="http://schemas.openxmlformats.org/drawingml/2006/main">
              <a:ext uri="{FF2B5EF4-FFF2-40B4-BE49-F238E27FC236}">
                <a16:creationId xmlns:a16="http://schemas.microsoft.com/office/drawing/2014/main" id="{7AF2CD91-81D4-44B1-9D4B-CD59D68B305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89432D8-B158-4CA3-BDBF-A0374425800D}"/>
              </a:ext>
            </a:extLst>
          </p:cNvPr>
          <p:cNvPicPr>
            <a:picLocks xmlns:a="http://schemas.openxmlformats.org/drawingml/2006/main" noChangeAspect="1"/>
          </p:cNvPicPr>
          <p:nvPr/>
        </p:nvPicPr>
        <p:blipFill>
          <a:blip xmlns:r="http://schemas.openxmlformats.org/officeDocument/2006/relationships" xmlns:a="http://schemas.openxmlformats.org/drawingml/2006/main" r:embed="R3ce5eaeddbfe48c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740D342-D525-4AB2-8DC2-EC969FED8A1D}"/>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6D0FD87-8E8C-4334-8BDC-D716C3AEAF63}"/>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D57612E2-1B01-4796-BE30-81AB7572E78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1B74C42-B3F1-470E-A12B-4AC4A0B8D67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EEEC6B40-13D4-46E7-BD98-CEFD7D9B39A2}"/>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75597CD-2C02-4BBF-888E-414C0658DF5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from the options, then add your own word, phrase or reason.</a:t>
            </a:r>
          </a:p>
        </p:txBody>
      </p:sp>
      <p:sp>
        <p:nvSpPr>
          <p:cNvPr id="22" name="shape">
            <a:extLst xmlns:a="http://schemas.openxmlformats.org/drawingml/2006/main">
              <a:ext uri="{FF2B5EF4-FFF2-40B4-BE49-F238E27FC236}">
                <a16:creationId xmlns:a16="http://schemas.microsoft.com/office/drawing/2014/main" id="{92495831-A37A-42A4-AB1A-EBB6820D04F3}"/>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B8CA780-DBF9-4683-89B1-C4F0AE72F08B}"/>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Core task: Explain how one faith account links hardship and hope.</a:t>
            </a:r>
          </a:p>
        </p:txBody>
      </p:sp>
      <p:sp>
        <p:nvSpPr>
          <p:cNvPr id="24" name="shape">
            <a:extLst xmlns:a="http://schemas.openxmlformats.org/drawingml/2006/main">
              <a:ext uri="{FF2B5EF4-FFF2-40B4-BE49-F238E27FC236}">
                <a16:creationId xmlns:a16="http://schemas.microsoft.com/office/drawing/2014/main" id="{3EC32A7C-6E16-4798-9EA3-E651ED285E61}"/>
              </a:ext>
            </a:extLst>
          </p:cNvPr>
          <p:cNvSpPr>
            <a:spLocks xmlns:a="http://schemas.openxmlformats.org/drawingml/2006/main" noGrp="1"/>
          </p:cNvSpPr>
          <p:nvPr/>
        </p:nvSpPr>
        <p:spPr>
          <a:xfrm xmlns:a="http://schemas.openxmlformats.org/drawingml/2006/main">
            <a:off x="409575" y="33337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E7ACDFC-FFC1-4696-9E52-AA0196C59719}"/>
              </a:ext>
            </a:extLst>
          </p:cNvPr>
          <p:cNvSpPr>
            <a:spLocks xmlns:a="http://schemas.openxmlformats.org/drawingml/2006/main" noGrp="1"/>
          </p:cNvSpPr>
          <p:nvPr/>
        </p:nvSpPr>
        <p:spPr>
          <a:xfrm xmlns:a="http://schemas.openxmlformats.org/drawingml/2006/main">
            <a:off x="457200" y="3343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 claim A supports: faith can be a source of hope / faith makes all pain stop at once /</a:t>
            </a:r>
          </a:p>
        </p:txBody>
      </p:sp>
      <p:sp>
        <p:nvSpPr>
          <p:cNvPr id="26" name="shape">
            <a:extLst xmlns:a="http://schemas.openxmlformats.org/drawingml/2006/main">
              <a:ext uri="{FF2B5EF4-FFF2-40B4-BE49-F238E27FC236}">
                <a16:creationId xmlns:a16="http://schemas.microsoft.com/office/drawing/2014/main" id="{EDC696AE-344E-4BE4-966F-2138D715ED58}"/>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EF795FD-5ECF-4529-A4F9-D5121E6DCC76}"/>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every person must believe the same thing.</a:t>
            </a:r>
          </a:p>
        </p:txBody>
      </p:sp>
      <p:sp>
        <p:nvSpPr>
          <p:cNvPr id="28" name="shape">
            <a:extLst xmlns:a="http://schemas.openxmlformats.org/drawingml/2006/main">
              <a:ext uri="{FF2B5EF4-FFF2-40B4-BE49-F238E27FC236}">
                <a16:creationId xmlns:a16="http://schemas.microsoft.com/office/drawing/2014/main" id="{9976B70D-CF09-4D7D-8A17-1693E52F32E6}"/>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742B8F50-1758-4654-ADE3-4E1B2FBC55E4}"/>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an action in C and give your own reason linking it to care.</a:t>
            </a:r>
          </a:p>
        </p:txBody>
      </p:sp>
      <p:sp>
        <p:nvSpPr>
          <p:cNvPr id="30" name="shape">
            <a:extLst xmlns:a="http://schemas.openxmlformats.org/drawingml/2006/main">
              <a:ext uri="{FF2B5EF4-FFF2-40B4-BE49-F238E27FC236}">
                <a16:creationId xmlns:a16="http://schemas.microsoft.com/office/drawing/2014/main" id="{55723B60-D6DF-46D2-A595-746329B91E0F}"/>
              </a:ext>
            </a:extLst>
          </p:cNvPr>
          <p:cNvSpPr>
            <a:spLocks xmlns:a="http://schemas.openxmlformats.org/drawingml/2006/main" noGrp="1"/>
          </p:cNvSpPr>
          <p:nvPr/>
        </p:nvSpPr>
        <p:spPr>
          <a:xfrm xmlns:a="http://schemas.openxmlformats.org/drawingml/2006/main">
            <a:off x="409575" y="4410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06AAC440-A190-49F8-A134-5FAB915ACB02}"/>
              </a:ext>
            </a:extLst>
          </p:cNvPr>
          <p:cNvSpPr>
            <a:spLocks xmlns:a="http://schemas.openxmlformats.org/drawingml/2006/main" noGrp="1"/>
          </p:cNvSpPr>
          <p:nvPr/>
        </p:nvSpPr>
        <p:spPr>
          <a:xfrm xmlns:a="http://schemas.openxmlformats.org/drawingml/2006/main">
            <a:off x="457200" y="4419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State what the source cannot promise.</a:t>
            </a:r>
          </a:p>
        </p:txBody>
      </p:sp>
      <p:sp>
        <p:nvSpPr>
          <p:cNvPr id="32" name="shape">
            <a:extLst xmlns:a="http://schemas.openxmlformats.org/drawingml/2006/main">
              <a:ext uri="{FF2B5EF4-FFF2-40B4-BE49-F238E27FC236}">
                <a16:creationId xmlns:a16="http://schemas.microsoft.com/office/drawing/2014/main" id="{1B9A7D6D-AFEA-4256-9D78-4F164A15413B}"/>
              </a:ext>
            </a:extLst>
          </p:cNvPr>
          <p:cNvSpPr>
            <a:spLocks xmlns:a="http://schemas.openxmlformats.org/drawingml/2006/main" noGrp="1"/>
          </p:cNvSpPr>
          <p:nvPr/>
        </p:nvSpPr>
        <p:spPr>
          <a:xfrm xmlns:a="http://schemas.openxmlformats.org/drawingml/2006/main">
            <a:off x="409575" y="4800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66AA6D70-B951-43F5-8498-00F25675418D}"/>
              </a:ext>
            </a:extLst>
          </p:cNvPr>
          <p:cNvSpPr>
            <a:spLocks xmlns:a="http://schemas.openxmlformats.org/drawingml/2006/main" noGrp="1"/>
          </p:cNvSpPr>
          <p:nvPr/>
        </p:nvSpPr>
        <p:spPr>
          <a:xfrm xmlns:a="http://schemas.openxmlformats.org/drawingml/2006/main">
            <a:off x="457200" y="4810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four must-know words in labels, talk or your review: suffering, hope, faith, response.</a:t>
            </a:r>
          </a:p>
        </p:txBody>
      </p:sp>
    </p:spTree>
    <p:extLst>
      <p:ext uri="{BB962C8B-B14F-4D97-AF65-F5344CB8AC3E}">
        <p14:creationId xmlns:p14="http://schemas.microsoft.com/office/powerpoint/2010/main" val="105689839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535A9EAA-F580-49B6-8DBC-2FD6C42B7B8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79594BF9-BC56-4981-B183-7C900776DF2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84FAFA01-E907-40D9-92EE-85BF2256B49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0FB7696E-7484-47E0-A7AF-29D0B5EDCD0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203CEBA-9905-4B2A-B786-27AB5A398AF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29E6A0A-6BE4-4E82-9F04-BC3588D3DFD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4C96363-1CC0-4C55-B62A-F3BEA61E011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612F5DB-7793-4788-9409-BA06D9AA5773}"/>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FD903EC-9E3E-42D2-B83D-0C5A1E49744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92CAA90-358D-41D8-8AA7-A4A4ACDA242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E8581043-A6B2-474C-B096-7E61273199A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78B885E8-8CEA-410B-B557-3C41DF53907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653DC6B2-35E0-4BF0-A46D-775B9DE065E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42</a:t>
            </a:r>
          </a:p>
        </p:txBody>
      </p:sp>
      <p:sp>
        <p:nvSpPr>
          <p:cNvPr id="14" name="licence-footer">
            <a:extLst xmlns:a="http://schemas.openxmlformats.org/drawingml/2006/main">
              <a:ext uri="{FF2B5EF4-FFF2-40B4-BE49-F238E27FC236}">
                <a16:creationId xmlns:a16="http://schemas.microsoft.com/office/drawing/2014/main" id="{A422E424-98EE-4EEF-9F3C-BBFD64FD2EA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56CA212-B112-40B6-A05C-B7D6CC0DAFD4}"/>
              </a:ext>
            </a:extLst>
          </p:cNvPr>
          <p:cNvPicPr>
            <a:picLocks xmlns:a="http://schemas.openxmlformats.org/drawingml/2006/main" noChangeAspect="1"/>
          </p:cNvPicPr>
          <p:nvPr/>
        </p:nvPicPr>
        <p:blipFill>
          <a:blip xmlns:r="http://schemas.openxmlformats.org/officeDocument/2006/relationships" xmlns:a="http://schemas.openxmlformats.org/drawingml/2006/main" r:embed="Rf24d632f26414fd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8534EEE-AE54-490F-8AD5-328C2EFA5B4C}"/>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124482E-4F56-44FC-80D6-BE02A8F47C1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18" name="shape">
            <a:extLst xmlns:a="http://schemas.openxmlformats.org/drawingml/2006/main">
              <a:ext uri="{FF2B5EF4-FFF2-40B4-BE49-F238E27FC236}">
                <a16:creationId xmlns:a16="http://schemas.microsoft.com/office/drawing/2014/main" id="{7A9C61F9-DEA5-4E6E-AE7B-2F7004ADEC8A}"/>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4F8DDCD-FE93-4A4B-A0D0-CBBB785BF92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20" name="shape">
            <a:extLst xmlns:a="http://schemas.openxmlformats.org/drawingml/2006/main">
              <a:ext uri="{FF2B5EF4-FFF2-40B4-BE49-F238E27FC236}">
                <a16:creationId xmlns:a16="http://schemas.microsoft.com/office/drawing/2014/main" id="{93DBF4F7-FE38-457E-85DC-03CB11912244}"/>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A0F0C3C-2262-44F6-AC11-4F25A0E6F92C}"/>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22" name="shape">
            <a:extLst xmlns:a="http://schemas.openxmlformats.org/drawingml/2006/main">
              <a:ext uri="{FF2B5EF4-FFF2-40B4-BE49-F238E27FC236}">
                <a16:creationId xmlns:a16="http://schemas.microsoft.com/office/drawing/2014/main" id="{3E809691-5FB2-49E4-8608-BAD50C54B46D}"/>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DACDD00-8497-426C-8F30-8DF77BD2E014}"/>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belief and hope [ ]</a:t>
            </a:r>
          </a:p>
        </p:txBody>
      </p:sp>
      <p:sp>
        <p:nvSpPr>
          <p:cNvPr id="24" name="shape">
            <a:extLst xmlns:a="http://schemas.openxmlformats.org/drawingml/2006/main">
              <a:ext uri="{FF2B5EF4-FFF2-40B4-BE49-F238E27FC236}">
                <a16:creationId xmlns:a16="http://schemas.microsoft.com/office/drawing/2014/main" id="{1AD97862-D6EA-48EB-80F9-26C0C12C2049}"/>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E258ED92-5D70-4585-8620-8B678F509B47}"/>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Caring response in C [ ] / source link [ ]</a:t>
            </a:r>
          </a:p>
        </p:txBody>
      </p:sp>
      <p:sp>
        <p:nvSpPr>
          <p:cNvPr id="26" name="shape">
            <a:extLst xmlns:a="http://schemas.openxmlformats.org/drawingml/2006/main">
              <a:ext uri="{FF2B5EF4-FFF2-40B4-BE49-F238E27FC236}">
                <a16:creationId xmlns:a16="http://schemas.microsoft.com/office/drawing/2014/main" id="{E1AF4A8D-BFEB-4AF8-92B9-D842EB338A32}"/>
              </a:ext>
            </a:extLst>
          </p:cNvPr>
          <p:cNvSpPr>
            <a:spLocks xmlns:a="http://schemas.openxmlformats.org/drawingml/2006/main" noGrp="1"/>
          </p:cNvSpPr>
          <p:nvPr/>
        </p:nvSpPr>
        <p:spPr>
          <a:xfrm xmlns:a="http://schemas.openxmlformats.org/drawingml/2006/main">
            <a:off x="409575" y="3600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2F7C8730-F854-4933-B341-89CA9CA105FD}"/>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remains hard or uncertain [ ]</a:t>
            </a:r>
          </a:p>
        </p:txBody>
      </p:sp>
      <p:sp>
        <p:nvSpPr>
          <p:cNvPr id="28" name="shape">
            <a:extLst xmlns:a="http://schemas.openxmlformats.org/drawingml/2006/main">
              <a:ext uri="{FF2B5EF4-FFF2-40B4-BE49-F238E27FC236}">
                <a16:creationId xmlns:a16="http://schemas.microsoft.com/office/drawing/2014/main" id="{2618759F-463F-4A73-A2C9-8411DDAF01DF}"/>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61F19512-6C6F-4690-A161-F3A9CCC023FE}"/>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retain [ ]</a:t>
            </a:r>
          </a:p>
        </p:txBody>
      </p:sp>
      <p:sp>
        <p:nvSpPr>
          <p:cNvPr id="30" name="shape">
            <a:extLst xmlns:a="http://schemas.openxmlformats.org/drawingml/2006/main">
              <a:ext uri="{FF2B5EF4-FFF2-40B4-BE49-F238E27FC236}">
                <a16:creationId xmlns:a16="http://schemas.microsoft.com/office/drawing/2014/main" id="{3EA49EC6-3522-4669-959A-BF8E26A7384D}"/>
              </a:ext>
            </a:extLst>
          </p:cNvPr>
          <p:cNvSpPr>
            <a:spLocks xmlns:a="http://schemas.openxmlformats.org/drawingml/2006/main" noGrp="1"/>
          </p:cNvSpPr>
          <p:nvPr/>
        </p:nvSpPr>
        <p:spPr>
          <a:xfrm xmlns:a="http://schemas.openxmlformats.org/drawingml/2006/main">
            <a:off x="409575" y="4381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58D0FED-8370-41B9-8550-980B27052BA0}"/>
              </a:ext>
            </a:extLst>
          </p:cNvPr>
          <p:cNvSpPr>
            <a:spLocks xmlns:a="http://schemas.openxmlformats.org/drawingml/2006/main" noGrp="1"/>
          </p:cNvSpPr>
          <p:nvPr/>
        </p:nvSpPr>
        <p:spPr>
          <a:xfrm xmlns:a="http://schemas.openxmlformats.org/drawingml/2006/main">
            <a:off x="457200" y="4391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32" name="shape">
            <a:extLst xmlns:a="http://schemas.openxmlformats.org/drawingml/2006/main">
              <a:ext uri="{FF2B5EF4-FFF2-40B4-BE49-F238E27FC236}">
                <a16:creationId xmlns:a16="http://schemas.microsoft.com/office/drawing/2014/main" id="{74F39F54-9FF0-49A9-B786-6BBB85857E39}"/>
              </a:ext>
            </a:extLst>
          </p:cNvPr>
          <p:cNvSpPr>
            <a:spLocks xmlns:a="http://schemas.openxmlformats.org/drawingml/2006/main" noGrp="1"/>
          </p:cNvSpPr>
          <p:nvPr/>
        </p:nvSpPr>
        <p:spPr>
          <a:xfrm xmlns:a="http://schemas.openxmlformats.org/drawingml/2006/main">
            <a:off x="409575" y="4676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770A740-BCA2-46D8-81E9-D76119BAE0DB}"/>
              </a:ext>
            </a:extLst>
          </p:cNvPr>
          <p:cNvSpPr>
            <a:spLocks xmlns:a="http://schemas.openxmlformats.org/drawingml/2006/main" noGrp="1"/>
          </p:cNvSpPr>
          <p:nvPr/>
        </p:nvSpPr>
        <p:spPr>
          <a:xfrm xmlns:a="http://schemas.openxmlformats.org/drawingml/2006/main">
            <a:off x="457200" y="4686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90324836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A71EDEF-B0FF-4911-B6F6-E0C4FC84130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24402A5B-FC9E-45B2-BF2D-C578F2C415A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D498E66-BD91-4213-B3FD-6E37F9D27F4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03D4DDF4-D43A-4A45-9F85-474451786F3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9BA9622-EF4D-45EA-B315-CD756767FF0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D7F619A-7798-4205-8958-EF45F855D05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92696AE-8880-4396-8B88-B7BD1F8C018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A98AB48-191E-4121-AE5D-2759D66975D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18912AD-F86F-4D63-827C-704A0937AC3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93656DA-6444-4A03-BC7B-60FBBBA9E35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7C6EEC60-6762-42ED-B6CE-A6128C5ADF8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FE3F502-B3E5-459C-AC61-2C66614C3FA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B5D02B7F-A22F-440A-83A1-11EF6B20389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42</a:t>
            </a:r>
          </a:p>
        </p:txBody>
      </p:sp>
      <p:sp>
        <p:nvSpPr>
          <p:cNvPr id="14" name="licence-footer">
            <a:extLst xmlns:a="http://schemas.openxmlformats.org/drawingml/2006/main">
              <a:ext uri="{FF2B5EF4-FFF2-40B4-BE49-F238E27FC236}">
                <a16:creationId xmlns:a16="http://schemas.microsoft.com/office/drawing/2014/main" id="{17D619EE-803E-4FCE-BA9D-46E8B9A9376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A162803-D3D8-4B92-BA65-7ADC93C45257}"/>
              </a:ext>
            </a:extLst>
          </p:cNvPr>
          <p:cNvPicPr>
            <a:picLocks xmlns:a="http://schemas.openxmlformats.org/drawingml/2006/main" noChangeAspect="1"/>
          </p:cNvPicPr>
          <p:nvPr/>
        </p:nvPicPr>
        <p:blipFill>
          <a:blip xmlns:r="http://schemas.openxmlformats.org/officeDocument/2006/relationships" xmlns:a="http://schemas.openxmlformats.org/drawingml/2006/main" r:embed="Rc5791e0493cc4f4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98C6CB1-3A1E-41E9-8432-7CDEE817608A}"/>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3C8E910-B134-4472-9DED-8092F1998C1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8143CF5F-76E8-4393-BD27-AB7DC3545B06}"/>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D34D55F-DAD7-4984-904C-F925FAC482A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72D03400-925A-4070-B0F8-933B620E2842}"/>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47427F12-6ACD-4CD0-A734-782308A06B1D}"/>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72701728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B9EACEBC-34BB-477D-9B06-C57076EE4AC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B037A0BA-91A6-4EB6-8DC6-BBED970B0BB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CD1AFEC1-C64F-424D-97D7-63902F44320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9FA85BC-FB99-43E7-BD10-4B50496E60F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3515AF9-7574-4757-B884-3CC2AE60C58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5DFCD81-6941-4855-B0DC-19811F3D8AB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881A551-64C4-4A60-8C37-14E97F6934B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8331C5D-4698-4597-8D88-F73338F77C5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AE60286-0CD7-435F-B6F1-D6CFC4D0BF8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42093F5-644F-4A1E-B4DD-B39221F3669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8DA8541B-EB54-4662-B9D5-0EC7865CC3E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11CD0E08-E29D-4208-9D0B-0F7D06D9C3E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843AA31-9A9E-4203-BA4D-2C5F58AA07B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42</a:t>
            </a:r>
          </a:p>
        </p:txBody>
      </p:sp>
      <p:sp>
        <p:nvSpPr>
          <p:cNvPr id="14" name="licence-footer">
            <a:extLst xmlns:a="http://schemas.openxmlformats.org/drawingml/2006/main">
              <a:ext uri="{FF2B5EF4-FFF2-40B4-BE49-F238E27FC236}">
                <a16:creationId xmlns:a16="http://schemas.microsoft.com/office/drawing/2014/main" id="{28208DF0-F382-41BE-B269-204FF7E5F9C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B479A8C-6288-4C04-9782-2F64CE294E76}"/>
              </a:ext>
            </a:extLst>
          </p:cNvPr>
          <p:cNvPicPr>
            <a:picLocks xmlns:a="http://schemas.openxmlformats.org/drawingml/2006/main" noChangeAspect="1"/>
          </p:cNvPicPr>
          <p:nvPr/>
        </p:nvPicPr>
        <p:blipFill>
          <a:blip xmlns:r="http://schemas.openxmlformats.org/officeDocument/2006/relationships" xmlns:a="http://schemas.openxmlformats.org/drawingml/2006/main" r:embed="R574db7c0ca89476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7B22C56-A8F3-4CF5-954A-A209FC2A4AF3}"/>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57A16F3-9C09-4FF1-BA69-367D02459319}"/>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A8978A59-7FF4-4CD0-A544-E3E6EE78470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AFE97CDE-75A9-4202-AC17-91E48D973C6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beliefs, change and resilience; this activity is not worship</a:t>
            </a:r>
          </a:p>
        </p:txBody>
      </p:sp>
      <p:sp>
        <p:nvSpPr>
          <p:cNvPr id="20" name="shape">
            <a:extLst xmlns:a="http://schemas.openxmlformats.org/drawingml/2006/main">
              <a:ext uri="{FF2B5EF4-FFF2-40B4-BE49-F238E27FC236}">
                <a16:creationId xmlns:a16="http://schemas.microsoft.com/office/drawing/2014/main" id="{C7273F53-B001-4AEF-99AC-FFAE8781FBDD}"/>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00AA906-C46E-42BF-80B5-0E7C5EEE47B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Complete the core task, then try the further challenge.</a:t>
            </a:r>
          </a:p>
        </p:txBody>
      </p:sp>
      <p:sp>
        <p:nvSpPr>
          <p:cNvPr id="22" name="shape">
            <a:extLst xmlns:a="http://schemas.openxmlformats.org/drawingml/2006/main">
              <a:ext uri="{FF2B5EF4-FFF2-40B4-BE49-F238E27FC236}">
                <a16:creationId xmlns:a16="http://schemas.microsoft.com/office/drawing/2014/main" id="{DF99EFC4-B435-4263-9C37-8CD425221C5F}"/>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08AE9D38-A5AD-47DD-BF77-87832C095818}"/>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 and C. Explain one Christian idea of hope in A. Link it to one caring response in C. Explain why</a:t>
            </a:r>
          </a:p>
        </p:txBody>
      </p:sp>
      <p:sp>
        <p:nvSpPr>
          <p:cNvPr id="24" name="shape">
            <a:extLst xmlns:a="http://schemas.openxmlformats.org/drawingml/2006/main">
              <a:ext uri="{FF2B5EF4-FFF2-40B4-BE49-F238E27FC236}">
                <a16:creationId xmlns:a16="http://schemas.microsoft.com/office/drawing/2014/main" id="{5564D18F-8963-4136-99CA-39F31747D9A5}"/>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104DF8D-8724-455F-B68E-24B28223761E}"/>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hope is not a promise that the hard situation ends at once. Use suffering, hope, faith and response.</a:t>
            </a:r>
          </a:p>
        </p:txBody>
      </p:sp>
      <p:sp>
        <p:nvSpPr>
          <p:cNvPr id="26" name="shape">
            <a:extLst xmlns:a="http://schemas.openxmlformats.org/drawingml/2006/main">
              <a:ext uri="{FF2B5EF4-FFF2-40B4-BE49-F238E27FC236}">
                <a16:creationId xmlns:a16="http://schemas.microsoft.com/office/drawing/2014/main" id="{110CE951-B8F6-4D10-BAF0-4C0A04A93CDF}"/>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53D85456-9260-40F8-B861-5A252E12EAD2}"/>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do not need to state a personal belief.</a:t>
            </a:r>
          </a:p>
        </p:txBody>
      </p:sp>
      <p:sp>
        <p:nvSpPr>
          <p:cNvPr id="28" name="shape">
            <a:extLst xmlns:a="http://schemas.openxmlformats.org/drawingml/2006/main">
              <a:ext uri="{FF2B5EF4-FFF2-40B4-BE49-F238E27FC236}">
                <a16:creationId xmlns:a16="http://schemas.microsoft.com/office/drawing/2014/main" id="{26ED7EEA-1CA1-439C-B760-632DC26578F2}"/>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5BFC3F64-C426-47AE-98B3-3E46154359D0}"/>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Further challenge: Explain how an account can offer hope while still calling for practical help. Keep</a:t>
            </a:r>
          </a:p>
        </p:txBody>
      </p:sp>
      <p:sp>
        <p:nvSpPr>
          <p:cNvPr id="30" name="shape">
            <a:extLst xmlns:a="http://schemas.openxmlformats.org/drawingml/2006/main">
              <a:ext uri="{FF2B5EF4-FFF2-40B4-BE49-F238E27FC236}">
                <a16:creationId xmlns:a16="http://schemas.microsoft.com/office/drawing/2014/main" id="{4A4EB9B0-6FAD-4F53-A59A-23574C6282E4}"/>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57626036-D90C-477A-9A74-AE9EACEE1D48}"/>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belief, action and known outcome distinct.</a:t>
            </a:r>
          </a:p>
        </p:txBody>
      </p:sp>
      <p:sp>
        <p:nvSpPr>
          <p:cNvPr id="32" name="shape">
            <a:extLst xmlns:a="http://schemas.openxmlformats.org/drawingml/2006/main">
              <a:ext uri="{FF2B5EF4-FFF2-40B4-BE49-F238E27FC236}">
                <a16:creationId xmlns:a16="http://schemas.microsoft.com/office/drawing/2014/main" id="{E08C7AF7-E4DF-4F3B-B3F8-5AAC8F7E9AB5}"/>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9167F8B7-635C-4E6B-9EC0-1C9A54A19C9A}"/>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Find the card named in the task. Read one short part. Point to a detail, then make your own</a:t>
            </a:r>
          </a:p>
        </p:txBody>
      </p:sp>
      <p:sp>
        <p:nvSpPr>
          <p:cNvPr id="34" name="shape">
            <a:extLst xmlns:a="http://schemas.openxmlformats.org/drawingml/2006/main">
              <a:ext uri="{FF2B5EF4-FFF2-40B4-BE49-F238E27FC236}">
                <a16:creationId xmlns:a16="http://schemas.microsoft.com/office/drawing/2014/main" id="{FA795436-EA3C-49BB-BE18-B3583028A1FF}"/>
              </a:ext>
            </a:extLst>
          </p:cNvPr>
          <p:cNvSpPr>
            <a:spLocks xmlns:a="http://schemas.openxmlformats.org/drawingml/2006/main" noGrp="1"/>
          </p:cNvSpPr>
          <p:nvPr/>
        </p:nvSpPr>
        <p:spPr>
          <a:xfrm xmlns:a="http://schemas.openxmlformats.org/drawingml/2006/main">
            <a:off x="409575" y="49053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04EF9E6C-3756-42A1-ACD2-6CD8E4758D88}"/>
              </a:ext>
            </a:extLst>
          </p:cNvPr>
          <p:cNvSpPr>
            <a:spLocks xmlns:a="http://schemas.openxmlformats.org/drawingml/2006/main" noGrp="1"/>
          </p:cNvSpPr>
          <p:nvPr/>
        </p:nvSpPr>
        <p:spPr>
          <a:xfrm xmlns:a="http://schemas.openxmlformats.org/drawingml/2006/main">
            <a:off x="457200" y="4914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Tree>
    <p:extLst>
      <p:ext uri="{BB962C8B-B14F-4D97-AF65-F5344CB8AC3E}">
        <p14:creationId xmlns:p14="http://schemas.microsoft.com/office/powerpoint/2010/main" val="139196226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018C1C3C-F28B-406B-87F7-B44DADF46D7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10D5B8C6-8FF4-4A61-908F-034EC6911BC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11204FD-7C37-4278-88E8-C4A060CA128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960B3C4-BB21-4AF6-A72C-629234B8DB8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B4AD6F8-3B0E-4B13-959D-98E77EDDB09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7DB4565-31FD-4A8A-987D-266D1937EF0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2E24E35-7C3E-43B6-8BEF-850A794A88B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FBFB1B1-5AA1-4087-BE46-29E85F969FAA}"/>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59C1433-C589-4E94-A555-4B72759C4CD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64CAD6F-7C4E-47C8-B4A1-AB73495B32E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94F503BA-8169-4B44-958C-F3733E0EA96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8135075B-4CE9-422B-857E-845013AAACB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F26CE576-721D-449A-852F-B4698AFA70A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42</a:t>
            </a:r>
          </a:p>
        </p:txBody>
      </p:sp>
      <p:sp>
        <p:nvSpPr>
          <p:cNvPr id="14" name="licence-footer">
            <a:extLst xmlns:a="http://schemas.openxmlformats.org/drawingml/2006/main">
              <a:ext uri="{FF2B5EF4-FFF2-40B4-BE49-F238E27FC236}">
                <a16:creationId xmlns:a16="http://schemas.microsoft.com/office/drawing/2014/main" id="{3108FE17-C559-49FE-8F12-16E4A62D804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3EC4AE7-5CB0-4C69-A3CC-4497C419D74B}"/>
              </a:ext>
            </a:extLst>
          </p:cNvPr>
          <p:cNvPicPr>
            <a:picLocks xmlns:a="http://schemas.openxmlformats.org/drawingml/2006/main" noChangeAspect="1"/>
          </p:cNvPicPr>
          <p:nvPr/>
        </p:nvPicPr>
        <p:blipFill>
          <a:blip xmlns:r="http://schemas.openxmlformats.org/officeDocument/2006/relationships" xmlns:a="http://schemas.openxmlformats.org/drawingml/2006/main" r:embed="R69a45eba3765497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6A44FAF3-5815-473E-A2A6-264DF7A8F1CC}"/>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9299D68-CDED-4B89-B403-A107B69741A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a:t>
            </a:r>
          </a:p>
        </p:txBody>
      </p:sp>
      <p:sp>
        <p:nvSpPr>
          <p:cNvPr id="18" name="shape">
            <a:extLst xmlns:a="http://schemas.openxmlformats.org/drawingml/2006/main">
              <a:ext uri="{FF2B5EF4-FFF2-40B4-BE49-F238E27FC236}">
                <a16:creationId xmlns:a16="http://schemas.microsoft.com/office/drawing/2014/main" id="{0C8A937F-47DA-4285-AB9C-D70755E5EC5A}"/>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F7FDA96-0BBD-4A3D-A731-057BEC7681F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belief and hope [ ]</a:t>
            </a:r>
          </a:p>
        </p:txBody>
      </p:sp>
      <p:sp>
        <p:nvSpPr>
          <p:cNvPr id="20" name="shape">
            <a:extLst xmlns:a="http://schemas.openxmlformats.org/drawingml/2006/main">
              <a:ext uri="{FF2B5EF4-FFF2-40B4-BE49-F238E27FC236}">
                <a16:creationId xmlns:a16="http://schemas.microsoft.com/office/drawing/2014/main" id="{669030ED-4431-42F4-8602-6873E7EA49C5}"/>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3FCF0B0-8513-4E17-8276-15EC3CFB4437}"/>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Caring response in C [ ] / source link [ ]</a:t>
            </a:r>
          </a:p>
        </p:txBody>
      </p:sp>
      <p:sp>
        <p:nvSpPr>
          <p:cNvPr id="22" name="shape">
            <a:extLst xmlns:a="http://schemas.openxmlformats.org/drawingml/2006/main">
              <a:ext uri="{FF2B5EF4-FFF2-40B4-BE49-F238E27FC236}">
                <a16:creationId xmlns:a16="http://schemas.microsoft.com/office/drawing/2014/main" id="{408399A1-426D-482B-90B8-C3C7BE1A32F7}"/>
              </a:ext>
            </a:extLst>
          </p:cNvPr>
          <p:cNvSpPr>
            <a:spLocks xmlns:a="http://schemas.openxmlformats.org/drawingml/2006/main" noGrp="1"/>
          </p:cNvSpPr>
          <p:nvPr/>
        </p:nvSpPr>
        <p:spPr>
          <a:xfrm xmlns:a="http://schemas.openxmlformats.org/drawingml/2006/main">
            <a:off x="409575" y="29146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F216F593-5CE3-4383-9C95-10EEC381389A}"/>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remains hard or uncertain [ ]</a:t>
            </a:r>
          </a:p>
        </p:txBody>
      </p:sp>
      <p:sp>
        <p:nvSpPr>
          <p:cNvPr id="24" name="shape">
            <a:extLst xmlns:a="http://schemas.openxmlformats.org/drawingml/2006/main">
              <a:ext uri="{FF2B5EF4-FFF2-40B4-BE49-F238E27FC236}">
                <a16:creationId xmlns:a16="http://schemas.microsoft.com/office/drawing/2014/main" id="{505F73B1-C705-422D-BB61-9F46A4F655FF}"/>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5C3249E-4134-4CDE-B97A-1187131C103C}"/>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retain [ ]</a:t>
            </a:r>
          </a:p>
        </p:txBody>
      </p:sp>
      <p:sp>
        <p:nvSpPr>
          <p:cNvPr id="26" name="shape">
            <a:extLst xmlns:a="http://schemas.openxmlformats.org/drawingml/2006/main">
              <a:ext uri="{FF2B5EF4-FFF2-40B4-BE49-F238E27FC236}">
                <a16:creationId xmlns:a16="http://schemas.microsoft.com/office/drawing/2014/main" id="{221CAC50-F1AC-4A9E-9F1E-F835A5DFB390}"/>
              </a:ext>
            </a:extLst>
          </p:cNvPr>
          <p:cNvSpPr>
            <a:spLocks xmlns:a="http://schemas.openxmlformats.org/drawingml/2006/main" noGrp="1"/>
          </p:cNvSpPr>
          <p:nvPr/>
        </p:nvSpPr>
        <p:spPr>
          <a:xfrm xmlns:a="http://schemas.openxmlformats.org/drawingml/2006/main">
            <a:off x="409575" y="3695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2A4A43A-F2C6-4EC4-8517-26BDBD0BBAA5}"/>
              </a:ext>
            </a:extLst>
          </p:cNvPr>
          <p:cNvSpPr>
            <a:spLocks xmlns:a="http://schemas.openxmlformats.org/drawingml/2006/main" noGrp="1"/>
          </p:cNvSpPr>
          <p:nvPr/>
        </p:nvSpPr>
        <p:spPr>
          <a:xfrm xmlns:a="http://schemas.openxmlformats.org/drawingml/2006/main">
            <a:off x="457200" y="3705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claim against its source. Make an edit, add a reason or explain why it</a:t>
            </a:r>
          </a:p>
        </p:txBody>
      </p:sp>
      <p:sp>
        <p:nvSpPr>
          <p:cNvPr id="28" name="shape">
            <a:extLst xmlns:a="http://schemas.openxmlformats.org/drawingml/2006/main">
              <a:ext uri="{FF2B5EF4-FFF2-40B4-BE49-F238E27FC236}">
                <a16:creationId xmlns:a16="http://schemas.microsoft.com/office/drawing/2014/main" id="{A00D6E05-B48A-454E-8A9A-0860771A1242}"/>
              </a:ext>
            </a:extLst>
          </p:cNvPr>
          <p:cNvSpPr>
            <a:spLocks xmlns:a="http://schemas.openxmlformats.org/drawingml/2006/main" noGrp="1"/>
          </p:cNvSpPr>
          <p:nvPr/>
        </p:nvSpPr>
        <p:spPr>
          <a:xfrm xmlns:a="http://schemas.openxmlformats.org/drawingml/2006/main">
            <a:off x="409575" y="3990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9361D87-4B82-416F-8DBE-AE04F80DB82E}"/>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should stay.</a:t>
            </a:r>
          </a:p>
        </p:txBody>
      </p:sp>
    </p:spTree>
    <p:extLst>
      <p:ext uri="{BB962C8B-B14F-4D97-AF65-F5344CB8AC3E}">
        <p14:creationId xmlns:p14="http://schemas.microsoft.com/office/powerpoint/2010/main" val="133704049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C3B841C5-FEBE-4669-A1F4-DD521222645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12DCE426-8CA4-49DC-BD3F-D6C430F6118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DEDC496-924E-4289-916E-4701E536B8F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F6F071E-3F66-4388-AF3C-6531AF07368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F35950B-E181-4E1A-B9B3-27A667A7D66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7132DE9-4C19-449B-A5B5-4B43901B89F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8860673-885A-4362-8E49-CAC5CBDF0EC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25781B3-5751-4614-B00F-C91A18C5785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2C2D5BE-C788-4F2D-8C7A-B88A8090047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DD859BB-10E7-45E0-ACB5-6A78E48AC7D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12040136-DB22-4C6F-A54A-6DF9B9CDA95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C62B40F4-6AA8-48BE-95B7-BD48C45C1A9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5589E2FA-9F4A-41CB-8031-728737AF6D8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42</a:t>
            </a:r>
          </a:p>
        </p:txBody>
      </p:sp>
      <p:sp>
        <p:nvSpPr>
          <p:cNvPr id="14" name="licence-footer">
            <a:extLst xmlns:a="http://schemas.openxmlformats.org/drawingml/2006/main">
              <a:ext uri="{FF2B5EF4-FFF2-40B4-BE49-F238E27FC236}">
                <a16:creationId xmlns:a16="http://schemas.microsoft.com/office/drawing/2014/main" id="{52E7EC21-D85A-4A87-A742-7D163595570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4C0DDB5-6671-43CE-B627-BB968E195C23}"/>
              </a:ext>
            </a:extLst>
          </p:cNvPr>
          <p:cNvPicPr>
            <a:picLocks xmlns:a="http://schemas.openxmlformats.org/drawingml/2006/main" noChangeAspect="1"/>
          </p:cNvPicPr>
          <p:nvPr/>
        </p:nvPicPr>
        <p:blipFill>
          <a:blip xmlns:r="http://schemas.openxmlformats.org/officeDocument/2006/relationships" xmlns:a="http://schemas.openxmlformats.org/drawingml/2006/main" r:embed="R842ba569951840a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CF63C4A-781C-402D-B0C2-98066A827F2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F3D4E192-A233-472A-AFB5-B0656D40989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use symbols or write. An adult may record your own words. You may</a:t>
            </a:r>
          </a:p>
        </p:txBody>
      </p:sp>
      <p:sp>
        <p:nvSpPr>
          <p:cNvPr id="18" name="shape">
            <a:extLst xmlns:a="http://schemas.openxmlformats.org/drawingml/2006/main">
              <a:ext uri="{FF2B5EF4-FFF2-40B4-BE49-F238E27FC236}">
                <a16:creationId xmlns:a16="http://schemas.microsoft.com/office/drawing/2014/main" id="{C94BE559-67D6-4C7B-91F9-22375F88DE08}"/>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42B3EA5-B111-47F5-BD81-FFE77D36952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pass.</a:t>
            </a:r>
          </a:p>
        </p:txBody>
      </p:sp>
      <p:sp>
        <p:nvSpPr>
          <p:cNvPr id="20" name="shape">
            <a:extLst xmlns:a="http://schemas.openxmlformats.org/drawingml/2006/main">
              <a:ext uri="{FF2B5EF4-FFF2-40B4-BE49-F238E27FC236}">
                <a16:creationId xmlns:a16="http://schemas.microsoft.com/office/drawing/2014/main" id="{9A83C28F-F5EA-4B99-8C7D-44F4851C50B3}"/>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235EDB7-6816-4103-8BA4-4B49E27A9DD5}"/>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51910363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0F8AC34E-8911-494C-A319-AEBC51C1383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2DB59E4D-797A-4531-8DFE-A6EA1A31DE0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EC207A2-8682-4C25-9A9A-05133518900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Blank record — classroom tool</a:t>
            </a:r>
          </a:p>
        </p:txBody>
      </p:sp>
      <p:sp>
        <p:nvSpPr>
          <p:cNvPr id="4" name="shape">
            <a:extLst xmlns:a="http://schemas.openxmlformats.org/drawingml/2006/main">
              <a:ext uri="{FF2B5EF4-FFF2-40B4-BE49-F238E27FC236}">
                <a16:creationId xmlns:a16="http://schemas.microsoft.com/office/drawing/2014/main" id="{10B5B166-257E-4DE4-B79E-2DD2C073216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AF300D5-537A-4E41-9C9F-E624BA1788D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3ACB457-5E0A-4D8C-96A4-1AB9CB351ED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08CC1FA-A254-4215-8230-6A8BF673B46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4871CB2-D86A-49D8-BA47-341A9199B117}"/>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E0B45A7-F127-4AFF-BFB7-C7C18D4A9E1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75EC436-F448-4C36-BBC7-9D76AD200FD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039956BA-1A7B-4E57-BEFD-CAFCBE6A4A6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51AAC34B-AC27-4CA5-B007-CC21C8FEF6E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84E79431-AB44-4D7C-9506-DA4EE8E8231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42</a:t>
            </a:r>
          </a:p>
        </p:txBody>
      </p:sp>
      <p:sp>
        <p:nvSpPr>
          <p:cNvPr id="14" name="licence-footer">
            <a:extLst xmlns:a="http://schemas.openxmlformats.org/drawingml/2006/main">
              <a:ext uri="{FF2B5EF4-FFF2-40B4-BE49-F238E27FC236}">
                <a16:creationId xmlns:a16="http://schemas.microsoft.com/office/drawing/2014/main" id="{18F1F90F-D928-49A3-A6C3-FFEECA08B71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3BE0914-665E-44A5-83A0-D109196B6325}"/>
              </a:ext>
            </a:extLst>
          </p:cNvPr>
          <p:cNvPicPr>
            <a:picLocks xmlns:a="http://schemas.openxmlformats.org/drawingml/2006/main" noChangeAspect="1"/>
          </p:cNvPicPr>
          <p:nvPr/>
        </p:nvPicPr>
        <p:blipFill>
          <a:blip xmlns:r="http://schemas.openxmlformats.org/officeDocument/2006/relationships" xmlns:a="http://schemas.openxmlformats.org/drawingml/2006/main" r:embed="Re928aacfba0346d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195729B-CB64-4FB9-AC7E-5497F11AEBB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belief and hope [ ]</a:t>
            </a:r>
          </a:p>
        </p:txBody>
      </p:sp>
      <p:sp>
        <p:nvSpPr>
          <p:cNvPr id="17" name="pupil-text">
            <a:extLst xmlns:a="http://schemas.openxmlformats.org/drawingml/2006/main">
              <a:ext uri="{FF2B5EF4-FFF2-40B4-BE49-F238E27FC236}">
                <a16:creationId xmlns:a16="http://schemas.microsoft.com/office/drawing/2014/main" id="{248DD539-DD1A-4880-B001-B6C14940ACC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Caring response in C [ ] / source link [ ]</a:t>
            </a:r>
          </a:p>
        </p:txBody>
      </p:sp>
      <p:sp>
        <p:nvSpPr>
          <p:cNvPr id="18" name="pupil-text">
            <a:extLst xmlns:a="http://schemas.openxmlformats.org/drawingml/2006/main">
              <a:ext uri="{FF2B5EF4-FFF2-40B4-BE49-F238E27FC236}">
                <a16:creationId xmlns:a16="http://schemas.microsoft.com/office/drawing/2014/main" id="{4F01E468-789C-4250-8F92-7968E170E6C1}"/>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remains hard or uncertain [ ]</a:t>
            </a:r>
          </a:p>
        </p:txBody>
      </p:sp>
      <p:sp>
        <p:nvSpPr>
          <p:cNvPr id="19" name="pupil-text">
            <a:extLst xmlns:a="http://schemas.openxmlformats.org/drawingml/2006/main">
              <a:ext uri="{FF2B5EF4-FFF2-40B4-BE49-F238E27FC236}">
                <a16:creationId xmlns:a16="http://schemas.microsoft.com/office/drawing/2014/main" id="{25C67A3B-5088-4D42-8149-CAA067999198}"/>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check, edit or reason to retain [ ]</a:t>
            </a:r>
          </a:p>
        </p:txBody>
      </p:sp>
      <p:sp>
        <p:nvSpPr>
          <p:cNvPr id="20" name="shape">
            <a:extLst xmlns:a="http://schemas.openxmlformats.org/drawingml/2006/main">
              <a:ext uri="{FF2B5EF4-FFF2-40B4-BE49-F238E27FC236}">
                <a16:creationId xmlns:a16="http://schemas.microsoft.com/office/drawing/2014/main" id="{390D5C22-890F-431C-8629-B8C4F7D15C28}"/>
              </a:ext>
            </a:extLst>
          </p:cNvPr>
          <p:cNvSpPr>
            <a:spLocks xmlns:a="http://schemas.openxmlformats.org/drawingml/2006/main" noGrp="1"/>
          </p:cNvSpPr>
          <p:nvPr/>
        </p:nvSpPr>
        <p:spPr>
          <a:xfrm xmlns:a="http://schemas.openxmlformats.org/drawingml/2006/main">
            <a:off x="409575" y="3305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9CBCD764-1FBD-4DCF-8B56-901F4356AEB1}"/>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Your chosen route response and one check, edit or reason to keep a claim.</a:t>
            </a:r>
          </a:p>
        </p:txBody>
      </p:sp>
    </p:spTree>
    <p:extLst>
      <p:ext uri="{BB962C8B-B14F-4D97-AF65-F5344CB8AC3E}">
        <p14:creationId xmlns:p14="http://schemas.microsoft.com/office/powerpoint/2010/main" val="34694297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C3231FD1-AA1E-43BB-A8EE-1EAD8736BB0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E63D6676-9FA6-4E07-91CC-0BA835B141D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53E5EE1F-C3B3-41C9-ADFF-42A47DE684B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DCE3BCD6-CC75-4354-B479-A876BD0B245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4B5DD06-FEF4-41E9-871D-601F93D026D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DA63E82-37C5-47B8-A033-89ACAAA8CEB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CC6BE27-93B7-4553-BCF1-6D23A9F3868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FBCB0C1-E9FB-48E1-A85E-0F96D285125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C3053FB-279C-4549-B499-09C6694FF7D4}"/>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D28DD23-9AB6-4D6D-B7B7-1159FC47A7B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F16E6A3D-D4CA-4871-BC6A-06460126D79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A7E61DA-342E-483F-A536-A97FC295268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2175AF30-94D6-46E6-8B21-BADC5DAD76C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42</a:t>
            </a:r>
          </a:p>
        </p:txBody>
      </p:sp>
      <p:sp>
        <p:nvSpPr>
          <p:cNvPr id="14" name="licence-footer">
            <a:extLst xmlns:a="http://schemas.openxmlformats.org/drawingml/2006/main">
              <a:ext uri="{FF2B5EF4-FFF2-40B4-BE49-F238E27FC236}">
                <a16:creationId xmlns:a16="http://schemas.microsoft.com/office/drawing/2014/main" id="{97AC89D5-6772-4FD5-AA8D-48592FF5FBC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85AC18-A150-4888-9EED-63554E2A5EF8}"/>
              </a:ext>
            </a:extLst>
          </p:cNvPr>
          <p:cNvPicPr>
            <a:picLocks xmlns:a="http://schemas.openxmlformats.org/drawingml/2006/main" noChangeAspect="1"/>
          </p:cNvPicPr>
          <p:nvPr/>
        </p:nvPicPr>
        <p:blipFill>
          <a:blip xmlns:r="http://schemas.openxmlformats.org/officeDocument/2006/relationships" xmlns:a="http://schemas.openxmlformats.org/drawingml/2006/main" r:embed="Rb943eb0d08814b0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32CD6A3-AAFD-48BA-B05C-BC294AA7AA9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8A380E16-CA98-4E87-8AE5-0E2999CBB35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summary — G-P-S5, in new words: a Christian account connects belief in new life with</a:t>
            </a:r>
          </a:p>
        </p:txBody>
      </p:sp>
      <p:sp>
        <p:nvSpPr>
          <p:cNvPr id="18" name="pupil-text">
            <a:extLst xmlns:a="http://schemas.openxmlformats.org/drawingml/2006/main">
              <a:ext uri="{FF2B5EF4-FFF2-40B4-BE49-F238E27FC236}">
                <a16:creationId xmlns:a16="http://schemas.microsoft.com/office/drawing/2014/main" id="{E6437E08-DC1D-462E-A6A4-8699DBF55D0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hope. It urges kindness towards those who face hardship. Fresh invented case: a group has no room</a:t>
            </a:r>
          </a:p>
        </p:txBody>
      </p:sp>
      <p:sp>
        <p:nvSpPr>
          <p:cNvPr id="19" name="pupil-text">
            <a:extLst xmlns:a="http://schemas.openxmlformats.org/drawingml/2006/main">
              <a:ext uri="{FF2B5EF4-FFF2-40B4-BE49-F238E27FC236}">
                <a16:creationId xmlns:a16="http://schemas.microsoft.com/office/drawing/2014/main" id="{3AA04212-2273-40FD-9EAC-733708439CED}"/>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its planned meal. A helper seeks a safe space and checks what people need.</a:t>
            </a:r>
          </a:p>
        </p:txBody>
      </p:sp>
      <p:sp>
        <p:nvSpPr>
          <p:cNvPr id="20" name="pupil-text">
            <a:extLst xmlns:a="http://schemas.openxmlformats.org/drawingml/2006/main">
              <a:ext uri="{FF2B5EF4-FFF2-40B4-BE49-F238E27FC236}">
                <a16:creationId xmlns:a16="http://schemas.microsoft.com/office/drawing/2014/main" id="{17BB95C4-7C4E-4101-B107-6E98E38E83DD}"/>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not sure yet; 2 = partly sure; 3 = sure.</a:t>
            </a:r>
          </a:p>
        </p:txBody>
      </p:sp>
    </p:spTree>
    <p:extLst>
      <p:ext uri="{BB962C8B-B14F-4D97-AF65-F5344CB8AC3E}">
        <p14:creationId xmlns:p14="http://schemas.microsoft.com/office/powerpoint/2010/main" val="171968878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4221D26-BDF5-458F-AD3D-FA15E55B27C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C89A0F2A-20DD-44E5-8D7B-CDED2E03545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30C1965E-03B5-433E-AE93-AC9305E3F43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7D94939A-F301-4FF4-B895-219CDC7D92C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A0FB64B-544F-4B50-A495-07DE7220996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F7C06A5-DD2B-467B-958E-4D92AB0EA68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290FE96-9D9B-4436-B131-83A87F527FC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653BCE9-0D06-4BD2-BEA1-7700BC42B45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62E28EC-260E-4F68-8773-7F21402ECEA8}"/>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A44AB17-C25F-4749-BE0A-366BC2AD3BC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FAAF9808-7824-4159-B3D7-F78BD048E2F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FE13B907-5ACB-42F1-A5EE-FD5012D14BB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0CFA3905-A270-4C79-ACA3-0B61C8169E8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39 / 42</a:t>
            </a:r>
          </a:p>
        </p:txBody>
      </p:sp>
      <p:sp>
        <p:nvSpPr>
          <p:cNvPr id="14" name="licence-footer">
            <a:extLst xmlns:a="http://schemas.openxmlformats.org/drawingml/2006/main">
              <a:ext uri="{FF2B5EF4-FFF2-40B4-BE49-F238E27FC236}">
                <a16:creationId xmlns:a16="http://schemas.microsoft.com/office/drawing/2014/main" id="{C1490CE7-32B8-44E4-9D0E-F145B95A713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92DA7AB-5EB4-4E98-971F-50F01174C6A1}"/>
              </a:ext>
            </a:extLst>
          </p:cNvPr>
          <p:cNvPicPr>
            <a:picLocks xmlns:a="http://schemas.openxmlformats.org/drawingml/2006/main" noChangeAspect="1"/>
          </p:cNvPicPr>
          <p:nvPr/>
        </p:nvPicPr>
        <p:blipFill>
          <a:blip xmlns:r="http://schemas.openxmlformats.org/officeDocument/2006/relationships" xmlns:a="http://schemas.openxmlformats.org/drawingml/2006/main" r:embed="Rae28687d4a0d423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A4A9846-4467-4815-956A-AED9138A1F8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summary — G-P-S5, in new words: a Christian account connects belief in new life with</a:t>
            </a:r>
          </a:p>
        </p:txBody>
      </p:sp>
      <p:sp>
        <p:nvSpPr>
          <p:cNvPr id="17" name="pupil-text">
            <a:extLst xmlns:a="http://schemas.openxmlformats.org/drawingml/2006/main">
              <a:ext uri="{FF2B5EF4-FFF2-40B4-BE49-F238E27FC236}">
                <a16:creationId xmlns:a16="http://schemas.microsoft.com/office/drawing/2014/main" id="{75353E87-CFED-41A2-A674-1ACF9D86724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hope. It urges kindness towards those who face hardship. Fresh invented case: a group has no room</a:t>
            </a:r>
          </a:p>
        </p:txBody>
      </p:sp>
      <p:sp>
        <p:nvSpPr>
          <p:cNvPr id="18" name="pupil-text">
            <a:extLst xmlns:a="http://schemas.openxmlformats.org/drawingml/2006/main">
              <a:ext uri="{FF2B5EF4-FFF2-40B4-BE49-F238E27FC236}">
                <a16:creationId xmlns:a16="http://schemas.microsoft.com/office/drawing/2014/main" id="{23A75999-EBA2-4FE5-A7B3-431B4DCB533E}"/>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its planned meal. A helper seeks a safe space and checks what people need.</a:t>
            </a:r>
          </a:p>
        </p:txBody>
      </p:sp>
      <p:sp>
        <p:nvSpPr>
          <p:cNvPr id="19" name="shape">
            <a:extLst xmlns:a="http://schemas.openxmlformats.org/drawingml/2006/main">
              <a:ext uri="{FF2B5EF4-FFF2-40B4-BE49-F238E27FC236}">
                <a16:creationId xmlns:a16="http://schemas.microsoft.com/office/drawing/2014/main" id="{8B9ECE9F-4216-4899-AA42-5B9CC9E912B0}"/>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0" name="pupil-text">
            <a:extLst xmlns:a="http://schemas.openxmlformats.org/drawingml/2006/main">
              <a:ext uri="{FF2B5EF4-FFF2-40B4-BE49-F238E27FC236}">
                <a16:creationId xmlns:a16="http://schemas.microsoft.com/office/drawing/2014/main" id="{2E7F698C-A817-4D35-AD93-B17DDAFCF15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Tree>
    <p:extLst>
      <p:ext uri="{BB962C8B-B14F-4D97-AF65-F5344CB8AC3E}">
        <p14:creationId xmlns:p14="http://schemas.microsoft.com/office/powerpoint/2010/main" val="122790514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FB28588D-E263-4C2A-AD78-2542A9C99A0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E1D3957E-FE91-4340-A3D7-04C5D0BB916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4B672EB5-6D01-4848-A486-54EA86003BA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E3886647-6223-4309-8D83-1E421620759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A23773C-5B76-4872-9B58-38EBC6CBADC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1555779-3D7B-4885-BC59-E3D2CA252BA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00E8CF8-3FDB-4BFB-BB62-D0A1D6CD178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7C57C59-5B30-4FD5-AFE5-0E0FE7CE38A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4A5A6FA-F4B4-441D-952E-D361900449F8}"/>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76BE9F2-D70A-447F-9DA0-7ED17B56F9B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BA26E601-6AC8-4458-8306-44079EE565D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BD7A7DBA-E593-40EF-9550-8A9A9FA05BA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AD7CA799-08F7-41BA-AEFD-58E1BF7EFF5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40 / 42</a:t>
            </a:r>
          </a:p>
        </p:txBody>
      </p:sp>
      <p:sp>
        <p:nvSpPr>
          <p:cNvPr id="14" name="licence-footer">
            <a:extLst xmlns:a="http://schemas.openxmlformats.org/drawingml/2006/main">
              <a:ext uri="{FF2B5EF4-FFF2-40B4-BE49-F238E27FC236}">
                <a16:creationId xmlns:a16="http://schemas.microsoft.com/office/drawing/2014/main" id="{1DF34603-F941-422C-B2BE-F32CF6F4ADF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26BDF2E-58E6-44E8-B5CC-8AEDF30D5144}"/>
              </a:ext>
            </a:extLst>
          </p:cNvPr>
          <p:cNvPicPr>
            <a:picLocks xmlns:a="http://schemas.openxmlformats.org/drawingml/2006/main" noChangeAspect="1"/>
          </p:cNvPicPr>
          <p:nvPr/>
        </p:nvPicPr>
        <p:blipFill>
          <a:blip xmlns:r="http://schemas.openxmlformats.org/officeDocument/2006/relationships" xmlns:a="http://schemas.openxmlformats.org/drawingml/2006/main" r:embed="R7a48e88f14914f6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1E61E9C-ABEE-46E3-BBCA-104FC7E78F7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C168F4AA-62FE-4717-955D-743066FAE59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D54628FD-AE50-460C-88A3-69280E308EC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Name one idea of hope in the source.</a:t>
            </a:r>
          </a:p>
        </p:txBody>
      </p:sp>
      <p:sp>
        <p:nvSpPr>
          <p:cNvPr id="19" name="pupil-text">
            <a:extLst xmlns:a="http://schemas.openxmlformats.org/drawingml/2006/main">
              <a:ext uri="{FF2B5EF4-FFF2-40B4-BE49-F238E27FC236}">
                <a16:creationId xmlns:a16="http://schemas.microsoft.com/office/drawing/2014/main" id="{C9B59B62-E4BB-4842-89DC-9DF55CD85A3F}"/>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7C36C26E-CA05-4325-BB66-169C58D21E7C}"/>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could one action in the case fit that source?</a:t>
            </a:r>
          </a:p>
        </p:txBody>
      </p:sp>
    </p:spTree>
    <p:extLst>
      <p:ext uri="{BB962C8B-B14F-4D97-AF65-F5344CB8AC3E}">
        <p14:creationId xmlns:p14="http://schemas.microsoft.com/office/powerpoint/2010/main" val="13856187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C0A29BE-77E9-4579-B310-7E107D33696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74266C70-0CAF-491A-B126-F972DF3FF7E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80D22284-0C6A-4A42-82EA-62B2310C8B9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3C2FEC71-2FB9-4176-820B-31BA6814CCD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8902EB7-9A23-46DE-906C-ED3CCC9631F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A1F4B4B-579D-4AA7-A04D-300A5F0EE89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CFE1FB8-21C7-43C5-BECB-46DD649D3C8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DEC28CC-0A60-456A-9539-EE407A26622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0D32C70-6225-4A46-B642-2ADDA6E5DDE6}"/>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AED7166-0DB5-4209-8B1A-596B2201B82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C34FFD31-6BAC-4686-BD1D-4AAA9769BC8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07099130-5AF9-449C-A1B2-11B843B5000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E1277FAD-92CC-4B20-B9A3-C9CC26B7C2D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41 / 42</a:t>
            </a:r>
          </a:p>
        </p:txBody>
      </p:sp>
      <p:sp>
        <p:nvSpPr>
          <p:cNvPr id="14" name="licence-footer">
            <a:extLst xmlns:a="http://schemas.openxmlformats.org/drawingml/2006/main">
              <a:ext uri="{FF2B5EF4-FFF2-40B4-BE49-F238E27FC236}">
                <a16:creationId xmlns:a16="http://schemas.microsoft.com/office/drawing/2014/main" id="{8F0C5BE5-8873-44E6-B81B-DCBA893E19E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48131A0-9388-4491-BAA9-0946737E1FE0}"/>
              </a:ext>
            </a:extLst>
          </p:cNvPr>
          <p:cNvPicPr>
            <a:picLocks xmlns:a="http://schemas.openxmlformats.org/drawingml/2006/main" noChangeAspect="1"/>
          </p:cNvPicPr>
          <p:nvPr/>
        </p:nvPicPr>
        <p:blipFill>
          <a:blip xmlns:r="http://schemas.openxmlformats.org/officeDocument/2006/relationships" xmlns:a="http://schemas.openxmlformats.org/drawingml/2006/main" r:embed="R6827cadccd27495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192710B-112D-4219-89D3-DC31B4E62A8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8BA44BFE-41EE-48F6-897C-FEE38FAC8A1C}"/>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027BAE2A-C0D4-4F0A-BBDE-1496E222AEE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the link between faith and hope in this account.</a:t>
            </a:r>
          </a:p>
        </p:txBody>
      </p:sp>
      <p:sp>
        <p:nvSpPr>
          <p:cNvPr id="19" name="pupil-text">
            <a:extLst xmlns:a="http://schemas.openxmlformats.org/drawingml/2006/main">
              <a:ext uri="{FF2B5EF4-FFF2-40B4-BE49-F238E27FC236}">
                <a16:creationId xmlns:a16="http://schemas.microsoft.com/office/drawing/2014/main" id="{2667B248-14DC-4E10-9F10-BE7DF4CBB8C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6BEEB75B-9375-4B73-9EEC-FE95C1EAB6F1}"/>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can care still be needed when hope is present?</a:t>
            </a:r>
          </a:p>
        </p:txBody>
      </p:sp>
    </p:spTree>
    <p:extLst>
      <p:ext uri="{BB962C8B-B14F-4D97-AF65-F5344CB8AC3E}">
        <p14:creationId xmlns:p14="http://schemas.microsoft.com/office/powerpoint/2010/main" val="18418523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73FEE97-5DE3-430F-8CAE-431CCF1BB5F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GROW · RE AND WORLDVIEWS · SPRING 1 · Week 2</a:t>
            </a:r>
          </a:p>
        </p:txBody>
      </p:sp>
      <p:sp>
        <p:nvSpPr>
          <p:cNvPr id="2" name="stage-clock">
            <a:extLst xmlns:a="http://schemas.openxmlformats.org/drawingml/2006/main">
              <a:ext uri="{FF2B5EF4-FFF2-40B4-BE49-F238E27FC236}">
                <a16:creationId xmlns:a16="http://schemas.microsoft.com/office/drawing/2014/main" id="{9E822D01-44F5-4C84-9143-0C5BA38111D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39A50BF7-C758-48A1-AD14-245947E8B1B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57297A88-EEE1-4D78-A51F-C608686D7F0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8A538D9-3EF4-4CC0-9DF5-A3BC86A9E8D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AACE2C2-D187-425C-8B98-67D5096FCFB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C4D11BD-A3D2-40F7-B856-7C3909FBA5C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AAC7AA5-7705-417D-BE5A-01014F0F828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77960"/>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19B5E54-5E37-409C-8635-077BBFE4E957}"/>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5BCF829-A59B-40AE-8E8F-A54183E759C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explain how one faith account links hardship and hope.</a:t>
            </a:r>
          </a:p>
        </p:txBody>
      </p:sp>
      <p:sp>
        <p:nvSpPr>
          <p:cNvPr id="11" name="re-framing">
            <a:extLst xmlns:a="http://schemas.openxmlformats.org/drawingml/2006/main">
              <a:ext uri="{FF2B5EF4-FFF2-40B4-BE49-F238E27FC236}">
                <a16:creationId xmlns:a16="http://schemas.microsoft.com/office/drawing/2014/main" id="{7BB82EA3-A29F-462B-8A93-D0C5A9E64A3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beliefs, change and resilience; this activity is not worship</a:t>
            </a:r>
          </a:p>
        </p:txBody>
      </p:sp>
      <p:sp>
        <p:nvSpPr>
          <p:cNvPr id="12" name="blank-version-footer">
            <a:extLst xmlns:a="http://schemas.openxmlformats.org/drawingml/2006/main">
              <a:ext uri="{FF2B5EF4-FFF2-40B4-BE49-F238E27FC236}">
                <a16:creationId xmlns:a16="http://schemas.microsoft.com/office/drawing/2014/main" id="{90488D28-280E-4184-AC25-47035FD2F23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GROW-RE-S1-W02 · Version: ______ · Source page SHA-256: ______</a:t>
            </a:r>
          </a:p>
        </p:txBody>
      </p:sp>
      <p:sp>
        <p:nvSpPr>
          <p:cNvPr id="13" name="slide-progress">
            <a:extLst xmlns:a="http://schemas.openxmlformats.org/drawingml/2006/main">
              <a:ext uri="{FF2B5EF4-FFF2-40B4-BE49-F238E27FC236}">
                <a16:creationId xmlns:a16="http://schemas.microsoft.com/office/drawing/2014/main" id="{EA0C8185-9EC4-43C1-BF63-04667CD24E2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42 / 42</a:t>
            </a:r>
          </a:p>
        </p:txBody>
      </p:sp>
      <p:sp>
        <p:nvSpPr>
          <p:cNvPr id="14" name="licence-footer">
            <a:extLst xmlns:a="http://schemas.openxmlformats.org/drawingml/2006/main">
              <a:ext uri="{FF2B5EF4-FFF2-40B4-BE49-F238E27FC236}">
                <a16:creationId xmlns:a16="http://schemas.microsoft.com/office/drawing/2014/main" id="{678F5756-C076-4CB4-B7BF-409A0B0B3D7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8027281-DA22-489C-8186-C694F3147EA2}"/>
              </a:ext>
            </a:extLst>
          </p:cNvPr>
          <p:cNvPicPr>
            <a:picLocks xmlns:a="http://schemas.openxmlformats.org/drawingml/2006/main" noChangeAspect="1"/>
          </p:cNvPicPr>
          <p:nvPr/>
        </p:nvPicPr>
        <p:blipFill>
          <a:blip xmlns:r="http://schemas.openxmlformats.org/officeDocument/2006/relationships" xmlns:a="http://schemas.openxmlformats.org/drawingml/2006/main" r:embed="Ra08f18832d1b428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A8882A8-8246-442F-B453-058AE124D8B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Both brief Exit responses and a confidence mark, unless passing.</a:t>
            </a:r>
          </a:p>
        </p:txBody>
      </p:sp>
      <p:sp>
        <p:nvSpPr>
          <p:cNvPr id="17" name="pupil-text">
            <a:extLst xmlns:a="http://schemas.openxmlformats.org/drawingml/2006/main">
              <a:ext uri="{FF2B5EF4-FFF2-40B4-BE49-F238E27FC236}">
                <a16:creationId xmlns:a16="http://schemas.microsoft.com/office/drawing/2014/main" id="{376B6B76-D19A-42F7-BCE8-2D60FCC23D95}"/>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Scheme check 1</a:t>
            </a:r>
          </a:p>
        </p:txBody>
      </p:sp>
      <p:sp>
        <p:nvSpPr>
          <p:cNvPr id="18" name="pupil-text">
            <a:extLst xmlns:a="http://schemas.openxmlformats.org/drawingml/2006/main">
              <a:ext uri="{FF2B5EF4-FFF2-40B4-BE49-F238E27FC236}">
                <a16:creationId xmlns:a16="http://schemas.microsoft.com/office/drawing/2014/main" id="{78D7096F-5C71-4F76-BCE3-5C198FCDAC7C}"/>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source to explain a response to hardship.</a:t>
            </a:r>
          </a:p>
        </p:txBody>
      </p:sp>
      <p:sp>
        <p:nvSpPr>
          <p:cNvPr id="19" name="pupil-text">
            <a:extLst xmlns:a="http://schemas.openxmlformats.org/drawingml/2006/main">
              <a:ext uri="{FF2B5EF4-FFF2-40B4-BE49-F238E27FC236}">
                <a16:creationId xmlns:a16="http://schemas.microsoft.com/office/drawing/2014/main" id="{D7EFD743-AD27-47A5-A21B-96E0CEAC853D}"/>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Scheme check 2</a:t>
            </a:r>
          </a:p>
        </p:txBody>
      </p:sp>
      <p:sp>
        <p:nvSpPr>
          <p:cNvPr id="20" name="pupil-text">
            <a:extLst xmlns:a="http://schemas.openxmlformats.org/drawingml/2006/main">
              <a:ext uri="{FF2B5EF4-FFF2-40B4-BE49-F238E27FC236}">
                <a16:creationId xmlns:a16="http://schemas.microsoft.com/office/drawing/2014/main" id="{120611D9-E16B-4BF4-8BFD-8E3B7DA6A956}"/>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Distinguish the source’s hope from a guaranteed outcome.</a:t>
            </a:r>
          </a:p>
        </p:txBody>
      </p:sp>
    </p:spTree>
    <p:extLst>
      <p:ext uri="{BB962C8B-B14F-4D97-AF65-F5344CB8AC3E}">
        <p14:creationId xmlns:p14="http://schemas.microsoft.com/office/powerpoint/2010/main" val="1235742357"/>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does one faith account link hardship and hope?</dc:title>
  <dcterms:created xsi:type="dcterms:W3CDTF">2026-10-13T21:14:05.1040000Z</dcterms:created>
  <dcterms:modified xsi:type="dcterms:W3CDTF">2026-10-13T21:14:05.1040000Z</dcterms:modified>
  <dc:subject>GROW-RE-S1-W02</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