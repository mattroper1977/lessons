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904abf88140940e6"/><Relationship Type="http://schemas.openxmlformats.org/officeDocument/2006/relationships/extended-properties" Target="/docProps/app.xml" Id="R6c52a299dab84f0a"/><Relationship Type="http://schemas.openxmlformats.org/officeDocument/2006/relationships/officeDocument" Target="/ppt/presentation.xml" Id="R2481d7bbfe1e4bca"/><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f9aa0baabef84823"/>
  </p:sldMasterIdLst>
  <p:notesMasterIdLst>
    <p:notesMasterId xmlns:r="http://schemas.openxmlformats.org/officeDocument/2006/relationships" r:id="R1c3c3a836ea243f3"/>
  </p:notesMasterIdLst>
  <p:sldIdLst>
    <p:sldId xmlns:r="http://schemas.openxmlformats.org/officeDocument/2006/relationships" id="256" r:id="R58c7fc4053b34bf0"/>
    <p:sldId xmlns:r="http://schemas.openxmlformats.org/officeDocument/2006/relationships" id="257" r:id="R3f086b35d2264653"/>
    <p:sldId xmlns:r="http://schemas.openxmlformats.org/officeDocument/2006/relationships" id="258" r:id="Re1413feec8364832"/>
    <p:sldId xmlns:r="http://schemas.openxmlformats.org/officeDocument/2006/relationships" id="259" r:id="Ra90f1f45ae514a9b"/>
    <p:sldId xmlns:r="http://schemas.openxmlformats.org/officeDocument/2006/relationships" id="260" r:id="Ra59e7ab07cce4e4c"/>
    <p:sldId xmlns:r="http://schemas.openxmlformats.org/officeDocument/2006/relationships" id="261" r:id="R9a41b8582fde4864"/>
    <p:sldId xmlns:r="http://schemas.openxmlformats.org/officeDocument/2006/relationships" id="262" r:id="R9da7dc103e984f97"/>
    <p:sldId xmlns:r="http://schemas.openxmlformats.org/officeDocument/2006/relationships" id="263" r:id="R804fda964f104dda"/>
    <p:sldId xmlns:r="http://schemas.openxmlformats.org/officeDocument/2006/relationships" id="264" r:id="R8f9915dd5dc343aa"/>
    <p:sldId xmlns:r="http://schemas.openxmlformats.org/officeDocument/2006/relationships" id="265" r:id="R98a8cf273dcf49de"/>
    <p:sldId xmlns:r="http://schemas.openxmlformats.org/officeDocument/2006/relationships" id="266" r:id="Rd2c648288ad54cb2"/>
    <p:sldId xmlns:r="http://schemas.openxmlformats.org/officeDocument/2006/relationships" id="267" r:id="R46430fbdc5e44ad3"/>
    <p:sldId xmlns:r="http://schemas.openxmlformats.org/officeDocument/2006/relationships" id="268" r:id="Rb31dae1fde6344d4"/>
    <p:sldId xmlns:r="http://schemas.openxmlformats.org/officeDocument/2006/relationships" id="269" r:id="R383043ed0ddf4fff"/>
    <p:sldId xmlns:r="http://schemas.openxmlformats.org/officeDocument/2006/relationships" id="270" r:id="R11f1d569e27f4691"/>
    <p:sldId xmlns:r="http://schemas.openxmlformats.org/officeDocument/2006/relationships" id="271" r:id="R3fb07debbfe64fae"/>
    <p:sldId xmlns:r="http://schemas.openxmlformats.org/officeDocument/2006/relationships" id="272" r:id="Rfc1c89e4d2ab43cf"/>
    <p:sldId xmlns:r="http://schemas.openxmlformats.org/officeDocument/2006/relationships" id="273" r:id="R9e33a69d20914644"/>
    <p:sldId xmlns:r="http://schemas.openxmlformats.org/officeDocument/2006/relationships" id="274" r:id="Re9082f69c0804e76"/>
    <p:sldId xmlns:r="http://schemas.openxmlformats.org/officeDocument/2006/relationships" id="275" r:id="R006141e89c20427a"/>
    <p:sldId xmlns:r="http://schemas.openxmlformats.org/officeDocument/2006/relationships" id="276" r:id="R7621f03057be47e9"/>
    <p:sldId xmlns:r="http://schemas.openxmlformats.org/officeDocument/2006/relationships" id="277" r:id="R0c5d45ae21d9420e"/>
    <p:sldId xmlns:r="http://schemas.openxmlformats.org/officeDocument/2006/relationships" id="278" r:id="R307fe50c7e6d4310"/>
    <p:sldId xmlns:r="http://schemas.openxmlformats.org/officeDocument/2006/relationships" id="279" r:id="Re91ce331d8a34683"/>
    <p:sldId xmlns:r="http://schemas.openxmlformats.org/officeDocument/2006/relationships" id="280" r:id="R10545658d7aa40f6"/>
    <p:sldId xmlns:r="http://schemas.openxmlformats.org/officeDocument/2006/relationships" id="281" r:id="R634a6f6840d74a80"/>
    <p:sldId xmlns:r="http://schemas.openxmlformats.org/officeDocument/2006/relationships" id="282" r:id="R9e86578ba8784c91"/>
    <p:sldId xmlns:r="http://schemas.openxmlformats.org/officeDocument/2006/relationships" id="283" r:id="R64297d63fbd540a1"/>
    <p:sldId xmlns:r="http://schemas.openxmlformats.org/officeDocument/2006/relationships" id="284" r:id="Rea5f3874508d4f18"/>
    <p:sldId xmlns:r="http://schemas.openxmlformats.org/officeDocument/2006/relationships" id="285" r:id="Refe1e5e160b244f2"/>
    <p:sldId xmlns:r="http://schemas.openxmlformats.org/officeDocument/2006/relationships" id="286" r:id="Re264632af9954a53"/>
    <p:sldId xmlns:r="http://schemas.openxmlformats.org/officeDocument/2006/relationships" id="287" r:id="R26073f8d73b74409"/>
    <p:sldId xmlns:r="http://schemas.openxmlformats.org/officeDocument/2006/relationships" id="288" r:id="R65d09f6766b944dd"/>
    <p:sldId xmlns:r="http://schemas.openxmlformats.org/officeDocument/2006/relationships" id="289" r:id="R2d20532d6d3348ad"/>
    <p:sldId xmlns:r="http://schemas.openxmlformats.org/officeDocument/2006/relationships" id="290" r:id="Rf82fd1f782e84bb6"/>
    <p:sldId xmlns:r="http://schemas.openxmlformats.org/officeDocument/2006/relationships" id="291" r:id="R733419f3b35846c2"/>
    <p:sldId xmlns:r="http://schemas.openxmlformats.org/officeDocument/2006/relationships" id="292" r:id="R71d612fc7c9a4fbb"/>
    <p:sldId xmlns:r="http://schemas.openxmlformats.org/officeDocument/2006/relationships" id="293" r:id="Rcf8e8055cb074162"/>
    <p:sldId xmlns:r="http://schemas.openxmlformats.org/officeDocument/2006/relationships" id="294" r:id="Rf078c23dd75d4f79"/>
    <p:sldId xmlns:r="http://schemas.openxmlformats.org/officeDocument/2006/relationships" id="295" r:id="R8130dfaf0c294dce"/>
    <p:sldId xmlns:r="http://schemas.openxmlformats.org/officeDocument/2006/relationships" id="296" r:id="Rffedc938b58e4afc"/>
    <p:sldId xmlns:r="http://schemas.openxmlformats.org/officeDocument/2006/relationships" id="297" r:id="R33b6ff8ae9724ea0"/>
    <p:sldId xmlns:r="http://schemas.openxmlformats.org/officeDocument/2006/relationships" id="298" r:id="R8d6bace7b10845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58cecbcda14126" /><Relationship Type="http://schemas.openxmlformats.org/officeDocument/2006/relationships/slideMaster" Target="/ppt/slideMasters/slideMaster1.xml" Id="Rf9aa0baabef84823" /><Relationship Type="http://schemas.openxmlformats.org/officeDocument/2006/relationships/notesMaster" Target="/ppt/notesMasters/notesMaster1.xml" Id="R1c3c3a836ea243f3" /><Relationship Type="http://schemas.openxmlformats.org/officeDocument/2006/relationships/presProps" Target="/ppt/presProps.xml" Id="R33ecaca51e2048ca" /><Relationship Type="http://schemas.openxmlformats.org/officeDocument/2006/relationships/tableStyles" Target="/ppt/tableStyles.xml" Id="R0c46c945a0ca4193" /><Relationship Type="http://schemas.openxmlformats.org/officeDocument/2006/relationships/slide" Target="/ppt/slides/slide1.xml" Id="R58c7fc4053b34bf0" /><Relationship Type="http://schemas.openxmlformats.org/officeDocument/2006/relationships/slide" Target="/ppt/slides/slide2.xml" Id="R3f086b35d2264653" /><Relationship Type="http://schemas.openxmlformats.org/officeDocument/2006/relationships/slide" Target="/ppt/slides/slide3.xml" Id="Re1413feec8364832" /><Relationship Type="http://schemas.openxmlformats.org/officeDocument/2006/relationships/slide" Target="/ppt/slides/slide4.xml" Id="Ra90f1f45ae514a9b" /><Relationship Type="http://schemas.openxmlformats.org/officeDocument/2006/relationships/slide" Target="/ppt/slides/slide5.xml" Id="Ra59e7ab07cce4e4c" /><Relationship Type="http://schemas.openxmlformats.org/officeDocument/2006/relationships/slide" Target="/ppt/slides/slide6.xml" Id="R9a41b8582fde4864" /><Relationship Type="http://schemas.openxmlformats.org/officeDocument/2006/relationships/slide" Target="/ppt/slides/slide7.xml" Id="R9da7dc103e984f97" /><Relationship Type="http://schemas.openxmlformats.org/officeDocument/2006/relationships/slide" Target="/ppt/slides/slide8.xml" Id="R804fda964f104dda" /><Relationship Type="http://schemas.openxmlformats.org/officeDocument/2006/relationships/slide" Target="/ppt/slides/slide9.xml" Id="R8f9915dd5dc343aa" /><Relationship Type="http://schemas.openxmlformats.org/officeDocument/2006/relationships/slide" Target="/ppt/slides/slide10.xml" Id="R98a8cf273dcf49de" /><Relationship Type="http://schemas.openxmlformats.org/officeDocument/2006/relationships/slide" Target="/ppt/slides/slide11.xml" Id="Rd2c648288ad54cb2" /><Relationship Type="http://schemas.openxmlformats.org/officeDocument/2006/relationships/slide" Target="/ppt/slides/slide12.xml" Id="R46430fbdc5e44ad3" /><Relationship Type="http://schemas.openxmlformats.org/officeDocument/2006/relationships/slide" Target="/ppt/slides/slide13.xml" Id="Rb31dae1fde6344d4" /><Relationship Type="http://schemas.openxmlformats.org/officeDocument/2006/relationships/slide" Target="/ppt/slides/slide14.xml" Id="R383043ed0ddf4fff" /><Relationship Type="http://schemas.openxmlformats.org/officeDocument/2006/relationships/slide" Target="/ppt/slides/slide15.xml" Id="R11f1d569e27f4691" /><Relationship Type="http://schemas.openxmlformats.org/officeDocument/2006/relationships/slide" Target="/ppt/slides/slide16.xml" Id="R3fb07debbfe64fae" /><Relationship Type="http://schemas.openxmlformats.org/officeDocument/2006/relationships/slide" Target="/ppt/slides/slide17.xml" Id="Rfc1c89e4d2ab43cf" /><Relationship Type="http://schemas.openxmlformats.org/officeDocument/2006/relationships/slide" Target="/ppt/slides/slide18.xml" Id="R9e33a69d20914644" /><Relationship Type="http://schemas.openxmlformats.org/officeDocument/2006/relationships/slide" Target="/ppt/slides/slide19.xml" Id="Re9082f69c0804e76" /><Relationship Type="http://schemas.openxmlformats.org/officeDocument/2006/relationships/slide" Target="/ppt/slides/slide20.xml" Id="R006141e89c20427a" /><Relationship Type="http://schemas.openxmlformats.org/officeDocument/2006/relationships/slide" Target="/ppt/slides/slide21.xml" Id="R7621f03057be47e9" /><Relationship Type="http://schemas.openxmlformats.org/officeDocument/2006/relationships/slide" Target="/ppt/slides/slide22.xml" Id="R0c5d45ae21d9420e" /><Relationship Type="http://schemas.openxmlformats.org/officeDocument/2006/relationships/slide" Target="/ppt/slides/slide23.xml" Id="R307fe50c7e6d4310" /><Relationship Type="http://schemas.openxmlformats.org/officeDocument/2006/relationships/slide" Target="/ppt/slides/slide24.xml" Id="Re91ce331d8a34683" /><Relationship Type="http://schemas.openxmlformats.org/officeDocument/2006/relationships/slide" Target="/ppt/slides/slide25.xml" Id="R10545658d7aa40f6" /><Relationship Type="http://schemas.openxmlformats.org/officeDocument/2006/relationships/slide" Target="/ppt/slides/slide26.xml" Id="R634a6f6840d74a80" /><Relationship Type="http://schemas.openxmlformats.org/officeDocument/2006/relationships/slide" Target="/ppt/slides/slide27.xml" Id="R9e86578ba8784c91" /><Relationship Type="http://schemas.openxmlformats.org/officeDocument/2006/relationships/slide" Target="/ppt/slides/slide28.xml" Id="R64297d63fbd540a1" /><Relationship Type="http://schemas.openxmlformats.org/officeDocument/2006/relationships/slide" Target="/ppt/slides/slide29.xml" Id="Rea5f3874508d4f18" /><Relationship Type="http://schemas.openxmlformats.org/officeDocument/2006/relationships/slide" Target="/ppt/slides/slide30.xml" Id="Refe1e5e160b244f2" /><Relationship Type="http://schemas.openxmlformats.org/officeDocument/2006/relationships/slide" Target="/ppt/slides/slide31.xml" Id="Re264632af9954a53" /><Relationship Type="http://schemas.openxmlformats.org/officeDocument/2006/relationships/slide" Target="/ppt/slides/slide32.xml" Id="R26073f8d73b74409" /><Relationship Type="http://schemas.openxmlformats.org/officeDocument/2006/relationships/slide" Target="/ppt/slides/slide33.xml" Id="R65d09f6766b944dd" /><Relationship Type="http://schemas.openxmlformats.org/officeDocument/2006/relationships/slide" Target="/ppt/slides/slide34.xml" Id="R2d20532d6d3348ad" /><Relationship Type="http://schemas.openxmlformats.org/officeDocument/2006/relationships/slide" Target="/ppt/slides/slide35.xml" Id="Rf82fd1f782e84bb6" /><Relationship Type="http://schemas.openxmlformats.org/officeDocument/2006/relationships/slide" Target="/ppt/slides/slide36.xml" Id="R733419f3b35846c2" /><Relationship Type="http://schemas.openxmlformats.org/officeDocument/2006/relationships/slide" Target="/ppt/slides/slide37.xml" Id="R71d612fc7c9a4fbb" /><Relationship Type="http://schemas.openxmlformats.org/officeDocument/2006/relationships/slide" Target="/ppt/slides/slide38.xml" Id="Rcf8e8055cb074162" /><Relationship Type="http://schemas.openxmlformats.org/officeDocument/2006/relationships/slide" Target="/ppt/slides/slide39.xml" Id="Rf078c23dd75d4f79" /><Relationship Type="http://schemas.openxmlformats.org/officeDocument/2006/relationships/slide" Target="/ppt/slides/slide40.xml" Id="R8130dfaf0c294dce" /><Relationship Type="http://schemas.openxmlformats.org/officeDocument/2006/relationships/slide" Target="/ppt/slides/slide41.xml" Id="Rffedc938b58e4afc" /><Relationship Type="http://schemas.openxmlformats.org/officeDocument/2006/relationships/slide" Target="/ppt/slides/slide42.xml" Id="R33b6ff8ae9724ea0" /><Relationship Type="http://schemas.openxmlformats.org/officeDocument/2006/relationships/slide" Target="/ppt/slides/slide43.xml" Id="R8d6bace7b10845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4b69a8caaf49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7a7e8a616b4951" /><Relationship Type="http://schemas.openxmlformats.org/officeDocument/2006/relationships/notesMaster" Target="/ppt/notesMasters/notesMaster1.xml" Id="R1643c94822f941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83d07d44e44c26" /><Relationship Type="http://schemas.openxmlformats.org/officeDocument/2006/relationships/notesMaster" Target="/ppt/notesMasters/notesMaster1.xml" Id="R8aa36d84333549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b3b4ec45bd477f" /><Relationship Type="http://schemas.openxmlformats.org/officeDocument/2006/relationships/notesMaster" Target="/ppt/notesMasters/notesMaster1.xml" Id="R5b2b04d1625c43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25e36abc874586" /><Relationship Type="http://schemas.openxmlformats.org/officeDocument/2006/relationships/notesMaster" Target="/ppt/notesMasters/notesMaster1.xml" Id="R76f469c0d80942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089dac0a2f4404" /><Relationship Type="http://schemas.openxmlformats.org/officeDocument/2006/relationships/notesMaster" Target="/ppt/notesMasters/notesMaster1.xml" Id="R4c19a1da3c4943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d1f582c0474eb7" /><Relationship Type="http://schemas.openxmlformats.org/officeDocument/2006/relationships/notesMaster" Target="/ppt/notesMasters/notesMaster1.xml" Id="Rddc8ba95e4da4f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268d39906a4a82" /><Relationship Type="http://schemas.openxmlformats.org/officeDocument/2006/relationships/notesMaster" Target="/ppt/notesMasters/notesMaster1.xml" Id="Rbc2086e4272748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62a15c6fdf4b59" /><Relationship Type="http://schemas.openxmlformats.org/officeDocument/2006/relationships/notesMaster" Target="/ppt/notesMasters/notesMaster1.xml" Id="Rf98a62ce0bc642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1d8a5a6b81406a" /><Relationship Type="http://schemas.openxmlformats.org/officeDocument/2006/relationships/notesMaster" Target="/ppt/notesMasters/notesMaster1.xml" Id="R411c08f7be694d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fd03dec20c4345" /><Relationship Type="http://schemas.openxmlformats.org/officeDocument/2006/relationships/notesMaster" Target="/ppt/notesMasters/notesMaster1.xml" Id="R68234a14756d4d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801051055b4b98" /><Relationship Type="http://schemas.openxmlformats.org/officeDocument/2006/relationships/notesMaster" Target="/ppt/notesMasters/notesMaster1.xml" Id="R4c6b3d5592c14d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f1a774274545e8" /><Relationship Type="http://schemas.openxmlformats.org/officeDocument/2006/relationships/notesMaster" Target="/ppt/notesMasters/notesMaster1.xml" Id="R5595fa7aae2847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ae91cebce045ff" /><Relationship Type="http://schemas.openxmlformats.org/officeDocument/2006/relationships/notesMaster" Target="/ppt/notesMasters/notesMaster1.xml" Id="R794799cae3f94a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9721efeea947b1" /><Relationship Type="http://schemas.openxmlformats.org/officeDocument/2006/relationships/notesMaster" Target="/ppt/notesMasters/notesMaster1.xml" Id="Rfdc8cf869b9944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dd59022a6445fa" /><Relationship Type="http://schemas.openxmlformats.org/officeDocument/2006/relationships/notesMaster" Target="/ppt/notesMasters/notesMaster1.xml" Id="Ra2ad6760952e46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aebd444abd4415" /><Relationship Type="http://schemas.openxmlformats.org/officeDocument/2006/relationships/notesMaster" Target="/ppt/notesMasters/notesMaster1.xml" Id="Raaf0ee93af74469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a5ec792c5f4df4" /><Relationship Type="http://schemas.openxmlformats.org/officeDocument/2006/relationships/notesMaster" Target="/ppt/notesMasters/notesMaster1.xml" Id="Rfb2799a7b31045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bb8cb8d1494c30" /><Relationship Type="http://schemas.openxmlformats.org/officeDocument/2006/relationships/notesMaster" Target="/ppt/notesMasters/notesMaster1.xml" Id="Rf231793a505247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537b5ad43a74f3a" /><Relationship Type="http://schemas.openxmlformats.org/officeDocument/2006/relationships/notesMaster" Target="/ppt/notesMasters/notesMaster1.xml" Id="Re457f34715754fe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53caad65a3346af" /><Relationship Type="http://schemas.openxmlformats.org/officeDocument/2006/relationships/notesMaster" Target="/ppt/notesMasters/notesMaster1.xml" Id="R8137b8fe353a4b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743c54e1b5407c" /><Relationship Type="http://schemas.openxmlformats.org/officeDocument/2006/relationships/notesMaster" Target="/ppt/notesMasters/notesMaster1.xml" Id="Re5f4a09d3b3644d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51dd3fcdc634ead" /><Relationship Type="http://schemas.openxmlformats.org/officeDocument/2006/relationships/notesMaster" Target="/ppt/notesMasters/notesMaster1.xml" Id="Ra9483bfffe424bc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7a30ad99bb482d" /><Relationship Type="http://schemas.openxmlformats.org/officeDocument/2006/relationships/notesMaster" Target="/ppt/notesMasters/notesMaster1.xml" Id="R4ca02609dbfb4ed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6195eeedf1444eb" /><Relationship Type="http://schemas.openxmlformats.org/officeDocument/2006/relationships/notesMaster" Target="/ppt/notesMasters/notesMaster1.xml" Id="R12855f04c15c4f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5a794ce378745ca" /><Relationship Type="http://schemas.openxmlformats.org/officeDocument/2006/relationships/notesMaster" Target="/ppt/notesMasters/notesMaster1.xml" Id="R9c200a1479bb499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b17449a24b4eda" /><Relationship Type="http://schemas.openxmlformats.org/officeDocument/2006/relationships/notesMaster" Target="/ppt/notesMasters/notesMaster1.xml" Id="R8db4739dbe884e9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1916f5953c34e05" /><Relationship Type="http://schemas.openxmlformats.org/officeDocument/2006/relationships/notesMaster" Target="/ppt/notesMasters/notesMaster1.xml" Id="R79846f7acf1043f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5ebaf2cf70942e8" /><Relationship Type="http://schemas.openxmlformats.org/officeDocument/2006/relationships/notesMaster" Target="/ppt/notesMasters/notesMaster1.xml" Id="R3f7e67561eea4c5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1d77f1bbe134d8a" /><Relationship Type="http://schemas.openxmlformats.org/officeDocument/2006/relationships/notesMaster" Target="/ppt/notesMasters/notesMaster1.xml" Id="R544ce3616e0d444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a2d28e87d5c46b1" /><Relationship Type="http://schemas.openxmlformats.org/officeDocument/2006/relationships/notesMaster" Target="/ppt/notesMasters/notesMaster1.xml" Id="R9a657edbf7d04c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d5eb84d7ef24c20" /><Relationship Type="http://schemas.openxmlformats.org/officeDocument/2006/relationships/notesMaster" Target="/ppt/notesMasters/notesMaster1.xml" Id="R17381827375e42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6525919c1144f24" /><Relationship Type="http://schemas.openxmlformats.org/officeDocument/2006/relationships/notesMaster" Target="/ppt/notesMasters/notesMaster1.xml" Id="R56208ab37a66454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e252f3ee8cf468d" /><Relationship Type="http://schemas.openxmlformats.org/officeDocument/2006/relationships/notesMaster" Target="/ppt/notesMasters/notesMaster1.xml" Id="R6048588e4e774e7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1450ffd8e304af7" /><Relationship Type="http://schemas.openxmlformats.org/officeDocument/2006/relationships/notesMaster" Target="/ppt/notesMasters/notesMaster1.xml" Id="Rca2853e22b39477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a597e721a854600" /><Relationship Type="http://schemas.openxmlformats.org/officeDocument/2006/relationships/notesMaster" Target="/ppt/notesMasters/notesMaster1.xml" Id="R9fdc9fe0c110455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6283a31fceb41d1" /><Relationship Type="http://schemas.openxmlformats.org/officeDocument/2006/relationships/notesMaster" Target="/ppt/notesMasters/notesMaster1.xml" Id="R30e39503013a4c9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64eeb29d9124607" /><Relationship Type="http://schemas.openxmlformats.org/officeDocument/2006/relationships/notesMaster" Target="/ppt/notesMasters/notesMaster1.xml" Id="Rc9ce6cf5169b4f2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e73a61acd3a44e0" /><Relationship Type="http://schemas.openxmlformats.org/officeDocument/2006/relationships/notesMaster" Target="/ppt/notesMasters/notesMaster1.xml" Id="R12fba63dbf79489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be022eb3e3f4e48" /><Relationship Type="http://schemas.openxmlformats.org/officeDocument/2006/relationships/notesMaster" Target="/ppt/notesMasters/notesMaster1.xml" Id="Rada2c40522d54f4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ac10ac86b5e4e9e" /><Relationship Type="http://schemas.openxmlformats.org/officeDocument/2006/relationships/notesMaster" Target="/ppt/notesMasters/notesMaster1.xml" Id="R4bf1fe67f7ff450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4c850e307aa445a" /><Relationship Type="http://schemas.openxmlformats.org/officeDocument/2006/relationships/notesMaster" Target="/ppt/notesMasters/notesMaster1.xml" Id="R27ad8e8acd8145f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6b7bfd89d1b41df" /><Relationship Type="http://schemas.openxmlformats.org/officeDocument/2006/relationships/notesMaster" Target="/ppt/notesMasters/notesMaster1.xml" Id="Re03d7d4c415b424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9b4d43e4b454212" /><Relationship Type="http://schemas.openxmlformats.org/officeDocument/2006/relationships/notesMaster" Target="/ppt/notesMasters/notesMaster1.xml" Id="Rd46e07ffc8c34d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say how two festivals show spring or a new start.”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GROW-RE-S1-W05: the designated lesson TA captures the two festival source labels with a defended comparison,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GROW-RE-S1-W05.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say how two festivals show spring or a new start.”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GROW-RE-S1-W05: the designated lesson TA captures the two festival source labels with a defended comparison,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GROW-RE-S1-W05.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say how two festivals show spring or a new start.”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GROW-RE-S1-W05: the designated lesson TA captures the two festival source labels with a defended comparison,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GROW-RE-S1-W05.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2 (slide-2).</a:t>
            </a:r>
          </a:p>
          <a:p xmlns:a="http://schemas.openxmlformats.org/drawingml/2006/main">
            <a:r>
              <a:t>Adult note: Items 1–3 retrieve the actual content of Week 4;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2 (slide-2).</a:t>
            </a:r>
          </a:p>
          <a:p xmlns:a="http://schemas.openxmlformats.org/drawingml/2006/main">
            <a:r>
              <a:t>Adult note: Items 1–3 retrieve the actual content of Week 4;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Care/help/kindness or attention to needs.</a:t>
            </a:r>
          </a:p>
          <a:p xmlns:a="http://schemas.openxmlformats.org/drawingml/2006/main">
            <a:r>
              <a:t>2. Adult answer: No; the Christian account used faith-based hope, while the humanist account used reason/evidence/care.</a:t>
            </a:r>
          </a:p>
          <a:p xmlns:a="http://schemas.openxmlformats.org/drawingml/2006/main">
            <a:r>
              <a:t>3. Adult answer: No.</a:t>
            </a:r>
          </a:p>
          <a:p xmlns:a="http://schemas.openxmlformats.org/drawingml/2006/main">
            <a:r>
              <a:t>4. Adult answer: A belief, theme, meaning or practice; accept a sensible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2 (slide-2).</a:t>
            </a:r>
          </a:p>
          <a:p xmlns:a="http://schemas.openxmlformats.org/drawingml/2006/main">
            <a:r>
              <a:t>Adult note: Items 1–3 retrieve the actual content of Week 4;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2 (slide-2).</a:t>
            </a:r>
          </a:p>
          <a:p xmlns:a="http://schemas.openxmlformats.org/drawingml/2006/main">
            <a:r>
              <a:t>Adult note: Items 1–3 retrieve the actual content of Week 4;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Both can guide care: A calls for kindness to people in need; B values care/empathy and effects on others.</a:t>
            </a:r>
          </a:p>
          <a:p xmlns:a="http://schemas.openxmlformats.org/drawingml/2006/main">
            <a:r>
              <a:t>2. Adult answer: A uses Christian faith-based hope; B uses a non-religious humanist approach of reason, evidence and care.</a:t>
            </a:r>
          </a:p>
          <a:p xmlns:a="http://schemas.openxmlformats.org/drawingml/2006/main">
            <a:r>
              <a:t>3. Adult answer: Different people may choose the same kind act; the case does not identify their beliefs.</a:t>
            </a:r>
          </a:p>
          <a:p xmlns:a="http://schemas.openxmlformats.org/drawingml/2006/main">
            <a:r>
              <a:t>4. Adult answer: The source, tradition/context and stated meaning or practice; accept a sensible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2 (slide-2).</a:t>
            </a:r>
          </a:p>
          <a:p xmlns:a="http://schemas.openxmlformats.org/drawingml/2006/main">
            <a:r>
              <a:t>Adult note: Items 1–3 retrieve the actual content of Week 4;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2 (slide-2).</a:t>
            </a:r>
          </a:p>
          <a:p xmlns:a="http://schemas.openxmlformats.org/drawingml/2006/main">
            <a:r>
              <a:t>Adult note: Items 1–3 retrieve the actual content of Week 4;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Care is a possible shared action or aim, while the accounts ground their reasons differently.</a:t>
            </a:r>
          </a:p>
          <a:p xmlns:a="http://schemas.openxmlformats.org/drawingml/2006/main">
            <a:r>
              <a:t>2. Adult answer: Accurate detail from each: Christian hope in new life/care and humanist reason/evidence/care.</a:t>
            </a:r>
          </a:p>
          <a:p xmlns:a="http://schemas.openxmlformats.org/drawingml/2006/main">
            <a:r>
              <a:t>3. Adult answer: It avoids treating one account as every member’s view or guessing a person’s identity.</a:t>
            </a:r>
          </a:p>
          <a:p xmlns:a="http://schemas.openxmlformats.org/drawingml/2006/main">
            <a:r>
              <a:t>4. Adult answer: Themes can be similar while stories, beliefs or practices differ; accept a sensible bridge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2 (slide-2).</a:t>
            </a:r>
          </a:p>
          <a:p xmlns:a="http://schemas.openxmlformats.org/drawingml/2006/main">
            <a:r>
              <a:t>Adult note: Items 1–3 retrieve the actual content of Week 4;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2 (slide-2).</a:t>
            </a:r>
          </a:p>
          <a:p xmlns:a="http://schemas.openxmlformats.org/drawingml/2006/main">
            <a:r>
              <a:t>Adult note: Items 1–3 retrieve the actual content of Week 4;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3 (slide-3).</a:t>
            </a:r>
          </a:p>
          <a:p xmlns:a="http://schemas.openxmlformats.org/drawingml/2006/main">
            <a:r>
              <a:t>Adult answer: No. Meanings depend on the source and context.</a:t>
            </a:r>
          </a:p>
          <a:p xmlns:a="http://schemas.openxmlformats.org/drawingml/2006/main">
            <a:r>
              <a:t>Adult timing: one minute to read/think, one for a private response and one to check. Do not add a second starter question.</a:t>
            </a:r>
          </a:p>
          <a:p xmlns:a="http://schemas.openxmlformats.org/drawingml/2006/main">
            <a:r>
              <a:t>TA action: Read the one question and allow quiet thinking.</a:t>
            </a:r>
          </a:p>
          <a:p xmlns:a="http://schemas.openxmlformats.org/drawingml/2006/main">
            <a:r>
              <a:t>TA avoid: Do not supply the pupil’s response.</a:t>
            </a:r>
          </a:p>
          <a:p xmlns:a="http://schemas.openxmlformats.org/drawingml/2006/main">
            <a:r>
              <a:t>Verbal-feedback script: “I heard your choice. Tell or show me the part that led you to it.”</a:t>
            </a:r>
          </a:p>
          <a:p xmlns:a="http://schemas.openxmlformats.org/drawingml/2006/main">
            <a:r>
              <a:t>LOOP panel — adult only: Space: quiet thinking, chosen response mode and pass with a clear return point. Feedback: use the stage VF script on observed work. Voice: receive the pupil’s one Starter choice and reason if offered. Audience: the lesson teacher listens/reads fully and names that response or change back; the TA records it. Influence: after receiving it, adjust the pace of the next model chunk to the misconception heard. These are planned steps; record actual influence after teaching. R is earned only when the response has been received and has shaped that next step.</a:t>
            </a:r>
          </a:p>
          <a:p xmlns:a="http://schemas.openxmlformats.org/drawingml/2006/main">
            <a:r>
              <a:t>Answer (adult): No. Meanings depend on the source and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6 (slide-6).</a:t>
            </a:r>
          </a:p>
          <a:p xmlns:a="http://schemas.openxmlformats.org/drawingml/2006/main">
            <a:r>
              <a:t>Adult answer and reveal: A links Easter to Christian belief that the central teacher rose from death, renewed hope and kindness/care. Its meaning must not be transferred to Holi. The display label is about the source; no pupil is required to celebrate or believe it.</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A links Easter to Christian belief that the central teacher rose from death, renewed hope and kindness/care. Its meaning must not be transferred to Holi. The display label is about the source; no pupil is required to celebrate or believe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6 (slide-6).</a:t>
            </a:r>
          </a:p>
          <a:p xmlns:a="http://schemas.openxmlformats.org/drawingml/2006/main">
            <a:r>
              <a:t>Adult answer and reveal: A links Easter to Christian belief that the central teacher rose from death, renewed hope and kindness/care. Its meaning must not be transferred to Holi. The display label is about the source; no pupil is required to celebrate or believe it.</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A links Easter to Christian belief that the central teacher rose from death, renewed hope and kindness/care. Its meaning must not be transferred to Holi. The display label is about the source; no pupil is required to celebrate or believe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 festival source labels with a defended comparison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X hope/new life/kindness; Y spring/good overcoming evil.</a:t>
            </a:r>
          </a:p>
          <a:p xmlns:a="http://schemas.openxmlformats.org/drawingml/2006/main">
            <a:r>
              <a:t>2. Adult answer: Accurate contrast in belief/theme or described use of colour.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Both can be read through new beginnings/renewal, with the source details stated.</a:t>
            </a:r>
          </a:p>
          <a:p xmlns:a="http://schemas.openxmlformats.org/drawingml/2006/main">
            <a:r>
              <a:t>2. Adult answer: Easter Christian new-life hope versus Holi spring/good over evil and colour as described.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GROW_RE_S1_W05.html; SHA-256 c8ce1571efbc04d2672d3e821b1d5aaf538483f4a58dadc22ee720979883e90c.</a:t>
            </a:r>
          </a:p>
          <a:p xmlns:a="http://schemas.openxmlformats.org/drawingml/2006/main">
            <a:r>
              <a:t>Lesson GROW-RE-S1-W05;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A qualified comparison drawing on both supplied meanings.</a:t>
            </a:r>
          </a:p>
          <a:p xmlns:a="http://schemas.openxmlformats.org/drawingml/2006/main">
            <a:r>
              <a:t>2. Adult answer: Similar themes do not mean identical beliefs; source labels avoid mixing or universalising meanings.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17b6ab564b46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2052d47c9fa4d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b1a798d2b243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efb684cc2b47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2c70cfb1084e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6789ac78444e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C06FCB-E7DC-4450-8231-69530F78FF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D0E759-CE6D-4192-B4C6-1F8131088B3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D2CB9C2-8F79-412A-9DEF-DD2A41E6100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58365F-3757-4938-AD11-7B2A7290F8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D5B9C4C-7326-4B35-8BC6-5BB844FF12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E96956-D901-412C-822E-9600CF2560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5A5469-D61F-4BA9-8429-89C6F9225B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B0441F-26D8-4409-A9A5-4D9D5DD77F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2976F4-7EE1-4FF4-B531-F1811ED7E8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CC9AF0-2025-4A05-98D8-B72C90B633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9f8b55bb7d4f50" /><Relationship Type="http://schemas.openxmlformats.org/officeDocument/2006/relationships/slideLayout" Target="/ppt/slideLayouts/slideLayout1.xml" Id="R9e0d2262e1f34a63" /><Relationship Type="http://schemas.openxmlformats.org/officeDocument/2006/relationships/slideLayout" Target="/ppt/slideLayouts/slideLayout2.xml" Id="R09a2f56faae64953" /><Relationship Type="http://schemas.openxmlformats.org/officeDocument/2006/relationships/slideLayout" Target="/ppt/slideLayouts/slideLayout3.xml" Id="R3b3b4420d1704d76" /><Relationship Type="http://schemas.openxmlformats.org/officeDocument/2006/relationships/slideLayout" Target="/ppt/slideLayouts/slideLayout4.xml" Id="R0318bf6a561345f1" /><Relationship Type="http://schemas.openxmlformats.org/officeDocument/2006/relationships/slideLayout" Target="/ppt/slideLayouts/slideLayout5.xml" Id="R4c8a3c62e5814e98" /><Relationship Type="http://schemas.openxmlformats.org/officeDocument/2006/relationships/slideLayout" Target="/ppt/slideLayouts/slideLayout6.xml" Id="Rf917d62f13934d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0d2262e1f34a63"/>
    <p:sldLayoutId xmlns:r="http://schemas.openxmlformats.org/officeDocument/2006/relationships" id="2147483650" r:id="R09a2f56faae64953"/>
    <p:sldLayoutId xmlns:r="http://schemas.openxmlformats.org/officeDocument/2006/relationships" id="2147483651" r:id="R3b3b4420d1704d76"/>
    <p:sldLayoutId xmlns:r="http://schemas.openxmlformats.org/officeDocument/2006/relationships" id="2147483652" r:id="R0318bf6a561345f1"/>
    <p:sldLayoutId xmlns:r="http://schemas.openxmlformats.org/officeDocument/2006/relationships" id="2147483653" r:id="R4c8a3c62e5814e98"/>
    <p:sldLayoutId xmlns:r="http://schemas.openxmlformats.org/officeDocument/2006/relationships" id="2147483654" r:id="Rf917d62f13934d0a"/>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f3b2c7a3964a64" /><Relationship Type="http://schemas.openxmlformats.org/officeDocument/2006/relationships/image" Target="/ppt/media/image.jpeg" Id="R783fc491483d413f" /><Relationship Type="http://schemas.openxmlformats.org/officeDocument/2006/relationships/notesSlide" Target="/ppt/notesSlides/notesSlide1.xml" Id="R9a2c07fb76904026"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08fb2a998bc44677"/><Relationship Type="http://schemas.openxmlformats.org/officeDocument/2006/relationships/image" Target="../media/image.jpeg" Id="Re87db86df07a4cad"/><Relationship Type="http://schemas.openxmlformats.org/officeDocument/2006/relationships/notesSlide" Target="/ppt/notesSlides/notesSlide2.xml" Id="R28663905f49f4b9b"/></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8a3225f0cfa848c1"/><Relationship Type="http://schemas.openxmlformats.org/officeDocument/2006/relationships/image" Target="../media/image.jpeg" Id="R44444f7c4b1047c9"/><Relationship Type="http://schemas.openxmlformats.org/officeDocument/2006/relationships/notesSlide" Target="/ppt/notesSlides/notesSlide3.xml" Id="R632c6da604bb427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17cff83c8b1146f1"/><Relationship Type="http://schemas.openxmlformats.org/officeDocument/2006/relationships/image" Target="../media/image.jpeg" Id="Rbd1e24351efa424c"/><Relationship Type="http://schemas.openxmlformats.org/officeDocument/2006/relationships/notesSlide" Target="/ppt/notesSlides/notesSlide4.xml" Id="R7686e80a5a8347a3"/></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cc78beb26d874c3b"/><Relationship Type="http://schemas.openxmlformats.org/officeDocument/2006/relationships/image" Target="../media/image.jpeg" Id="R7f927f20c5464adf"/><Relationship Type="http://schemas.openxmlformats.org/officeDocument/2006/relationships/notesSlide" Target="/ppt/notesSlides/notesSlide5.xml" Id="R499b73f74f4a476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359acc59cf534b21"/><Relationship Type="http://schemas.openxmlformats.org/officeDocument/2006/relationships/image" Target="../media/image.jpeg" Id="Red3ec41fa42b4c36"/><Relationship Type="http://schemas.openxmlformats.org/officeDocument/2006/relationships/notesSlide" Target="/ppt/notesSlides/notesSlide6.xml" Id="Rdc378b55de2642cc"/></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40d52a0751c64a33"/><Relationship Type="http://schemas.openxmlformats.org/officeDocument/2006/relationships/image" Target="../media/image.jpeg" Id="R691ca6d8292e4521"/><Relationship Type="http://schemas.openxmlformats.org/officeDocument/2006/relationships/notesSlide" Target="/ppt/notesSlides/notesSlide7.xml" Id="R252cfa7fbe684f27"/></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a16b3e1625354830"/><Relationship Type="http://schemas.openxmlformats.org/officeDocument/2006/relationships/image" Target="../media/image.jpeg" Id="Re7ea26e8cbba46ec"/><Relationship Type="http://schemas.openxmlformats.org/officeDocument/2006/relationships/notesSlide" Target="/ppt/notesSlides/notesSlide8.xml" Id="R7f1828fd9fbf427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d2b633959bf44e95"/><Relationship Type="http://schemas.openxmlformats.org/officeDocument/2006/relationships/image" Target="../media/image.jpeg" Id="Rca5cebfc875b4d08"/><Relationship Type="http://schemas.openxmlformats.org/officeDocument/2006/relationships/notesSlide" Target="/ppt/notesSlides/notesSlide9.xml" Id="Rc8570d1bbf6b4d0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76ea01d817c84cc2"/><Relationship Type="http://schemas.openxmlformats.org/officeDocument/2006/relationships/image" Target="../media/image.jpeg" Id="R5bcf491e6b11474d"/><Relationship Type="http://schemas.openxmlformats.org/officeDocument/2006/relationships/notesSlide" Target="/ppt/notesSlides/notesSlide10.xml" Id="R43fb3b53cb69457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dfeb1c018d554654"/><Relationship Type="http://schemas.openxmlformats.org/officeDocument/2006/relationships/image" Target="../media/image.jpeg" Id="R59c64bcd13ab425e"/><Relationship Type="http://schemas.openxmlformats.org/officeDocument/2006/relationships/notesSlide" Target="/ppt/notesSlides/notesSlide11.xml" Id="R2287c2baa229421f"/></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26fed3782e1844b1"/><Relationship Type="http://schemas.openxmlformats.org/officeDocument/2006/relationships/image" Target="../media/image.jpeg" Id="Rcdc98a847d3243dc"/><Relationship Type="http://schemas.openxmlformats.org/officeDocument/2006/relationships/notesSlide" Target="/ppt/notesSlides/notesSlide12.xml" Id="R1cc48f71dbcc4702"/></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05ed34232c88466e"/><Relationship Type="http://schemas.openxmlformats.org/officeDocument/2006/relationships/image" Target="../media/image.jpeg" Id="Rb4cae47641c04bfe"/><Relationship Type="http://schemas.openxmlformats.org/officeDocument/2006/relationships/notesSlide" Target="/ppt/notesSlides/notesSlide13.xml" Id="Rd1f301964df8410f"/></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5eba338d0b7d43be"/><Relationship Type="http://schemas.openxmlformats.org/officeDocument/2006/relationships/image" Target="../media/image.jpeg" Id="R3f5a4dfc7ca7403a"/><Relationship Type="http://schemas.openxmlformats.org/officeDocument/2006/relationships/notesSlide" Target="/ppt/notesSlides/notesSlide14.xml" Id="Rbe5409ec36a445e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409ef49945c44213"/><Relationship Type="http://schemas.openxmlformats.org/officeDocument/2006/relationships/image" Target="../media/image.jpeg" Id="R9c946fc8a7524275"/><Relationship Type="http://schemas.openxmlformats.org/officeDocument/2006/relationships/notesSlide" Target="/ppt/notesSlides/notesSlide15.xml" Id="R2ee9338935e5416a"/></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c56ff47af70b4a7c"/><Relationship Type="http://schemas.openxmlformats.org/officeDocument/2006/relationships/image" Target="../media/image.jpeg" Id="R9b3be7de26ab4c2d"/><Relationship Type="http://schemas.openxmlformats.org/officeDocument/2006/relationships/notesSlide" Target="/ppt/notesSlides/notesSlide16.xml" Id="Rb159df8ac331443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2bd98eccfc504f45"/><Relationship Type="http://schemas.openxmlformats.org/officeDocument/2006/relationships/image" Target="../media/image.jpeg" Id="R7546637df192441f"/><Relationship Type="http://schemas.openxmlformats.org/officeDocument/2006/relationships/notesSlide" Target="/ppt/notesSlides/notesSlide17.xml" Id="R402252d684cb4de6"/></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44229e080af24912"/><Relationship Type="http://schemas.openxmlformats.org/officeDocument/2006/relationships/image" Target="../media/image.jpeg" Id="Rae868f6d6c274d53"/><Relationship Type="http://schemas.openxmlformats.org/officeDocument/2006/relationships/notesSlide" Target="/ppt/notesSlides/notesSlide18.xml" Id="R6d8249c467014491"/></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e98479f2543b4b95"/><Relationship Type="http://schemas.openxmlformats.org/officeDocument/2006/relationships/image" Target="../media/image.jpeg" Id="R693a8d4a7bdc4016"/><Relationship Type="http://schemas.openxmlformats.org/officeDocument/2006/relationships/notesSlide" Target="/ppt/notesSlides/notesSlide19.xml" Id="Rb4fae93ab9714254"/></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c98923dc90604d7e"/><Relationship Type="http://schemas.openxmlformats.org/officeDocument/2006/relationships/image" Target="../media/image.jpeg" Id="R563234cf1b35459e"/><Relationship Type="http://schemas.openxmlformats.org/officeDocument/2006/relationships/notesSlide" Target="/ppt/notesSlides/notesSlide20.xml" Id="Rb21daef4112a4d1e"/></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8287af39736c4da0"/><Relationship Type="http://schemas.openxmlformats.org/officeDocument/2006/relationships/image" Target="../media/image.jpeg" Id="R13a1234da35a4504"/><Relationship Type="http://schemas.openxmlformats.org/officeDocument/2006/relationships/notesSlide" Target="/ppt/notesSlides/notesSlide21.xml" Id="R3a2b8f718d384a3d"/></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23333d40759e4164"/><Relationship Type="http://schemas.openxmlformats.org/officeDocument/2006/relationships/image" Target="../media/image.jpeg" Id="Re3e0b9c1bb1b41ba"/><Relationship Type="http://schemas.openxmlformats.org/officeDocument/2006/relationships/notesSlide" Target="/ppt/notesSlides/notesSlide22.xml" Id="R71183ec57f494548"/></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569d28e1641a470d"/><Relationship Type="http://schemas.openxmlformats.org/officeDocument/2006/relationships/image" Target="../media/image.jpeg" Id="R54ee380f1d8e4304"/><Relationship Type="http://schemas.openxmlformats.org/officeDocument/2006/relationships/notesSlide" Target="/ppt/notesSlides/notesSlide23.xml" Id="Rdcf7bea3c9a3407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07c305c1e50b4f4f"/><Relationship Type="http://schemas.openxmlformats.org/officeDocument/2006/relationships/image" Target="../media/image.jpeg" Id="Ra2fe0f4a05554c04"/><Relationship Type="http://schemas.openxmlformats.org/officeDocument/2006/relationships/notesSlide" Target="/ppt/notesSlides/notesSlide24.xml" Id="R5a541fee8e854c65"/></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05bb11e7b2d4425"/><Relationship Type="http://schemas.openxmlformats.org/officeDocument/2006/relationships/image" Target="../media/image.jpeg" Id="R090566c4b0b54f4e"/><Relationship Type="http://schemas.openxmlformats.org/officeDocument/2006/relationships/notesSlide" Target="/ppt/notesSlides/notesSlide25.xml" Id="R97f0554ae16b48cd"/></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f05c719da7214eec"/><Relationship Type="http://schemas.openxmlformats.org/officeDocument/2006/relationships/image" Target="../media/image.jpeg" Id="R70819485fb294cea"/><Relationship Type="http://schemas.openxmlformats.org/officeDocument/2006/relationships/notesSlide" Target="/ppt/notesSlides/notesSlide26.xml" Id="Ra1cb4587338c4f86"/></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f4d208add8ab4eed"/><Relationship Type="http://schemas.openxmlformats.org/officeDocument/2006/relationships/image" Target="../media/image.jpeg" Id="R52c1d7fca7064df2"/><Relationship Type="http://schemas.openxmlformats.org/officeDocument/2006/relationships/notesSlide" Target="/ppt/notesSlides/notesSlide27.xml" Id="R0f698be662bd44aa"/></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7d793ebcadda45fc"/><Relationship Type="http://schemas.openxmlformats.org/officeDocument/2006/relationships/image" Target="../media/image.jpeg" Id="R94ebff714265461c"/><Relationship Type="http://schemas.openxmlformats.org/officeDocument/2006/relationships/notesSlide" Target="/ppt/notesSlides/notesSlide28.xml" Id="R8c5f13640b5a4cc2"/></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929417ead466494d"/><Relationship Type="http://schemas.openxmlformats.org/officeDocument/2006/relationships/image" Target="../media/image.jpeg" Id="Reb19ebea79af4b31"/><Relationship Type="http://schemas.openxmlformats.org/officeDocument/2006/relationships/notesSlide" Target="/ppt/notesSlides/notesSlide29.xml" Id="Rb759053848374dde"/></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51b475d7f53243ad"/><Relationship Type="http://schemas.openxmlformats.org/officeDocument/2006/relationships/image" Target="../media/image.jpeg" Id="Rff7dfd7781344de3"/><Relationship Type="http://schemas.openxmlformats.org/officeDocument/2006/relationships/notesSlide" Target="/ppt/notesSlides/notesSlide30.xml" Id="R209dfdbb58b6469d"/></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85ce56fa7517482c"/><Relationship Type="http://schemas.openxmlformats.org/officeDocument/2006/relationships/image" Target="../media/image.jpeg" Id="Rd7ee31ff5b454d84"/><Relationship Type="http://schemas.openxmlformats.org/officeDocument/2006/relationships/notesSlide" Target="/ppt/notesSlides/notesSlide31.xml" Id="R8449e4e4c0684af1"/></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4fbb41b4423645bc"/><Relationship Type="http://schemas.openxmlformats.org/officeDocument/2006/relationships/image" Target="../media/image.jpeg" Id="R3038e30921a84178"/><Relationship Type="http://schemas.openxmlformats.org/officeDocument/2006/relationships/notesSlide" Target="/ppt/notesSlides/notesSlide32.xml" Id="Re3ea342fe5a94ceb"/></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9d9fce9989e542a0"/><Relationship Type="http://schemas.openxmlformats.org/officeDocument/2006/relationships/image" Target="../media/image.jpeg" Id="R58c84f22bb154b38"/><Relationship Type="http://schemas.openxmlformats.org/officeDocument/2006/relationships/notesSlide" Target="/ppt/notesSlides/notesSlide33.xml" Id="Ra267264f1b474d94"/></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79892d4286eb4d45"/><Relationship Type="http://schemas.openxmlformats.org/officeDocument/2006/relationships/image" Target="../media/image.jpeg" Id="R7c2df586cd514608"/><Relationship Type="http://schemas.openxmlformats.org/officeDocument/2006/relationships/notesSlide" Target="/ppt/notesSlides/notesSlide34.xml" Id="Rf9869e4b17b348bc"/></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d7d946fdce434273"/><Relationship Type="http://schemas.openxmlformats.org/officeDocument/2006/relationships/image" Target="../media/image.jpeg" Id="Rf66944a5c95a4ad2"/><Relationship Type="http://schemas.openxmlformats.org/officeDocument/2006/relationships/notesSlide" Target="/ppt/notesSlides/notesSlide35.xml" Id="Rf68c3de4a8604627"/></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7b631735151d4738"/><Relationship Type="http://schemas.openxmlformats.org/officeDocument/2006/relationships/image" Target="../media/image.jpeg" Id="Rb2ff0f10a01e439b"/><Relationship Type="http://schemas.openxmlformats.org/officeDocument/2006/relationships/notesSlide" Target="/ppt/notesSlides/notesSlide36.xml" Id="R8bf389df6e7c47c2"/></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297e393c497e4c57"/><Relationship Type="http://schemas.openxmlformats.org/officeDocument/2006/relationships/image" Target="../media/image.jpeg" Id="Re9787aa0f4a740e0"/><Relationship Type="http://schemas.openxmlformats.org/officeDocument/2006/relationships/notesSlide" Target="/ppt/notesSlides/notesSlide37.xml" Id="Ra404174158994e5d"/></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8dc50a9ea7694bb3"/><Relationship Type="http://schemas.openxmlformats.org/officeDocument/2006/relationships/image" Target="../media/image.jpeg" Id="R4ebbe189b4164a32"/><Relationship Type="http://schemas.openxmlformats.org/officeDocument/2006/relationships/notesSlide" Target="/ppt/notesSlides/notesSlide38.xml" Id="Rad5acdba3238432a"/></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96c18c7ff53e4c3b"/><Relationship Type="http://schemas.openxmlformats.org/officeDocument/2006/relationships/image" Target="../media/image.jpeg" Id="R80c383b530964916"/><Relationship Type="http://schemas.openxmlformats.org/officeDocument/2006/relationships/notesSlide" Target="/ppt/notesSlides/notesSlide39.xml" Id="Rbd0c64cbecac45d3"/></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0ef1f9e5b74c4e6e"/><Relationship Type="http://schemas.openxmlformats.org/officeDocument/2006/relationships/image" Target="../media/image.jpeg" Id="R30a8586e3e074e53"/><Relationship Type="http://schemas.openxmlformats.org/officeDocument/2006/relationships/notesSlide" Target="/ppt/notesSlides/notesSlide40.xml" Id="Rc5c8ce4bc72644d9"/></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b1e580d507f147d0"/><Relationship Type="http://schemas.openxmlformats.org/officeDocument/2006/relationships/image" Target="../media/image.jpeg" Id="Rc1d0f0294cb644ac"/><Relationship Type="http://schemas.openxmlformats.org/officeDocument/2006/relationships/notesSlide" Target="/ppt/notesSlides/notesSlide41.xml" Id="Rcec936c2b47a407d"/></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92268a49b0d44745"/><Relationship Type="http://schemas.openxmlformats.org/officeDocument/2006/relationships/image" Target="../media/image.jpeg" Id="R53a26a7c27e5436a"/><Relationship Type="http://schemas.openxmlformats.org/officeDocument/2006/relationships/notesSlide" Target="/ppt/notesSlides/notesSlide42.xml" Id="R7c38698dd1f94bcd"/></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50dbb9802a624ec2"/><Relationship Type="http://schemas.openxmlformats.org/officeDocument/2006/relationships/image" Target="../media/image.jpeg" Id="Ra1d872c84c164c4c"/><Relationship Type="http://schemas.openxmlformats.org/officeDocument/2006/relationships/notesSlide" Target="/ppt/notesSlides/notesSlide43.xml" Id="R840be8d42ec54e6d"/></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254841E8-00C0-415C-88C8-66C7C674D8A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C76D9FE0-BF0A-44B6-98CE-DC2B990DA49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B4DE1FEF-E13F-4916-9BD3-604AE48A476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5</a:t>
            </a:r>
          </a:p>
        </p:txBody>
      </p:sp>
      <p:sp>
        <p:nvSpPr>
          <p:cNvPr id="4" name="shape">
            <a:extLst xmlns:a="http://schemas.openxmlformats.org/drawingml/2006/main">
              <a:ext uri="{FF2B5EF4-FFF2-40B4-BE49-F238E27FC236}">
                <a16:creationId xmlns:a16="http://schemas.microsoft.com/office/drawing/2014/main" id="{648C674F-1BB8-441C-8585-0CE6B2B2D40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140615E-582F-42BF-8AD0-CB1854C337B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B968425-D24E-49C1-9234-9B6DD26FEB9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47F768D-54BC-4F5F-B164-56DA0CBB99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73D840E-B44D-4C66-A56A-CBB18E23A40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0E68F32-6209-4FF2-B3AD-4D202A3C1FA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3F7E58D-3B9D-4302-98E7-149BCFD5D01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31206CF3-985A-47CB-907E-0C7F720AC2B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8F355B2E-A8E9-4F0F-8BA9-C1D2435A414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9D08DEC6-37E2-41DC-B6EF-60B9EB698DB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43</a:t>
            </a:r>
          </a:p>
        </p:txBody>
      </p:sp>
      <p:sp>
        <p:nvSpPr>
          <p:cNvPr id="14" name="licence-footer">
            <a:extLst xmlns:a="http://schemas.openxmlformats.org/drawingml/2006/main">
              <a:ext uri="{FF2B5EF4-FFF2-40B4-BE49-F238E27FC236}">
                <a16:creationId xmlns:a16="http://schemas.microsoft.com/office/drawing/2014/main" id="{3514F32B-DB46-46EE-9937-9336CCB169A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8A93B46-643B-4316-94BE-AF1A82AB2B81}"/>
              </a:ext>
            </a:extLst>
          </p:cNvPr>
          <p:cNvPicPr>
            <a:picLocks xmlns:a="http://schemas.openxmlformats.org/drawingml/2006/main" noChangeAspect="1"/>
          </p:cNvPicPr>
          <p:nvPr/>
        </p:nvPicPr>
        <p:blipFill>
          <a:blip xmlns:r="http://schemas.openxmlformats.org/officeDocument/2006/relationships" xmlns:a="http://schemas.openxmlformats.org/drawingml/2006/main" r:embed="R783fc491483d413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1A77632-42ED-4CC2-88D9-DB717EB07BE9}"/>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Beliefs, change and resilience</a:t>
            </a:r>
          </a:p>
        </p:txBody>
      </p:sp>
      <p:sp>
        <p:nvSpPr>
          <p:cNvPr id="17" name="pupil-text">
            <a:extLst xmlns:a="http://schemas.openxmlformats.org/drawingml/2006/main">
              <a:ext uri="{FF2B5EF4-FFF2-40B4-BE49-F238E27FC236}">
                <a16:creationId xmlns:a16="http://schemas.microsoft.com/office/drawing/2014/main" id="{00847796-CCFB-48C2-9FB4-56ED543790E2}"/>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GROW</a:t>
            </a:r>
          </a:p>
        </p:txBody>
      </p:sp>
      <p:sp>
        <p:nvSpPr>
          <p:cNvPr id="18" name="pupil-text">
            <a:extLst xmlns:a="http://schemas.openxmlformats.org/drawingml/2006/main">
              <a:ext uri="{FF2B5EF4-FFF2-40B4-BE49-F238E27FC236}">
                <a16:creationId xmlns:a16="http://schemas.microsoft.com/office/drawing/2014/main" id="{9D90E7A8-D51C-4D25-A644-3DF63D4E70A6}"/>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5 · Lesson: GROW-RE-S1-W05</a:t>
            </a:r>
          </a:p>
        </p:txBody>
      </p:sp>
      <p:sp>
        <p:nvSpPr>
          <p:cNvPr id="19" name="pupil-text">
            <a:extLst xmlns:a="http://schemas.openxmlformats.org/drawingml/2006/main">
              <a:ext uri="{FF2B5EF4-FFF2-40B4-BE49-F238E27FC236}">
                <a16:creationId xmlns:a16="http://schemas.microsoft.com/office/drawing/2014/main" id="{2B0DEFFA-0CED-4ADE-9DF2-43C32C5F6956}"/>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festivals express spring or a new start?</a:t>
            </a:r>
          </a:p>
        </p:txBody>
      </p:sp>
      <p:sp>
        <p:nvSpPr>
          <p:cNvPr id="20" name="pupil-text">
            <a:extLst xmlns:a="http://schemas.openxmlformats.org/drawingml/2006/main">
              <a:ext uri="{FF2B5EF4-FFF2-40B4-BE49-F238E27FC236}">
                <a16:creationId xmlns:a16="http://schemas.microsoft.com/office/drawing/2014/main" id="{05325CDD-FDDA-486A-A52A-BAE3444217BB}"/>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say how two festivals show spring or a new start.</a:t>
            </a:r>
          </a:p>
        </p:txBody>
      </p:sp>
      <p:sp>
        <p:nvSpPr>
          <p:cNvPr id="21" name="shape">
            <a:extLst xmlns:a="http://schemas.openxmlformats.org/drawingml/2006/main">
              <a:ext uri="{FF2B5EF4-FFF2-40B4-BE49-F238E27FC236}">
                <a16:creationId xmlns:a16="http://schemas.microsoft.com/office/drawing/2014/main" id="{FC90C8E2-4E5D-4256-9C12-A0345F077814}"/>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21F8D297-DC49-4147-82C4-75BD7E6E1EF3}"/>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a:t>
            </a:r>
          </a:p>
        </p:txBody>
      </p:sp>
      <p:sp>
        <p:nvSpPr>
          <p:cNvPr id="23" name="shape">
            <a:extLst xmlns:a="http://schemas.openxmlformats.org/drawingml/2006/main">
              <a:ext uri="{FF2B5EF4-FFF2-40B4-BE49-F238E27FC236}">
                <a16:creationId xmlns:a16="http://schemas.microsoft.com/office/drawing/2014/main" id="{7F1DDB2E-AF50-4034-8835-D6EA05A778E0}"/>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1D7999FD-41C8-41FC-88C3-3624EC089F68}"/>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link a festival to a source idea.</a:t>
            </a:r>
          </a:p>
        </p:txBody>
      </p:sp>
      <p:sp>
        <p:nvSpPr>
          <p:cNvPr id="25" name="shape">
            <a:extLst xmlns:a="http://schemas.openxmlformats.org/drawingml/2006/main">
              <a:ext uri="{FF2B5EF4-FFF2-40B4-BE49-F238E27FC236}">
                <a16:creationId xmlns:a16="http://schemas.microsoft.com/office/drawing/2014/main" id="{4589CBF6-7450-4FD0-9955-D1FA51FBB869}"/>
              </a:ext>
            </a:extLst>
          </p:cNvPr>
          <p:cNvSpPr>
            <a:spLocks xmlns:a="http://schemas.openxmlformats.org/drawingml/2006/main" noGrp="1"/>
          </p:cNvSpPr>
          <p:nvPr/>
        </p:nvSpPr>
        <p:spPr>
          <a:xfrm xmlns:a="http://schemas.openxmlformats.org/drawingml/2006/main">
            <a:off x="409575" y="37433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6AC20EDB-75A2-4D6D-88D2-891171871906}"/>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give a similarity and a difference.</a:t>
            </a:r>
          </a:p>
        </p:txBody>
      </p:sp>
      <p:sp>
        <p:nvSpPr>
          <p:cNvPr id="27" name="shape">
            <a:extLst xmlns:a="http://schemas.openxmlformats.org/drawingml/2006/main">
              <a:ext uri="{FF2B5EF4-FFF2-40B4-BE49-F238E27FC236}">
                <a16:creationId xmlns:a16="http://schemas.microsoft.com/office/drawing/2014/main" id="{09FF6BA3-900B-458B-A675-20312A1C3316}"/>
              </a:ext>
            </a:extLst>
          </p:cNvPr>
          <p:cNvSpPr>
            <a:spLocks xmlns:a="http://schemas.openxmlformats.org/drawingml/2006/main" noGrp="1"/>
          </p:cNvSpPr>
          <p:nvPr/>
        </p:nvSpPr>
        <p:spPr>
          <a:xfrm xmlns:a="http://schemas.openxmlformats.org/drawingml/2006/main">
            <a:off x="409575" y="403860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8" name="pupil-text">
            <a:extLst xmlns:a="http://schemas.openxmlformats.org/drawingml/2006/main">
              <a:ext uri="{FF2B5EF4-FFF2-40B4-BE49-F238E27FC236}">
                <a16:creationId xmlns:a16="http://schemas.microsoft.com/office/drawing/2014/main" id="{63EA9E1D-BDB4-4141-92F1-1F809F6C9BEC}"/>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keep meanings with the right source.</a:t>
            </a:r>
          </a:p>
        </p:txBody>
      </p:sp>
      <p:sp>
        <p:nvSpPr>
          <p:cNvPr id="29" name="pupil-text">
            <a:extLst xmlns:a="http://schemas.openxmlformats.org/drawingml/2006/main">
              <a:ext uri="{FF2B5EF4-FFF2-40B4-BE49-F238E27FC236}">
                <a16:creationId xmlns:a16="http://schemas.microsoft.com/office/drawing/2014/main" id="{82271526-3641-402C-9C86-143AC3958387}"/>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Label a display accurately and respect the source behind each item.</a:t>
            </a:r>
          </a:p>
        </p:txBody>
      </p:sp>
      <p:sp>
        <p:nvSpPr>
          <p:cNvPr id="30" name="pupil-text">
            <a:extLst xmlns:a="http://schemas.openxmlformats.org/drawingml/2006/main">
              <a:ext uri="{FF2B5EF4-FFF2-40B4-BE49-F238E27FC236}">
                <a16:creationId xmlns:a16="http://schemas.microsoft.com/office/drawing/2014/main" id="{4CCE882C-81A5-42E0-BECF-973F7BB1EB7C}"/>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31" name="pupil-text">
            <a:extLst xmlns:a="http://schemas.openxmlformats.org/drawingml/2006/main">
              <a:ext uri="{FF2B5EF4-FFF2-40B4-BE49-F238E27FC236}">
                <a16:creationId xmlns:a16="http://schemas.microsoft.com/office/drawing/2014/main" id="{10B7F9BB-9A29-4CEB-A23A-179B980664F5}"/>
              </a:ext>
            </a:extLst>
          </p:cNvPr>
          <p:cNvSpPr>
            <a:spLocks xmlns:a="http://schemas.openxmlformats.org/drawingml/2006/main" noGrp="1"/>
          </p:cNvSpPr>
          <p:nvPr/>
        </p:nvSpPr>
        <p:spPr>
          <a:xfrm xmlns:a="http://schemas.openxmlformats.org/drawingml/2006/main">
            <a:off x="457200" y="4933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celebrations; this activity is not worship</a:t>
            </a:r>
          </a:p>
        </p:txBody>
      </p:sp>
    </p:spTree>
    <p:extLst>
      <p:ext uri="{BB962C8B-B14F-4D97-AF65-F5344CB8AC3E}">
        <p14:creationId xmlns:p14="http://schemas.microsoft.com/office/powerpoint/2010/main" val="19176920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25CA554E-3BF3-46F4-AAC4-1EA9B1C3B39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93084755-8270-4784-8CC7-2762D25C642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470C6737-53C6-4CE0-A298-36CF0359148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5 · continued</a:t>
            </a:r>
          </a:p>
        </p:txBody>
      </p:sp>
      <p:sp>
        <p:nvSpPr>
          <p:cNvPr id="4" name="shape">
            <a:extLst xmlns:a="http://schemas.openxmlformats.org/drawingml/2006/main">
              <a:ext uri="{FF2B5EF4-FFF2-40B4-BE49-F238E27FC236}">
                <a16:creationId xmlns:a16="http://schemas.microsoft.com/office/drawing/2014/main" id="{895340FE-0C37-4D86-BE6F-ADFC352587D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0CBC8C2-2276-4553-AD99-BE3A56E9D36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B9418AD-421C-4FFA-B83A-049171B85D9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4613797-458E-455B-AB5A-D0742243B3F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80FD659-E287-456C-891C-A2973285DFC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57AC69E-2A4F-4E69-AE8C-4E4A10419D9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4CFF912-15C3-47AE-9343-A5124747B92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B313CEAC-9D0A-4DB1-B2E6-D7DDED2CA18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5AAE8263-B8A4-4119-9881-1076F67437B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37234790-8BCA-4A66-A7E1-6D002889A59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43</a:t>
            </a:r>
          </a:p>
        </p:txBody>
      </p:sp>
      <p:sp>
        <p:nvSpPr>
          <p:cNvPr id="14" name="licence-footer">
            <a:extLst xmlns:a="http://schemas.openxmlformats.org/drawingml/2006/main">
              <a:ext uri="{FF2B5EF4-FFF2-40B4-BE49-F238E27FC236}">
                <a16:creationId xmlns:a16="http://schemas.microsoft.com/office/drawing/2014/main" id="{27A5747C-4FF2-4E65-8D21-949B255FB1D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AD57327-3E76-4EDE-BD7D-BD7DC320542B}"/>
              </a:ext>
            </a:extLst>
          </p:cNvPr>
          <p:cNvPicPr>
            <a:picLocks xmlns:a="http://schemas.openxmlformats.org/drawingml/2006/main" noChangeAspect="1"/>
          </p:cNvPicPr>
          <p:nvPr/>
        </p:nvPicPr>
        <p:blipFill>
          <a:blip xmlns:r="http://schemas.openxmlformats.org/officeDocument/2006/relationships" xmlns:a="http://schemas.openxmlformats.org/drawingml/2006/main" r:embed="Re87db86df07a4ca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2D48182-977F-4A4E-82A4-84135FA2E97D}"/>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some believers or this person. Beliefs and practices vary within each worldview.</a:t>
            </a:r>
          </a:p>
        </p:txBody>
      </p:sp>
      <p:sp>
        <p:nvSpPr>
          <p:cNvPr id="17" name="pupil-text">
            <a:extLst xmlns:a="http://schemas.openxmlformats.org/drawingml/2006/main">
              <a:ext uri="{FF2B5EF4-FFF2-40B4-BE49-F238E27FC236}">
                <a16:creationId xmlns:a16="http://schemas.microsoft.com/office/drawing/2014/main" id="{34EF004C-89CE-4BC3-9FF9-C3E1DC38063D}"/>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Study the supplied text. You need not share beliefs, family life, loss or a story from your life.</a:t>
            </a:r>
          </a:p>
        </p:txBody>
      </p:sp>
      <p:sp>
        <p:nvSpPr>
          <p:cNvPr id="18" name="pupil-text">
            <a:extLst xmlns:a="http://schemas.openxmlformats.org/drawingml/2006/main">
              <a:ext uri="{FF2B5EF4-FFF2-40B4-BE49-F238E27FC236}">
                <a16:creationId xmlns:a16="http://schemas.microsoft.com/office/drawing/2014/main" id="{603FAC4F-8F41-4461-8B33-8C2C9A437E8C}"/>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before speaking or writing. You may sign, draw, use symbols or ask for your own words</a:t>
            </a:r>
          </a:p>
        </p:txBody>
      </p:sp>
      <p:sp>
        <p:nvSpPr>
          <p:cNvPr id="19" name="pupil-text">
            <a:extLst xmlns:a="http://schemas.openxmlformats.org/drawingml/2006/main">
              <a:ext uri="{FF2B5EF4-FFF2-40B4-BE49-F238E27FC236}">
                <a16:creationId xmlns:a16="http://schemas.microsoft.com/office/drawing/2014/main" id="{407A751D-06C8-4C4E-94F1-791FC4D56FA4}"/>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scribed. You may pass.</a:t>
            </a:r>
          </a:p>
        </p:txBody>
      </p:sp>
      <p:sp>
        <p:nvSpPr>
          <p:cNvPr id="20" name="pupil-text">
            <a:extLst xmlns:a="http://schemas.openxmlformats.org/drawingml/2006/main">
              <a:ext uri="{FF2B5EF4-FFF2-40B4-BE49-F238E27FC236}">
                <a16:creationId xmlns:a16="http://schemas.microsoft.com/office/drawing/2014/main" id="{00B3800E-76FE-4FDE-A3AF-27E4995D545E}"/>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 We describe prayer in sources; we do not pray or act it</a:t>
            </a:r>
          </a:p>
        </p:txBody>
      </p:sp>
      <p:sp>
        <p:nvSpPr>
          <p:cNvPr id="21" name="pupil-text">
            <a:extLst xmlns:a="http://schemas.openxmlformats.org/drawingml/2006/main">
              <a:ext uri="{FF2B5EF4-FFF2-40B4-BE49-F238E27FC236}">
                <a16:creationId xmlns:a16="http://schemas.microsoft.com/office/drawing/2014/main" id="{F4DFDBBB-CF64-483D-B8D7-C57003144551}"/>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out.</a:t>
            </a:r>
          </a:p>
        </p:txBody>
      </p:sp>
      <p:sp>
        <p:nvSpPr>
          <p:cNvPr id="22" name="pupil-text">
            <a:extLst xmlns:a="http://schemas.openxmlformats.org/drawingml/2006/main">
              <a:ext uri="{FF2B5EF4-FFF2-40B4-BE49-F238E27FC236}">
                <a16:creationId xmlns:a16="http://schemas.microsoft.com/office/drawing/2014/main" id="{E0B634B9-E04E-459B-9AEC-C743FF91E90C}"/>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protected text, paper models or pictures. No real flame or sacred object is used.</a:t>
            </a:r>
          </a:p>
        </p:txBody>
      </p:sp>
      <p:sp>
        <p:nvSpPr>
          <p:cNvPr id="23" name="pupil-text">
            <a:extLst xmlns:a="http://schemas.openxmlformats.org/drawingml/2006/main">
              <a:ext uri="{FF2B5EF4-FFF2-40B4-BE49-F238E27FC236}">
                <a16:creationId xmlns:a16="http://schemas.microsoft.com/office/drawing/2014/main" id="{E5E0813C-78DF-4FE9-8CBD-832EEA096846}"/>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Return to one source card / Pass.</a:t>
            </a:r>
          </a:p>
        </p:txBody>
      </p:sp>
      <p:sp>
        <p:nvSpPr>
          <p:cNvPr id="24" name="pupil-text">
            <a:extLst xmlns:a="http://schemas.openxmlformats.org/drawingml/2006/main">
              <a:ext uri="{FF2B5EF4-FFF2-40B4-BE49-F238E27FC236}">
                <a16:creationId xmlns:a16="http://schemas.microsoft.com/office/drawing/2014/main" id="{5A727DDA-8BB3-4CE6-9BB4-0F2D6BD0AC7C}"/>
              </a:ext>
            </a:extLst>
          </p:cNvPr>
          <p:cNvSpPr>
            <a:spLocks xmlns:a="http://schemas.openxmlformats.org/drawingml/2006/main" noGrp="1"/>
          </p:cNvSpPr>
          <p:nvPr/>
        </p:nvSpPr>
        <p:spPr>
          <a:xfrm xmlns:a="http://schemas.openxmlformats.org/drawingml/2006/main">
            <a:off x="457200" y="4019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means spoken feedback. WS means worked with support. I means independent.</a:t>
            </a:r>
          </a:p>
        </p:txBody>
      </p:sp>
      <p:sp>
        <p:nvSpPr>
          <p:cNvPr id="25" name="pupil-text">
            <a:extLst xmlns:a="http://schemas.openxmlformats.org/drawingml/2006/main">
              <a:ext uri="{FF2B5EF4-FFF2-40B4-BE49-F238E27FC236}">
                <a16:creationId xmlns:a16="http://schemas.microsoft.com/office/drawing/2014/main" id="{629FECD7-9B61-4CC5-9973-C8EB89647C22}"/>
              </a:ext>
            </a:extLst>
          </p:cNvPr>
          <p:cNvSpPr>
            <a:spLocks xmlns:a="http://schemas.openxmlformats.org/drawingml/2006/main" noGrp="1"/>
          </p:cNvSpPr>
          <p:nvPr/>
        </p:nvSpPr>
        <p:spPr>
          <a:xfrm xmlns:a="http://schemas.openxmlformats.org/drawingml/2006/main">
            <a:off x="457200" y="4314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means one next step. E means evidence kept on the evidence app.</a:t>
            </a:r>
          </a:p>
        </p:txBody>
      </p:sp>
      <p:sp>
        <p:nvSpPr>
          <p:cNvPr id="26" name="pupil-text">
            <a:extLst xmlns:a="http://schemas.openxmlformats.org/drawingml/2006/main">
              <a:ext uri="{FF2B5EF4-FFF2-40B4-BE49-F238E27FC236}">
                <a16:creationId xmlns:a16="http://schemas.microsoft.com/office/drawing/2014/main" id="{94C9047E-926D-487C-908A-348D3104FE5A}"/>
              </a:ext>
            </a:extLst>
          </p:cNvPr>
          <p:cNvSpPr>
            <a:spLocks xmlns:a="http://schemas.openxmlformats.org/drawingml/2006/main" noGrp="1"/>
          </p:cNvSpPr>
          <p:nvPr/>
        </p:nvSpPr>
        <p:spPr>
          <a:xfrm xmlns:a="http://schemas.openxmlformats.org/drawingml/2006/main">
            <a:off x="457200" y="4610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means responded: an adult heard the response and it shaped the next step.</a:t>
            </a:r>
          </a:p>
        </p:txBody>
      </p:sp>
      <p:sp>
        <p:nvSpPr>
          <p:cNvPr id="27" name="pupil-text">
            <a:extLst xmlns:a="http://schemas.openxmlformats.org/drawingml/2006/main">
              <a:ext uri="{FF2B5EF4-FFF2-40B4-BE49-F238E27FC236}">
                <a16:creationId xmlns:a16="http://schemas.microsoft.com/office/drawing/2014/main" id="{9563B428-73B9-4563-8F33-342B887CCD26}"/>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marks a self-edit point. ? means read this back to me. You may show or sign your meaning.</a:t>
            </a:r>
          </a:p>
        </p:txBody>
      </p:sp>
    </p:spTree>
    <p:extLst>
      <p:ext uri="{BB962C8B-B14F-4D97-AF65-F5344CB8AC3E}">
        <p14:creationId xmlns:p14="http://schemas.microsoft.com/office/powerpoint/2010/main" val="6325418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49D84A27-AEFD-4376-9A46-51356D4BF7E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6241E1F9-C714-4452-A038-5B6C432FA63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43B871D0-EBB2-4A6D-A1B6-CD0B2D146D8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5 · continued</a:t>
            </a:r>
          </a:p>
        </p:txBody>
      </p:sp>
      <p:sp>
        <p:nvSpPr>
          <p:cNvPr id="4" name="shape">
            <a:extLst xmlns:a="http://schemas.openxmlformats.org/drawingml/2006/main">
              <a:ext uri="{FF2B5EF4-FFF2-40B4-BE49-F238E27FC236}">
                <a16:creationId xmlns:a16="http://schemas.microsoft.com/office/drawing/2014/main" id="{DAD11FC8-CB67-4376-B2D3-C038FC1B83C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B0DB37C-C3C9-4586-94CD-DC59296C95B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989E6FE-1308-4651-919F-A5F5E8AD670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5B34912-1EFB-469D-974E-E069A5810C0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EE951C1-B50C-485D-BC06-62751E08A45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E10B573-366B-42F7-9527-242B89F280B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3576A1D-5266-4A02-8C10-D987A7BB3EB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E6A82A4A-8CFA-46AE-AE7B-51C1984E7AF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BBF90169-F9F0-48C1-997C-5D453D36732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A45E3C7-836B-4474-98F0-105EBF93527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43</a:t>
            </a:r>
          </a:p>
        </p:txBody>
      </p:sp>
      <p:sp>
        <p:nvSpPr>
          <p:cNvPr id="14" name="licence-footer">
            <a:extLst xmlns:a="http://schemas.openxmlformats.org/drawingml/2006/main">
              <a:ext uri="{FF2B5EF4-FFF2-40B4-BE49-F238E27FC236}">
                <a16:creationId xmlns:a16="http://schemas.microsoft.com/office/drawing/2014/main" id="{9CFC8F60-84F9-4817-A742-7CECB10B3F3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93BCE8D-B4B3-4F28-A9E9-FEE9CDFDEF31}"/>
              </a:ext>
            </a:extLst>
          </p:cNvPr>
          <p:cNvPicPr>
            <a:picLocks xmlns:a="http://schemas.openxmlformats.org/drawingml/2006/main" noChangeAspect="1"/>
          </p:cNvPicPr>
          <p:nvPr/>
        </p:nvPicPr>
        <p:blipFill>
          <a:blip xmlns:r="http://schemas.openxmlformats.org/officeDocument/2006/relationships" xmlns:a="http://schemas.openxmlformats.org/drawingml/2006/main" r:embed="R44444f7c4b1047c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5DF2DB7-B90A-4ACA-AB64-C42A280202EB}"/>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Tree>
    <p:extLst>
      <p:ext uri="{BB962C8B-B14F-4D97-AF65-F5344CB8AC3E}">
        <p14:creationId xmlns:p14="http://schemas.microsoft.com/office/powerpoint/2010/main" val="16862121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5304ABC8-C6F5-438D-AF9B-440DF2DF777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3539E6E1-4E00-4AC6-AC7E-B543C4E4560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80830E11-583B-4454-9199-C0F77D999E8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82F80441-0D5D-495C-A95A-D704F1ADD377}"/>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7AEE6E8-C452-482B-BB62-4A66845F4E9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BF27D23-D564-4698-9405-6FD4683D06B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8BD5F96-52CD-415D-923C-7C56D5A5D96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0F2ADC0-A8E5-41BA-ABC7-8D44F4A9C7A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25CEA73-0204-4A38-88C9-A329B711314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26647EB-C25D-46A0-9759-A77ED43EED8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A294F95C-B37F-4B15-83B4-FEAF7A3E118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27922DB8-16EC-4442-A3EF-7BC481F1CBF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7490653B-80CF-4DEA-9B77-C14FEA7406A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43</a:t>
            </a:r>
          </a:p>
        </p:txBody>
      </p:sp>
      <p:sp>
        <p:nvSpPr>
          <p:cNvPr id="14" name="licence-footer">
            <a:extLst xmlns:a="http://schemas.openxmlformats.org/drawingml/2006/main">
              <a:ext uri="{FF2B5EF4-FFF2-40B4-BE49-F238E27FC236}">
                <a16:creationId xmlns:a16="http://schemas.microsoft.com/office/drawing/2014/main" id="{E370B3B6-A481-45D3-A91A-D265DEEED04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866BC3A-C045-466E-AFAB-6885C75FCC61}"/>
              </a:ext>
            </a:extLst>
          </p:cNvPr>
          <p:cNvPicPr>
            <a:picLocks xmlns:a="http://schemas.openxmlformats.org/drawingml/2006/main" noChangeAspect="1"/>
          </p:cNvPicPr>
          <p:nvPr/>
        </p:nvPicPr>
        <p:blipFill>
          <a:blip xmlns:r="http://schemas.openxmlformats.org/officeDocument/2006/relationships" xmlns:a="http://schemas.openxmlformats.org/drawingml/2006/main" r:embed="Rbd1e24351efa424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3FCF60A-8147-4203-97EB-1B371E17098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a:t>
            </a:r>
          </a:p>
        </p:txBody>
      </p:sp>
      <p:sp>
        <p:nvSpPr>
          <p:cNvPr id="17" name="pupil-text">
            <a:extLst xmlns:a="http://schemas.openxmlformats.org/drawingml/2006/main">
              <a:ext uri="{FF2B5EF4-FFF2-40B4-BE49-F238E27FC236}">
                <a16:creationId xmlns:a16="http://schemas.microsoft.com/office/drawing/2014/main" id="{D9433F7B-EF43-4E43-81A3-D3A1FC2258E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unless passing.</a:t>
            </a:r>
          </a:p>
        </p:txBody>
      </p:sp>
      <p:sp>
        <p:nvSpPr>
          <p:cNvPr id="18" name="pupil-text">
            <a:extLst xmlns:a="http://schemas.openxmlformats.org/drawingml/2006/main">
              <a:ext uri="{FF2B5EF4-FFF2-40B4-BE49-F238E27FC236}">
                <a16:creationId xmlns:a16="http://schemas.microsoft.com/office/drawing/2014/main" id="{9E3C477F-8BFF-4021-AF10-4E629E09768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festivals express spring or a new start?</a:t>
            </a:r>
          </a:p>
        </p:txBody>
      </p:sp>
    </p:spTree>
    <p:extLst>
      <p:ext uri="{BB962C8B-B14F-4D97-AF65-F5344CB8AC3E}">
        <p14:creationId xmlns:p14="http://schemas.microsoft.com/office/powerpoint/2010/main" val="2190245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ACB0D15C-46DC-4610-BFA0-897970CBF9A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83F74551-7794-4B87-A967-59689CC1168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36FE1025-C6A6-499F-8734-2C650F543F4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378C1E09-2A46-4249-921C-FD3C0DAC8E6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BFD7DB5-4BE7-4B71-9806-EAC81C12DCB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A862892-320B-4FC0-B21D-92D4F2DB81F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82F0C07-601C-49BD-8F28-24B10B5AFBA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7FA982B-5E66-404B-916F-BA2A7E71D3E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4448BD7-5C0C-4D2F-9325-E0DDA50416F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456F7AA-0032-422B-B9A1-0E6443FA565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1C4DACE2-C74C-44E2-ABAD-D16D0B34BB8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712FB678-355F-4A5E-9CD9-4BED367E743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389EE722-E2A8-40DC-94C8-EC868A30C0E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43</a:t>
            </a:r>
          </a:p>
        </p:txBody>
      </p:sp>
      <p:sp>
        <p:nvSpPr>
          <p:cNvPr id="14" name="licence-footer">
            <a:extLst xmlns:a="http://schemas.openxmlformats.org/drawingml/2006/main">
              <a:ext uri="{FF2B5EF4-FFF2-40B4-BE49-F238E27FC236}">
                <a16:creationId xmlns:a16="http://schemas.microsoft.com/office/drawing/2014/main" id="{8F123797-DE45-46BD-9539-6C66128BD0E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0C06F33-DEA1-4456-9214-3AD1DA06C9BC}"/>
              </a:ext>
            </a:extLst>
          </p:cNvPr>
          <p:cNvPicPr>
            <a:picLocks xmlns:a="http://schemas.openxmlformats.org/drawingml/2006/main" noChangeAspect="1"/>
          </p:cNvPicPr>
          <p:nvPr/>
        </p:nvPicPr>
        <p:blipFill>
          <a:blip xmlns:r="http://schemas.openxmlformats.org/officeDocument/2006/relationships" xmlns:a="http://schemas.openxmlformats.org/drawingml/2006/main" r:embed="R7f927f20c5464ad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775FD97-8169-46F1-B081-6895C9FCFC1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AA5F7C70-2603-4091-85DD-08A8C4D472C8}"/>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similarity</a:t>
            </a:r>
          </a:p>
        </p:txBody>
      </p:sp>
      <p:sp>
        <p:nvSpPr>
          <p:cNvPr id="18" name="pupil-text">
            <a:extLst xmlns:a="http://schemas.openxmlformats.org/drawingml/2006/main">
              <a:ext uri="{FF2B5EF4-FFF2-40B4-BE49-F238E27FC236}">
                <a16:creationId xmlns:a16="http://schemas.microsoft.com/office/drawing/2014/main" id="{C2EA3CF3-E0CA-4BB1-BB49-E3A5154DA39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caring idea could the two accounts share?</a:t>
            </a:r>
          </a:p>
        </p:txBody>
      </p:sp>
      <p:sp>
        <p:nvSpPr>
          <p:cNvPr id="19" name="pupil-text">
            <a:extLst xmlns:a="http://schemas.openxmlformats.org/drawingml/2006/main">
              <a:ext uri="{FF2B5EF4-FFF2-40B4-BE49-F238E27FC236}">
                <a16:creationId xmlns:a16="http://schemas.microsoft.com/office/drawing/2014/main" id="{735C8B83-D3FB-44FC-BF91-F7965709A4E2}"/>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difference</a:t>
            </a:r>
          </a:p>
        </p:txBody>
      </p:sp>
      <p:sp>
        <p:nvSpPr>
          <p:cNvPr id="20" name="pupil-text">
            <a:extLst xmlns:a="http://schemas.openxmlformats.org/drawingml/2006/main">
              <a:ext uri="{FF2B5EF4-FFF2-40B4-BE49-F238E27FC236}">
                <a16:creationId xmlns:a16="http://schemas.microsoft.com/office/drawing/2014/main" id="{9975BFBC-F4BA-491A-81D2-6D2A87D67D09}"/>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two accounts use the same basis for hope and action?</a:t>
            </a:r>
          </a:p>
        </p:txBody>
      </p:sp>
      <p:sp>
        <p:nvSpPr>
          <p:cNvPr id="21" name="pupil-text">
            <a:extLst xmlns:a="http://schemas.openxmlformats.org/drawingml/2006/main">
              <a:ext uri="{FF2B5EF4-FFF2-40B4-BE49-F238E27FC236}">
                <a16:creationId xmlns:a16="http://schemas.microsoft.com/office/drawing/2014/main" id="{5B904A14-7926-4614-8BD3-E6317F77A17D}"/>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fair comparison</a:t>
            </a:r>
          </a:p>
        </p:txBody>
      </p:sp>
      <p:sp>
        <p:nvSpPr>
          <p:cNvPr id="22" name="pupil-text">
            <a:extLst xmlns:a="http://schemas.openxmlformats.org/drawingml/2006/main">
              <a:ext uri="{FF2B5EF4-FFF2-40B4-BE49-F238E27FC236}">
                <a16:creationId xmlns:a16="http://schemas.microsoft.com/office/drawing/2014/main" id="{D7049D4E-3CBF-4856-8C85-7DE6AFA081A5}"/>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May we infer a person’s beliefs from one kind action?</a:t>
            </a:r>
          </a:p>
        </p:txBody>
      </p:sp>
      <p:sp>
        <p:nvSpPr>
          <p:cNvPr id="23" name="pupil-text">
            <a:extLst xmlns:a="http://schemas.openxmlformats.org/drawingml/2006/main">
              <a:ext uri="{FF2B5EF4-FFF2-40B4-BE49-F238E27FC236}">
                <a16:creationId xmlns:a16="http://schemas.microsoft.com/office/drawing/2014/main" id="{F12F5C54-D9A9-426E-8BA4-740B8E490B96}"/>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BB3366A5-E0E7-4294-931E-BF140658095D}"/>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could a source tell us about a festival?</a:t>
            </a:r>
          </a:p>
        </p:txBody>
      </p:sp>
    </p:spTree>
    <p:extLst>
      <p:ext uri="{BB962C8B-B14F-4D97-AF65-F5344CB8AC3E}">
        <p14:creationId xmlns:p14="http://schemas.microsoft.com/office/powerpoint/2010/main" val="16098648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FDE6DCA2-545D-407E-A2A9-79F96AA93A5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3E839B2B-4F6E-471B-BDDE-46BF82B058D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63F2BB5-50E2-4312-8ECB-5F1E4F94AF9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4F59BEC8-98D2-4E56-AA3C-1FE8D5135731}"/>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234741C-2E07-47CE-BFBC-BE6FC176799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4BC779F-6FBE-4226-A8FA-36A46707D55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FE9B30F-7FB0-4416-AB7F-252A353101B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B9ED10A-3AC6-4FB0-A11A-52A0A96F015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729D0CA-6132-477D-AA85-D2036F08C70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34AD419-C3CC-4CAA-9FBB-EF7D0ACA7ED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765B7A59-279D-497A-9D33-F7452CF882F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8F510471-3FEF-4C6B-854A-444E0202F65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6EF8229B-6FB1-4706-831D-660C6987047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43</a:t>
            </a:r>
          </a:p>
        </p:txBody>
      </p:sp>
      <p:sp>
        <p:nvSpPr>
          <p:cNvPr id="14" name="licence-footer">
            <a:extLst xmlns:a="http://schemas.openxmlformats.org/drawingml/2006/main">
              <a:ext uri="{FF2B5EF4-FFF2-40B4-BE49-F238E27FC236}">
                <a16:creationId xmlns:a16="http://schemas.microsoft.com/office/drawing/2014/main" id="{3FE011C2-A785-44AC-B579-71F9BC85D37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EEE757D-67A8-4538-A434-6F40FDE833B9}"/>
              </a:ext>
            </a:extLst>
          </p:cNvPr>
          <p:cNvPicPr>
            <a:picLocks xmlns:a="http://schemas.openxmlformats.org/drawingml/2006/main" noChangeAspect="1"/>
          </p:cNvPicPr>
          <p:nvPr/>
        </p:nvPicPr>
        <p:blipFill>
          <a:blip xmlns:r="http://schemas.openxmlformats.org/officeDocument/2006/relationships" xmlns:a="http://schemas.openxmlformats.org/drawingml/2006/main" r:embed="Red3ec41fa42b4c3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1407709-9377-44E3-812F-F91570D38E09}"/>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similarity</a:t>
            </a:r>
          </a:p>
        </p:txBody>
      </p:sp>
      <p:sp>
        <p:nvSpPr>
          <p:cNvPr id="17" name="shape">
            <a:extLst xmlns:a="http://schemas.openxmlformats.org/drawingml/2006/main">
              <a:ext uri="{FF2B5EF4-FFF2-40B4-BE49-F238E27FC236}">
                <a16:creationId xmlns:a16="http://schemas.microsoft.com/office/drawing/2014/main" id="{AABCE0DD-2ED3-4F33-9F84-F2A90059BC4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CCC43F9A-5579-46F0-9392-B2486D5E3210}"/>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how people in need are treated.</a:t>
            </a:r>
          </a:p>
        </p:txBody>
      </p:sp>
      <p:sp>
        <p:nvSpPr>
          <p:cNvPr id="19" name="pupil-text">
            <a:extLst xmlns:a="http://schemas.openxmlformats.org/drawingml/2006/main">
              <a:ext uri="{FF2B5EF4-FFF2-40B4-BE49-F238E27FC236}">
                <a16:creationId xmlns:a16="http://schemas.microsoft.com/office/drawing/2014/main" id="{7F9FB9E3-9AAE-4921-AAF3-53A722C8ED71}"/>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difference</a:t>
            </a:r>
          </a:p>
        </p:txBody>
      </p:sp>
      <p:sp>
        <p:nvSpPr>
          <p:cNvPr id="20" name="shape">
            <a:extLst xmlns:a="http://schemas.openxmlformats.org/drawingml/2006/main">
              <a:ext uri="{FF2B5EF4-FFF2-40B4-BE49-F238E27FC236}">
                <a16:creationId xmlns:a16="http://schemas.microsoft.com/office/drawing/2014/main" id="{C788A7D0-DBE6-4D93-A63D-47083A99E64D}"/>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E4FA12C-D3A1-461B-892D-A824DED54416}"/>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faith-based and non-religious reasons.</a:t>
            </a:r>
          </a:p>
        </p:txBody>
      </p:sp>
      <p:sp>
        <p:nvSpPr>
          <p:cNvPr id="22" name="pupil-text">
            <a:extLst xmlns:a="http://schemas.openxmlformats.org/drawingml/2006/main">
              <a:ext uri="{FF2B5EF4-FFF2-40B4-BE49-F238E27FC236}">
                <a16:creationId xmlns:a16="http://schemas.microsoft.com/office/drawing/2014/main" id="{81E64F67-CEDE-470C-9BAA-4AD27E45F16E}"/>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fair comparison</a:t>
            </a:r>
          </a:p>
        </p:txBody>
      </p:sp>
      <p:sp>
        <p:nvSpPr>
          <p:cNvPr id="23" name="shape">
            <a:extLst xmlns:a="http://schemas.openxmlformats.org/drawingml/2006/main">
              <a:ext uri="{FF2B5EF4-FFF2-40B4-BE49-F238E27FC236}">
                <a16:creationId xmlns:a16="http://schemas.microsoft.com/office/drawing/2014/main" id="{43A06CE2-6B02-4B39-9F7A-3E6226A67559}"/>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06FB144A-4D11-444C-AABA-161E89FC4A70}"/>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the limit on our case.</a:t>
            </a:r>
          </a:p>
        </p:txBody>
      </p:sp>
      <p:sp>
        <p:nvSpPr>
          <p:cNvPr id="25" name="pupil-text">
            <a:extLst xmlns:a="http://schemas.openxmlformats.org/drawingml/2006/main">
              <a:ext uri="{FF2B5EF4-FFF2-40B4-BE49-F238E27FC236}">
                <a16:creationId xmlns:a16="http://schemas.microsoft.com/office/drawing/2014/main" id="{13C2F7AE-EA31-4244-9CB9-BC393EAA461B}"/>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35DB113E-9A4D-402C-BA9F-F54C41C5163A}"/>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8A791CC-72D2-4A3C-88F5-69FDE570BC2E}"/>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meaning and practice.</a:t>
            </a:r>
          </a:p>
        </p:txBody>
      </p:sp>
    </p:spTree>
    <p:extLst>
      <p:ext uri="{BB962C8B-B14F-4D97-AF65-F5344CB8AC3E}">
        <p14:creationId xmlns:p14="http://schemas.microsoft.com/office/powerpoint/2010/main" val="18300575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73998125-8FB5-433A-A327-C1D5937493D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E0291A71-B72F-439F-8FD8-CE90B2D5192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4F6DC6DA-5C94-4C7B-9F4C-B28ABAD5E13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42EF9ED1-8859-4124-8FFE-0038E38FA0C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41DAC23-9C00-4E95-84FB-5C58D52FBFB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30BAA4C-BACA-4A15-8324-2B46E1E6492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8BB1B15-CC09-48B8-99C6-D4FED3976F8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B97570F-1A80-4EA6-A5AB-7962A63AD02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79ED623-C6FE-479A-962E-C49C7A39246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882F7F8-F989-4713-9C27-A590415C160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F840E6FC-F019-4502-93AB-76DC5D92586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45E146AD-F584-49D4-AF0D-E1D9353D7E0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2D9A47FE-02FD-44B8-8316-A973784CA04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43</a:t>
            </a:r>
          </a:p>
        </p:txBody>
      </p:sp>
      <p:sp>
        <p:nvSpPr>
          <p:cNvPr id="14" name="licence-footer">
            <a:extLst xmlns:a="http://schemas.openxmlformats.org/drawingml/2006/main">
              <a:ext uri="{FF2B5EF4-FFF2-40B4-BE49-F238E27FC236}">
                <a16:creationId xmlns:a16="http://schemas.microsoft.com/office/drawing/2014/main" id="{2AF873E1-CD77-44C1-B1F4-829A5CC1D1A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32CB2DE-B7ED-4575-9757-6D0B79D4346E}"/>
              </a:ext>
            </a:extLst>
          </p:cNvPr>
          <p:cNvPicPr>
            <a:picLocks xmlns:a="http://schemas.openxmlformats.org/drawingml/2006/main" noChangeAspect="1"/>
          </p:cNvPicPr>
          <p:nvPr/>
        </p:nvPicPr>
        <p:blipFill>
          <a:blip xmlns:r="http://schemas.openxmlformats.org/officeDocument/2006/relationships" xmlns:a="http://schemas.openxmlformats.org/drawingml/2006/main" r:embed="R691ca6d8292e452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A51B8A6-4249-404A-B254-BB645B80BCD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83AEFDFD-EECE-4745-8FB6-8B81C5388C4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similarity</a:t>
            </a:r>
          </a:p>
        </p:txBody>
      </p:sp>
      <p:sp>
        <p:nvSpPr>
          <p:cNvPr id="18" name="pupil-text">
            <a:extLst xmlns:a="http://schemas.openxmlformats.org/drawingml/2006/main">
              <a:ext uri="{FF2B5EF4-FFF2-40B4-BE49-F238E27FC236}">
                <a16:creationId xmlns:a16="http://schemas.microsoft.com/office/drawing/2014/main" id="{37A6895D-1839-439E-8A48-F9E2BC915E5C}"/>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source-based similarity in care.</a:t>
            </a:r>
          </a:p>
        </p:txBody>
      </p:sp>
      <p:sp>
        <p:nvSpPr>
          <p:cNvPr id="19" name="pupil-text">
            <a:extLst xmlns:a="http://schemas.openxmlformats.org/drawingml/2006/main">
              <a:ext uri="{FF2B5EF4-FFF2-40B4-BE49-F238E27FC236}">
                <a16:creationId xmlns:a16="http://schemas.microsoft.com/office/drawing/2014/main" id="{C8AE9024-8413-48EE-B033-B9F0DBADBCC3}"/>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difference</a:t>
            </a:r>
          </a:p>
        </p:txBody>
      </p:sp>
      <p:sp>
        <p:nvSpPr>
          <p:cNvPr id="20" name="pupil-text">
            <a:extLst xmlns:a="http://schemas.openxmlformats.org/drawingml/2006/main">
              <a:ext uri="{FF2B5EF4-FFF2-40B4-BE49-F238E27FC236}">
                <a16:creationId xmlns:a16="http://schemas.microsoft.com/office/drawing/2014/main" id="{1F3AA9E0-64D2-4BF1-97AD-9CD21BFF6E14}"/>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the grounds for the two accounts differ?</a:t>
            </a:r>
          </a:p>
        </p:txBody>
      </p:sp>
      <p:sp>
        <p:nvSpPr>
          <p:cNvPr id="21" name="pupil-text">
            <a:extLst xmlns:a="http://schemas.openxmlformats.org/drawingml/2006/main">
              <a:ext uri="{FF2B5EF4-FFF2-40B4-BE49-F238E27FC236}">
                <a16:creationId xmlns:a16="http://schemas.microsoft.com/office/drawing/2014/main" id="{4DD862AE-66ED-420F-9601-5102E4259201}"/>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fair comparison</a:t>
            </a:r>
          </a:p>
        </p:txBody>
      </p:sp>
      <p:sp>
        <p:nvSpPr>
          <p:cNvPr id="22" name="pupil-text">
            <a:extLst xmlns:a="http://schemas.openxmlformats.org/drawingml/2006/main">
              <a:ext uri="{FF2B5EF4-FFF2-40B4-BE49-F238E27FC236}">
                <a16:creationId xmlns:a16="http://schemas.microsoft.com/office/drawing/2014/main" id="{65A825B8-A31E-496F-9A6A-D3BE5FEE9892}"/>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we not infer beliefs from one kind act?</a:t>
            </a:r>
          </a:p>
        </p:txBody>
      </p:sp>
      <p:sp>
        <p:nvSpPr>
          <p:cNvPr id="23" name="pupil-text">
            <a:extLst xmlns:a="http://schemas.openxmlformats.org/drawingml/2006/main">
              <a:ext uri="{FF2B5EF4-FFF2-40B4-BE49-F238E27FC236}">
                <a16:creationId xmlns:a16="http://schemas.microsoft.com/office/drawing/2014/main" id="{E655F8D2-1F54-46C4-ABE1-16ABB922B278}"/>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63CB4F78-8938-46F5-9FC8-5289EFFA25AF}"/>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would you check before giving a festival a meaning?</a:t>
            </a:r>
          </a:p>
        </p:txBody>
      </p:sp>
    </p:spTree>
    <p:extLst>
      <p:ext uri="{BB962C8B-B14F-4D97-AF65-F5344CB8AC3E}">
        <p14:creationId xmlns:p14="http://schemas.microsoft.com/office/powerpoint/2010/main" val="8193587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99536BFF-B00A-4C55-A91A-80005117195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B3462BEB-F8FC-494D-8D0E-F39A606F16A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A026BF5-3709-40B7-8781-F66B6B723FD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8217ACFB-411F-47D1-8074-21C1EF16CE2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F54A8AA-908A-4B5D-8423-4D7B172C529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2FBABD4-639F-44F4-9FBD-8F9BBF22380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E57051E-3942-45CA-8E01-430C2F43C67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AB6823F-50FC-446D-B919-2A13654AFF3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EE517DC-0F29-4252-86E1-04ABD841902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612BCAB-D875-4174-9CD7-674656C876F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72DEF1E7-0362-4BE5-BCC5-EA37745CEEA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C878D5A2-8617-42B7-BC3A-AF7876BC231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6AAD31E3-7440-4860-91D9-66410F6DD60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43</a:t>
            </a:r>
          </a:p>
        </p:txBody>
      </p:sp>
      <p:sp>
        <p:nvSpPr>
          <p:cNvPr id="14" name="licence-footer">
            <a:extLst xmlns:a="http://schemas.openxmlformats.org/drawingml/2006/main">
              <a:ext uri="{FF2B5EF4-FFF2-40B4-BE49-F238E27FC236}">
                <a16:creationId xmlns:a16="http://schemas.microsoft.com/office/drawing/2014/main" id="{0B9C92B7-5A69-4199-9BA3-930175EF286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D256621-B64E-4ECB-AF73-B63F9632B96A}"/>
              </a:ext>
            </a:extLst>
          </p:cNvPr>
          <p:cNvPicPr>
            <a:picLocks xmlns:a="http://schemas.openxmlformats.org/drawingml/2006/main" noChangeAspect="1"/>
          </p:cNvPicPr>
          <p:nvPr/>
        </p:nvPicPr>
        <p:blipFill>
          <a:blip xmlns:r="http://schemas.openxmlformats.org/officeDocument/2006/relationships" xmlns:a="http://schemas.openxmlformats.org/drawingml/2006/main" r:embed="Re7ea26e8cbba46e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F26E0F6-5015-41AE-B158-30A1D72D95A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similarity</a:t>
            </a:r>
          </a:p>
        </p:txBody>
      </p:sp>
      <p:sp>
        <p:nvSpPr>
          <p:cNvPr id="17" name="shape">
            <a:extLst xmlns:a="http://schemas.openxmlformats.org/drawingml/2006/main">
              <a:ext uri="{FF2B5EF4-FFF2-40B4-BE49-F238E27FC236}">
                <a16:creationId xmlns:a16="http://schemas.microsoft.com/office/drawing/2014/main" id="{7F50A53D-7CDD-400F-B852-E4AE4E428218}"/>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838F5784-9978-488B-B050-630D6F74E063}"/>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19" name="pupil-text">
            <a:extLst xmlns:a="http://schemas.openxmlformats.org/drawingml/2006/main">
              <a:ext uri="{FF2B5EF4-FFF2-40B4-BE49-F238E27FC236}">
                <a16:creationId xmlns:a16="http://schemas.microsoft.com/office/drawing/2014/main" id="{9096E65C-A537-48A3-995E-0CD32BCAC8AE}"/>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difference</a:t>
            </a:r>
          </a:p>
        </p:txBody>
      </p:sp>
      <p:sp>
        <p:nvSpPr>
          <p:cNvPr id="20" name="shape">
            <a:extLst xmlns:a="http://schemas.openxmlformats.org/drawingml/2006/main">
              <a:ext uri="{FF2B5EF4-FFF2-40B4-BE49-F238E27FC236}">
                <a16:creationId xmlns:a16="http://schemas.microsoft.com/office/drawing/2014/main" id="{0FC58F2B-322A-464B-AACE-57C4BC149F39}"/>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8F53EEB-D8CE-4FB8-8215-D11D73761EE7}"/>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2" name="pupil-text">
            <a:extLst xmlns:a="http://schemas.openxmlformats.org/drawingml/2006/main">
              <a:ext uri="{FF2B5EF4-FFF2-40B4-BE49-F238E27FC236}">
                <a16:creationId xmlns:a16="http://schemas.microsoft.com/office/drawing/2014/main" id="{B028A85E-2509-423F-833E-8764FA7D6CBC}"/>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fair comparison</a:t>
            </a:r>
          </a:p>
        </p:txBody>
      </p:sp>
      <p:sp>
        <p:nvSpPr>
          <p:cNvPr id="23" name="shape">
            <a:extLst xmlns:a="http://schemas.openxmlformats.org/drawingml/2006/main">
              <a:ext uri="{FF2B5EF4-FFF2-40B4-BE49-F238E27FC236}">
                <a16:creationId xmlns:a16="http://schemas.microsoft.com/office/drawing/2014/main" id="{E061A969-850A-45A7-AE56-5B687F7AEFCF}"/>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DAD3A276-5478-431A-A9D4-F52CE9458CFC}"/>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5" name="pupil-text">
            <a:extLst xmlns:a="http://schemas.openxmlformats.org/drawingml/2006/main">
              <a:ext uri="{FF2B5EF4-FFF2-40B4-BE49-F238E27FC236}">
                <a16:creationId xmlns:a16="http://schemas.microsoft.com/office/drawing/2014/main" id="{EB531168-A55D-4A12-AC2B-0C7F2F2A9E5D}"/>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6790718C-DA7C-4F63-A267-7DE4DBE5CD0A}"/>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4BF7D473-AC3F-42A6-BB23-F16C190C777B}"/>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task, not an unknown fact.</a:t>
            </a:r>
          </a:p>
        </p:txBody>
      </p:sp>
    </p:spTree>
    <p:extLst>
      <p:ext uri="{BB962C8B-B14F-4D97-AF65-F5344CB8AC3E}">
        <p14:creationId xmlns:p14="http://schemas.microsoft.com/office/powerpoint/2010/main" val="12730481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CCC505CD-5A0E-4D61-A334-25D1E5E514F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B6742CD3-FA81-4AD7-A09B-AC34AA682BC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8DA2BBAE-6242-4740-AD1E-B89CE5C3D44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7B67DD8F-5A7A-4ACE-A53F-1FC7D05B8E6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82F4099-D854-43A3-B0C5-3B7B4E4F35B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E8E4089-7510-42AF-A57A-F2A94C1A361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D2F3AC9-007F-4B45-8593-7A74A10D9FB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5CB8E8F-476A-47D8-A685-4B9D51D2330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838A642-4992-417C-B77D-919E795620E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FDCDBA4-CC13-4BD8-8C51-4ABFC8CC9D7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3F7C958A-3473-4366-A333-ECF5C9771AE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D50449D0-69C1-4E64-A08E-B48B7F34AE5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C64ACD4F-9ADD-457B-905B-AC3B390680E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43</a:t>
            </a:r>
          </a:p>
        </p:txBody>
      </p:sp>
      <p:sp>
        <p:nvSpPr>
          <p:cNvPr id="14" name="licence-footer">
            <a:extLst xmlns:a="http://schemas.openxmlformats.org/drawingml/2006/main">
              <a:ext uri="{FF2B5EF4-FFF2-40B4-BE49-F238E27FC236}">
                <a16:creationId xmlns:a16="http://schemas.microsoft.com/office/drawing/2014/main" id="{4037AE50-420E-4F93-AC39-4AEFBD4B3DF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5F65F31-2893-4405-97C8-E1358B126CF2}"/>
              </a:ext>
            </a:extLst>
          </p:cNvPr>
          <p:cNvPicPr>
            <a:picLocks xmlns:a="http://schemas.openxmlformats.org/drawingml/2006/main" noChangeAspect="1"/>
          </p:cNvPicPr>
          <p:nvPr/>
        </p:nvPicPr>
        <p:blipFill>
          <a:blip xmlns:r="http://schemas.openxmlformats.org/officeDocument/2006/relationships" xmlns:a="http://schemas.openxmlformats.org/drawingml/2006/main" r:embed="Rca5cebfc875b4d0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58EC244-8842-4723-A7FD-53221CC953A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B756795F-FC6E-4613-9760-BA993A40A9AB}"/>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similarity</a:t>
            </a:r>
          </a:p>
        </p:txBody>
      </p:sp>
      <p:sp>
        <p:nvSpPr>
          <p:cNvPr id="18" name="pupil-text">
            <a:extLst xmlns:a="http://schemas.openxmlformats.org/drawingml/2006/main">
              <a:ext uri="{FF2B5EF4-FFF2-40B4-BE49-F238E27FC236}">
                <a16:creationId xmlns:a16="http://schemas.microsoft.com/office/drawing/2014/main" id="{B7BA7A44-2DBC-4DAD-B22B-471001E541E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how both accounts can support care without identical beliefs.</a:t>
            </a:r>
          </a:p>
        </p:txBody>
      </p:sp>
      <p:sp>
        <p:nvSpPr>
          <p:cNvPr id="19" name="pupil-text">
            <a:extLst xmlns:a="http://schemas.openxmlformats.org/drawingml/2006/main">
              <a:ext uri="{FF2B5EF4-FFF2-40B4-BE49-F238E27FC236}">
                <a16:creationId xmlns:a16="http://schemas.microsoft.com/office/drawing/2014/main" id="{C15DC3A9-4623-4161-A5B5-17AD6F849A8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difference</a:t>
            </a:r>
          </a:p>
        </p:txBody>
      </p:sp>
      <p:sp>
        <p:nvSpPr>
          <p:cNvPr id="20" name="pupil-text">
            <a:extLst xmlns:a="http://schemas.openxmlformats.org/drawingml/2006/main">
              <a:ext uri="{FF2B5EF4-FFF2-40B4-BE49-F238E27FC236}">
                <a16:creationId xmlns:a16="http://schemas.microsoft.com/office/drawing/2014/main" id="{730F3A65-470D-4DA7-BDBA-B68922D2BE60}"/>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one detail from each account to compare their reasons.</a:t>
            </a:r>
          </a:p>
        </p:txBody>
      </p:sp>
      <p:sp>
        <p:nvSpPr>
          <p:cNvPr id="21" name="pupil-text">
            <a:extLst xmlns:a="http://schemas.openxmlformats.org/drawingml/2006/main">
              <a:ext uri="{FF2B5EF4-FFF2-40B4-BE49-F238E27FC236}">
                <a16:creationId xmlns:a16="http://schemas.microsoft.com/office/drawing/2014/main" id="{FB3FCA0E-850F-4DA5-9596-103F8CC47616}"/>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fair comparison</a:t>
            </a:r>
          </a:p>
        </p:txBody>
      </p:sp>
      <p:sp>
        <p:nvSpPr>
          <p:cNvPr id="22" name="pupil-text">
            <a:extLst xmlns:a="http://schemas.openxmlformats.org/drawingml/2006/main">
              <a:ext uri="{FF2B5EF4-FFF2-40B4-BE49-F238E27FC236}">
                <a16:creationId xmlns:a16="http://schemas.microsoft.com/office/drawing/2014/main" id="{E04D6680-99A9-4947-AC0D-1EB011707B8B}"/>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is a limit important in a fair worldview comparison?</a:t>
            </a:r>
          </a:p>
        </p:txBody>
      </p:sp>
      <p:sp>
        <p:nvSpPr>
          <p:cNvPr id="23" name="pupil-text">
            <a:extLst xmlns:a="http://schemas.openxmlformats.org/drawingml/2006/main">
              <a:ext uri="{FF2B5EF4-FFF2-40B4-BE49-F238E27FC236}">
                <a16:creationId xmlns:a16="http://schemas.microsoft.com/office/drawing/2014/main" id="{5DACC6D3-4995-4C9F-82C9-75CE3171018B}"/>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2EF0D5C0-E647-4F17-913C-5DCF4B41AF9F}"/>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might two festivals share a theme but differ in meaning?</a:t>
            </a:r>
          </a:p>
        </p:txBody>
      </p:sp>
    </p:spTree>
    <p:extLst>
      <p:ext uri="{BB962C8B-B14F-4D97-AF65-F5344CB8AC3E}">
        <p14:creationId xmlns:p14="http://schemas.microsoft.com/office/powerpoint/2010/main" val="6652471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C7FC6E4B-EFF9-4766-8BD6-282C5897A59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4A677EDF-B2B1-49CB-8AED-750495C1F86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8F398E49-B744-48C3-B09F-8630E20FB81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2B866684-F915-45F0-A9AF-94599CFE135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BA043D3-DE46-4E63-A5EA-82B4791AD62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F9CCCC9-3C29-4C11-BBD3-738527E04CE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EBE182D-1D4F-47FB-835E-A457413E196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6C3612A-72AE-4D61-A6AB-75D301B06FD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5745500-245C-4B6A-BA1D-EBECC6B517F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A71FAD3-BB12-4506-964A-51AFE529B76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CACB9840-889A-44FF-97DB-993E4042EE1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1FCCE558-198B-4293-A03B-E5F6A069D8C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EA502842-1B4D-47F9-93F5-E00F0962170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43</a:t>
            </a:r>
          </a:p>
        </p:txBody>
      </p:sp>
      <p:sp>
        <p:nvSpPr>
          <p:cNvPr id="14" name="licence-footer">
            <a:extLst xmlns:a="http://schemas.openxmlformats.org/drawingml/2006/main">
              <a:ext uri="{FF2B5EF4-FFF2-40B4-BE49-F238E27FC236}">
                <a16:creationId xmlns:a16="http://schemas.microsoft.com/office/drawing/2014/main" id="{0D168CA5-48E2-4D57-ADE4-9BDE8D9E0E6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38B4E73-C0C6-46A5-9C3C-24C5BD0D2FAE}"/>
              </a:ext>
            </a:extLst>
          </p:cNvPr>
          <p:cNvPicPr>
            <a:picLocks xmlns:a="http://schemas.openxmlformats.org/drawingml/2006/main" noChangeAspect="1"/>
          </p:cNvPicPr>
          <p:nvPr/>
        </p:nvPicPr>
        <p:blipFill>
          <a:blip xmlns:r="http://schemas.openxmlformats.org/officeDocument/2006/relationships" xmlns:a="http://schemas.openxmlformats.org/drawingml/2006/main" r:embed="R5bcf491e6b11474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7234353-8C25-4C16-8573-FAB18CF116C5}"/>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similarity</a:t>
            </a:r>
          </a:p>
        </p:txBody>
      </p:sp>
      <p:sp>
        <p:nvSpPr>
          <p:cNvPr id="17" name="shape">
            <a:extLst xmlns:a="http://schemas.openxmlformats.org/drawingml/2006/main">
              <a:ext uri="{FF2B5EF4-FFF2-40B4-BE49-F238E27FC236}">
                <a16:creationId xmlns:a16="http://schemas.microsoft.com/office/drawing/2014/main" id="{9B53196F-8A6F-4CBA-B2DF-4BE5824C107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4DD339B3-AE4C-48D1-BCBE-2F48A1D2F94A}"/>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19" name="pupil-text">
            <a:extLst xmlns:a="http://schemas.openxmlformats.org/drawingml/2006/main">
              <a:ext uri="{FF2B5EF4-FFF2-40B4-BE49-F238E27FC236}">
                <a16:creationId xmlns:a16="http://schemas.microsoft.com/office/drawing/2014/main" id="{8B996E82-2824-4845-B309-62ECFDCDCA50}"/>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difference</a:t>
            </a:r>
          </a:p>
        </p:txBody>
      </p:sp>
      <p:sp>
        <p:nvSpPr>
          <p:cNvPr id="20" name="shape">
            <a:extLst xmlns:a="http://schemas.openxmlformats.org/drawingml/2006/main">
              <a:ext uri="{FF2B5EF4-FFF2-40B4-BE49-F238E27FC236}">
                <a16:creationId xmlns:a16="http://schemas.microsoft.com/office/drawing/2014/main" id="{CC6AECFE-F8CB-4857-AC2F-60D377FD28A3}"/>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618A4DE-515A-42FA-861B-AD4EFD347FEC}"/>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2" name="pupil-text">
            <a:extLst xmlns:a="http://schemas.openxmlformats.org/drawingml/2006/main">
              <a:ext uri="{FF2B5EF4-FFF2-40B4-BE49-F238E27FC236}">
                <a16:creationId xmlns:a16="http://schemas.microsoft.com/office/drawing/2014/main" id="{0438BBF8-1EC0-43FC-A9EB-6ED1F51A3032}"/>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fair comparison</a:t>
            </a:r>
          </a:p>
        </p:txBody>
      </p:sp>
      <p:sp>
        <p:nvSpPr>
          <p:cNvPr id="23" name="shape">
            <a:extLst xmlns:a="http://schemas.openxmlformats.org/drawingml/2006/main">
              <a:ext uri="{FF2B5EF4-FFF2-40B4-BE49-F238E27FC236}">
                <a16:creationId xmlns:a16="http://schemas.microsoft.com/office/drawing/2014/main" id="{C20BFF34-ADAD-434A-81BA-6AC84EBA8168}"/>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9B94DA6E-DA1B-4509-9AB8-A7228ED1A690}"/>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5" name="pupil-text">
            <a:extLst xmlns:a="http://schemas.openxmlformats.org/drawingml/2006/main">
              <a:ext uri="{FF2B5EF4-FFF2-40B4-BE49-F238E27FC236}">
                <a16:creationId xmlns:a16="http://schemas.microsoft.com/office/drawing/2014/main" id="{A04A7F6D-2713-480E-AC66-BFA264CEF2A0}"/>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B0789BAD-1A36-492D-A7C1-2458BB0800B8}"/>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A0D37D4-2272-422E-B47F-582E683F2195}"/>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Tree>
    <p:extLst>
      <p:ext uri="{BB962C8B-B14F-4D97-AF65-F5344CB8AC3E}">
        <p14:creationId xmlns:p14="http://schemas.microsoft.com/office/powerpoint/2010/main" val="14225601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FCC95BDD-4FD1-4A40-BE56-25CF8201307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D1178A66-E7D0-419D-9ABE-75905212FD7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0160C18-B39B-48F4-B7FA-BFCA5B8BA85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23D521DA-44EE-4E4B-9950-FE3750F76EC4}"/>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697EA4C-B866-4C93-99E0-B39AA6BDFA5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DD2CA8B-DFC1-474C-B3E7-326E7ABC1B1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464D0F5-6B09-4489-A4F3-92139F80ACE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BF0B7AC-ED59-4394-8B36-5FB967ED565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0436949-89C4-44D3-B6EE-04205B1666C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7E5817A-99A2-458F-B8CE-6F2BAB4274B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1C84EC85-3B2A-4B9E-BE78-52C85BCF5A8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3B60F4B8-C92B-4A84-8F17-5BCF8C95695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C0315C14-316F-48B0-AE7E-F223F2A46F4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43</a:t>
            </a:r>
          </a:p>
        </p:txBody>
      </p:sp>
      <p:sp>
        <p:nvSpPr>
          <p:cNvPr id="14" name="licence-footer">
            <a:extLst xmlns:a="http://schemas.openxmlformats.org/drawingml/2006/main">
              <a:ext uri="{FF2B5EF4-FFF2-40B4-BE49-F238E27FC236}">
                <a16:creationId xmlns:a16="http://schemas.microsoft.com/office/drawing/2014/main" id="{357B39D8-2E04-4156-B52F-7440AC54621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0635252-94F4-4149-ACB4-D1EBF05E4E2A}"/>
              </a:ext>
            </a:extLst>
          </p:cNvPr>
          <p:cNvPicPr>
            <a:picLocks xmlns:a="http://schemas.openxmlformats.org/drawingml/2006/main" noChangeAspect="1"/>
          </p:cNvPicPr>
          <p:nvPr/>
        </p:nvPicPr>
        <p:blipFill>
          <a:blip xmlns:r="http://schemas.openxmlformats.org/officeDocument/2006/relationships" xmlns:a="http://schemas.openxmlformats.org/drawingml/2006/main" r:embed="R59c64bcd13ab425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463779A-B198-4C4B-9A06-60B87CA241B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R1: Both source accounts can guide care. A links kindness with Christian faith-based hope; B links</a:t>
            </a:r>
          </a:p>
        </p:txBody>
      </p:sp>
      <p:sp>
        <p:nvSpPr>
          <p:cNvPr id="17" name="pupil-text">
            <a:extLst xmlns:a="http://schemas.openxmlformats.org/drawingml/2006/main">
              <a:ext uri="{FF2B5EF4-FFF2-40B4-BE49-F238E27FC236}">
                <a16:creationId xmlns:a16="http://schemas.microsoft.com/office/drawing/2014/main" id="{C20891B2-3F5D-48DA-AF1F-EECD5DDF4B60}"/>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action with reason, evidence and concern for others.</a:t>
            </a:r>
          </a:p>
        </p:txBody>
      </p:sp>
      <p:sp>
        <p:nvSpPr>
          <p:cNvPr id="18" name="pupil-text">
            <a:extLst xmlns:a="http://schemas.openxmlformats.org/drawingml/2006/main">
              <a:ext uri="{FF2B5EF4-FFF2-40B4-BE49-F238E27FC236}">
                <a16:creationId xmlns:a16="http://schemas.microsoft.com/office/drawing/2014/main" id="{04BFA3C8-8C24-4BB3-BB23-665F8A64BC81}"/>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R2: The similarity in care did not erase the difference in belief or basis for reasons. Humanism is</a:t>
            </a:r>
          </a:p>
        </p:txBody>
      </p:sp>
      <p:sp>
        <p:nvSpPr>
          <p:cNvPr id="19" name="pupil-text">
            <a:extLst xmlns:a="http://schemas.openxmlformats.org/drawingml/2006/main">
              <a:ext uri="{FF2B5EF4-FFF2-40B4-BE49-F238E27FC236}">
                <a16:creationId xmlns:a16="http://schemas.microsoft.com/office/drawing/2014/main" id="{39AB3FCE-B512-498D-87A0-2645AB0252B2}"/>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not all non-religion.</a:t>
            </a:r>
          </a:p>
        </p:txBody>
      </p:sp>
      <p:sp>
        <p:nvSpPr>
          <p:cNvPr id="20" name="pupil-text">
            <a:extLst xmlns:a="http://schemas.openxmlformats.org/drawingml/2006/main">
              <a:ext uri="{FF2B5EF4-FFF2-40B4-BE49-F238E27FC236}">
                <a16:creationId xmlns:a16="http://schemas.microsoft.com/office/drawing/2014/main" id="{C6D48F24-7F68-4D1E-8E42-E844DBC82864}"/>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R3: We compared the supplied views without ranking groups or guessing the beliefs of people in the</a:t>
            </a:r>
          </a:p>
        </p:txBody>
      </p:sp>
      <p:sp>
        <p:nvSpPr>
          <p:cNvPr id="21" name="pupil-text">
            <a:extLst xmlns:a="http://schemas.openxmlformats.org/drawingml/2006/main">
              <a:ext uri="{FF2B5EF4-FFF2-40B4-BE49-F238E27FC236}">
                <a16:creationId xmlns:a16="http://schemas.microsoft.com/office/drawing/2014/main" id="{B4FF0315-01B0-437E-A09A-78D2DE2F9DF5}"/>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case.</a:t>
            </a:r>
          </a:p>
        </p:txBody>
      </p:sp>
      <p:sp>
        <p:nvSpPr>
          <p:cNvPr id="22" name="pupil-text">
            <a:extLst xmlns:a="http://schemas.openxmlformats.org/drawingml/2006/main">
              <a:ext uri="{FF2B5EF4-FFF2-40B4-BE49-F238E27FC236}">
                <a16:creationId xmlns:a16="http://schemas.microsoft.com/office/drawing/2014/main" id="{5CE25505-848F-456D-BE11-6904E4AF00DB}"/>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60-second recap: We compared a Christian account and a humanist account. Both could value care,</a:t>
            </a:r>
          </a:p>
        </p:txBody>
      </p:sp>
      <p:sp>
        <p:nvSpPr>
          <p:cNvPr id="23" name="pupil-text">
            <a:extLst xmlns:a="http://schemas.openxmlformats.org/drawingml/2006/main">
              <a:ext uri="{FF2B5EF4-FFF2-40B4-BE49-F238E27FC236}">
                <a16:creationId xmlns:a16="http://schemas.microsoft.com/office/drawing/2014/main" id="{2C48D4F3-9E2A-436D-8EC2-03DCA58B868C}"/>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while their reasons differed. Similar actions did not prove identical beliefs.</a:t>
            </a:r>
          </a:p>
        </p:txBody>
      </p:sp>
      <p:sp>
        <p:nvSpPr>
          <p:cNvPr id="24" name="shape">
            <a:extLst xmlns:a="http://schemas.openxmlformats.org/drawingml/2006/main">
              <a:ext uri="{FF2B5EF4-FFF2-40B4-BE49-F238E27FC236}">
                <a16:creationId xmlns:a16="http://schemas.microsoft.com/office/drawing/2014/main" id="{F7CCE698-7632-435F-B427-18A03ED58483}"/>
              </a:ext>
            </a:extLst>
          </p:cNvPr>
          <p:cNvSpPr>
            <a:spLocks xmlns:a="http://schemas.openxmlformats.org/drawingml/2006/main" noGrp="1"/>
          </p:cNvSpPr>
          <p:nvPr/>
        </p:nvSpPr>
        <p:spPr>
          <a:xfrm xmlns:a="http://schemas.openxmlformats.org/drawingml/2006/main">
            <a:off x="409575" y="44862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16A74FD3-F208-4471-8591-39F76C12A8FF}"/>
              </a:ext>
            </a:extLst>
          </p:cNvPr>
          <p:cNvSpPr>
            <a:spLocks xmlns:a="http://schemas.openxmlformats.org/drawingml/2006/main" noGrp="1"/>
          </p:cNvSpPr>
          <p:nvPr/>
        </p:nvSpPr>
        <p:spPr>
          <a:xfrm xmlns:a="http://schemas.openxmlformats.org/drawingml/2006/main">
            <a:off x="457200" y="4495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Tree>
    <p:extLst>
      <p:ext uri="{BB962C8B-B14F-4D97-AF65-F5344CB8AC3E}">
        <p14:creationId xmlns:p14="http://schemas.microsoft.com/office/powerpoint/2010/main" val="21039534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DB1D694B-0CD1-4AA1-B3AA-24942662FBC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6C979832-4FA7-42C2-AC82-623773417C9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022BDD87-351E-4AFC-8A80-D2D22EAE651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E702AEB5-3148-4A44-B313-F3AFDACE2AF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E9B0535-4888-4F6A-AEE6-B6B66173A271}"/>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7ED9BD7-E4BF-45C8-A6E4-4859BC60DD6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9381E92-F372-460E-A9BF-15374992191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DD6CCA2-28F9-492F-B7DE-66557B0501D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5F48E67-ED66-42D1-A0E3-3C01F2634AB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BCF4134-E753-4919-909D-AF350C64A2C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E214A8A1-8BA7-4869-A5FC-7ADCAC95A57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4698FCB6-B631-4526-A3FF-039BAA38EB8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171EFEC6-DCF5-4B03-8321-9594F20C444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43</a:t>
            </a:r>
          </a:p>
        </p:txBody>
      </p:sp>
      <p:sp>
        <p:nvSpPr>
          <p:cNvPr id="14" name="licence-footer">
            <a:extLst xmlns:a="http://schemas.openxmlformats.org/drawingml/2006/main">
              <a:ext uri="{FF2B5EF4-FFF2-40B4-BE49-F238E27FC236}">
                <a16:creationId xmlns:a16="http://schemas.microsoft.com/office/drawing/2014/main" id="{EC36F834-08FA-45FA-832D-11006206CBC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B5F596D-9978-4C45-8252-04747A94D6E2}"/>
              </a:ext>
            </a:extLst>
          </p:cNvPr>
          <p:cNvPicPr>
            <a:picLocks xmlns:a="http://schemas.openxmlformats.org/drawingml/2006/main" noChangeAspect="1"/>
          </p:cNvPicPr>
          <p:nvPr/>
        </p:nvPicPr>
        <p:blipFill>
          <a:blip xmlns:r="http://schemas.openxmlformats.org/officeDocument/2006/relationships" xmlns:a="http://schemas.openxmlformats.org/drawingml/2006/main" r:embed="Rcdc98a847d3243d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42BC7A8-E93B-44A0-ACC8-B81A54F9BC3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brief choice or response.</a:t>
            </a:r>
          </a:p>
        </p:txBody>
      </p:sp>
      <p:sp>
        <p:nvSpPr>
          <p:cNvPr id="17" name="pupil-text">
            <a:extLst xmlns:a="http://schemas.openxmlformats.org/drawingml/2006/main">
              <a:ext uri="{FF2B5EF4-FFF2-40B4-BE49-F238E27FC236}">
                <a16:creationId xmlns:a16="http://schemas.microsoft.com/office/drawing/2014/main" id="{74A9A5BE-9353-40F1-BFD0-16A65D4ADC6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Must the same colour or image mean the same thing to every group?</a:t>
            </a:r>
          </a:p>
        </p:txBody>
      </p:sp>
    </p:spTree>
    <p:extLst>
      <p:ext uri="{BB962C8B-B14F-4D97-AF65-F5344CB8AC3E}">
        <p14:creationId xmlns:p14="http://schemas.microsoft.com/office/powerpoint/2010/main" val="9606379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44B56AFD-9B0D-413A-A609-5CFBF2ECD9E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081FAA9B-29D2-4253-9B7C-CBE4F0990D1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E9EBD02-FB81-4FDC-AB7A-9156024AE91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7C1A7FA8-20F2-454C-96CC-55E33EDE078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F66C68E-876F-4A91-BD79-890B9225F6A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16AAE30-D6A9-4F82-B6C3-AAD2783F047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A1FAAD2-7033-445C-85B3-9A984C46D88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E3BA869-92E0-4466-9E1B-662D8986E1B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5AC9040-FCFB-48C7-AAE4-A597B714388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4DC77AA-A667-475E-B021-79C977F9EE3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E933FBD2-F7F9-4335-9780-FC936385E1B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17AB050D-0FB2-4691-8178-9F8B7F75DE9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ED2A8B52-3F88-4705-9244-AC55A2F48B5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43</a:t>
            </a:r>
          </a:p>
        </p:txBody>
      </p:sp>
      <p:sp>
        <p:nvSpPr>
          <p:cNvPr id="14" name="licence-footer">
            <a:extLst xmlns:a="http://schemas.openxmlformats.org/drawingml/2006/main">
              <a:ext uri="{FF2B5EF4-FFF2-40B4-BE49-F238E27FC236}">
                <a16:creationId xmlns:a16="http://schemas.microsoft.com/office/drawing/2014/main" id="{20D67A9C-E509-4D47-8A79-59FA3C60CBE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D8E293A-D144-45A9-86CF-161FDBC19DC6}"/>
              </a:ext>
            </a:extLst>
          </p:cNvPr>
          <p:cNvPicPr>
            <a:picLocks xmlns:a="http://schemas.openxmlformats.org/drawingml/2006/main" noChangeAspect="1"/>
          </p:cNvPicPr>
          <p:nvPr/>
        </p:nvPicPr>
        <p:blipFill>
          <a:blip xmlns:r="http://schemas.openxmlformats.org/officeDocument/2006/relationships" xmlns:a="http://schemas.openxmlformats.org/drawingml/2006/main" r:embed="Rb4cae47641c04bf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DF16EF5-773D-490E-BDCA-C52B86DACBCB}"/>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45A83114-27E3-4CBE-B77B-959D9654F3E7}"/>
              </a:ext>
            </a:extLst>
          </p:cNvPr>
          <p:cNvSpPr>
            <a:spLocks xmlns:a="http://schemas.openxmlformats.org/drawingml/2006/main" noGrp="1"/>
          </p:cNvSpPr>
          <p:nvPr/>
        </p:nvSpPr>
        <p:spPr>
          <a:xfrm xmlns:a="http://schemas.openxmlformats.org/drawingml/2006/main">
            <a:off x="1265238" y="2644775"/>
            <a:ext cx="1031875" cy="65484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452F5565-7595-4B85-BA0F-CB9CB8182F8A}"/>
              </a:ext>
            </a:extLst>
          </p:cNvPr>
          <p:cNvSpPr>
            <a:spLocks xmlns:a="http://schemas.openxmlformats.org/drawingml/2006/main" noGrp="1"/>
          </p:cNvSpPr>
          <p:nvPr/>
        </p:nvSpPr>
        <p:spPr>
          <a:xfrm xmlns:a="http://schemas.openxmlformats.org/drawingml/2006/main">
            <a:off x="1265238" y="2803525"/>
            <a:ext cx="1031875" cy="4"/>
          </a:xfrm>
          <a:custGeom xmlns:a="http://schemas.openxmlformats.org/drawingml/2006/main">
            <a:pathLst>
              <a:path w="1031875" h="4">
                <a:moveTo>
                  <a:pt x="0" y="0"/>
                </a:moveTo>
                <a:lnTo>
                  <a:pt x="1031875" y="0"/>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D6314F37-DB54-40D9-9B51-41FBC794AA34}"/>
              </a:ext>
            </a:extLst>
          </p:cNvPr>
          <p:cNvSpPr>
            <a:spLocks xmlns:a="http://schemas.openxmlformats.org/drawingml/2006/main" noGrp="1"/>
          </p:cNvSpPr>
          <p:nvPr/>
        </p:nvSpPr>
        <p:spPr>
          <a:xfrm xmlns:a="http://schemas.openxmlformats.org/drawingml/2006/main">
            <a:off x="1523206" y="2803525"/>
            <a:ext cx="4" cy="496094"/>
          </a:xfrm>
          <a:custGeom xmlns:a="http://schemas.openxmlformats.org/drawingml/2006/main">
            <a:pathLst>
              <a:path w="4" h="496094">
                <a:moveTo>
                  <a:pt x="0" y="0"/>
                </a:moveTo>
                <a:lnTo>
                  <a:pt x="0" y="496094"/>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114661D5-E8F0-49D5-91A5-962367471E27}"/>
              </a:ext>
            </a:extLst>
          </p:cNvPr>
          <p:cNvSpPr>
            <a:spLocks xmlns:a="http://schemas.openxmlformats.org/drawingml/2006/main" noGrp="1"/>
          </p:cNvSpPr>
          <p:nvPr/>
        </p:nvSpPr>
        <p:spPr>
          <a:xfrm xmlns:a="http://schemas.openxmlformats.org/drawingml/2006/main">
            <a:off x="1781175" y="2803525"/>
            <a:ext cx="4" cy="496094"/>
          </a:xfrm>
          <a:custGeom xmlns:a="http://schemas.openxmlformats.org/drawingml/2006/main">
            <a:pathLst>
              <a:path w="4" h="496094">
                <a:moveTo>
                  <a:pt x="0" y="0"/>
                </a:moveTo>
                <a:lnTo>
                  <a:pt x="0" y="496094"/>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1835C12A-25F5-4A79-9B11-F2A771D22AE6}"/>
              </a:ext>
            </a:extLst>
          </p:cNvPr>
          <p:cNvSpPr>
            <a:spLocks xmlns:a="http://schemas.openxmlformats.org/drawingml/2006/main" noGrp="1"/>
          </p:cNvSpPr>
          <p:nvPr/>
        </p:nvSpPr>
        <p:spPr>
          <a:xfrm xmlns:a="http://schemas.openxmlformats.org/drawingml/2006/main">
            <a:off x="2039144" y="2803525"/>
            <a:ext cx="4" cy="496094"/>
          </a:xfrm>
          <a:custGeom xmlns:a="http://schemas.openxmlformats.org/drawingml/2006/main">
            <a:pathLst>
              <a:path w="4" h="496094">
                <a:moveTo>
                  <a:pt x="0" y="0"/>
                </a:moveTo>
                <a:lnTo>
                  <a:pt x="0" y="496094"/>
                </a:lnTo>
              </a:path>
            </a:pathLst>
          </a:custGeom>
          <a:noFill xmlns:a="http://schemas.openxmlformats.org/drawingml/2006/main"/>
          <a:ln xmlns:a="http://schemas.openxmlformats.org/drawingml/2006/main" w="15875">
            <a:solidFill>
              <a:srgbClr val="17324D"/>
            </a:solidFill>
            <a:prstDash val="solid"/>
          </a:ln>
        </p:spPr>
      </p:sp>
      <p:sp>
        <p:nvSpPr>
          <p:cNvPr id="22" name="native-vector-6-line">
            <a:extLst xmlns:a="http://schemas.openxmlformats.org/drawingml/2006/main">
              <a:ext uri="{FF2B5EF4-FFF2-40B4-BE49-F238E27FC236}">
                <a16:creationId xmlns:a16="http://schemas.microsoft.com/office/drawing/2014/main" id="{F4A25D0F-F290-44AA-9B3A-CE688264C9B1}"/>
              </a:ext>
            </a:extLst>
          </p:cNvPr>
          <p:cNvSpPr>
            <a:spLocks xmlns:a="http://schemas.openxmlformats.org/drawingml/2006/main" noGrp="1"/>
          </p:cNvSpPr>
          <p:nvPr/>
        </p:nvSpPr>
        <p:spPr>
          <a:xfrm xmlns:a="http://schemas.openxmlformats.org/drawingml/2006/main">
            <a:off x="1265238" y="3041650"/>
            <a:ext cx="1031875" cy="4"/>
          </a:xfrm>
          <a:custGeom xmlns:a="http://schemas.openxmlformats.org/drawingml/2006/main">
            <a:pathLst>
              <a:path w="1031875" h="4">
                <a:moveTo>
                  <a:pt x="0" y="0"/>
                </a:moveTo>
                <a:lnTo>
                  <a:pt x="1031875" y="0"/>
                </a:lnTo>
              </a:path>
            </a:pathLst>
          </a:custGeom>
          <a:noFill xmlns:a="http://schemas.openxmlformats.org/drawingml/2006/main"/>
          <a:ln xmlns:a="http://schemas.openxmlformats.org/drawingml/2006/main" w="15875">
            <a:solidFill>
              <a:srgbClr val="17324D"/>
            </a:solidFill>
            <a:prstDash val="solid"/>
          </a:ln>
        </p:spPr>
      </p:sp>
      <p:sp>
        <p:nvSpPr>
          <p:cNvPr id="23" name="native-vector-7-ellipse">
            <a:extLst xmlns:a="http://schemas.openxmlformats.org/drawingml/2006/main">
              <a:ext uri="{FF2B5EF4-FFF2-40B4-BE49-F238E27FC236}">
                <a16:creationId xmlns:a16="http://schemas.microsoft.com/office/drawing/2014/main" id="{93940A6A-E4A1-462C-A702-F1B1CDA1F4CB}"/>
              </a:ext>
            </a:extLst>
          </p:cNvPr>
          <p:cNvSpPr>
            <a:spLocks xmlns:a="http://schemas.openxmlformats.org/drawingml/2006/main" noGrp="1"/>
          </p:cNvSpPr>
          <p:nvPr/>
        </p:nvSpPr>
        <p:spPr>
          <a:xfrm xmlns:a="http://schemas.openxmlformats.org/drawingml/2006/main">
            <a:off x="1562894" y="2831306"/>
            <a:ext cx="182563" cy="182563"/>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4" name="pupil-text">
            <a:extLst xmlns:a="http://schemas.openxmlformats.org/drawingml/2006/main">
              <a:ext uri="{FF2B5EF4-FFF2-40B4-BE49-F238E27FC236}">
                <a16:creationId xmlns:a16="http://schemas.microsoft.com/office/drawing/2014/main" id="{B280E5B5-1116-4C22-B1F6-6014DDC8853A}"/>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festival</a:t>
            </a:r>
          </a:p>
        </p:txBody>
      </p:sp>
      <p:sp>
        <p:nvSpPr>
          <p:cNvPr id="25" name="pupil-text">
            <a:extLst xmlns:a="http://schemas.openxmlformats.org/drawingml/2006/main">
              <a:ext uri="{FF2B5EF4-FFF2-40B4-BE49-F238E27FC236}">
                <a16:creationId xmlns:a16="http://schemas.microsoft.com/office/drawing/2014/main" id="{C4E4CAD2-D6DE-4664-B896-D9C60428D6CA}"/>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special time marked by a community.</a:t>
            </a:r>
          </a:p>
        </p:txBody>
      </p:sp>
      <p:sp>
        <p:nvSpPr>
          <p:cNvPr id="26" name="picture-description">
            <a:extLst xmlns:a="http://schemas.openxmlformats.org/drawingml/2006/main">
              <a:ext uri="{FF2B5EF4-FFF2-40B4-BE49-F238E27FC236}">
                <a16:creationId xmlns:a16="http://schemas.microsoft.com/office/drawing/2014/main" id="{907E7B33-89C0-4811-BDD7-0D987E3B8FDD}"/>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calendar card has one ringed space. It represents a special time without fixing a date.</a:t>
            </a:r>
          </a:p>
        </p:txBody>
      </p:sp>
      <p:sp>
        <p:nvSpPr>
          <p:cNvPr id="27" name="book-direction">
            <a:extLst xmlns:a="http://schemas.openxmlformats.org/drawingml/2006/main">
              <a:ext uri="{FF2B5EF4-FFF2-40B4-BE49-F238E27FC236}">
                <a16:creationId xmlns:a16="http://schemas.microsoft.com/office/drawing/2014/main" id="{393B7F1B-CE77-498A-9D11-D4236AE22FF8}"/>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0866009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6DCE5783-E2A3-446B-AF04-837D0DC7B59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3949E0FD-F0D1-48B2-8886-AAD376D1061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CFDCD22-9CC3-4FF5-B004-E6424BF6EDA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695C5F56-5783-4FDC-8363-02A9B632F35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1BF5852-4378-4ED6-93A4-13AB03BBC82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EAC6B10-CC1F-4060-93F4-0BC6D62E9FCC}"/>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609A3DD-974C-4023-ABD6-E78C90F3A81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5BF5FEB-63BC-4680-85DC-064520FD67F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549B866-47F8-4B47-A85D-D87B783F760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1D7D157-4100-484B-943E-02B42B10239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83B1193A-ABC9-4F49-B8FE-6495C1BD8FD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866A4220-80D7-4ADD-988A-AE43056C8BA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B7441FF2-3C74-4EEE-9F73-016F8195AFA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43</a:t>
            </a:r>
          </a:p>
        </p:txBody>
      </p:sp>
      <p:sp>
        <p:nvSpPr>
          <p:cNvPr id="14" name="licence-footer">
            <a:extLst xmlns:a="http://schemas.openxmlformats.org/drawingml/2006/main">
              <a:ext uri="{FF2B5EF4-FFF2-40B4-BE49-F238E27FC236}">
                <a16:creationId xmlns:a16="http://schemas.microsoft.com/office/drawing/2014/main" id="{C1250FFB-4A08-4495-BEC7-E852DAA5389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0A0A917-B00A-47EC-A523-3E90D1364F92}"/>
              </a:ext>
            </a:extLst>
          </p:cNvPr>
          <p:cNvPicPr>
            <a:picLocks xmlns:a="http://schemas.openxmlformats.org/drawingml/2006/main" noChangeAspect="1"/>
          </p:cNvPicPr>
          <p:nvPr/>
        </p:nvPicPr>
        <p:blipFill>
          <a:blip xmlns:r="http://schemas.openxmlformats.org/officeDocument/2006/relationships" xmlns:a="http://schemas.openxmlformats.org/drawingml/2006/main" r:embed="R3f5a4dfc7ca7403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E230413-9B7C-4714-A99B-B8B55DCDE81F}"/>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line">
            <a:extLst xmlns:a="http://schemas.openxmlformats.org/drawingml/2006/main">
              <a:ext uri="{FF2B5EF4-FFF2-40B4-BE49-F238E27FC236}">
                <a16:creationId xmlns:a16="http://schemas.microsoft.com/office/drawing/2014/main" id="{B92A50A6-0D47-4C4B-98D7-A23C0D6A8E8D}"/>
              </a:ext>
            </a:extLst>
          </p:cNvPr>
          <p:cNvSpPr>
            <a:spLocks xmlns:a="http://schemas.openxmlformats.org/drawingml/2006/main" noGrp="1"/>
          </p:cNvSpPr>
          <p:nvPr/>
        </p:nvSpPr>
        <p:spPr>
          <a:xfrm xmlns:a="http://schemas.openxmlformats.org/drawingml/2006/main">
            <a:off x="1364456" y="2803525"/>
            <a:ext cx="4" cy="476250"/>
          </a:xfrm>
          <a:custGeom xmlns:a="http://schemas.openxmlformats.org/drawingml/2006/main">
            <a:pathLst>
              <a:path w="4" h="476250">
                <a:moveTo>
                  <a:pt x="0" y="476250"/>
                </a:moveTo>
                <a:lnTo>
                  <a:pt x="0" y="0"/>
                </a:lnTo>
              </a:path>
            </a:pathLst>
          </a:custGeom>
          <a:noFill xmlns:a="http://schemas.openxmlformats.org/drawingml/2006/main"/>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7C733B04-7315-49B0-BA91-B666AAAE2DA8}"/>
              </a:ext>
            </a:extLst>
          </p:cNvPr>
          <p:cNvSpPr>
            <a:spLocks xmlns:a="http://schemas.openxmlformats.org/drawingml/2006/main" noGrp="1"/>
          </p:cNvSpPr>
          <p:nvPr/>
        </p:nvSpPr>
        <p:spPr>
          <a:xfrm xmlns:a="http://schemas.openxmlformats.org/drawingml/2006/main">
            <a:off x="1285081" y="2605088"/>
            <a:ext cx="158750" cy="23812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9" name="native-vector-3-ellipse">
            <a:extLst xmlns:a="http://schemas.openxmlformats.org/drawingml/2006/main">
              <a:ext uri="{FF2B5EF4-FFF2-40B4-BE49-F238E27FC236}">
                <a16:creationId xmlns:a16="http://schemas.microsoft.com/office/drawing/2014/main" id="{BE97D96B-4095-4A06-B42F-1D9F2E286695}"/>
              </a:ext>
            </a:extLst>
          </p:cNvPr>
          <p:cNvSpPr>
            <a:spLocks xmlns:a="http://schemas.openxmlformats.org/drawingml/2006/main" noGrp="1"/>
          </p:cNvSpPr>
          <p:nvPr/>
        </p:nvSpPr>
        <p:spPr>
          <a:xfrm xmlns:a="http://schemas.openxmlformats.org/drawingml/2006/main">
            <a:off x="1368425" y="2934494"/>
            <a:ext cx="333375" cy="158750"/>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CF706CED-F534-4DA7-88F8-B68C92533303}"/>
              </a:ext>
            </a:extLst>
          </p:cNvPr>
          <p:cNvSpPr>
            <a:spLocks xmlns:a="http://schemas.openxmlformats.org/drawingml/2006/main" noGrp="1"/>
          </p:cNvSpPr>
          <p:nvPr/>
        </p:nvSpPr>
        <p:spPr>
          <a:xfrm xmlns:a="http://schemas.openxmlformats.org/drawingml/2006/main">
            <a:off x="1364456" y="3013869"/>
            <a:ext cx="170656" cy="55563"/>
          </a:xfrm>
          <a:custGeom xmlns:a="http://schemas.openxmlformats.org/drawingml/2006/main">
            <a:pathLst>
              <a:path w="170656" h="55563">
                <a:moveTo>
                  <a:pt x="0" y="55563"/>
                </a:moveTo>
                <a:lnTo>
                  <a:pt x="170656" y="0"/>
                </a:lnTo>
              </a:path>
            </a:pathLst>
          </a:custGeom>
          <a:noFill xmlns:a="http://schemas.openxmlformats.org/drawingml/2006/main"/>
          <a:ln xmlns:a="http://schemas.openxmlformats.org/drawingml/2006/main" w="15875">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8A74DAAB-20CC-4465-8B53-E5F6D6568054}"/>
              </a:ext>
            </a:extLst>
          </p:cNvPr>
          <p:cNvSpPr>
            <a:spLocks xmlns:a="http://schemas.openxmlformats.org/drawingml/2006/main" noGrp="1"/>
          </p:cNvSpPr>
          <p:nvPr/>
        </p:nvSpPr>
        <p:spPr>
          <a:xfrm xmlns:a="http://schemas.openxmlformats.org/drawingml/2006/main">
            <a:off x="2039144" y="2783681"/>
            <a:ext cx="595313" cy="456406"/>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6A8C25AC-18D3-440D-8BAD-EE2A3CE723DD}"/>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spring</a:t>
            </a:r>
          </a:p>
        </p:txBody>
      </p:sp>
      <p:sp>
        <p:nvSpPr>
          <p:cNvPr id="23" name="pupil-text">
            <a:extLst xmlns:a="http://schemas.openxmlformats.org/drawingml/2006/main">
              <a:ext uri="{FF2B5EF4-FFF2-40B4-BE49-F238E27FC236}">
                <a16:creationId xmlns:a16="http://schemas.microsoft.com/office/drawing/2014/main" id="{0EAEC9CB-AA59-4841-BA29-38532FB20342}"/>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the season between winter and summer.</a:t>
            </a:r>
          </a:p>
        </p:txBody>
      </p:sp>
      <p:sp>
        <p:nvSpPr>
          <p:cNvPr id="24" name="picture-description">
            <a:extLst xmlns:a="http://schemas.openxmlformats.org/drawingml/2006/main">
              <a:ext uri="{FF2B5EF4-FFF2-40B4-BE49-F238E27FC236}">
                <a16:creationId xmlns:a16="http://schemas.microsoft.com/office/drawing/2014/main" id="{9A03C449-83FF-4823-8FD2-92286C8D0527}"/>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bud and leaf sit beside a season card. It means plant growth in a season, not a local weather claim.</a:t>
            </a:r>
          </a:p>
        </p:txBody>
      </p:sp>
      <p:sp>
        <p:nvSpPr>
          <p:cNvPr id="25" name="book-direction">
            <a:extLst xmlns:a="http://schemas.openxmlformats.org/drawingml/2006/main">
              <a:ext uri="{FF2B5EF4-FFF2-40B4-BE49-F238E27FC236}">
                <a16:creationId xmlns:a16="http://schemas.microsoft.com/office/drawing/2014/main" id="{1021B268-649B-46D6-A072-82B3BD5EBD06}"/>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1695036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FD30FEF3-B1CB-416E-95D7-CC1C0A39BCD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4DEEED58-9BCA-48F3-BB3F-324FACD1B32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9B682E1-214D-4B17-9709-4F3DA10F754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66A8EA7D-2E5F-4801-BBF0-CBF074802C9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7A0D55A-89CE-4FA4-9DC1-C4BBAB199C3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F1167DA-48DB-4D0A-9822-4517146BCC13}"/>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B461BCC-74DA-4B05-B0AA-06276F459BE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7725D00-3028-4CC7-9350-CBE4BA94646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FF2949F-144F-454F-86D1-08953A3D3EF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F965D63-63B4-4661-AC89-3D41CC6A3AF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EEF4B7BE-47AF-49CB-8A67-07FC6F8DF50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55B619FE-F63B-4973-99A0-0EF9076CB41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6FD665FC-8204-4F7D-9417-D328A7B4450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43</a:t>
            </a:r>
          </a:p>
        </p:txBody>
      </p:sp>
      <p:sp>
        <p:nvSpPr>
          <p:cNvPr id="14" name="licence-footer">
            <a:extLst xmlns:a="http://schemas.openxmlformats.org/drawingml/2006/main">
              <a:ext uri="{FF2B5EF4-FFF2-40B4-BE49-F238E27FC236}">
                <a16:creationId xmlns:a16="http://schemas.microsoft.com/office/drawing/2014/main" id="{7A5ADDAD-04CF-400C-B682-2E1F12943FC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F58852B-CBE9-4A75-A89F-6A84EECB43EF}"/>
              </a:ext>
            </a:extLst>
          </p:cNvPr>
          <p:cNvPicPr>
            <a:picLocks xmlns:a="http://schemas.openxmlformats.org/drawingml/2006/main" noChangeAspect="1"/>
          </p:cNvPicPr>
          <p:nvPr/>
        </p:nvPicPr>
        <p:blipFill>
          <a:blip xmlns:r="http://schemas.openxmlformats.org/officeDocument/2006/relationships" xmlns:a="http://schemas.openxmlformats.org/drawingml/2006/main" r:embed="R9c946fc8a752427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77BB9D7C-4737-451A-98A9-48AF4B54AD39}"/>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39E916A2-DC83-44A1-A9BB-2338D761E51F}"/>
              </a:ext>
            </a:extLst>
          </p:cNvPr>
          <p:cNvSpPr>
            <a:spLocks xmlns:a="http://schemas.openxmlformats.org/drawingml/2006/main" noGrp="1"/>
          </p:cNvSpPr>
          <p:nvPr/>
        </p:nvSpPr>
        <p:spPr>
          <a:xfrm xmlns:a="http://schemas.openxmlformats.org/drawingml/2006/main">
            <a:off x="709613" y="2763838"/>
            <a:ext cx="793750" cy="476250"/>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text">
            <a:extLst xmlns:a="http://schemas.openxmlformats.org/drawingml/2006/main">
              <a:ext uri="{FF2B5EF4-FFF2-40B4-BE49-F238E27FC236}">
                <a16:creationId xmlns:a16="http://schemas.microsoft.com/office/drawing/2014/main" id="{84BF1F92-1C57-428F-8F3D-EC4A1D20D858}"/>
              </a:ext>
            </a:extLst>
          </p:cNvPr>
          <p:cNvSpPr>
            <a:spLocks xmlns:a="http://schemas.openxmlformats.org/drawingml/2006/main" noGrp="1"/>
          </p:cNvSpPr>
          <p:nvPr/>
        </p:nvSpPr>
        <p:spPr>
          <a:xfrm xmlns:a="http://schemas.openxmlformats.org/drawingml/2006/main">
            <a:off x="808831" y="2799556"/>
            <a:ext cx="635000"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old plan</a:t>
            </a:r>
          </a:p>
        </p:txBody>
      </p:sp>
      <p:sp>
        <p:nvSpPr>
          <p:cNvPr id="19" name="native-vector-3-line">
            <a:extLst xmlns:a="http://schemas.openxmlformats.org/drawingml/2006/main">
              <a:ext uri="{FF2B5EF4-FFF2-40B4-BE49-F238E27FC236}">
                <a16:creationId xmlns:a16="http://schemas.microsoft.com/office/drawing/2014/main" id="{87816259-5011-43F5-960C-5034F44172EE}"/>
              </a:ext>
            </a:extLst>
          </p:cNvPr>
          <p:cNvSpPr>
            <a:spLocks xmlns:a="http://schemas.openxmlformats.org/drawingml/2006/main" noGrp="1"/>
          </p:cNvSpPr>
          <p:nvPr/>
        </p:nvSpPr>
        <p:spPr>
          <a:xfrm xmlns:a="http://schemas.openxmlformats.org/drawingml/2006/main">
            <a:off x="1523206" y="3001963"/>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5875">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4FE69371-2EDA-4C20-BFEE-E90B70484CC5}"/>
              </a:ext>
            </a:extLst>
          </p:cNvPr>
          <p:cNvSpPr>
            <a:spLocks xmlns:a="http://schemas.openxmlformats.org/drawingml/2006/main" noGrp="1"/>
          </p:cNvSpPr>
          <p:nvPr/>
        </p:nvSpPr>
        <p:spPr>
          <a:xfrm xmlns:a="http://schemas.openxmlformats.org/drawingml/2006/main">
            <a:off x="1951831" y="2966244"/>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B2C1B64A-7019-4AE5-9EF9-10C74F72016E}"/>
              </a:ext>
            </a:extLst>
          </p:cNvPr>
          <p:cNvSpPr>
            <a:spLocks xmlns:a="http://schemas.openxmlformats.org/drawingml/2006/main" noGrp="1"/>
          </p:cNvSpPr>
          <p:nvPr/>
        </p:nvSpPr>
        <p:spPr>
          <a:xfrm xmlns:a="http://schemas.openxmlformats.org/drawingml/2006/main">
            <a:off x="2019300" y="2763838"/>
            <a:ext cx="833438" cy="476250"/>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native-vector-text">
            <a:extLst xmlns:a="http://schemas.openxmlformats.org/drawingml/2006/main">
              <a:ext uri="{FF2B5EF4-FFF2-40B4-BE49-F238E27FC236}">
                <a16:creationId xmlns:a16="http://schemas.microsoft.com/office/drawing/2014/main" id="{2089F34E-456C-4210-8F1F-2DE35EF4AFE5}"/>
              </a:ext>
            </a:extLst>
          </p:cNvPr>
          <p:cNvSpPr>
            <a:spLocks xmlns:a="http://schemas.openxmlformats.org/drawingml/2006/main" noGrp="1"/>
          </p:cNvSpPr>
          <p:nvPr/>
        </p:nvSpPr>
        <p:spPr>
          <a:xfrm xmlns:a="http://schemas.openxmlformats.org/drawingml/2006/main">
            <a:off x="2094706" y="2799556"/>
            <a:ext cx="714375"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new start</a:t>
            </a:r>
          </a:p>
        </p:txBody>
      </p:sp>
      <p:sp>
        <p:nvSpPr>
          <p:cNvPr id="23" name="pupil-text">
            <a:extLst xmlns:a="http://schemas.openxmlformats.org/drawingml/2006/main">
              <a:ext uri="{FF2B5EF4-FFF2-40B4-BE49-F238E27FC236}">
                <a16:creationId xmlns:a16="http://schemas.microsoft.com/office/drawing/2014/main" id="{3EA2FD2A-7959-4EA4-AFA9-51862BEC65FC}"/>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renewal</a:t>
            </a:r>
          </a:p>
        </p:txBody>
      </p:sp>
      <p:sp>
        <p:nvSpPr>
          <p:cNvPr id="24" name="pupil-text">
            <a:extLst xmlns:a="http://schemas.openxmlformats.org/drawingml/2006/main">
              <a:ext uri="{FF2B5EF4-FFF2-40B4-BE49-F238E27FC236}">
                <a16:creationId xmlns:a16="http://schemas.microsoft.com/office/drawing/2014/main" id="{21B32262-F411-4E09-AF21-3187CEDEA0CA}"/>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new start or fresh growth.</a:t>
            </a:r>
          </a:p>
        </p:txBody>
      </p:sp>
      <p:sp>
        <p:nvSpPr>
          <p:cNvPr id="25" name="picture-description">
            <a:extLst xmlns:a="http://schemas.openxmlformats.org/drawingml/2006/main">
              <a:ext uri="{FF2B5EF4-FFF2-40B4-BE49-F238E27FC236}">
                <a16:creationId xmlns:a16="http://schemas.microsoft.com/office/drawing/2014/main" id="{3811685D-E44E-48A3-894E-142189892954}"/>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An empty old-plan box points to an empty new-start box.</a:t>
            </a:r>
          </a:p>
        </p:txBody>
      </p:sp>
      <p:sp>
        <p:nvSpPr>
          <p:cNvPr id="26" name="book-direction">
            <a:extLst xmlns:a="http://schemas.openxmlformats.org/drawingml/2006/main">
              <a:ext uri="{FF2B5EF4-FFF2-40B4-BE49-F238E27FC236}">
                <a16:creationId xmlns:a16="http://schemas.microsoft.com/office/drawing/2014/main" id="{E0C9EEDE-FA19-4A04-9561-EDA47A158475}"/>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6483501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4C3D82D7-4FF6-47D3-9376-718EEFA4F41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25859941-B4E0-43A4-BB98-1EAB1CEA9DA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DED8A050-40A4-445F-B89A-CD5799FDA0B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C7A8AD25-21BC-49DA-B794-33CA34DFFDC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1F60358-F742-4459-9DED-0B8B1C59740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1F4BEA1-4398-43D0-8D37-D25FBEC9AC5F}"/>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051ED4C-1220-456C-AAAD-3148482F64D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13ECEE3-47CB-4CBC-85CB-AA304B9A345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E6B401C-B2DA-43DD-821C-0F0584B3DB5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A40E501-2B0F-400F-BD9C-1902CE10EA5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1D8078FF-98A5-4838-98D8-55713A38D68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88D6BAD1-1A11-4289-BC6C-B605A7A8433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F0748B2C-C117-4839-8894-88DAB4B0572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43</a:t>
            </a:r>
          </a:p>
        </p:txBody>
      </p:sp>
      <p:sp>
        <p:nvSpPr>
          <p:cNvPr id="14" name="licence-footer">
            <a:extLst xmlns:a="http://schemas.openxmlformats.org/drawingml/2006/main">
              <a:ext uri="{FF2B5EF4-FFF2-40B4-BE49-F238E27FC236}">
                <a16:creationId xmlns:a16="http://schemas.microsoft.com/office/drawing/2014/main" id="{5E107ADF-F080-4606-B399-AB251307DDA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7B53FE3-C9FE-4B56-940F-34519310CDD1}"/>
              </a:ext>
            </a:extLst>
          </p:cNvPr>
          <p:cNvPicPr>
            <a:picLocks xmlns:a="http://schemas.openxmlformats.org/drawingml/2006/main" noChangeAspect="1"/>
          </p:cNvPicPr>
          <p:nvPr/>
        </p:nvPicPr>
        <p:blipFill>
          <a:blip xmlns:r="http://schemas.openxmlformats.org/officeDocument/2006/relationships" xmlns:a="http://schemas.openxmlformats.org/drawingml/2006/main" r:embed="R9b3be7de26ab4c2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479D20A-E7A3-4C6A-A697-9144D584C71E}"/>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998E7677-6514-4398-9B12-679B2C8B214E}"/>
              </a:ext>
            </a:extLst>
          </p:cNvPr>
          <p:cNvSpPr>
            <a:spLocks xmlns:a="http://schemas.openxmlformats.org/drawingml/2006/main" noGrp="1"/>
          </p:cNvSpPr>
          <p:nvPr/>
        </p:nvSpPr>
        <p:spPr>
          <a:xfrm xmlns:a="http://schemas.openxmlformats.org/drawingml/2006/main">
            <a:off x="868363" y="2724150"/>
            <a:ext cx="515938" cy="515938"/>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0051BCDC-50AF-4392-87E9-0352C6C2F17C}"/>
              </a:ext>
            </a:extLst>
          </p:cNvPr>
          <p:cNvSpPr>
            <a:spLocks xmlns:a="http://schemas.openxmlformats.org/drawingml/2006/main" noGrp="1"/>
          </p:cNvSpPr>
          <p:nvPr/>
        </p:nvSpPr>
        <p:spPr>
          <a:xfrm xmlns:a="http://schemas.openxmlformats.org/drawingml/2006/main">
            <a:off x="1404144" y="2982119"/>
            <a:ext cx="575469" cy="4"/>
          </a:xfrm>
          <a:custGeom xmlns:a="http://schemas.openxmlformats.org/drawingml/2006/main">
            <a:pathLst>
              <a:path w="575469" h="4">
                <a:moveTo>
                  <a:pt x="0" y="0"/>
                </a:moveTo>
                <a:lnTo>
                  <a:pt x="575469" y="0"/>
                </a:lnTo>
              </a:path>
            </a:pathLst>
          </a:custGeom>
          <a:noFill xmlns:a="http://schemas.openxmlformats.org/drawingml/2006/main"/>
          <a:ln xmlns:a="http://schemas.openxmlformats.org/drawingml/2006/main" w="15875">
            <a:solidFill>
              <a:srgbClr val="17324D"/>
            </a:solidFill>
            <a:prstDash val="solid"/>
          </a:ln>
        </p:spPr>
      </p:sp>
      <p:sp>
        <p:nvSpPr>
          <p:cNvPr id="19" name="native-vector-3-polyline">
            <a:extLst xmlns:a="http://schemas.openxmlformats.org/drawingml/2006/main">
              <a:ext uri="{FF2B5EF4-FFF2-40B4-BE49-F238E27FC236}">
                <a16:creationId xmlns:a16="http://schemas.microsoft.com/office/drawing/2014/main" id="{3A9010A4-D4CC-4614-957C-F6B5C6B1BCB6}"/>
              </a:ext>
            </a:extLst>
          </p:cNvPr>
          <p:cNvSpPr>
            <a:spLocks xmlns:a="http://schemas.openxmlformats.org/drawingml/2006/main" noGrp="1"/>
          </p:cNvSpPr>
          <p:nvPr/>
        </p:nvSpPr>
        <p:spPr>
          <a:xfrm xmlns:a="http://schemas.openxmlformats.org/drawingml/2006/main">
            <a:off x="1931988" y="2946400"/>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0" name="native-vector-4-rect">
            <a:extLst xmlns:a="http://schemas.openxmlformats.org/drawingml/2006/main">
              <a:ext uri="{FF2B5EF4-FFF2-40B4-BE49-F238E27FC236}">
                <a16:creationId xmlns:a16="http://schemas.microsoft.com/office/drawing/2014/main" id="{AAEDDE16-BA5E-4AEA-A25C-8555D65A7EBA}"/>
              </a:ext>
            </a:extLst>
          </p:cNvPr>
          <p:cNvSpPr>
            <a:spLocks xmlns:a="http://schemas.openxmlformats.org/drawingml/2006/main" noGrp="1"/>
          </p:cNvSpPr>
          <p:nvPr/>
        </p:nvSpPr>
        <p:spPr>
          <a:xfrm xmlns:a="http://schemas.openxmlformats.org/drawingml/2006/main">
            <a:off x="1999456" y="2724150"/>
            <a:ext cx="833438" cy="535781"/>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1" name="native-vector-text">
            <a:extLst xmlns:a="http://schemas.openxmlformats.org/drawingml/2006/main">
              <a:ext uri="{FF2B5EF4-FFF2-40B4-BE49-F238E27FC236}">
                <a16:creationId xmlns:a16="http://schemas.microsoft.com/office/drawing/2014/main" id="{4AC25443-A982-4CB0-BF3D-72A6F86D5F4D}"/>
              </a:ext>
            </a:extLst>
          </p:cNvPr>
          <p:cNvSpPr>
            <a:spLocks xmlns:a="http://schemas.openxmlformats.org/drawingml/2006/main" noGrp="1"/>
          </p:cNvSpPr>
          <p:nvPr/>
        </p:nvSpPr>
        <p:spPr>
          <a:xfrm xmlns:a="http://schemas.openxmlformats.org/drawingml/2006/main">
            <a:off x="2098675" y="2755900"/>
            <a:ext cx="694531"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meaning</a:t>
            </a:r>
          </a:p>
        </p:txBody>
      </p:sp>
      <p:sp>
        <p:nvSpPr>
          <p:cNvPr id="22" name="pupil-text">
            <a:extLst xmlns:a="http://schemas.openxmlformats.org/drawingml/2006/main">
              <a:ext uri="{FF2B5EF4-FFF2-40B4-BE49-F238E27FC236}">
                <a16:creationId xmlns:a16="http://schemas.microsoft.com/office/drawing/2014/main" id="{48404D81-6DBD-44F7-9E37-A276159037D5}"/>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symbol</a:t>
            </a:r>
          </a:p>
        </p:txBody>
      </p:sp>
      <p:sp>
        <p:nvSpPr>
          <p:cNvPr id="23" name="pupil-text">
            <a:extLst xmlns:a="http://schemas.openxmlformats.org/drawingml/2006/main">
              <a:ext uri="{FF2B5EF4-FFF2-40B4-BE49-F238E27FC236}">
                <a16:creationId xmlns:a16="http://schemas.microsoft.com/office/drawing/2014/main" id="{240798FA-6011-48D6-8D26-8AB969FB49D6}"/>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something that can carry a meaning.</a:t>
            </a:r>
          </a:p>
        </p:txBody>
      </p:sp>
      <p:sp>
        <p:nvSpPr>
          <p:cNvPr id="24" name="picture-description">
            <a:extLst xmlns:a="http://schemas.openxmlformats.org/drawingml/2006/main">
              <a:ext uri="{FF2B5EF4-FFF2-40B4-BE49-F238E27FC236}">
                <a16:creationId xmlns:a16="http://schemas.microsoft.com/office/drawing/2014/main" id="{B420B93E-AEB5-4885-9469-E564E6C1E13E}"/>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shape points to an empty meaning box.</a:t>
            </a:r>
          </a:p>
        </p:txBody>
      </p:sp>
      <p:sp>
        <p:nvSpPr>
          <p:cNvPr id="25" name="book-direction">
            <a:extLst xmlns:a="http://schemas.openxmlformats.org/drawingml/2006/main">
              <a:ext uri="{FF2B5EF4-FFF2-40B4-BE49-F238E27FC236}">
                <a16:creationId xmlns:a16="http://schemas.microsoft.com/office/drawing/2014/main" id="{A752D6A7-D677-4959-9295-8DECB36C7157}"/>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98961684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6A83F32-A227-4C50-8642-9CF21BD2B7A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CF10E326-1386-490A-B027-8F686EA9560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23500D8-8BF6-464E-8A6D-106EC68A3A0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Festival A — G-P-S5; one Christian account, in new words</a:t>
            </a:r>
          </a:p>
        </p:txBody>
      </p:sp>
      <p:sp>
        <p:nvSpPr>
          <p:cNvPr id="4" name="shape">
            <a:extLst xmlns:a="http://schemas.openxmlformats.org/drawingml/2006/main">
              <a:ext uri="{FF2B5EF4-FFF2-40B4-BE49-F238E27FC236}">
                <a16:creationId xmlns:a16="http://schemas.microsoft.com/office/drawing/2014/main" id="{DE0AF407-929A-45EA-BF65-371F05EDA77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E6A52A2-8BA2-4FCB-B9AC-DDBF39E142D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CA573EC-D40D-4974-B208-20A2DC53979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BFBDA1E-20A3-47F5-819F-CE477640A29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BDF075B-17F4-4817-B593-09961D3F0F4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033DD1C-1708-4DAE-BF06-97C7D1007E5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D1B65B9-D455-4A47-91D5-0F45BE9D6DD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EA43E435-3AD4-4120-82E4-DAE21D403BA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BAB5B181-6A42-4E76-90D1-C2DD6A37A04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A4DC2D5-6177-402C-938E-2F3DA9FEECA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43</a:t>
            </a:r>
          </a:p>
        </p:txBody>
      </p:sp>
      <p:sp>
        <p:nvSpPr>
          <p:cNvPr id="14" name="licence-footer">
            <a:extLst xmlns:a="http://schemas.openxmlformats.org/drawingml/2006/main">
              <a:ext uri="{FF2B5EF4-FFF2-40B4-BE49-F238E27FC236}">
                <a16:creationId xmlns:a16="http://schemas.microsoft.com/office/drawing/2014/main" id="{ED0E5B8A-261B-4314-B936-7825CE4B3ED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875D1A6-CA4B-4E17-BDD4-76981082A15B}"/>
              </a:ext>
            </a:extLst>
          </p:cNvPr>
          <p:cNvPicPr>
            <a:picLocks xmlns:a="http://schemas.openxmlformats.org/drawingml/2006/main" noChangeAspect="1"/>
          </p:cNvPicPr>
          <p:nvPr/>
        </p:nvPicPr>
        <p:blipFill>
          <a:blip xmlns:r="http://schemas.openxmlformats.org/officeDocument/2006/relationships" xmlns:a="http://schemas.openxmlformats.org/drawingml/2006/main" r:embed="R7546637df192441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78B9569-F4F2-4AEE-BC01-38C58316AC2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093801C6-B586-4FD8-9E16-9007A141ED9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account links Easter to Christian belief that the central teacher rose from death. It connects</a:t>
            </a:r>
          </a:p>
        </p:txBody>
      </p:sp>
      <p:sp>
        <p:nvSpPr>
          <p:cNvPr id="18" name="pupil-text">
            <a:extLst xmlns:a="http://schemas.openxmlformats.org/drawingml/2006/main">
              <a:ext uri="{FF2B5EF4-FFF2-40B4-BE49-F238E27FC236}">
                <a16:creationId xmlns:a16="http://schemas.microsoft.com/office/drawing/2014/main" id="{BAC7A440-DE2B-4FF6-90C4-E3D6F6B7C5C3}"/>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belief with renewed hope, kindness and care. Some Christians see a new start in this hope. The</a:t>
            </a:r>
          </a:p>
        </p:txBody>
      </p:sp>
      <p:sp>
        <p:nvSpPr>
          <p:cNvPr id="19" name="pupil-text">
            <a:extLst xmlns:a="http://schemas.openxmlformats.org/drawingml/2006/main">
              <a:ext uri="{FF2B5EF4-FFF2-40B4-BE49-F238E27FC236}">
                <a16:creationId xmlns:a16="http://schemas.microsoft.com/office/drawing/2014/main" id="{936671F6-69B1-4B71-9552-63C7EDED1B4B}"/>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account does not mean that all Christians mark the festival in one way.</a:t>
            </a:r>
          </a:p>
        </p:txBody>
      </p:sp>
    </p:spTree>
    <p:extLst>
      <p:ext uri="{BB962C8B-B14F-4D97-AF65-F5344CB8AC3E}">
        <p14:creationId xmlns:p14="http://schemas.microsoft.com/office/powerpoint/2010/main" val="18288734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F39BC46D-A488-4419-A628-0FD1EDC9BF4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EAB1A0C8-3A5A-430E-9550-EEE4A64C92B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F582BDA-EA89-49F8-A04F-88F13983996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Festival B — G-P-S6; one Hindu community account, in new</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words</a:t>
            </a:r>
          </a:p>
        </p:txBody>
      </p:sp>
      <p:sp>
        <p:nvSpPr>
          <p:cNvPr id="4" name="shape">
            <a:extLst xmlns:a="http://schemas.openxmlformats.org/drawingml/2006/main">
              <a:ext uri="{FF2B5EF4-FFF2-40B4-BE49-F238E27FC236}">
                <a16:creationId xmlns:a16="http://schemas.microsoft.com/office/drawing/2014/main" id="{9EEFE0AF-BA5B-48A3-901D-685931DE6F7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93D1CB4-ECF6-4440-8536-6D58EA64E5A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FFD05BD-3771-4B70-BD8E-B5D8D862325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B56149D-F91E-455E-A7FC-41C56C898B6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6F4C3A8-6CB3-450A-8B05-ADA89860D68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D10B420-3EA1-494B-AC88-B55608C4863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AD2F88D-94D8-4DF9-893E-9C391D559AA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D8D11BEF-6F0D-497E-8D93-EF6A78B34AA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70811DF8-3CEB-4DB7-A6F8-BA015B275D1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749A45B-0C52-4829-A2C3-FFBF4902F90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43</a:t>
            </a:r>
          </a:p>
        </p:txBody>
      </p:sp>
      <p:sp>
        <p:nvSpPr>
          <p:cNvPr id="14" name="licence-footer">
            <a:extLst xmlns:a="http://schemas.openxmlformats.org/drawingml/2006/main">
              <a:ext uri="{FF2B5EF4-FFF2-40B4-BE49-F238E27FC236}">
                <a16:creationId xmlns:a16="http://schemas.microsoft.com/office/drawing/2014/main" id="{F108CB3F-B9C3-4B24-AB6C-AB789EFA8BC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90F75A7-DE3C-4742-AAA8-78F02DC9745A}"/>
              </a:ext>
            </a:extLst>
          </p:cNvPr>
          <p:cNvPicPr>
            <a:picLocks xmlns:a="http://schemas.openxmlformats.org/drawingml/2006/main" noChangeAspect="1"/>
          </p:cNvPicPr>
          <p:nvPr/>
        </p:nvPicPr>
        <p:blipFill>
          <a:blip xmlns:r="http://schemas.openxmlformats.org/officeDocument/2006/relationships" xmlns:a="http://schemas.openxmlformats.org/drawingml/2006/main" r:embed="Rae868f6d6c274d5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0BA49D7-9E66-4CC7-A0A5-67DDBBCCE84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6019957F-81E6-41C4-9957-2C3D4825203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Hindu community’s account says Holi welcomes spring and marks good overcoming evil. It</a:t>
            </a:r>
          </a:p>
        </p:txBody>
      </p:sp>
      <p:sp>
        <p:nvSpPr>
          <p:cNvPr id="18" name="pupil-text">
            <a:extLst xmlns:a="http://schemas.openxmlformats.org/drawingml/2006/main">
              <a:ext uri="{FF2B5EF4-FFF2-40B4-BE49-F238E27FC236}">
                <a16:creationId xmlns:a16="http://schemas.microsoft.com/office/drawing/2014/main" id="{47B7337D-B287-4227-BB35-882941065B4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describes coloured water and powder in some celebrations. We study the description and use paper</a:t>
            </a:r>
          </a:p>
        </p:txBody>
      </p:sp>
      <p:sp>
        <p:nvSpPr>
          <p:cNvPr id="19" name="pupil-text">
            <a:extLst xmlns:a="http://schemas.openxmlformats.org/drawingml/2006/main">
              <a:ext uri="{FF2B5EF4-FFF2-40B4-BE49-F238E27FC236}">
                <a16:creationId xmlns:a16="http://schemas.microsoft.com/office/drawing/2014/main" id="{172ED6CB-6A69-43DD-9D6A-DE771749E873}"/>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colours only. Practices vary; this one account does not describe all Hindus.</a:t>
            </a:r>
          </a:p>
        </p:txBody>
      </p:sp>
    </p:spTree>
    <p:extLst>
      <p:ext uri="{BB962C8B-B14F-4D97-AF65-F5344CB8AC3E}">
        <p14:creationId xmlns:p14="http://schemas.microsoft.com/office/powerpoint/2010/main" val="29383778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A69A61E-661A-412F-8C30-F84F1A8D21B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5C1F9BEC-4726-4E48-B26D-5860184EAC8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4961AAAA-4CCA-491D-9445-9340D0CCAB1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Case C — invented neutral community case</a:t>
            </a:r>
          </a:p>
        </p:txBody>
      </p:sp>
      <p:sp>
        <p:nvSpPr>
          <p:cNvPr id="4" name="shape">
            <a:extLst xmlns:a="http://schemas.openxmlformats.org/drawingml/2006/main">
              <a:ext uri="{FF2B5EF4-FFF2-40B4-BE49-F238E27FC236}">
                <a16:creationId xmlns:a16="http://schemas.microsoft.com/office/drawing/2014/main" id="{4F948480-5426-4139-B66A-68593BE8C6C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3140DCD-B098-4AE9-9057-C7EDD1A4584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D5F7E10-B439-4992-8791-13260821CAAD}"/>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8D08250-B8D8-4BE9-85CD-3BFAA64498E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D51C9E2-6140-47C0-90C4-6891B407CCB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39A52E3-DB5F-4C2D-8C02-B12ECB06EEC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42D11C0-8A70-425E-9735-8E274BC7E1A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988CCD5F-E422-4B54-B4E1-FA7C2917EF0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2BDD5091-5CFD-46B5-9E65-974F3F67F83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49F55D8A-11A2-477B-AA5D-77985DF2B14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43</a:t>
            </a:r>
          </a:p>
        </p:txBody>
      </p:sp>
      <p:sp>
        <p:nvSpPr>
          <p:cNvPr id="14" name="licence-footer">
            <a:extLst xmlns:a="http://schemas.openxmlformats.org/drawingml/2006/main">
              <a:ext uri="{FF2B5EF4-FFF2-40B4-BE49-F238E27FC236}">
                <a16:creationId xmlns:a16="http://schemas.microsoft.com/office/drawing/2014/main" id="{BD06CC56-E336-41E4-9BED-B0010FA5C2B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39ABEEF-6868-452B-BC02-DE26151B8DD1}"/>
              </a:ext>
            </a:extLst>
          </p:cNvPr>
          <p:cNvPicPr>
            <a:picLocks xmlns:a="http://schemas.openxmlformats.org/drawingml/2006/main" noChangeAspect="1"/>
          </p:cNvPicPr>
          <p:nvPr/>
        </p:nvPicPr>
        <p:blipFill>
          <a:blip xmlns:r="http://schemas.openxmlformats.org/officeDocument/2006/relationships" xmlns:a="http://schemas.openxmlformats.org/drawingml/2006/main" r:embed="R693a8d4a7bdc401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813A4A1-39D7-4A13-BA1A-539FBCC13C2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BAC5A235-E2D6-43D8-A0F8-8F815869D91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group plans a paper display about new starts. It has a blank card for each source: festival,</a:t>
            </a:r>
          </a:p>
        </p:txBody>
      </p:sp>
      <p:sp>
        <p:nvSpPr>
          <p:cNvPr id="18" name="pupil-text">
            <a:extLst xmlns:a="http://schemas.openxmlformats.org/drawingml/2006/main">
              <a:ext uri="{FF2B5EF4-FFF2-40B4-BE49-F238E27FC236}">
                <a16:creationId xmlns:a16="http://schemas.microsoft.com/office/drawing/2014/main" id="{773937BA-1A0A-4937-A1B2-D878A5B9128D}"/>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belief or theme, and one practice or response described. No one takes part in a rite. A</a:t>
            </a:r>
          </a:p>
        </p:txBody>
      </p:sp>
      <p:sp>
        <p:nvSpPr>
          <p:cNvPr id="19" name="pupil-text">
            <a:extLst xmlns:a="http://schemas.openxmlformats.org/drawingml/2006/main">
              <a:ext uri="{FF2B5EF4-FFF2-40B4-BE49-F238E27FC236}">
                <a16:creationId xmlns:a16="http://schemas.microsoft.com/office/drawing/2014/main" id="{519B8906-CF7E-4940-87E2-C4B51D5734FC}"/>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 may study the text or choose a plain paper design without sharing a belief.</a:t>
            </a:r>
          </a:p>
        </p:txBody>
      </p:sp>
    </p:spTree>
    <p:extLst>
      <p:ext uri="{BB962C8B-B14F-4D97-AF65-F5344CB8AC3E}">
        <p14:creationId xmlns:p14="http://schemas.microsoft.com/office/powerpoint/2010/main" val="160067187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BF57DB7D-27F2-41B4-AE37-226D60B8A06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AB01E427-FFB4-41AD-80F0-E3F65002A01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D734B51-DC54-47E9-A408-C1F17C14B8B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64897BC2-066C-44B1-8DC8-A7D5318A1FC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32D2703-08AD-4B1B-9C89-645EB94B8E3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7899B61-BB51-4B47-8AB0-6D4A280B679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F4E975F-00C5-4F7E-8F67-BE86EB9271A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C0D406E-E29E-4D5B-BF10-6271ADB59C3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27EC1A7-9D5A-4BFD-83F0-63738369EDF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E4CF531-29B1-45AE-B0AD-D0C35F856A3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31A00D25-5EA6-4B3E-834D-64B90ABF27E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5617D108-68EF-465E-B7A7-00855C0510C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1401C790-BEFE-4F86-B802-5506B15ADB1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43</a:t>
            </a:r>
          </a:p>
        </p:txBody>
      </p:sp>
      <p:sp>
        <p:nvSpPr>
          <p:cNvPr id="14" name="licence-footer">
            <a:extLst xmlns:a="http://schemas.openxmlformats.org/drawingml/2006/main">
              <a:ext uri="{FF2B5EF4-FFF2-40B4-BE49-F238E27FC236}">
                <a16:creationId xmlns:a16="http://schemas.microsoft.com/office/drawing/2014/main" id="{01B7AE9B-3782-498B-B0DA-48D415FDF32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78CB25D-A66C-4AA2-8762-4E3A706E549F}"/>
              </a:ext>
            </a:extLst>
          </p:cNvPr>
          <p:cNvPicPr>
            <a:picLocks xmlns:a="http://schemas.openxmlformats.org/drawingml/2006/main" noChangeAspect="1"/>
          </p:cNvPicPr>
          <p:nvPr/>
        </p:nvPicPr>
        <p:blipFill>
          <a:blip xmlns:r="http://schemas.openxmlformats.org/officeDocument/2006/relationships" xmlns:a="http://schemas.openxmlformats.org/drawingml/2006/main" r:embed="R563234cf1b35459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FB39AB0-81F9-4109-9DB7-0179AC6FD6B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085B20C1-DF86-460A-85D4-56A098FDEFD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Worked method model</a:t>
            </a:r>
          </a:p>
        </p:txBody>
      </p:sp>
    </p:spTree>
    <p:extLst>
      <p:ext uri="{BB962C8B-B14F-4D97-AF65-F5344CB8AC3E}">
        <p14:creationId xmlns:p14="http://schemas.microsoft.com/office/powerpoint/2010/main" val="27068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C6A93136-03D5-486D-A104-0E933537B97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0ED03A7C-E440-42E3-80CB-904F4EB7A7F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331A3874-DCBB-4571-B670-E730F6FB99C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A201ACDC-5A55-4608-815A-4081C523212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643EACF-5EF8-438D-9FC5-1D9AC3EA79A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22BB1CA-25F6-4E62-8AAB-BA63D14A3808}"/>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FE40578-70B3-4EF8-93C8-0328F2B3D54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6745F33-2B1B-4876-ABB2-BFA8C3F91F8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A4CF445-251A-4622-8854-8E07E4BD503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827DF8D-8EC9-482C-ACA5-670CCAF661B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926FE78B-F607-4233-9496-8325E34DC2F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B102ACE5-77ED-49B1-8B68-5D525E75348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1A16DC5E-F3DA-48C4-8E3E-F7858F145C7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43</a:t>
            </a:r>
          </a:p>
        </p:txBody>
      </p:sp>
      <p:sp>
        <p:nvSpPr>
          <p:cNvPr id="14" name="licence-footer">
            <a:extLst xmlns:a="http://schemas.openxmlformats.org/drawingml/2006/main">
              <a:ext uri="{FF2B5EF4-FFF2-40B4-BE49-F238E27FC236}">
                <a16:creationId xmlns:a16="http://schemas.microsoft.com/office/drawing/2014/main" id="{9AADE492-B3E8-4023-BD62-2882CF56A60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1C88E8C-977E-4D70-92FC-F6BBA0F84FA3}"/>
              </a:ext>
            </a:extLst>
          </p:cNvPr>
          <p:cNvPicPr>
            <a:picLocks xmlns:a="http://schemas.openxmlformats.org/drawingml/2006/main" noChangeAspect="1"/>
          </p:cNvPicPr>
          <p:nvPr/>
        </p:nvPicPr>
        <p:blipFill>
          <a:blip xmlns:r="http://schemas.openxmlformats.org/officeDocument/2006/relationships" xmlns:a="http://schemas.openxmlformats.org/drawingml/2006/main" r:embed="R13a1234da35a450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AE7D71D-C3C0-49C2-9969-45CAB80C1BD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00754D7E-255F-4B44-A764-EB47FE943CDF}"/>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read Festival B. This community links Holi with welcoming spring and good overcoming evil.</a:t>
            </a:r>
          </a:p>
        </p:txBody>
      </p:sp>
    </p:spTree>
    <p:extLst>
      <p:ext uri="{BB962C8B-B14F-4D97-AF65-F5344CB8AC3E}">
        <p14:creationId xmlns:p14="http://schemas.microsoft.com/office/powerpoint/2010/main" val="26177193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B9D55C6F-5DEB-48A8-BAB6-1E0C305B957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28AABC3E-90EB-4B75-A28E-C6363671ED7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1AC1317A-9DAA-43CC-AE8F-BF36FCA5766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64B22B43-0D9D-4A79-9A28-BD924D83292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7ECC13A-85E2-455C-9749-A329A740923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9C68A9A-23C4-4BC0-9ACA-1DD140BA763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79D8079-2B5A-4410-9291-2E2BE9E4317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26ECD77-5FA6-4745-AFA4-FE8DB8D5B7F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DA44462-AA33-4757-BEDC-2E0C119FD36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3705D34-B5B8-4428-B103-B5E2D97AFD3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56F2133D-5FD3-4ECA-8424-2E1525DB10C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22A3C693-A1F5-40CB-A36D-29C16306257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2829BE30-5549-44EF-997F-EEA83703E01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43</a:t>
            </a:r>
          </a:p>
        </p:txBody>
      </p:sp>
      <p:sp>
        <p:nvSpPr>
          <p:cNvPr id="14" name="licence-footer">
            <a:extLst xmlns:a="http://schemas.openxmlformats.org/drawingml/2006/main">
              <a:ext uri="{FF2B5EF4-FFF2-40B4-BE49-F238E27FC236}">
                <a16:creationId xmlns:a16="http://schemas.microsoft.com/office/drawing/2014/main" id="{2694E229-5098-40CD-B0C2-6DA260FC39D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5DBD7E9-0A52-46B3-B7E8-F344D79DF13C}"/>
              </a:ext>
            </a:extLst>
          </p:cNvPr>
          <p:cNvPicPr>
            <a:picLocks xmlns:a="http://schemas.openxmlformats.org/drawingml/2006/main" noChangeAspect="1"/>
          </p:cNvPicPr>
          <p:nvPr/>
        </p:nvPicPr>
        <p:blipFill>
          <a:blip xmlns:r="http://schemas.openxmlformats.org/officeDocument/2006/relationships" xmlns:a="http://schemas.openxmlformats.org/drawingml/2006/main" r:embed="Re3e0b9c1bb1b41b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BC6645B-AC5E-48A0-8E59-F1C8575EB71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B39A1983-85E1-40F9-A7DD-3236DFA3F73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It describes coloured water and powder in some celebrations. I label this as that source’s practice.</a:t>
            </a:r>
          </a:p>
        </p:txBody>
      </p:sp>
    </p:spTree>
    <p:extLst>
      <p:ext uri="{BB962C8B-B14F-4D97-AF65-F5344CB8AC3E}">
        <p14:creationId xmlns:p14="http://schemas.microsoft.com/office/powerpoint/2010/main" val="11051035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137FF43E-2066-473D-B3E8-5C8DD0AB155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01B72FC0-48CE-483E-9481-C36A41EE9EC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2620472B-B05A-437E-B216-13736B3921C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D925073E-6DFF-464F-802F-90172EF3304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511A7CE-604B-422F-8F5D-CA758C8D24E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D2BE51B-97B6-4E65-9E40-45157645FC80}"/>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D6D1B61-C5B3-40A1-A9E2-83533522309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7124D94-6F30-4483-AF4B-E2A96659C29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5051462-CE3E-4D0F-A29B-47B37218281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AFB1F41-D82A-4D59-BC6E-DAD5603AA03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44365D95-9BF3-4750-ABDF-B96DA8FBDED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A9B087B8-0F4F-4DA6-A93B-088EAD28C15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B8BFC4F4-B53C-46E9-A89A-640AE1CCD66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43</a:t>
            </a:r>
          </a:p>
        </p:txBody>
      </p:sp>
      <p:sp>
        <p:nvSpPr>
          <p:cNvPr id="14" name="licence-footer">
            <a:extLst xmlns:a="http://schemas.openxmlformats.org/drawingml/2006/main">
              <a:ext uri="{FF2B5EF4-FFF2-40B4-BE49-F238E27FC236}">
                <a16:creationId xmlns:a16="http://schemas.microsoft.com/office/drawing/2014/main" id="{CC622B49-3D08-4ED9-B17F-DB0AFB3AFBE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7C83A2F-2438-4334-A301-77D470E3996B}"/>
              </a:ext>
            </a:extLst>
          </p:cNvPr>
          <p:cNvPicPr>
            <a:picLocks xmlns:a="http://schemas.openxmlformats.org/drawingml/2006/main" noChangeAspect="1"/>
          </p:cNvPicPr>
          <p:nvPr/>
        </p:nvPicPr>
        <p:blipFill>
          <a:blip xmlns:r="http://schemas.openxmlformats.org/officeDocument/2006/relationships" xmlns:a="http://schemas.openxmlformats.org/drawingml/2006/main" r:embed="R54ee380f1d8e430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EB0D1FB-9B72-4E7E-9975-6664898D775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88D978D3-6465-4645-AE6E-FAA4C302AA1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Our paper colour card is a classroom design, not a sacred object or the festival itself. We do not</a:t>
            </a:r>
          </a:p>
        </p:txBody>
      </p:sp>
      <p:sp>
        <p:nvSpPr>
          <p:cNvPr id="18" name="answer-text">
            <a:extLst xmlns:a="http://schemas.openxmlformats.org/drawingml/2006/main">
              <a:ext uri="{FF2B5EF4-FFF2-40B4-BE49-F238E27FC236}">
                <a16:creationId xmlns:a16="http://schemas.microsoft.com/office/drawing/2014/main" id="{5DC0C30C-81E3-4731-AD59-7F403898D8D2}"/>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throw powder or water.</a:t>
            </a:r>
          </a:p>
        </p:txBody>
      </p:sp>
    </p:spTree>
    <p:extLst>
      <p:ext uri="{BB962C8B-B14F-4D97-AF65-F5344CB8AC3E}">
        <p14:creationId xmlns:p14="http://schemas.microsoft.com/office/powerpoint/2010/main" val="100031690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DE136DBD-070D-4B80-A0B4-F2E6DDF4985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8536E1D7-3B84-4C38-8BC6-A31E1016617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A84B1B0B-5433-4D01-A9FE-621C85DA14D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7BE182AA-E67D-44D8-A89C-5965AD26AF5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86E8707-B428-4A2F-9037-9257ACAB5D1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BCDD5C8-A01F-4BD1-9392-E5396070353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FDC220C-1FA8-4139-9E33-4C3E19287194}"/>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04AB0AC-FAB4-4827-AD58-875544605E2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B2C716E-C000-48E4-84BD-EAE69DDF75F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EB3BFFC-8D80-476F-9EBA-F98C3451892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A664BE41-6E46-4838-9843-58A4DCE855B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A9A34E90-7D2A-427F-9EBD-AF0997219A8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B993EA0A-B4A3-4B60-B22F-1BE5ADA5496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43</a:t>
            </a:r>
          </a:p>
        </p:txBody>
      </p:sp>
      <p:sp>
        <p:nvSpPr>
          <p:cNvPr id="14" name="licence-footer">
            <a:extLst xmlns:a="http://schemas.openxmlformats.org/drawingml/2006/main">
              <a:ext uri="{FF2B5EF4-FFF2-40B4-BE49-F238E27FC236}">
                <a16:creationId xmlns:a16="http://schemas.microsoft.com/office/drawing/2014/main" id="{6F656353-B418-4F61-8D70-B68A3AF94D1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935F07E-460B-4982-89A5-7274C36DD760}"/>
              </a:ext>
            </a:extLst>
          </p:cNvPr>
          <p:cNvPicPr>
            <a:picLocks xmlns:a="http://schemas.openxmlformats.org/drawingml/2006/main" noChangeAspect="1"/>
          </p:cNvPicPr>
          <p:nvPr/>
        </p:nvPicPr>
        <p:blipFill>
          <a:blip xmlns:r="http://schemas.openxmlformats.org/officeDocument/2006/relationships" xmlns:a="http://schemas.openxmlformats.org/drawingml/2006/main" r:embed="Ra2fe0f4a05554c0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86F13FA-465C-4051-A96C-AAED99C5F0A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guided record and your own source detail, choice or starting step.</a:t>
            </a:r>
          </a:p>
        </p:txBody>
      </p:sp>
      <p:sp>
        <p:nvSpPr>
          <p:cNvPr id="17" name="pupil-text">
            <a:extLst xmlns:a="http://schemas.openxmlformats.org/drawingml/2006/main">
              <a:ext uri="{FF2B5EF4-FFF2-40B4-BE49-F238E27FC236}">
                <a16:creationId xmlns:a16="http://schemas.microsoft.com/office/drawing/2014/main" id="{03E4A9ED-91F6-46EB-836E-FDB0A3792EC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Read Festival A. Find the belief linked to renewed hope and one caring idea.</a:t>
            </a:r>
          </a:p>
        </p:txBody>
      </p:sp>
      <p:sp>
        <p:nvSpPr>
          <p:cNvPr id="18" name="pupil-text">
            <a:extLst xmlns:a="http://schemas.openxmlformats.org/drawingml/2006/main">
              <a:ext uri="{FF2B5EF4-FFF2-40B4-BE49-F238E27FC236}">
                <a16:creationId xmlns:a16="http://schemas.microsoft.com/office/drawing/2014/main" id="{44D201C8-1F02-4578-BF79-13DD22922E48}"/>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Add a source label for a paper display. Keep this meaning with A, not with B.</a:t>
            </a:r>
          </a:p>
        </p:txBody>
      </p:sp>
    </p:spTree>
    <p:extLst>
      <p:ext uri="{BB962C8B-B14F-4D97-AF65-F5344CB8AC3E}">
        <p14:creationId xmlns:p14="http://schemas.microsoft.com/office/powerpoint/2010/main" val="115082841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FAC185C3-FECB-42E4-BF6B-795653D8812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DB25D9C6-FE85-4127-B5F9-ADDDEA8F186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0D27834B-2125-4142-8690-B2EF849A3FA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B6967EC9-7E9B-4BAB-A6C2-7FC03D5132F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1DECB1B-251A-48DA-9564-E7E6355B2C4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8A97611-3333-4406-B55A-0AEE6E88A7F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2068C2A-5B84-441A-AEE3-437F3B1EFAEA}"/>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3CC8F25-C55B-420C-94AC-3AEB02BB0BC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7D499B1-F3F9-4FB5-9EED-1FF3128FCC8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42FC8D4-617A-480C-B5BF-5FDD14B5147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B07D3CAD-632C-41FB-8412-7DDE7B0A3C9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03C0663B-0E72-42F4-8176-095858D2335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AAC7A55-C6C5-47C1-A40B-83B5CF805EF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43</a:t>
            </a:r>
          </a:p>
        </p:txBody>
      </p:sp>
      <p:sp>
        <p:nvSpPr>
          <p:cNvPr id="14" name="licence-footer">
            <a:extLst xmlns:a="http://schemas.openxmlformats.org/drawingml/2006/main">
              <a:ext uri="{FF2B5EF4-FFF2-40B4-BE49-F238E27FC236}">
                <a16:creationId xmlns:a16="http://schemas.microsoft.com/office/drawing/2014/main" id="{A9CF987C-51D8-4AC6-A73E-E82ED22F6F2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CCC59B5-0C9F-4E90-B225-EC1023E3A884}"/>
              </a:ext>
            </a:extLst>
          </p:cNvPr>
          <p:cNvPicPr>
            <a:picLocks xmlns:a="http://schemas.openxmlformats.org/drawingml/2006/main" noChangeAspect="1"/>
          </p:cNvPicPr>
          <p:nvPr/>
        </p:nvPicPr>
        <p:blipFill>
          <a:blip xmlns:r="http://schemas.openxmlformats.org/officeDocument/2006/relationships" xmlns:a="http://schemas.openxmlformats.org/drawingml/2006/main" r:embed="R090566c4b0b54f4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1389E128-1584-435E-A654-946FAE71859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links Easter to Christian belief that the central teacher rose from death, renewed hope and</a:t>
            </a:r>
          </a:p>
        </p:txBody>
      </p:sp>
      <p:sp>
        <p:nvSpPr>
          <p:cNvPr id="17" name="answer-text">
            <a:extLst xmlns:a="http://schemas.openxmlformats.org/drawingml/2006/main">
              <a:ext uri="{FF2B5EF4-FFF2-40B4-BE49-F238E27FC236}">
                <a16:creationId xmlns:a16="http://schemas.microsoft.com/office/drawing/2014/main" id="{0549F369-D4A9-4F4E-9DB1-8BA3522D662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kindness/care. Its meaning must not be transferred to Holi. The display label is about the source; no</a:t>
            </a:r>
          </a:p>
        </p:txBody>
      </p:sp>
      <p:sp>
        <p:nvSpPr>
          <p:cNvPr id="18" name="answer-text">
            <a:extLst xmlns:a="http://schemas.openxmlformats.org/drawingml/2006/main">
              <a:ext uri="{FF2B5EF4-FFF2-40B4-BE49-F238E27FC236}">
                <a16:creationId xmlns:a16="http://schemas.microsoft.com/office/drawing/2014/main" id="{4D4488FC-AADA-40F7-BC37-C0D76DE584A7}"/>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pupil is required to celebrate or believe it.</a:t>
            </a:r>
          </a:p>
        </p:txBody>
      </p:sp>
    </p:spTree>
    <p:extLst>
      <p:ext uri="{BB962C8B-B14F-4D97-AF65-F5344CB8AC3E}">
        <p14:creationId xmlns:p14="http://schemas.microsoft.com/office/powerpoint/2010/main" val="200027700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28393122-6E7C-436D-8781-0AE5A9D3FE9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730CFC1E-ED31-4773-8817-BFC7518FF2D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DAC7AB6-F898-4999-8BEE-016994564F5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8C27BCE8-7434-4F5E-AD4A-DB179BFAF4E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A14C9C5-E9D5-4294-8848-DA8F17DD999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E2C9A02-EC67-4D2A-85E2-CAF5B2F5F6E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1EA2D55-615D-4E8B-A10D-314176FF3FB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58D7FE2-C032-4A66-BD1E-D8F015F9C79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AEF2C20-1AED-4438-A893-B206003BAD1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48E0DAB-0DCF-4E25-A079-82E39AE3CBA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B036EA03-2681-42CB-A249-BAF919480D7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385DF544-1A96-48E6-ACBE-73E3383DEFC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EF6DA67-CF67-412B-B34E-50A5B66D8BC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43</a:t>
            </a:r>
          </a:p>
        </p:txBody>
      </p:sp>
      <p:sp>
        <p:nvSpPr>
          <p:cNvPr id="14" name="licence-footer">
            <a:extLst xmlns:a="http://schemas.openxmlformats.org/drawingml/2006/main">
              <a:ext uri="{FF2B5EF4-FFF2-40B4-BE49-F238E27FC236}">
                <a16:creationId xmlns:a16="http://schemas.microsoft.com/office/drawing/2014/main" id="{46238660-0E25-49FE-85ED-280DA8E9AC5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65481E1-1903-4121-A978-419E9DECB3ED}"/>
              </a:ext>
            </a:extLst>
          </p:cNvPr>
          <p:cNvPicPr>
            <a:picLocks xmlns:a="http://schemas.openxmlformats.org/drawingml/2006/main" noChangeAspect="1"/>
          </p:cNvPicPr>
          <p:nvPr/>
        </p:nvPicPr>
        <p:blipFill>
          <a:blip xmlns:r="http://schemas.openxmlformats.org/officeDocument/2006/relationships" xmlns:a="http://schemas.openxmlformats.org/drawingml/2006/main" r:embed="R70819485fb294ce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550042B-4CFB-47C9-9989-7A606B2016F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
        <p:nvSpPr>
          <p:cNvPr id="17" name="pupil-text">
            <a:extLst xmlns:a="http://schemas.openxmlformats.org/drawingml/2006/main">
              <a:ext uri="{FF2B5EF4-FFF2-40B4-BE49-F238E27FC236}">
                <a16:creationId xmlns:a16="http://schemas.microsoft.com/office/drawing/2014/main" id="{ED822839-F166-40A0-A34D-EDE3F44E721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E56B974F-E4F4-4DCA-926D-FBEBA9836B53}"/>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you need it. Choose a mode and record your own</a:t>
            </a:r>
          </a:p>
        </p:txBody>
      </p:sp>
      <p:sp>
        <p:nvSpPr>
          <p:cNvPr id="19" name="pupil-text">
            <a:extLst xmlns:a="http://schemas.openxmlformats.org/drawingml/2006/main">
              <a:ext uri="{FF2B5EF4-FFF2-40B4-BE49-F238E27FC236}">
                <a16:creationId xmlns:a16="http://schemas.microsoft.com/office/drawing/2014/main" id="{44E6807A-0399-4B77-B645-9C39BB177444}"/>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ideas.</a:t>
            </a:r>
          </a:p>
        </p:txBody>
      </p:sp>
    </p:spTree>
    <p:extLst>
      <p:ext uri="{BB962C8B-B14F-4D97-AF65-F5344CB8AC3E}">
        <p14:creationId xmlns:p14="http://schemas.microsoft.com/office/powerpoint/2010/main" val="728431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DD9AB443-8FF7-4B27-9155-5D5018044F4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27A53CFF-428B-4C4C-9CB7-257A7F67956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6FEA4F4-EF4A-40A4-9CAB-A71CCB1A326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22E0B2FD-53F3-42E5-B9F0-C72FBE916B4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A223CD8-74D8-4D8E-BE3D-4E093C80C2D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7B0FB32-74C7-480C-8C8D-422DCF34D5A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BC875FC-DDB0-48B3-A4AE-67EFA999D46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C63C26B-62C0-446F-AC8A-DB544EDB90D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BB01624-DAFB-4579-A9FF-2754A88C5C6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939E1E2-8BD9-4EDB-A76D-5D3DC99D29C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C527B6DE-33AD-4B93-8580-73C4C7D8444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817D79EE-A430-46C8-9253-61D5FA7F181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64EAE68-8F68-47F7-88CB-AC2E5FF7966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43</a:t>
            </a:r>
          </a:p>
        </p:txBody>
      </p:sp>
      <p:sp>
        <p:nvSpPr>
          <p:cNvPr id="14" name="licence-footer">
            <a:extLst xmlns:a="http://schemas.openxmlformats.org/drawingml/2006/main">
              <a:ext uri="{FF2B5EF4-FFF2-40B4-BE49-F238E27FC236}">
                <a16:creationId xmlns:a16="http://schemas.microsoft.com/office/drawing/2014/main" id="{79215CE6-1D00-4336-81B6-95C466E7756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BB4DEBC-A230-40DC-9CE2-AFE5010B8DBA}"/>
              </a:ext>
            </a:extLst>
          </p:cNvPr>
          <p:cNvPicPr>
            <a:picLocks xmlns:a="http://schemas.openxmlformats.org/drawingml/2006/main" noChangeAspect="1"/>
          </p:cNvPicPr>
          <p:nvPr/>
        </p:nvPicPr>
        <p:blipFill>
          <a:blip xmlns:r="http://schemas.openxmlformats.org/officeDocument/2006/relationships" xmlns:a="http://schemas.openxmlformats.org/drawingml/2006/main" r:embed="R52c1d7fca7064df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FDBEBF7-B8FF-4827-ACB6-A1F1C4955A28}"/>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55D6854A-DAF4-4D62-B81E-F2B67BA0F9EE}"/>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D8369712-9E90-438B-A1C7-0AC3BE5B22AE}"/>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39242972-3503-4B27-A65A-8D683D4ED2F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celebrations; this activity is not worship</a:t>
            </a:r>
          </a:p>
        </p:txBody>
      </p:sp>
      <p:sp>
        <p:nvSpPr>
          <p:cNvPr id="20" name="shape">
            <a:extLst xmlns:a="http://schemas.openxmlformats.org/drawingml/2006/main">
              <a:ext uri="{FF2B5EF4-FFF2-40B4-BE49-F238E27FC236}">
                <a16:creationId xmlns:a16="http://schemas.microsoft.com/office/drawing/2014/main" id="{2DC1A710-0061-4C2F-BEC1-6E26221C43E4}"/>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A3CA281-086E-4CB4-8CF1-BA0246EECA5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your own choices from the sources.</a:t>
            </a:r>
          </a:p>
        </p:txBody>
      </p:sp>
      <p:sp>
        <p:nvSpPr>
          <p:cNvPr id="22" name="shape">
            <a:extLst xmlns:a="http://schemas.openxmlformats.org/drawingml/2006/main">
              <a:ext uri="{FF2B5EF4-FFF2-40B4-BE49-F238E27FC236}">
                <a16:creationId xmlns:a16="http://schemas.microsoft.com/office/drawing/2014/main" id="{5D38F6ED-442B-4CF0-A048-D2295C1B43BA}"/>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DC0B6EA-B28D-4673-B0F4-AE2924C76CEA}"/>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Festival A and Festival B to make two source labels for C. Name each festival, one belief or</a:t>
            </a:r>
          </a:p>
        </p:txBody>
      </p:sp>
      <p:sp>
        <p:nvSpPr>
          <p:cNvPr id="24" name="shape">
            <a:extLst xmlns:a="http://schemas.openxmlformats.org/drawingml/2006/main">
              <a:ext uri="{FF2B5EF4-FFF2-40B4-BE49-F238E27FC236}">
                <a16:creationId xmlns:a16="http://schemas.microsoft.com/office/drawing/2014/main" id="{78231C32-A56A-4231-8D31-33084A3D0D6D}"/>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5496E13B-B27C-4EB9-B94B-4F995480FF49}"/>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theme and one practice or response described. Give one similarity and one difference. Explain why a</a:t>
            </a:r>
          </a:p>
        </p:txBody>
      </p:sp>
      <p:sp>
        <p:nvSpPr>
          <p:cNvPr id="26" name="shape">
            <a:extLst xmlns:a="http://schemas.openxmlformats.org/drawingml/2006/main">
              <a:ext uri="{FF2B5EF4-FFF2-40B4-BE49-F238E27FC236}">
                <a16:creationId xmlns:a16="http://schemas.microsoft.com/office/drawing/2014/main" id="{C3599362-C8AB-41A1-A139-09891D8F4AC3}"/>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5DF0ED2-9023-453A-8F39-BE62B20FC63C}"/>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paper symbol needs a source label. Use festival, spring, renewal and symbol. This is study, not</a:t>
            </a:r>
          </a:p>
        </p:txBody>
      </p:sp>
      <p:sp>
        <p:nvSpPr>
          <p:cNvPr id="28" name="shape">
            <a:extLst xmlns:a="http://schemas.openxmlformats.org/drawingml/2006/main">
              <a:ext uri="{FF2B5EF4-FFF2-40B4-BE49-F238E27FC236}">
                <a16:creationId xmlns:a16="http://schemas.microsoft.com/office/drawing/2014/main" id="{083C5EBC-7593-4D7E-9DE9-E055DF3FACAD}"/>
              </a:ext>
            </a:extLst>
          </p:cNvPr>
          <p:cNvSpPr>
            <a:spLocks xmlns:a="http://schemas.openxmlformats.org/drawingml/2006/main" noGrp="1"/>
          </p:cNvSpPr>
          <p:nvPr/>
        </p:nvSpPr>
        <p:spPr>
          <a:xfrm xmlns:a="http://schemas.openxmlformats.org/drawingml/2006/main">
            <a:off x="409575" y="38290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A56958C3-7E3B-4677-AC66-51CE0E89BBE3}"/>
              </a:ext>
            </a:extLst>
          </p:cNvPr>
          <p:cNvSpPr>
            <a:spLocks xmlns:a="http://schemas.openxmlformats.org/drawingml/2006/main" noGrp="1"/>
          </p:cNvSpPr>
          <p:nvPr/>
        </p:nvSpPr>
        <p:spPr>
          <a:xfrm xmlns:a="http://schemas.openxmlformats.org/drawingml/2006/main">
            <a:off x="457200" y="3838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30" name="shape">
            <a:extLst xmlns:a="http://schemas.openxmlformats.org/drawingml/2006/main">
              <a:ext uri="{FF2B5EF4-FFF2-40B4-BE49-F238E27FC236}">
                <a16:creationId xmlns:a16="http://schemas.microsoft.com/office/drawing/2014/main" id="{DEB6C5DB-505C-4A64-9D3A-86DDD5B22F9D}"/>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CAAB91B-2839-4519-B417-95077FEF76A2}"/>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2" name="shape">
            <a:extLst xmlns:a="http://schemas.openxmlformats.org/drawingml/2006/main">
              <a:ext uri="{FF2B5EF4-FFF2-40B4-BE49-F238E27FC236}">
                <a16:creationId xmlns:a16="http://schemas.microsoft.com/office/drawing/2014/main" id="{9AB9BCDE-2317-4165-AD24-388AB3E3D24C}"/>
              </a:ext>
            </a:extLst>
          </p:cNvPr>
          <p:cNvSpPr>
            <a:spLocks xmlns:a="http://schemas.openxmlformats.org/drawingml/2006/main" noGrp="1"/>
          </p:cNvSpPr>
          <p:nvPr/>
        </p:nvSpPr>
        <p:spPr>
          <a:xfrm xmlns:a="http://schemas.openxmlformats.org/drawingml/2006/main">
            <a:off x="409575" y="45148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EC247AB1-A4D5-490C-B58A-9633CAB19612}"/>
              </a:ext>
            </a:extLst>
          </p:cNvPr>
          <p:cNvSpPr>
            <a:spLocks xmlns:a="http://schemas.openxmlformats.org/drawingml/2006/main" noGrp="1"/>
          </p:cNvSpPr>
          <p:nvPr/>
        </p:nvSpPr>
        <p:spPr>
          <a:xfrm xmlns:a="http://schemas.openxmlformats.org/drawingml/2006/main">
            <a:off x="457200" y="4524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34" name="shape">
            <a:extLst xmlns:a="http://schemas.openxmlformats.org/drawingml/2006/main">
              <a:ext uri="{FF2B5EF4-FFF2-40B4-BE49-F238E27FC236}">
                <a16:creationId xmlns:a16="http://schemas.microsoft.com/office/drawing/2014/main" id="{0D8B7426-5BD6-4249-8F6B-9DEEA436941A}"/>
              </a:ext>
            </a:extLst>
          </p:cNvPr>
          <p:cNvSpPr>
            <a:spLocks xmlns:a="http://schemas.openxmlformats.org/drawingml/2006/main" noGrp="1"/>
          </p:cNvSpPr>
          <p:nvPr/>
        </p:nvSpPr>
        <p:spPr>
          <a:xfrm xmlns:a="http://schemas.openxmlformats.org/drawingml/2006/main">
            <a:off x="409575" y="49053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3B082696-6B3B-496F-AC00-47ABAB5D5EDC}"/>
              </a:ext>
            </a:extLst>
          </p:cNvPr>
          <p:cNvSpPr>
            <a:spLocks xmlns:a="http://schemas.openxmlformats.org/drawingml/2006/main" noGrp="1"/>
          </p:cNvSpPr>
          <p:nvPr/>
        </p:nvSpPr>
        <p:spPr>
          <a:xfrm xmlns:a="http://schemas.openxmlformats.org/drawingml/2006/main">
            <a:off x="457200" y="4914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Tree>
    <p:extLst>
      <p:ext uri="{BB962C8B-B14F-4D97-AF65-F5344CB8AC3E}">
        <p14:creationId xmlns:p14="http://schemas.microsoft.com/office/powerpoint/2010/main" val="88412660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9A418A24-A558-4885-8245-D35FC307A0C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FA6442AB-E62C-43E5-855E-2E6477A96D1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959B6FE-5BC5-461A-8AB9-A71FFEADA58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482945D0-2672-4F14-BFA9-19914AA2C9A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5990DB7-3CA6-4C11-B4EE-B516828CD66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431F905-7747-4B49-9588-102E39B0088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7B5112F-C995-4902-87F9-CA1B1A0A222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CB4B7D9-0E70-4AC0-8A1F-FA27F0126F7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3C31FA0-80CC-483D-9491-AE724FA3691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A9E86C5-39D0-4E65-882C-6617709F651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0B683E9A-6A6B-44D8-9460-9E44E3190C9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1E0AC447-808A-43DC-960B-E7B17EEE842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3BAD5A5-664E-4E84-935D-0B214EDC4B6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43</a:t>
            </a:r>
          </a:p>
        </p:txBody>
      </p:sp>
      <p:sp>
        <p:nvSpPr>
          <p:cNvPr id="14" name="licence-footer">
            <a:extLst xmlns:a="http://schemas.openxmlformats.org/drawingml/2006/main">
              <a:ext uri="{FF2B5EF4-FFF2-40B4-BE49-F238E27FC236}">
                <a16:creationId xmlns:a16="http://schemas.microsoft.com/office/drawing/2014/main" id="{95B06450-248C-4369-936D-A601C905A4E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1BED6FE-7380-4BE0-9C51-A7B291BE16CF}"/>
              </a:ext>
            </a:extLst>
          </p:cNvPr>
          <p:cNvPicPr>
            <a:picLocks xmlns:a="http://schemas.openxmlformats.org/drawingml/2006/main" noChangeAspect="1"/>
          </p:cNvPicPr>
          <p:nvPr/>
        </p:nvPicPr>
        <p:blipFill>
          <a:blip xmlns:r="http://schemas.openxmlformats.org/officeDocument/2006/relationships" xmlns:a="http://schemas.openxmlformats.org/drawingml/2006/main" r:embed="R94ebff714265461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EA0B746-4765-45CB-B6A9-40E93EB48765}"/>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864F65C-C3AE-4FA0-9B28-E820AE131FE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A [ ] / source belief or theme [ ] / practice or response [ ]</a:t>
            </a:r>
          </a:p>
        </p:txBody>
      </p:sp>
      <p:sp>
        <p:nvSpPr>
          <p:cNvPr id="18" name="shape">
            <a:extLst xmlns:a="http://schemas.openxmlformats.org/drawingml/2006/main">
              <a:ext uri="{FF2B5EF4-FFF2-40B4-BE49-F238E27FC236}">
                <a16:creationId xmlns:a16="http://schemas.microsoft.com/office/drawing/2014/main" id="{B933B568-493A-47B0-B0F0-862E35DA4CF8}"/>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F8851E8-A32C-4D29-87CB-71FC68384D8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B [ ] / source belief or theme [ ] / practice or response [ ]</a:t>
            </a:r>
          </a:p>
        </p:txBody>
      </p:sp>
      <p:sp>
        <p:nvSpPr>
          <p:cNvPr id="20" name="shape">
            <a:extLst xmlns:a="http://schemas.openxmlformats.org/drawingml/2006/main">
              <a:ext uri="{FF2B5EF4-FFF2-40B4-BE49-F238E27FC236}">
                <a16:creationId xmlns:a16="http://schemas.microsoft.com/office/drawing/2014/main" id="{D0AE81AF-B78F-4FBE-A641-46F5901374AC}"/>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564BEF4-8935-4260-8F28-04EBEB93191B}"/>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22" name="shape">
            <a:extLst xmlns:a="http://schemas.openxmlformats.org/drawingml/2006/main">
              <a:ext uri="{FF2B5EF4-FFF2-40B4-BE49-F238E27FC236}">
                <a16:creationId xmlns:a16="http://schemas.microsoft.com/office/drawing/2014/main" id="{FE0F6C3F-AE32-4F06-8219-DF873C4BF0FC}"/>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7DEA7F3-9626-4DC3-BF25-B51D9E4095D1}"/>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paper symbol and source label [ ] / check [ ]</a:t>
            </a:r>
          </a:p>
        </p:txBody>
      </p:sp>
      <p:sp>
        <p:nvSpPr>
          <p:cNvPr id="24" name="shape">
            <a:extLst xmlns:a="http://schemas.openxmlformats.org/drawingml/2006/main">
              <a:ext uri="{FF2B5EF4-FFF2-40B4-BE49-F238E27FC236}">
                <a16:creationId xmlns:a16="http://schemas.microsoft.com/office/drawing/2014/main" id="{3EE13B00-2E7F-4DE5-AEEA-A0C855258656}"/>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EA086F95-783D-44BB-8C68-A1083D695024}"/>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26" name="shape">
            <a:extLst xmlns:a="http://schemas.openxmlformats.org/drawingml/2006/main">
              <a:ext uri="{FF2B5EF4-FFF2-40B4-BE49-F238E27FC236}">
                <a16:creationId xmlns:a16="http://schemas.microsoft.com/office/drawing/2014/main" id="{3EB29806-DB2B-4AB8-B355-FCC43C501A1D}"/>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E83DC5E-A58D-4F5C-9E3B-A52A0B2E223D}"/>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8" name="shape">
            <a:extLst xmlns:a="http://schemas.openxmlformats.org/drawingml/2006/main">
              <a:ext uri="{FF2B5EF4-FFF2-40B4-BE49-F238E27FC236}">
                <a16:creationId xmlns:a16="http://schemas.microsoft.com/office/drawing/2014/main" id="{E5E01E3F-C542-44E1-B9A9-AAB64B9BDE7A}"/>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6BD12B86-E339-4489-8CC8-BA540440521A}"/>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30" name="shape">
            <a:extLst xmlns:a="http://schemas.openxmlformats.org/drawingml/2006/main">
              <a:ext uri="{FF2B5EF4-FFF2-40B4-BE49-F238E27FC236}">
                <a16:creationId xmlns:a16="http://schemas.microsoft.com/office/drawing/2014/main" id="{E584F61E-FDE1-4DB9-B910-5A1259AB80F3}"/>
              </a:ext>
            </a:extLst>
          </p:cNvPr>
          <p:cNvSpPr>
            <a:spLocks xmlns:a="http://schemas.openxmlformats.org/drawingml/2006/main" noGrp="1"/>
          </p:cNvSpPr>
          <p:nvPr/>
        </p:nvSpPr>
        <p:spPr>
          <a:xfrm xmlns:a="http://schemas.openxmlformats.org/drawingml/2006/main">
            <a:off x="409575" y="4286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1BE5BD89-A225-4945-AF89-BD88EFED0988}"/>
              </a:ext>
            </a:extLst>
          </p:cNvPr>
          <p:cNvSpPr>
            <a:spLocks xmlns:a="http://schemas.openxmlformats.org/drawingml/2006/main" noGrp="1"/>
          </p:cNvSpPr>
          <p:nvPr/>
        </p:nvSpPr>
        <p:spPr>
          <a:xfrm xmlns:a="http://schemas.openxmlformats.org/drawingml/2006/main">
            <a:off x="457200" y="4295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32" name="shape">
            <a:extLst xmlns:a="http://schemas.openxmlformats.org/drawingml/2006/main">
              <a:ext uri="{FF2B5EF4-FFF2-40B4-BE49-F238E27FC236}">
                <a16:creationId xmlns:a16="http://schemas.microsoft.com/office/drawing/2014/main" id="{E88C4312-C1F2-4887-B279-3330E1724508}"/>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D88C63AA-22EC-4047-8062-B83DFEACF3DB}"/>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89688461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48524A2E-4B5D-4661-933D-CFED4CDA7AB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C8AF314E-D755-4F24-A456-AF213CFAD5A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48C995C-A0ED-4F86-B9D2-562429D8DEE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D426221F-5DB3-423C-884E-CF9760FDAB2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15B9E3E-372A-4919-AD59-B52FA390D09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05B67ED-030D-428B-A951-248A27D3EA9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9F1CB4E-DA09-4B13-8E4A-0E2A914CFE1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BBE9C33-3BC4-4B76-86B5-C88D2A455A1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4E3B5F3-7B1D-4852-8CBB-7D7E38B4E6C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1498308-76AC-4149-8E02-67499DCA03C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1AADDB5F-AD7B-4893-B38D-1913914BAD4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33C2FF4C-8DBF-4D24-B9CB-F651762B3B5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BF9772D1-2146-41D2-B3EF-83D6127F4AD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43</a:t>
            </a:r>
          </a:p>
        </p:txBody>
      </p:sp>
      <p:sp>
        <p:nvSpPr>
          <p:cNvPr id="14" name="licence-footer">
            <a:extLst xmlns:a="http://schemas.openxmlformats.org/drawingml/2006/main">
              <a:ext uri="{FF2B5EF4-FFF2-40B4-BE49-F238E27FC236}">
                <a16:creationId xmlns:a16="http://schemas.microsoft.com/office/drawing/2014/main" id="{C4DFB5DE-F85A-45A9-B9E9-792205CFBBE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96977D9-A157-497E-A0F5-D23498F6A056}"/>
              </a:ext>
            </a:extLst>
          </p:cNvPr>
          <p:cNvPicPr>
            <a:picLocks xmlns:a="http://schemas.openxmlformats.org/drawingml/2006/main" noChangeAspect="1"/>
          </p:cNvPicPr>
          <p:nvPr/>
        </p:nvPicPr>
        <p:blipFill>
          <a:blip xmlns:r="http://schemas.openxmlformats.org/officeDocument/2006/relationships" xmlns:a="http://schemas.openxmlformats.org/drawingml/2006/main" r:embed="Reb19ebea79af4b3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D527B86-FA9D-4EB1-9401-246CA8CDEE8D}"/>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FB5C937-D7DC-4482-B363-16D2744A90B1}"/>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984A5531-7FAD-439B-B3F6-C0097B83BB8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39DA966-EDCF-405C-9549-E405ABA96A01}"/>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celebrations; this activity is not worship</a:t>
            </a:r>
          </a:p>
        </p:txBody>
      </p:sp>
      <p:sp>
        <p:nvSpPr>
          <p:cNvPr id="20" name="shape">
            <a:extLst xmlns:a="http://schemas.openxmlformats.org/drawingml/2006/main">
              <a:ext uri="{FF2B5EF4-FFF2-40B4-BE49-F238E27FC236}">
                <a16:creationId xmlns:a16="http://schemas.microsoft.com/office/drawing/2014/main" id="{B52A8E30-EEEA-4131-BBF5-E70F161FF172}"/>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B9EEA0D-D528-48FA-860F-7EEC1D769DB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these steps. You choose every detail and answer.</a:t>
            </a:r>
          </a:p>
        </p:txBody>
      </p:sp>
      <p:sp>
        <p:nvSpPr>
          <p:cNvPr id="22" name="shape">
            <a:extLst xmlns:a="http://schemas.openxmlformats.org/drawingml/2006/main">
              <a:ext uri="{FF2B5EF4-FFF2-40B4-BE49-F238E27FC236}">
                <a16:creationId xmlns:a16="http://schemas.microsoft.com/office/drawing/2014/main" id="{892432C8-5BD6-4EDC-BEC8-06FABA7A495E}"/>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084B457-D89C-43AD-9527-8DA1641A2D36}"/>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Say how two festivals show spring or a new start.</a:t>
            </a:r>
          </a:p>
        </p:txBody>
      </p:sp>
      <p:sp>
        <p:nvSpPr>
          <p:cNvPr id="24" name="shape">
            <a:extLst xmlns:a="http://schemas.openxmlformats.org/drawingml/2006/main">
              <a:ext uri="{FF2B5EF4-FFF2-40B4-BE49-F238E27FC236}">
                <a16:creationId xmlns:a16="http://schemas.microsoft.com/office/drawing/2014/main" id="{1EDC9DCC-8A71-43C4-BAE0-B71E6775033C}"/>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34910CB2-F879-41EA-BBBE-30F162778B81}"/>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In A, find the festival and its hope idea.</a:t>
            </a:r>
          </a:p>
        </p:txBody>
      </p:sp>
      <p:sp>
        <p:nvSpPr>
          <p:cNvPr id="26" name="shape">
            <a:extLst xmlns:a="http://schemas.openxmlformats.org/drawingml/2006/main">
              <a:ext uri="{FF2B5EF4-FFF2-40B4-BE49-F238E27FC236}">
                <a16:creationId xmlns:a16="http://schemas.microsoft.com/office/drawing/2014/main" id="{63A56206-6325-486F-889E-EE26FC5FEB0C}"/>
              </a:ext>
            </a:extLst>
          </p:cNvPr>
          <p:cNvSpPr>
            <a:spLocks xmlns:a="http://schemas.openxmlformats.org/drawingml/2006/main" noGrp="1"/>
          </p:cNvSpPr>
          <p:nvPr/>
        </p:nvSpPr>
        <p:spPr>
          <a:xfrm xmlns:a="http://schemas.openxmlformats.org/drawingml/2006/main">
            <a:off x="409575" y="37242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EF25A2A-E7C0-4F3A-87DB-8E7F64D1BC25}"/>
              </a:ext>
            </a:extLst>
          </p:cNvPr>
          <p:cNvSpPr>
            <a:spLocks xmlns:a="http://schemas.openxmlformats.org/drawingml/2006/main" noGrp="1"/>
          </p:cNvSpPr>
          <p:nvPr/>
        </p:nvSpPr>
        <p:spPr>
          <a:xfrm xmlns:a="http://schemas.openxmlformats.org/drawingml/2006/main">
            <a:off x="457200" y="3733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In B, find the festival and its spring idea.</a:t>
            </a:r>
          </a:p>
        </p:txBody>
      </p:sp>
      <p:sp>
        <p:nvSpPr>
          <p:cNvPr id="28" name="shape">
            <a:extLst xmlns:a="http://schemas.openxmlformats.org/drawingml/2006/main">
              <a:ext uri="{FF2B5EF4-FFF2-40B4-BE49-F238E27FC236}">
                <a16:creationId xmlns:a16="http://schemas.microsoft.com/office/drawing/2014/main" id="{8184E27A-ED21-44B2-945D-1315F13A650B}"/>
              </a:ext>
            </a:extLst>
          </p:cNvPr>
          <p:cNvSpPr>
            <a:spLocks xmlns:a="http://schemas.openxmlformats.org/drawingml/2006/main" noGrp="1"/>
          </p:cNvSpPr>
          <p:nvPr/>
        </p:nvSpPr>
        <p:spPr>
          <a:xfrm xmlns:a="http://schemas.openxmlformats.org/drawingml/2006/main">
            <a:off x="409575" y="4114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BFE7F214-0CC5-48BE-84DF-8040A9026D11}"/>
              </a:ext>
            </a:extLst>
          </p:cNvPr>
          <p:cNvSpPr>
            <a:spLocks xmlns:a="http://schemas.openxmlformats.org/drawingml/2006/main" noGrp="1"/>
          </p:cNvSpPr>
          <p:nvPr/>
        </p:nvSpPr>
        <p:spPr>
          <a:xfrm xmlns:a="http://schemas.openxmlformats.org/drawingml/2006/main">
            <a:off x="457200" y="4124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Put each meaning beside the right source label.</a:t>
            </a:r>
          </a:p>
        </p:txBody>
      </p:sp>
      <p:sp>
        <p:nvSpPr>
          <p:cNvPr id="30" name="shape">
            <a:extLst xmlns:a="http://schemas.openxmlformats.org/drawingml/2006/main">
              <a:ext uri="{FF2B5EF4-FFF2-40B4-BE49-F238E27FC236}">
                <a16:creationId xmlns:a16="http://schemas.microsoft.com/office/drawing/2014/main" id="{D9B0181E-3F76-4582-B7C1-3FBFE7C73220}"/>
              </a:ext>
            </a:extLst>
          </p:cNvPr>
          <p:cNvSpPr>
            <a:spLocks xmlns:a="http://schemas.openxmlformats.org/drawingml/2006/main" noGrp="1"/>
          </p:cNvSpPr>
          <p:nvPr/>
        </p:nvSpPr>
        <p:spPr>
          <a:xfrm xmlns:a="http://schemas.openxmlformats.org/drawingml/2006/main">
            <a:off x="409575" y="4505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E1C8E4AE-BAD3-4886-B45B-3D39193D5C48}"/>
              </a:ext>
            </a:extLst>
          </p:cNvPr>
          <p:cNvSpPr>
            <a:spLocks xmlns:a="http://schemas.openxmlformats.org/drawingml/2006/main" noGrp="1"/>
          </p:cNvSpPr>
          <p:nvPr/>
        </p:nvSpPr>
        <p:spPr>
          <a:xfrm xmlns:a="http://schemas.openxmlformats.org/drawingml/2006/main">
            <a:off x="457200" y="4514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 Compare one shared new-start theme and one different belief or practice.</a:t>
            </a:r>
          </a:p>
        </p:txBody>
      </p:sp>
      <p:sp>
        <p:nvSpPr>
          <p:cNvPr id="32" name="shape">
            <a:extLst xmlns:a="http://schemas.openxmlformats.org/drawingml/2006/main">
              <a:ext uri="{FF2B5EF4-FFF2-40B4-BE49-F238E27FC236}">
                <a16:creationId xmlns:a16="http://schemas.microsoft.com/office/drawing/2014/main" id="{DF3AD0FB-18F0-430E-B086-1DC6BFD20F6B}"/>
              </a:ext>
            </a:extLst>
          </p:cNvPr>
          <p:cNvSpPr>
            <a:spLocks xmlns:a="http://schemas.openxmlformats.org/drawingml/2006/main" noGrp="1"/>
          </p:cNvSpPr>
          <p:nvPr/>
        </p:nvSpPr>
        <p:spPr>
          <a:xfrm xmlns:a="http://schemas.openxmlformats.org/drawingml/2006/main">
            <a:off x="409575" y="48958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853587D7-0AD8-4D71-9FE4-346873B56637}"/>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festival, spring, renewal, symbol.</a:t>
            </a:r>
          </a:p>
        </p:txBody>
      </p:sp>
    </p:spTree>
    <p:extLst>
      <p:ext uri="{BB962C8B-B14F-4D97-AF65-F5344CB8AC3E}">
        <p14:creationId xmlns:p14="http://schemas.microsoft.com/office/powerpoint/2010/main" val="96083455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2FD40944-439E-438B-B033-5A3BEDD8AA2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5B0AF264-DB39-4462-9736-3671EA71DF9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AF2400E-29FB-41BD-95E1-0026116E2F9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E473E98D-36AC-48EA-AD1B-493A7851FBD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C7873E7-115D-4E2B-BD6F-A1DD32B2800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ED559BA-9FD0-4A8B-B6DD-E1008260B00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7912CE0-2129-4944-941B-D59ACAE7C7A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B39E5BF-4CE1-4C3E-A6C5-03CEF8187DC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2197EEB-837B-4196-ABFD-6F911D1D8F8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5284303-9B5E-43A8-9284-E9A9449D25B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AEC20094-5E5A-432D-BE6B-85D5FC93115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3BADCF0E-B408-4B51-9A0A-E45012301AB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E22397D7-D89D-4254-889D-746DB2C9607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43</a:t>
            </a:r>
          </a:p>
        </p:txBody>
      </p:sp>
      <p:sp>
        <p:nvSpPr>
          <p:cNvPr id="14" name="licence-footer">
            <a:extLst xmlns:a="http://schemas.openxmlformats.org/drawingml/2006/main">
              <a:ext uri="{FF2B5EF4-FFF2-40B4-BE49-F238E27FC236}">
                <a16:creationId xmlns:a16="http://schemas.microsoft.com/office/drawing/2014/main" id="{D2BE1ED8-3E69-4BA5-8958-B92504FC3F9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150B221-771E-4122-843C-DA98A03B926E}"/>
              </a:ext>
            </a:extLst>
          </p:cNvPr>
          <p:cNvPicPr>
            <a:picLocks xmlns:a="http://schemas.openxmlformats.org/drawingml/2006/main" noChangeAspect="1"/>
          </p:cNvPicPr>
          <p:nvPr/>
        </p:nvPicPr>
        <p:blipFill>
          <a:blip xmlns:r="http://schemas.openxmlformats.org/officeDocument/2006/relationships" xmlns:a="http://schemas.openxmlformats.org/drawingml/2006/main" r:embed="Rff7dfd7781344de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BAF9868-AFE8-434B-8377-BE3F9D3A33E8}"/>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12A3E46-1EB6-45DA-8305-BE6A6280306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18" name="shape">
            <a:extLst xmlns:a="http://schemas.openxmlformats.org/drawingml/2006/main">
              <a:ext uri="{FF2B5EF4-FFF2-40B4-BE49-F238E27FC236}">
                <a16:creationId xmlns:a16="http://schemas.microsoft.com/office/drawing/2014/main" id="{BEB1ACC3-B86B-457C-8DB3-E2586819BCE8}"/>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25F5CCF-63B2-43F9-93C8-0E0BAF8DEB10}"/>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0" name="shape">
            <a:extLst xmlns:a="http://schemas.openxmlformats.org/drawingml/2006/main">
              <a:ext uri="{FF2B5EF4-FFF2-40B4-BE49-F238E27FC236}">
                <a16:creationId xmlns:a16="http://schemas.microsoft.com/office/drawing/2014/main" id="{B0F0169E-F590-4FFF-9BBD-99A750DC11F4}"/>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B53DEB8-8BA9-4A85-9B9A-BB221B54D56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2" name="shape">
            <a:extLst xmlns:a="http://schemas.openxmlformats.org/drawingml/2006/main">
              <a:ext uri="{FF2B5EF4-FFF2-40B4-BE49-F238E27FC236}">
                <a16:creationId xmlns:a16="http://schemas.microsoft.com/office/drawing/2014/main" id="{6F68C70A-6242-4114-B37B-71817E54660D}"/>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43E5D1A-2B97-4C71-9201-5B025FB1140F}"/>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A [ ] / source belief or theme [ ] / practice or response [ ]</a:t>
            </a:r>
          </a:p>
        </p:txBody>
      </p:sp>
      <p:sp>
        <p:nvSpPr>
          <p:cNvPr id="24" name="shape">
            <a:extLst xmlns:a="http://schemas.openxmlformats.org/drawingml/2006/main">
              <a:ext uri="{FF2B5EF4-FFF2-40B4-BE49-F238E27FC236}">
                <a16:creationId xmlns:a16="http://schemas.microsoft.com/office/drawing/2014/main" id="{75F10262-3767-4201-94F7-89BAAFB3D2CC}"/>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40DAF0C-F647-49DF-9B33-AAAD122F2472}"/>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B [ ] / source belief or theme [ ] / practice or response [ ]</a:t>
            </a:r>
          </a:p>
        </p:txBody>
      </p:sp>
      <p:sp>
        <p:nvSpPr>
          <p:cNvPr id="26" name="shape">
            <a:extLst xmlns:a="http://schemas.openxmlformats.org/drawingml/2006/main">
              <a:ext uri="{FF2B5EF4-FFF2-40B4-BE49-F238E27FC236}">
                <a16:creationId xmlns:a16="http://schemas.microsoft.com/office/drawing/2014/main" id="{E0FF33D7-0FB1-49B2-82A4-D2D7898E61A9}"/>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C3995FF-788C-4221-AB0A-88D8096CCCCC}"/>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28" name="shape">
            <a:extLst xmlns:a="http://schemas.openxmlformats.org/drawingml/2006/main">
              <a:ext uri="{FF2B5EF4-FFF2-40B4-BE49-F238E27FC236}">
                <a16:creationId xmlns:a16="http://schemas.microsoft.com/office/drawing/2014/main" id="{586685A7-9FE2-46D7-94CD-CFEC4F63FB14}"/>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557559D3-72BF-4DCE-A159-31F07C381239}"/>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paper symbol and source label [ ] / check [ ]</a:t>
            </a:r>
          </a:p>
        </p:txBody>
      </p:sp>
      <p:sp>
        <p:nvSpPr>
          <p:cNvPr id="30" name="shape">
            <a:extLst xmlns:a="http://schemas.openxmlformats.org/drawingml/2006/main">
              <a:ext uri="{FF2B5EF4-FFF2-40B4-BE49-F238E27FC236}">
                <a16:creationId xmlns:a16="http://schemas.microsoft.com/office/drawing/2014/main" id="{A6F695C8-472C-456A-951B-C3978C4D7105}"/>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F65B6BC6-39CB-4190-A945-FE2998AA0D4A}"/>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32" name="shape">
            <a:extLst xmlns:a="http://schemas.openxmlformats.org/drawingml/2006/main">
              <a:ext uri="{FF2B5EF4-FFF2-40B4-BE49-F238E27FC236}">
                <a16:creationId xmlns:a16="http://schemas.microsoft.com/office/drawing/2014/main" id="{BBFBA409-6898-4AD5-8F64-56053FEF5B90}"/>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EC592B01-F0BC-49AF-8A95-B37A71778B4C}"/>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37040812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9B6E0635-2484-41FF-B5A6-55B15C11E2E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18FBA06F-60E5-4B9A-8A41-4F7A1A976C0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783C577-FEBA-4E07-B5A6-17B5E2E47C1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D96D73B-1C18-413B-A7C2-7EB70940716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B7BD7B0-251B-4778-B968-E8409881E14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E416938-B3EC-4798-99E9-A31CCAAFE93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A405596-8A8C-44FE-ABA0-1040DDBBE4B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4884FA0-2FA9-4275-B696-7FBF58AC4341}"/>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B5A8FBE-D41B-4A42-8A87-884C650D332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7D2707F-D35D-41CD-A0DA-A838C0BEAC4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E6CEA9C4-72D5-43F9-A0B4-8BAA30CEE03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910BBCFC-3269-4AE3-BB71-AF97A839B2E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426D4AD4-12AD-4086-9EDF-BFB1B525511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43</a:t>
            </a:r>
          </a:p>
        </p:txBody>
      </p:sp>
      <p:sp>
        <p:nvSpPr>
          <p:cNvPr id="14" name="licence-footer">
            <a:extLst xmlns:a="http://schemas.openxmlformats.org/drawingml/2006/main">
              <a:ext uri="{FF2B5EF4-FFF2-40B4-BE49-F238E27FC236}">
                <a16:creationId xmlns:a16="http://schemas.microsoft.com/office/drawing/2014/main" id="{D33D4728-89D8-4917-AC7B-1996EADB51C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E07689C-F692-47C4-B71C-9A02ADFD856F}"/>
              </a:ext>
            </a:extLst>
          </p:cNvPr>
          <p:cNvPicPr>
            <a:picLocks xmlns:a="http://schemas.openxmlformats.org/drawingml/2006/main" noChangeAspect="1"/>
          </p:cNvPicPr>
          <p:nvPr/>
        </p:nvPicPr>
        <p:blipFill>
          <a:blip xmlns:r="http://schemas.openxmlformats.org/officeDocument/2006/relationships" xmlns:a="http://schemas.openxmlformats.org/drawingml/2006/main" r:embed="Rd7ee31ff5b454d8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F85E252-0405-45E6-9766-1B18B06DBE5B}"/>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E1CE37E7-E094-480E-8828-E61E8E38559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46E84CAC-45B4-4B06-88B5-F910FE6B5F21}"/>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663D2B5-8A22-4698-9C52-C98E6F79C66E}"/>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A711FC85-2D49-4748-BA41-F9055A093CA9}"/>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E35C5C4-189A-4645-9312-96C7BB2BAAC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75491803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08DDAE15-78FD-41AF-A7C2-A5C06A6ADD3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46BABE2F-A131-4D33-AA89-435F4C9BD8C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7F94135-766B-48F2-AC9B-F0812A355D6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23A7494-37BB-47F7-A7FE-E43AAFD63F3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0C32972-838E-465A-AF7D-9D6370CE7C8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EAF5084-D5C7-4D22-AFD7-769984A1E0C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1CE3AD3-0BF9-4244-AA6D-6C111B883AF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41134C0-4104-4786-AFC1-D3B0D44CD78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621C51-D83B-4DBD-98A6-74926C2BF33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B9BC001-4F89-4E74-9368-3F088AA2362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BB0CA819-97D2-4575-B6D2-CB32D57747B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E1AAC0DA-71E1-4769-B876-63EB269F6DE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8AC17FD4-41ED-4CB8-AD8D-40E5EEDF557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43</a:t>
            </a:r>
          </a:p>
        </p:txBody>
      </p:sp>
      <p:sp>
        <p:nvSpPr>
          <p:cNvPr id="14" name="licence-footer">
            <a:extLst xmlns:a="http://schemas.openxmlformats.org/drawingml/2006/main">
              <a:ext uri="{FF2B5EF4-FFF2-40B4-BE49-F238E27FC236}">
                <a16:creationId xmlns:a16="http://schemas.microsoft.com/office/drawing/2014/main" id="{8E6E661F-9211-4EC0-B491-7BD2B0C3ED8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575890C-73FC-443F-929F-AA1D11508820}"/>
              </a:ext>
            </a:extLst>
          </p:cNvPr>
          <p:cNvPicPr>
            <a:picLocks xmlns:a="http://schemas.openxmlformats.org/drawingml/2006/main" noChangeAspect="1"/>
          </p:cNvPicPr>
          <p:nvPr/>
        </p:nvPicPr>
        <p:blipFill>
          <a:blip xmlns:r="http://schemas.openxmlformats.org/officeDocument/2006/relationships" xmlns:a="http://schemas.openxmlformats.org/drawingml/2006/main" r:embed="R3038e30921a8417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6F559D5C-8B42-4AEC-8241-9EE5B8C2A346}"/>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10EA7B5-4D5F-4B0C-AFBC-393F409578A9}"/>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94932642-D0F9-48FD-8F73-2D206E2E60BE}"/>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F696560-B5C0-4E4A-B2E6-3783A87F3128}"/>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celebrations; this activity is not worship</a:t>
            </a:r>
          </a:p>
        </p:txBody>
      </p:sp>
      <p:sp>
        <p:nvSpPr>
          <p:cNvPr id="20" name="shape">
            <a:extLst xmlns:a="http://schemas.openxmlformats.org/drawingml/2006/main">
              <a:ext uri="{FF2B5EF4-FFF2-40B4-BE49-F238E27FC236}">
                <a16:creationId xmlns:a16="http://schemas.microsoft.com/office/drawing/2014/main" id="{77F60617-69CD-4E22-ADCA-325E1513423D}"/>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D3CB665-BD7D-448F-A676-925866AF96D9}"/>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from the options, then add your own word, phrase or reason.</a:t>
            </a:r>
          </a:p>
        </p:txBody>
      </p:sp>
      <p:sp>
        <p:nvSpPr>
          <p:cNvPr id="22" name="shape">
            <a:extLst xmlns:a="http://schemas.openxmlformats.org/drawingml/2006/main">
              <a:ext uri="{FF2B5EF4-FFF2-40B4-BE49-F238E27FC236}">
                <a16:creationId xmlns:a16="http://schemas.microsoft.com/office/drawing/2014/main" id="{D08EBEA4-CD4C-4782-86C4-602326C6FCC7}"/>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BB5C240-3E7D-4125-A4EE-AC0827C1038C}"/>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Say how two festivals show spring or a new start.</a:t>
            </a:r>
          </a:p>
        </p:txBody>
      </p:sp>
      <p:sp>
        <p:nvSpPr>
          <p:cNvPr id="24" name="shape">
            <a:extLst xmlns:a="http://schemas.openxmlformats.org/drawingml/2006/main">
              <a:ext uri="{FF2B5EF4-FFF2-40B4-BE49-F238E27FC236}">
                <a16:creationId xmlns:a16="http://schemas.microsoft.com/office/drawing/2014/main" id="{BD8EF0AC-D7B0-4E3D-A299-CF3E77846698}"/>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6820AB4D-D0CB-4D22-84E2-8E7729A3326E}"/>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Match Easter to one source idea: Christian hope in new life / the same story as Holi / every group</a:t>
            </a:r>
          </a:p>
        </p:txBody>
      </p:sp>
      <p:sp>
        <p:nvSpPr>
          <p:cNvPr id="26" name="shape">
            <a:extLst xmlns:a="http://schemas.openxmlformats.org/drawingml/2006/main">
              <a:ext uri="{FF2B5EF4-FFF2-40B4-BE49-F238E27FC236}">
                <a16:creationId xmlns:a16="http://schemas.microsoft.com/office/drawing/2014/main" id="{DC14F0AE-49E4-4096-AB51-57DE7595002C}"/>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992E7BB-E1E5-4B8C-A74C-A273CC16D46B}"/>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shares one belief.</a:t>
            </a:r>
          </a:p>
        </p:txBody>
      </p:sp>
      <p:sp>
        <p:nvSpPr>
          <p:cNvPr id="28" name="shape">
            <a:extLst xmlns:a="http://schemas.openxmlformats.org/drawingml/2006/main">
              <a:ext uri="{FF2B5EF4-FFF2-40B4-BE49-F238E27FC236}">
                <a16:creationId xmlns:a16="http://schemas.microsoft.com/office/drawing/2014/main" id="{12F3E725-159E-4AAC-9722-257C6F1053CD}"/>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190B4A65-E9B7-46C1-9458-D6788BE027F8}"/>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Match Holi to one source idea: welcomes spring and good over evil / the same belief as Easter / all</a:t>
            </a:r>
          </a:p>
        </p:txBody>
      </p:sp>
      <p:sp>
        <p:nvSpPr>
          <p:cNvPr id="30" name="shape">
            <a:extLst xmlns:a="http://schemas.openxmlformats.org/drawingml/2006/main">
              <a:ext uri="{FF2B5EF4-FFF2-40B4-BE49-F238E27FC236}">
                <a16:creationId xmlns:a16="http://schemas.microsoft.com/office/drawing/2014/main" id="{8C3B9214-FBD3-44E9-9A81-FDCD9038C45F}"/>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9F83F44-4E2B-4956-B52D-750D46ACC7DC}"/>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Hindus celebrate in one way.</a:t>
            </a:r>
          </a:p>
        </p:txBody>
      </p:sp>
      <p:sp>
        <p:nvSpPr>
          <p:cNvPr id="32" name="shape">
            <a:extLst xmlns:a="http://schemas.openxmlformats.org/drawingml/2006/main">
              <a:ext uri="{FF2B5EF4-FFF2-40B4-BE49-F238E27FC236}">
                <a16:creationId xmlns:a16="http://schemas.microsoft.com/office/drawing/2014/main" id="{1EA5677B-9493-47A2-B4E1-C8600FB30EF1}"/>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1C9253D7-BCBC-47B9-91FE-DFE92226D163}"/>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your own reason using the source. Name one similarity and one difference. Label a paper symbol</a:t>
            </a:r>
          </a:p>
        </p:txBody>
      </p:sp>
      <p:sp>
        <p:nvSpPr>
          <p:cNvPr id="34" name="shape">
            <a:extLst xmlns:a="http://schemas.openxmlformats.org/drawingml/2006/main">
              <a:ext uri="{FF2B5EF4-FFF2-40B4-BE49-F238E27FC236}">
                <a16:creationId xmlns:a16="http://schemas.microsoft.com/office/drawing/2014/main" id="{6A860489-B880-4073-B488-2ADBEE779722}"/>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609E47CF-CA34-40C2-AC78-9835D5729E0B}"/>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 its meaning is clear.</a:t>
            </a:r>
          </a:p>
        </p:txBody>
      </p:sp>
    </p:spTree>
    <p:extLst>
      <p:ext uri="{BB962C8B-B14F-4D97-AF65-F5344CB8AC3E}">
        <p14:creationId xmlns:p14="http://schemas.microsoft.com/office/powerpoint/2010/main" val="119848792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C5EAA09A-2C10-452D-8D73-E4BC0790C24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DF2818DF-6F39-4C2F-A625-6684B9C8F08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163CC0E-8F35-456D-9920-72C184F9B19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F46A21F-0353-44EA-8B6C-01728A14D50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F79D96F-5449-4CA5-8637-8D58C627790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B33496C-D1EC-423D-85DB-EC638BA62B3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8EEFC52-91E4-496A-A449-E457CB1C16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89943B1-83D2-4105-9054-3821C9027F2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235F7D9-0669-4830-8921-EB4449F0672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D91931A-5AAB-49FD-AF29-0F5F145D644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C94F1501-42D9-4318-A40D-78F190641EB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967D7243-E49E-4A57-BE0A-AD324A5201D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D22617A8-E418-4949-9A42-9C8F346B419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43</a:t>
            </a:r>
          </a:p>
        </p:txBody>
      </p:sp>
      <p:sp>
        <p:nvSpPr>
          <p:cNvPr id="14" name="licence-footer">
            <a:extLst xmlns:a="http://schemas.openxmlformats.org/drawingml/2006/main">
              <a:ext uri="{FF2B5EF4-FFF2-40B4-BE49-F238E27FC236}">
                <a16:creationId xmlns:a16="http://schemas.microsoft.com/office/drawing/2014/main" id="{2DAB5298-7D8F-48D2-B2F3-58CB6D08DEB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A83390B-CBAC-40CA-98E1-7DF479235D15}"/>
              </a:ext>
            </a:extLst>
          </p:cNvPr>
          <p:cNvPicPr>
            <a:picLocks xmlns:a="http://schemas.openxmlformats.org/drawingml/2006/main" noChangeAspect="1"/>
          </p:cNvPicPr>
          <p:nvPr/>
        </p:nvPicPr>
        <p:blipFill>
          <a:blip xmlns:r="http://schemas.openxmlformats.org/officeDocument/2006/relationships" xmlns:a="http://schemas.openxmlformats.org/drawingml/2006/main" r:embed="R58c84f22bb154b3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DCAB34F-3B40-42BB-973E-D68E9B8545D9}"/>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B2F6977-9C1A-464D-BB9F-780B02256E8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festival, spring, renewal, symbol.</a:t>
            </a:r>
          </a:p>
        </p:txBody>
      </p:sp>
      <p:sp>
        <p:nvSpPr>
          <p:cNvPr id="18" name="shape">
            <a:extLst xmlns:a="http://schemas.openxmlformats.org/drawingml/2006/main">
              <a:ext uri="{FF2B5EF4-FFF2-40B4-BE49-F238E27FC236}">
                <a16:creationId xmlns:a16="http://schemas.microsoft.com/office/drawing/2014/main" id="{A61FEC09-1E5E-4E64-916D-5EBCA66D5729}"/>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65CDB1B-61F3-4D1B-A4F2-8130C448200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20" name="shape">
            <a:extLst xmlns:a="http://schemas.openxmlformats.org/drawingml/2006/main">
              <a:ext uri="{FF2B5EF4-FFF2-40B4-BE49-F238E27FC236}">
                <a16:creationId xmlns:a16="http://schemas.microsoft.com/office/drawing/2014/main" id="{79E756D9-BF89-42D0-B722-3971BC41ACB2}"/>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99F775E-55D6-42D0-9669-A8659FEA9433}"/>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2" name="shape">
            <a:extLst xmlns:a="http://schemas.openxmlformats.org/drawingml/2006/main">
              <a:ext uri="{FF2B5EF4-FFF2-40B4-BE49-F238E27FC236}">
                <a16:creationId xmlns:a16="http://schemas.microsoft.com/office/drawing/2014/main" id="{E737524F-DA02-4306-992D-A6F74965D353}"/>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EE178B1-F4D3-4F6F-AF9B-F0A8558F2EB2}"/>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4" name="shape">
            <a:extLst xmlns:a="http://schemas.openxmlformats.org/drawingml/2006/main">
              <a:ext uri="{FF2B5EF4-FFF2-40B4-BE49-F238E27FC236}">
                <a16:creationId xmlns:a16="http://schemas.microsoft.com/office/drawing/2014/main" id="{4F82690F-F92F-44B4-8293-89C4920D50C8}"/>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DB98243B-8FCC-486C-94F6-699641339992}"/>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A [ ] / source belief or theme [ ] / practice or response [ ]</a:t>
            </a:r>
          </a:p>
        </p:txBody>
      </p:sp>
      <p:sp>
        <p:nvSpPr>
          <p:cNvPr id="26" name="shape">
            <a:extLst xmlns:a="http://schemas.openxmlformats.org/drawingml/2006/main">
              <a:ext uri="{FF2B5EF4-FFF2-40B4-BE49-F238E27FC236}">
                <a16:creationId xmlns:a16="http://schemas.microsoft.com/office/drawing/2014/main" id="{2195D920-2ED4-4D07-92F5-5E09BA19AB83}"/>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79F6ABA-2934-41D6-8D2A-74782AC6AB17}"/>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B [ ] / source belief or theme [ ] / practice or response [ ]</a:t>
            </a:r>
          </a:p>
        </p:txBody>
      </p:sp>
      <p:sp>
        <p:nvSpPr>
          <p:cNvPr id="28" name="shape">
            <a:extLst xmlns:a="http://schemas.openxmlformats.org/drawingml/2006/main">
              <a:ext uri="{FF2B5EF4-FFF2-40B4-BE49-F238E27FC236}">
                <a16:creationId xmlns:a16="http://schemas.microsoft.com/office/drawing/2014/main" id="{002C65D1-9813-4465-AB23-79DC7FA37078}"/>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9C6357E0-1984-4EC9-BE8E-74EA6F3276CE}"/>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30" name="shape">
            <a:extLst xmlns:a="http://schemas.openxmlformats.org/drawingml/2006/main">
              <a:ext uri="{FF2B5EF4-FFF2-40B4-BE49-F238E27FC236}">
                <a16:creationId xmlns:a16="http://schemas.microsoft.com/office/drawing/2014/main" id="{A80D8BFA-8494-46B7-8BB7-77D267909BAA}"/>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019F44FA-B7D5-436D-8472-8A253BBC3A72}"/>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paper symbol and source label [ ] / check [ ]</a:t>
            </a:r>
          </a:p>
        </p:txBody>
      </p:sp>
    </p:spTree>
    <p:extLst>
      <p:ext uri="{BB962C8B-B14F-4D97-AF65-F5344CB8AC3E}">
        <p14:creationId xmlns:p14="http://schemas.microsoft.com/office/powerpoint/2010/main" val="146810136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A586E345-5744-4B6A-A60A-7B2BAA0E621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AD87F9DF-866D-4003-82A8-945B97CAA4E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D06E11B-F548-4EA8-9F2F-C85EFD62603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01250F4-BDAA-4A98-8E0A-2C71B94F48F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BDBBD08-FDEC-4696-9048-FEF6C3036F8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1459DBF-E727-4928-85A7-548779F8876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3AFA126-F77C-44A9-92A2-62BAC6773EE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DA8A2C3-CC9E-42C7-9611-2CF73E57F15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C976BF0-779F-4CED-BCFF-037B5AA55CD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E4DE874-C39A-4D8B-9FAE-5593B531520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FAC65D93-562A-409E-9BF5-22A5BDD7A83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A5CF65F1-6F19-4E7B-A086-651FAC9C9BC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6438DCB-046D-44CE-A885-019E69705E6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43</a:t>
            </a:r>
          </a:p>
        </p:txBody>
      </p:sp>
      <p:sp>
        <p:nvSpPr>
          <p:cNvPr id="14" name="licence-footer">
            <a:extLst xmlns:a="http://schemas.openxmlformats.org/drawingml/2006/main">
              <a:ext uri="{FF2B5EF4-FFF2-40B4-BE49-F238E27FC236}">
                <a16:creationId xmlns:a16="http://schemas.microsoft.com/office/drawing/2014/main" id="{9107CC52-46BF-44D4-AB8C-4D583D811C8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BD84599-0737-489B-8876-B3D0293224BC}"/>
              </a:ext>
            </a:extLst>
          </p:cNvPr>
          <p:cNvPicPr>
            <a:picLocks xmlns:a="http://schemas.openxmlformats.org/drawingml/2006/main" noChangeAspect="1"/>
          </p:cNvPicPr>
          <p:nvPr/>
        </p:nvPicPr>
        <p:blipFill>
          <a:blip xmlns:r="http://schemas.openxmlformats.org/officeDocument/2006/relationships" xmlns:a="http://schemas.openxmlformats.org/drawingml/2006/main" r:embed="R7c2df586cd51460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493F94E-2D03-4900-8E02-3B3D4C75ACD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88AF96C-0A01-4887-85AA-BBBFABBE215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18" name="shape">
            <a:extLst xmlns:a="http://schemas.openxmlformats.org/drawingml/2006/main">
              <a:ext uri="{FF2B5EF4-FFF2-40B4-BE49-F238E27FC236}">
                <a16:creationId xmlns:a16="http://schemas.microsoft.com/office/drawing/2014/main" id="{A6590204-6F93-447A-81A1-9175CB6623C1}"/>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620E3AF-59C1-4293-AF63-4B7F63F7CD0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0" name="shape">
            <a:extLst xmlns:a="http://schemas.openxmlformats.org/drawingml/2006/main">
              <a:ext uri="{FF2B5EF4-FFF2-40B4-BE49-F238E27FC236}">
                <a16:creationId xmlns:a16="http://schemas.microsoft.com/office/drawing/2014/main" id="{D9836541-2933-4213-8B70-D598A94995D8}"/>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FD11653-DCE9-4613-9FBA-D64CB6315C6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2" name="shape">
            <a:extLst xmlns:a="http://schemas.openxmlformats.org/drawingml/2006/main">
              <a:ext uri="{FF2B5EF4-FFF2-40B4-BE49-F238E27FC236}">
                <a16:creationId xmlns:a16="http://schemas.microsoft.com/office/drawing/2014/main" id="{1E84D307-7F51-4C1C-BA1F-2BEC24BD0C36}"/>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52DF3EB-B987-4C7A-B4BE-21C7C53EB6CA}"/>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4" name="shape">
            <a:extLst xmlns:a="http://schemas.openxmlformats.org/drawingml/2006/main">
              <a:ext uri="{FF2B5EF4-FFF2-40B4-BE49-F238E27FC236}">
                <a16:creationId xmlns:a16="http://schemas.microsoft.com/office/drawing/2014/main" id="{C034BC96-CE0F-447C-8B00-C6B6F4C634F3}"/>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D9A1BE0C-B034-459C-9681-E112361C9F4B}"/>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9255019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B644150B-C387-408C-A3E4-2F20A563E94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1F1B5FD5-36FF-4A89-9A8C-A29D675A581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DA1FF8D-10A5-44D1-9D0A-F6DC926DBFE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436092A1-F5C6-4591-9C4B-9E8622D2D7F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6402811-A765-4929-AEEA-6DF61446051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81520B8-9B2C-4304-9D15-E0528E80D0B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6DC6E8B-D75F-4C5D-9672-C2BFE273E1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3116E28-63C2-403F-9853-A399F259457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F45E1ED-3495-4832-9C82-666735C871B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8F1C439-8D9E-432A-AB20-78770E5B05C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57C99F97-F7C1-48B3-93AB-D5D510565D7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4652F4E6-209C-41EF-9275-5A86B89EB05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4D2EF0B-3F6A-4F96-8C82-1F3C858771F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43</a:t>
            </a:r>
          </a:p>
        </p:txBody>
      </p:sp>
      <p:sp>
        <p:nvSpPr>
          <p:cNvPr id="14" name="licence-footer">
            <a:extLst xmlns:a="http://schemas.openxmlformats.org/drawingml/2006/main">
              <a:ext uri="{FF2B5EF4-FFF2-40B4-BE49-F238E27FC236}">
                <a16:creationId xmlns:a16="http://schemas.microsoft.com/office/drawing/2014/main" id="{58B965DA-D453-48F9-855F-1F821A02A42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A460DAD-8127-4D5D-93E5-FCF4F5D69C0A}"/>
              </a:ext>
            </a:extLst>
          </p:cNvPr>
          <p:cNvPicPr>
            <a:picLocks xmlns:a="http://schemas.openxmlformats.org/drawingml/2006/main" noChangeAspect="1"/>
          </p:cNvPicPr>
          <p:nvPr/>
        </p:nvPicPr>
        <p:blipFill>
          <a:blip xmlns:r="http://schemas.openxmlformats.org/officeDocument/2006/relationships" xmlns:a="http://schemas.openxmlformats.org/drawingml/2006/main" r:embed="Rf66944a5c95a4ad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D359882-1EDF-4415-8097-8F5B46905B14}"/>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19E1C5D-103F-4061-8A82-3984AD582DB7}"/>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56805101-88E1-4E7F-BC2E-3F13338B6B96}"/>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E67E8DE2-3B08-457F-A93E-4B2B50E6BC6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celebrations; this activity is not worship</a:t>
            </a:r>
          </a:p>
        </p:txBody>
      </p:sp>
      <p:sp>
        <p:nvSpPr>
          <p:cNvPr id="20" name="shape">
            <a:extLst xmlns:a="http://schemas.openxmlformats.org/drawingml/2006/main">
              <a:ext uri="{FF2B5EF4-FFF2-40B4-BE49-F238E27FC236}">
                <a16:creationId xmlns:a16="http://schemas.microsoft.com/office/drawing/2014/main" id="{022F2B4F-F917-49C1-9751-2CD6C06EAA13}"/>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FC88053-B296-4E61-9F10-FE65E3DAC22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Complete the core task, then try the further challenge.</a:t>
            </a:r>
          </a:p>
        </p:txBody>
      </p:sp>
      <p:sp>
        <p:nvSpPr>
          <p:cNvPr id="22" name="shape">
            <a:extLst xmlns:a="http://schemas.openxmlformats.org/drawingml/2006/main">
              <a:ext uri="{FF2B5EF4-FFF2-40B4-BE49-F238E27FC236}">
                <a16:creationId xmlns:a16="http://schemas.microsoft.com/office/drawing/2014/main" id="{C32D8D4E-4C92-400C-9F94-9C9F2F2B23D6}"/>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0EC1984E-E511-4EC8-966A-5667A6801167}"/>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Festival A and Festival B to make two source labels for C. Name each festival, one belief or</a:t>
            </a:r>
          </a:p>
        </p:txBody>
      </p:sp>
      <p:sp>
        <p:nvSpPr>
          <p:cNvPr id="24" name="shape">
            <a:extLst xmlns:a="http://schemas.openxmlformats.org/drawingml/2006/main">
              <a:ext uri="{FF2B5EF4-FFF2-40B4-BE49-F238E27FC236}">
                <a16:creationId xmlns:a16="http://schemas.microsoft.com/office/drawing/2014/main" id="{CA894361-1C0A-499C-8834-A0FFD5E2A7CA}"/>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6BB36620-4B3F-4D47-BBFD-58527704ACC9}"/>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theme and one practice or response described. Give one similarity and one difference. Explain why a</a:t>
            </a:r>
          </a:p>
        </p:txBody>
      </p:sp>
      <p:sp>
        <p:nvSpPr>
          <p:cNvPr id="26" name="shape">
            <a:extLst xmlns:a="http://schemas.openxmlformats.org/drawingml/2006/main">
              <a:ext uri="{FF2B5EF4-FFF2-40B4-BE49-F238E27FC236}">
                <a16:creationId xmlns:a16="http://schemas.microsoft.com/office/drawing/2014/main" id="{BF001CC2-89EF-4499-8284-D56BD0A88FCE}"/>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89F1A5E5-44DF-4FF7-AB17-FA5BAE2412C1}"/>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paper symbol needs a source label. Use festival, spring, renewal and symbol. This is study, not</a:t>
            </a:r>
          </a:p>
        </p:txBody>
      </p:sp>
      <p:sp>
        <p:nvSpPr>
          <p:cNvPr id="28" name="shape">
            <a:extLst xmlns:a="http://schemas.openxmlformats.org/drawingml/2006/main">
              <a:ext uri="{FF2B5EF4-FFF2-40B4-BE49-F238E27FC236}">
                <a16:creationId xmlns:a16="http://schemas.microsoft.com/office/drawing/2014/main" id="{4F01BEC1-E8E8-4C07-A1E6-3761962785C8}"/>
              </a:ext>
            </a:extLst>
          </p:cNvPr>
          <p:cNvSpPr>
            <a:spLocks xmlns:a="http://schemas.openxmlformats.org/drawingml/2006/main" noGrp="1"/>
          </p:cNvSpPr>
          <p:nvPr/>
        </p:nvSpPr>
        <p:spPr>
          <a:xfrm xmlns:a="http://schemas.openxmlformats.org/drawingml/2006/main">
            <a:off x="409575" y="38290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3FEE58E7-374E-44FD-BC60-7AB9CF927F01}"/>
              </a:ext>
            </a:extLst>
          </p:cNvPr>
          <p:cNvSpPr>
            <a:spLocks xmlns:a="http://schemas.openxmlformats.org/drawingml/2006/main" noGrp="1"/>
          </p:cNvSpPr>
          <p:nvPr/>
        </p:nvSpPr>
        <p:spPr>
          <a:xfrm xmlns:a="http://schemas.openxmlformats.org/drawingml/2006/main">
            <a:off x="457200" y="3838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30" name="shape">
            <a:extLst xmlns:a="http://schemas.openxmlformats.org/drawingml/2006/main">
              <a:ext uri="{FF2B5EF4-FFF2-40B4-BE49-F238E27FC236}">
                <a16:creationId xmlns:a16="http://schemas.microsoft.com/office/drawing/2014/main" id="{34A56AAC-276B-48E0-865C-DFB827AE5516}"/>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50364240-9F09-4A53-8444-9296DC4FA0C7}"/>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Further challenge: Explain how two festivals can both suggest renewal without having the same</a:t>
            </a:r>
          </a:p>
        </p:txBody>
      </p:sp>
      <p:sp>
        <p:nvSpPr>
          <p:cNvPr id="32" name="shape">
            <a:extLst xmlns:a="http://schemas.openxmlformats.org/drawingml/2006/main">
              <a:ext uri="{FF2B5EF4-FFF2-40B4-BE49-F238E27FC236}">
                <a16:creationId xmlns:a16="http://schemas.microsoft.com/office/drawing/2014/main" id="{E892F6E6-FF74-40A0-887E-92FEDA7F39E4}"/>
              </a:ext>
            </a:extLst>
          </p:cNvPr>
          <p:cNvSpPr>
            <a:spLocks xmlns:a="http://schemas.openxmlformats.org/drawingml/2006/main" noGrp="1"/>
          </p:cNvSpPr>
          <p:nvPr/>
        </p:nvSpPr>
        <p:spPr>
          <a:xfrm xmlns:a="http://schemas.openxmlformats.org/drawingml/2006/main">
            <a:off x="409575" y="45148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67A8E396-466F-4A96-854D-6599CB0960B3}"/>
              </a:ext>
            </a:extLst>
          </p:cNvPr>
          <p:cNvSpPr>
            <a:spLocks xmlns:a="http://schemas.openxmlformats.org/drawingml/2006/main" noGrp="1"/>
          </p:cNvSpPr>
          <p:nvPr/>
        </p:nvSpPr>
        <p:spPr>
          <a:xfrm xmlns:a="http://schemas.openxmlformats.org/drawingml/2006/main">
            <a:off x="457200" y="4524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belief or practice.</a:t>
            </a:r>
          </a:p>
        </p:txBody>
      </p:sp>
    </p:spTree>
    <p:extLst>
      <p:ext uri="{BB962C8B-B14F-4D97-AF65-F5344CB8AC3E}">
        <p14:creationId xmlns:p14="http://schemas.microsoft.com/office/powerpoint/2010/main" val="154370944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1272E652-25D1-4A88-97B6-F0DD465432E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D7A7EF4F-5ABD-4505-BDC8-B9CDFA0C951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E329C91-50E4-4DCA-B4F8-511C0CD3956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419B6F12-B988-4268-B34E-16B02D80BED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61A496E-22D6-4DFB-94D3-C8BC0FAD2DF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0A3CC7A-AE4E-4BB9-A28D-FA2BD0483A7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20DF854-B349-4C5E-9777-F95891DA153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E179BD9-329D-4968-A11B-70C1719874E1}"/>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13780A6-45B6-415E-82A8-AB8A5C98232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EB3B602-1FF4-44BC-848E-B0510F39F38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88686A45-E9BF-40D5-9209-6EF5C2706E8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BA43B174-3440-40B6-9D13-2AB80A24EF5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E607B1B-FF82-4B04-90BE-C6BB6D77A1B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43</a:t>
            </a:r>
          </a:p>
        </p:txBody>
      </p:sp>
      <p:sp>
        <p:nvSpPr>
          <p:cNvPr id="14" name="licence-footer">
            <a:extLst xmlns:a="http://schemas.openxmlformats.org/drawingml/2006/main">
              <a:ext uri="{FF2B5EF4-FFF2-40B4-BE49-F238E27FC236}">
                <a16:creationId xmlns:a16="http://schemas.microsoft.com/office/drawing/2014/main" id="{5D1278BE-2F77-4066-99D5-B89DB741132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2CD0EFF-B55F-40BB-921F-960011BC2624}"/>
              </a:ext>
            </a:extLst>
          </p:cNvPr>
          <p:cNvPicPr>
            <a:picLocks xmlns:a="http://schemas.openxmlformats.org/drawingml/2006/main" noChangeAspect="1"/>
          </p:cNvPicPr>
          <p:nvPr/>
        </p:nvPicPr>
        <p:blipFill>
          <a:blip xmlns:r="http://schemas.openxmlformats.org/officeDocument/2006/relationships" xmlns:a="http://schemas.openxmlformats.org/drawingml/2006/main" r:embed="Rb2ff0f10a01e439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B46655A-60C2-4A41-BA7D-588A15BCD199}"/>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196DF87-7D5E-4FAB-B7DF-67713FB84F4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18" name="shape">
            <a:extLst xmlns:a="http://schemas.openxmlformats.org/drawingml/2006/main">
              <a:ext uri="{FF2B5EF4-FFF2-40B4-BE49-F238E27FC236}">
                <a16:creationId xmlns:a16="http://schemas.microsoft.com/office/drawing/2014/main" id="{D0F55678-E98C-41F3-9E61-2752E2E06EC1}"/>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3721C69-0DF1-4EF0-8505-C626FA03C84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0" name="shape">
            <a:extLst xmlns:a="http://schemas.openxmlformats.org/drawingml/2006/main">
              <a:ext uri="{FF2B5EF4-FFF2-40B4-BE49-F238E27FC236}">
                <a16:creationId xmlns:a16="http://schemas.microsoft.com/office/drawing/2014/main" id="{DB5A53EE-865F-41F5-A568-62738FD9BEE8}"/>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6C9C8B4-778F-4F84-A45F-2D9B0A499003}"/>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2" name="shape">
            <a:extLst xmlns:a="http://schemas.openxmlformats.org/drawingml/2006/main">
              <a:ext uri="{FF2B5EF4-FFF2-40B4-BE49-F238E27FC236}">
                <a16:creationId xmlns:a16="http://schemas.microsoft.com/office/drawing/2014/main" id="{54EB3852-9F70-4A5A-B2A6-E93ABCA86BA8}"/>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A481DBE5-A9E5-47B3-A5DF-755ADA48F5D0}"/>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A [ ] / source belief or theme [ ] / practice or response [ ]</a:t>
            </a:r>
          </a:p>
        </p:txBody>
      </p:sp>
      <p:sp>
        <p:nvSpPr>
          <p:cNvPr id="24" name="shape">
            <a:extLst xmlns:a="http://schemas.openxmlformats.org/drawingml/2006/main">
              <a:ext uri="{FF2B5EF4-FFF2-40B4-BE49-F238E27FC236}">
                <a16:creationId xmlns:a16="http://schemas.microsoft.com/office/drawing/2014/main" id="{869204C3-A8B5-44C2-80D4-737A9BBB8F74}"/>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4A10DD6F-EAF3-4B7F-B92E-24D9C45AAFD5}"/>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B [ ] / source belief or theme [ ] / practice or response [ ]</a:t>
            </a:r>
          </a:p>
        </p:txBody>
      </p:sp>
      <p:sp>
        <p:nvSpPr>
          <p:cNvPr id="26" name="shape">
            <a:extLst xmlns:a="http://schemas.openxmlformats.org/drawingml/2006/main">
              <a:ext uri="{FF2B5EF4-FFF2-40B4-BE49-F238E27FC236}">
                <a16:creationId xmlns:a16="http://schemas.microsoft.com/office/drawing/2014/main" id="{9C2F1EF1-0629-4235-B2EC-C2884CB61D40}"/>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A8061B9-BF88-4013-B3EF-90CAD476FEA2}"/>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28" name="shape">
            <a:extLst xmlns:a="http://schemas.openxmlformats.org/drawingml/2006/main">
              <a:ext uri="{FF2B5EF4-FFF2-40B4-BE49-F238E27FC236}">
                <a16:creationId xmlns:a16="http://schemas.microsoft.com/office/drawing/2014/main" id="{D26C7F64-C634-419F-B6DD-623642F17A36}"/>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75E7CDE8-F361-4CA1-9CEA-503140150D64}"/>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paper symbol and source label [ ] / check [ ]</a:t>
            </a:r>
          </a:p>
        </p:txBody>
      </p:sp>
      <p:sp>
        <p:nvSpPr>
          <p:cNvPr id="30" name="shape">
            <a:extLst xmlns:a="http://schemas.openxmlformats.org/drawingml/2006/main">
              <a:ext uri="{FF2B5EF4-FFF2-40B4-BE49-F238E27FC236}">
                <a16:creationId xmlns:a16="http://schemas.microsoft.com/office/drawing/2014/main" id="{1923496D-EE6B-47B3-A256-E3B8C830E585}"/>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9FCD4DB4-BE57-4FCD-8E17-94B336D8D2BD}"/>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32" name="shape">
            <a:extLst xmlns:a="http://schemas.openxmlformats.org/drawingml/2006/main">
              <a:ext uri="{FF2B5EF4-FFF2-40B4-BE49-F238E27FC236}">
                <a16:creationId xmlns:a16="http://schemas.microsoft.com/office/drawing/2014/main" id="{CB830273-BE31-4815-A481-023B7B216436}"/>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35E4D66E-02C4-40EE-B24D-F4E53C5D8BF6}"/>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88515450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EAF42169-413B-463A-9022-E016084F108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F762286B-5F34-4C07-B868-D9CC7D58D1C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7C1CCF1E-6DC5-4F40-86EF-9F272AF64F1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075C110E-7562-4B72-A414-F18AF87B662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FC14E85-7D0D-4A43-9E82-57F4E527FDC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ADC5E66-50F0-4FD6-BECC-6513CD37842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A33622A-9E16-4691-AE0B-FE4588C5E47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0502990-1978-4B43-A435-A9E2F7957F9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6795A2B-9652-4FD7-A1B4-B3874E4997B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106453B-E6EA-4B73-B299-18D4D46D983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29CF4C6E-9BE8-456B-A91C-819ED5F18C1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99D8F310-CDD9-4F67-BE68-66934E5B7B7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36E81F54-C629-4C75-A3E6-5F90D0CD533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43</a:t>
            </a:r>
          </a:p>
        </p:txBody>
      </p:sp>
      <p:sp>
        <p:nvSpPr>
          <p:cNvPr id="14" name="licence-footer">
            <a:extLst xmlns:a="http://schemas.openxmlformats.org/drawingml/2006/main">
              <a:ext uri="{FF2B5EF4-FFF2-40B4-BE49-F238E27FC236}">
                <a16:creationId xmlns:a16="http://schemas.microsoft.com/office/drawing/2014/main" id="{03450AD2-DBBE-4993-9E60-A245542605D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A8BC8A0-37F7-4ECD-BE20-33E0D7624C39}"/>
              </a:ext>
            </a:extLst>
          </p:cNvPr>
          <p:cNvPicPr>
            <a:picLocks xmlns:a="http://schemas.openxmlformats.org/drawingml/2006/main" noChangeAspect="1"/>
          </p:cNvPicPr>
          <p:nvPr/>
        </p:nvPicPr>
        <p:blipFill>
          <a:blip xmlns:r="http://schemas.openxmlformats.org/officeDocument/2006/relationships" xmlns:a="http://schemas.openxmlformats.org/drawingml/2006/main" r:embed="Re9787aa0f4a740e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28AE46E-DF21-4697-B6F8-15740494B601}"/>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A4FA0C9-983E-49A4-B745-970F3C05FBB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46E6C55B-0311-474A-8F04-2D2211F7301F}"/>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09EF0AB-281B-4F7F-9778-4B3F40DD603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96F19D6D-0B62-4D7C-BA2B-E0A6AD88E736}"/>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342ABFB-55F0-4132-A9E5-34ABCF30C69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745070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44DB3771-D270-414B-BA4E-F067D8AE024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88228AA7-8918-4AAB-A47A-BF3CCF0AC9A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018637F-A539-427F-A6E2-7D6EAEED854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Blank record — classroom tool</a:t>
            </a:r>
          </a:p>
        </p:txBody>
      </p:sp>
      <p:sp>
        <p:nvSpPr>
          <p:cNvPr id="4" name="shape">
            <a:extLst xmlns:a="http://schemas.openxmlformats.org/drawingml/2006/main">
              <a:ext uri="{FF2B5EF4-FFF2-40B4-BE49-F238E27FC236}">
                <a16:creationId xmlns:a16="http://schemas.microsoft.com/office/drawing/2014/main" id="{217C7139-A5E8-467F-A5B1-8EFE956E15D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88BBA82-FBD6-4D22-817E-112D6F92C61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AACD6E2-1DA9-4906-896F-2548A0E8917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BD5B791-D989-4E82-B41E-566926547E2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5D70473-B177-4A71-B20B-7A5773169E1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68739A1-3D23-46FF-AA91-08AC32A3094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50D0BF7-C37D-4136-B513-5997A8D3094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70FC61DD-9566-4BDC-9FB4-B408E3C0C1D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2AF5D4D2-3123-497A-B578-E7CE61D6EFF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9380C231-9936-4739-B358-703500BA66F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43</a:t>
            </a:r>
          </a:p>
        </p:txBody>
      </p:sp>
      <p:sp>
        <p:nvSpPr>
          <p:cNvPr id="14" name="licence-footer">
            <a:extLst xmlns:a="http://schemas.openxmlformats.org/drawingml/2006/main">
              <a:ext uri="{FF2B5EF4-FFF2-40B4-BE49-F238E27FC236}">
                <a16:creationId xmlns:a16="http://schemas.microsoft.com/office/drawing/2014/main" id="{29B219F9-7E4B-437C-9AD2-43361CF5DF4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664FDA2-3BC9-412A-9086-F6E56C8246C2}"/>
              </a:ext>
            </a:extLst>
          </p:cNvPr>
          <p:cNvPicPr>
            <a:picLocks xmlns:a="http://schemas.openxmlformats.org/drawingml/2006/main" noChangeAspect="1"/>
          </p:cNvPicPr>
          <p:nvPr/>
        </p:nvPicPr>
        <p:blipFill>
          <a:blip xmlns:r="http://schemas.openxmlformats.org/officeDocument/2006/relationships" xmlns:a="http://schemas.openxmlformats.org/drawingml/2006/main" r:embed="R4ebbe189b4164a3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2B8E645-1573-4E98-A350-683425553CA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A [ ] / source belief or theme [ ] / practice or response [ ]</a:t>
            </a:r>
          </a:p>
        </p:txBody>
      </p:sp>
      <p:sp>
        <p:nvSpPr>
          <p:cNvPr id="17" name="pupil-text">
            <a:extLst xmlns:a="http://schemas.openxmlformats.org/drawingml/2006/main">
              <a:ext uri="{FF2B5EF4-FFF2-40B4-BE49-F238E27FC236}">
                <a16:creationId xmlns:a16="http://schemas.microsoft.com/office/drawing/2014/main" id="{46C968E7-C668-4428-9200-AEFFD811305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Festival B [ ] / source belief or theme [ ] / practice or response [ ]</a:t>
            </a:r>
          </a:p>
        </p:txBody>
      </p:sp>
      <p:sp>
        <p:nvSpPr>
          <p:cNvPr id="18" name="pupil-text">
            <a:extLst xmlns:a="http://schemas.openxmlformats.org/drawingml/2006/main">
              <a:ext uri="{FF2B5EF4-FFF2-40B4-BE49-F238E27FC236}">
                <a16:creationId xmlns:a16="http://schemas.microsoft.com/office/drawing/2014/main" id="{2502D5B8-5412-43D3-A8DB-05629BEF6696}"/>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19" name="pupil-text">
            <a:extLst xmlns:a="http://schemas.openxmlformats.org/drawingml/2006/main">
              <a:ext uri="{FF2B5EF4-FFF2-40B4-BE49-F238E27FC236}">
                <a16:creationId xmlns:a16="http://schemas.microsoft.com/office/drawing/2014/main" id="{0E409E07-D0CD-44E7-BA8A-A7584D502AE8}"/>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paper symbol and source label [ ] / check [ ]</a:t>
            </a:r>
          </a:p>
        </p:txBody>
      </p:sp>
      <p:sp>
        <p:nvSpPr>
          <p:cNvPr id="20" name="shape">
            <a:extLst xmlns:a="http://schemas.openxmlformats.org/drawingml/2006/main">
              <a:ext uri="{FF2B5EF4-FFF2-40B4-BE49-F238E27FC236}">
                <a16:creationId xmlns:a16="http://schemas.microsoft.com/office/drawing/2014/main" id="{8B6C0239-25A8-4AD4-9DB6-F88149D3A894}"/>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AEE97A6-4651-4631-878A-EFF83445EA9A}"/>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Tree>
    <p:extLst>
      <p:ext uri="{BB962C8B-B14F-4D97-AF65-F5344CB8AC3E}">
        <p14:creationId xmlns:p14="http://schemas.microsoft.com/office/powerpoint/2010/main" val="64361424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53FD95B-627A-46AB-82DC-CB05625F739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F9CF1039-9F16-4181-8D60-4DF6A3DA48C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4510C13C-788D-45F9-963A-97FB77606FC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9F96E840-A143-4406-B9F9-9B283319831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42AC6A7-D4F7-410D-8CE6-DF24EA1EDB6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AE0CC6A-18B2-458A-BA71-894842EB4A4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6C94398-406D-41EF-89CA-C0741F15388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314C4C5-558B-4AA3-B8FD-9295F55FD30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3D10F49-678E-48DD-A0B6-8634CEE0CD16}"/>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02D6714-B615-4680-A8E1-DB10510C312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A8E166A6-ED26-46AC-8718-2CBA1A496F9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C9D081ED-30AC-4933-B900-2A93B617F6A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C6B8955-A350-43F9-95FC-2635194559E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39 / 43</a:t>
            </a:r>
          </a:p>
        </p:txBody>
      </p:sp>
      <p:sp>
        <p:nvSpPr>
          <p:cNvPr id="14" name="licence-footer">
            <a:extLst xmlns:a="http://schemas.openxmlformats.org/drawingml/2006/main">
              <a:ext uri="{FF2B5EF4-FFF2-40B4-BE49-F238E27FC236}">
                <a16:creationId xmlns:a16="http://schemas.microsoft.com/office/drawing/2014/main" id="{0B67E12A-E10D-4FCF-90DF-98BD452E9CA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CD82535-6D35-4608-8529-914DD0BF44BC}"/>
              </a:ext>
            </a:extLst>
          </p:cNvPr>
          <p:cNvPicPr>
            <a:picLocks xmlns:a="http://schemas.openxmlformats.org/drawingml/2006/main" noChangeAspect="1"/>
          </p:cNvPicPr>
          <p:nvPr/>
        </p:nvPicPr>
        <p:blipFill>
          <a:blip xmlns:r="http://schemas.openxmlformats.org/officeDocument/2006/relationships" xmlns:a="http://schemas.openxmlformats.org/drawingml/2006/main" r:embed="R80c383b53096491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56A3602-FBF0-4CC9-82A7-5D6951A2A63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DAE8E798-2A6D-4D5E-B8A6-52F8D588B2B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display notes — G-P-S5 and G-P-S6, in new words. X: an Easter account links new life with hope</a:t>
            </a:r>
          </a:p>
        </p:txBody>
      </p:sp>
      <p:sp>
        <p:nvSpPr>
          <p:cNvPr id="18" name="pupil-text">
            <a:extLst xmlns:a="http://schemas.openxmlformats.org/drawingml/2006/main">
              <a:ext uri="{FF2B5EF4-FFF2-40B4-BE49-F238E27FC236}">
                <a16:creationId xmlns:a16="http://schemas.microsoft.com/office/drawing/2014/main" id="{FDDAEB14-15CB-4D1D-8F2D-7E1AE7DA17C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kindness. Y: one Holi account welcomes spring and marks good overcoming evil; it describes colour</a:t>
            </a:r>
          </a:p>
        </p:txBody>
      </p:sp>
      <p:sp>
        <p:nvSpPr>
          <p:cNvPr id="19" name="pupil-text">
            <a:extLst xmlns:a="http://schemas.openxmlformats.org/drawingml/2006/main">
              <a:ext uri="{FF2B5EF4-FFF2-40B4-BE49-F238E27FC236}">
                <a16:creationId xmlns:a16="http://schemas.microsoft.com/office/drawing/2014/main" id="{64C71733-5828-457F-B11E-1393D5F09D17}"/>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some celebrations. These are source accounts for study.</a:t>
            </a:r>
          </a:p>
        </p:txBody>
      </p:sp>
      <p:sp>
        <p:nvSpPr>
          <p:cNvPr id="20" name="pupil-text">
            <a:extLst xmlns:a="http://schemas.openxmlformats.org/drawingml/2006/main">
              <a:ext uri="{FF2B5EF4-FFF2-40B4-BE49-F238E27FC236}">
                <a16:creationId xmlns:a16="http://schemas.microsoft.com/office/drawing/2014/main" id="{10857D8A-7134-44A4-86B3-285F60F5851C}"/>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not sure yet; 2 = partly sure; 3 = sure.</a:t>
            </a:r>
          </a:p>
        </p:txBody>
      </p:sp>
    </p:spTree>
    <p:extLst>
      <p:ext uri="{BB962C8B-B14F-4D97-AF65-F5344CB8AC3E}">
        <p14:creationId xmlns:p14="http://schemas.microsoft.com/office/powerpoint/2010/main" val="197462979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749AD08C-6C6B-4AD3-AC37-DEF529E636B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3300A591-BEC7-460F-B263-210DC4A4105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682AC8F0-4F1E-42E6-B1B1-7196AB515B1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D1CC6080-CCC5-4FBC-B1A9-D62D66CD70E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AD6F7E6-AA4E-47DE-8395-41DE2ABD620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844E247-BFB0-46B0-B27E-377349E679C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4EEF5EE-6DDF-46A0-9AB5-D2AB703F752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4D5F688-E31F-411A-B8BE-BD8D4363F4F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26E29FA-B870-4884-B906-EA99A42ECFE9}"/>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A641E32-472A-437F-84C4-FFCD01797E0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F376B6B5-3C77-4D13-BE4D-8CC2E53B3E3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846C7A64-56AA-4EE6-B279-F9758F1E15C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01183DDC-B323-4208-855F-AA8F8F448BC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40 / 43</a:t>
            </a:r>
          </a:p>
        </p:txBody>
      </p:sp>
      <p:sp>
        <p:nvSpPr>
          <p:cNvPr id="14" name="licence-footer">
            <a:extLst xmlns:a="http://schemas.openxmlformats.org/drawingml/2006/main">
              <a:ext uri="{FF2B5EF4-FFF2-40B4-BE49-F238E27FC236}">
                <a16:creationId xmlns:a16="http://schemas.microsoft.com/office/drawing/2014/main" id="{505AEB2A-23DB-4E86-BE62-8797DE33967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C6C0760-172A-4EA1-9771-22483D8CA7D7}"/>
              </a:ext>
            </a:extLst>
          </p:cNvPr>
          <p:cNvPicPr>
            <a:picLocks xmlns:a="http://schemas.openxmlformats.org/drawingml/2006/main" noChangeAspect="1"/>
          </p:cNvPicPr>
          <p:nvPr/>
        </p:nvPicPr>
        <p:blipFill>
          <a:blip xmlns:r="http://schemas.openxmlformats.org/officeDocument/2006/relationships" xmlns:a="http://schemas.openxmlformats.org/drawingml/2006/main" r:embed="R30a8586e3e074e5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02B8178-4032-4D4C-873D-354E1F4723F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display notes — G-P-S5 and G-P-S6, in new words. X: an Easter account links new life with hope</a:t>
            </a:r>
          </a:p>
        </p:txBody>
      </p:sp>
      <p:sp>
        <p:nvSpPr>
          <p:cNvPr id="17" name="pupil-text">
            <a:extLst xmlns:a="http://schemas.openxmlformats.org/drawingml/2006/main">
              <a:ext uri="{FF2B5EF4-FFF2-40B4-BE49-F238E27FC236}">
                <a16:creationId xmlns:a16="http://schemas.microsoft.com/office/drawing/2014/main" id="{6A9FED07-9D0E-42D7-B1A8-2D57CCB996AE}"/>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kindness. Y: one Holi account welcomes spring and marks good overcoming evil; it describes colour</a:t>
            </a:r>
          </a:p>
        </p:txBody>
      </p:sp>
      <p:sp>
        <p:nvSpPr>
          <p:cNvPr id="18" name="pupil-text">
            <a:extLst xmlns:a="http://schemas.openxmlformats.org/drawingml/2006/main">
              <a:ext uri="{FF2B5EF4-FFF2-40B4-BE49-F238E27FC236}">
                <a16:creationId xmlns:a16="http://schemas.microsoft.com/office/drawing/2014/main" id="{0F680FD5-7EC8-4D6B-82CF-ABDDE571CFE1}"/>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some celebrations. These are source accounts for study.</a:t>
            </a:r>
          </a:p>
        </p:txBody>
      </p:sp>
      <p:sp>
        <p:nvSpPr>
          <p:cNvPr id="19" name="shape">
            <a:extLst xmlns:a="http://schemas.openxmlformats.org/drawingml/2006/main">
              <a:ext uri="{FF2B5EF4-FFF2-40B4-BE49-F238E27FC236}">
                <a16:creationId xmlns:a16="http://schemas.microsoft.com/office/drawing/2014/main" id="{EFB7737D-A178-4E9B-ACA5-F91E64DD4233}"/>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55B3D07A-E28A-4714-B656-FB167329477F}"/>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Tree>
    <p:extLst>
      <p:ext uri="{BB962C8B-B14F-4D97-AF65-F5344CB8AC3E}">
        <p14:creationId xmlns:p14="http://schemas.microsoft.com/office/powerpoint/2010/main" val="93941370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FE1BB95-3A11-4AAD-B580-5D8D6884CFB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57D2DAE0-4B14-4391-98C2-06DF91160E9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1E6D2A73-2A72-4F5D-917C-C2D57EA07F4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833D45ED-3466-4800-899B-767CF8BF63D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918119C-B93A-448B-A071-C0782FCDA96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25E66C0-F2F9-4E69-95FE-6679221AA91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F8A3D86-FBB9-4999-850B-DAC5D2463EB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A8EAE7A-94E8-4AA6-A8F6-D7B80B32DB8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AD38B35-B01F-449A-A917-CB7D4FEAC343}"/>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5810D7D-D245-4757-AE8D-550BDF64E02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2804732B-FFBF-4065-9D46-E66A3C107BD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A9ED4225-8F74-4557-B817-1AE45F3A827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59898AF5-EBA8-41D1-8F05-986E6C455BA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41 / 43</a:t>
            </a:r>
          </a:p>
        </p:txBody>
      </p:sp>
      <p:sp>
        <p:nvSpPr>
          <p:cNvPr id="14" name="licence-footer">
            <a:extLst xmlns:a="http://schemas.openxmlformats.org/drawingml/2006/main">
              <a:ext uri="{FF2B5EF4-FFF2-40B4-BE49-F238E27FC236}">
                <a16:creationId xmlns:a16="http://schemas.microsoft.com/office/drawing/2014/main" id="{2781559B-1E0D-4D89-BA0E-F328EB447FC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E807652-3C3A-4D57-A5C4-29841781AEDC}"/>
              </a:ext>
            </a:extLst>
          </p:cNvPr>
          <p:cNvPicPr>
            <a:picLocks xmlns:a="http://schemas.openxmlformats.org/drawingml/2006/main" noChangeAspect="1"/>
          </p:cNvPicPr>
          <p:nvPr/>
        </p:nvPicPr>
        <p:blipFill>
          <a:blip xmlns:r="http://schemas.openxmlformats.org/officeDocument/2006/relationships" xmlns:a="http://schemas.openxmlformats.org/drawingml/2006/main" r:embed="Rc1d0f0294cb644a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BF02F91-BF31-4769-AF39-A0ABF4D1D46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2FB0B706-88F5-4042-80BE-26799162D23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8AB959B2-4D5B-459D-BCC3-D915D097C32B}"/>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one theme linked to X or Y.</a:t>
            </a:r>
          </a:p>
        </p:txBody>
      </p:sp>
      <p:sp>
        <p:nvSpPr>
          <p:cNvPr id="19" name="pupil-text">
            <a:extLst xmlns:a="http://schemas.openxmlformats.org/drawingml/2006/main">
              <a:ext uri="{FF2B5EF4-FFF2-40B4-BE49-F238E27FC236}">
                <a16:creationId xmlns:a16="http://schemas.microsoft.com/office/drawing/2014/main" id="{393554BC-6DE4-48F6-B216-1FF4352B7C3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63027AEA-DC9B-4614-A2DB-F22E6407239E}"/>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one difference between the two accounts.</a:t>
            </a:r>
          </a:p>
        </p:txBody>
      </p:sp>
    </p:spTree>
    <p:extLst>
      <p:ext uri="{BB962C8B-B14F-4D97-AF65-F5344CB8AC3E}">
        <p14:creationId xmlns:p14="http://schemas.microsoft.com/office/powerpoint/2010/main" val="11517632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0533A3C-6E60-4ED9-9DC4-776FEAE4162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AB30182B-3C54-483B-A3E4-1CDDCB76D08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E1524AE6-C466-456E-B392-038AEB96942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A60F6C32-D0B7-40D1-AE59-64126AC836B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DFD40DD-2647-428D-8145-DBA15E26FA7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7A4BF7A-80E7-4A2E-AD09-51921F6860F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ABE72E2-AB6E-4294-BB8B-56DAAA7F5F7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D39EE33-30AD-4828-B44F-0EAA1C03A96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209D9D0-ABD7-40A8-9ABA-A89332AD7A5E}"/>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76CAD2C-EB92-4834-A49E-6CFC92ED882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504DB289-98E0-4E74-8E2A-CE5DF093D2B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B3FFE1E5-A2A2-49CA-83B2-050B0F6A975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75EEC745-4438-468A-8B19-65254F67E09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42 / 43</a:t>
            </a:r>
          </a:p>
        </p:txBody>
      </p:sp>
      <p:sp>
        <p:nvSpPr>
          <p:cNvPr id="14" name="licence-footer">
            <a:extLst xmlns:a="http://schemas.openxmlformats.org/drawingml/2006/main">
              <a:ext uri="{FF2B5EF4-FFF2-40B4-BE49-F238E27FC236}">
                <a16:creationId xmlns:a16="http://schemas.microsoft.com/office/drawing/2014/main" id="{343E482F-ECC8-4459-8C81-63D3990D0CE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9BC342C-09AD-4429-B069-5DE3043092F7}"/>
              </a:ext>
            </a:extLst>
          </p:cNvPr>
          <p:cNvPicPr>
            <a:picLocks xmlns:a="http://schemas.openxmlformats.org/drawingml/2006/main" noChangeAspect="1"/>
          </p:cNvPicPr>
          <p:nvPr/>
        </p:nvPicPr>
        <p:blipFill>
          <a:blip xmlns:r="http://schemas.openxmlformats.org/officeDocument/2006/relationships" xmlns:a="http://schemas.openxmlformats.org/drawingml/2006/main" r:embed="R53a26a7c27e5436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18E5964-2577-493F-B4D5-53D3A44A186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C3B1ED30-CB09-48BE-923E-91EA7D715B20}"/>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13B2833B-6D83-495D-9C5B-1EE18398CFF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a similarity in the new-start themes.</a:t>
            </a:r>
          </a:p>
        </p:txBody>
      </p:sp>
      <p:sp>
        <p:nvSpPr>
          <p:cNvPr id="19" name="pupil-text">
            <a:extLst xmlns:a="http://schemas.openxmlformats.org/drawingml/2006/main">
              <a:ext uri="{FF2B5EF4-FFF2-40B4-BE49-F238E27FC236}">
                <a16:creationId xmlns:a16="http://schemas.microsoft.com/office/drawing/2014/main" id="{C4E7E6B8-B2A2-4A35-9992-2443CADE20D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52D9A641-7633-4987-BFDA-57EC82DFC6E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source-based difference in belief or practice.</a:t>
            </a:r>
          </a:p>
        </p:txBody>
      </p:sp>
    </p:spTree>
    <p:extLst>
      <p:ext uri="{BB962C8B-B14F-4D97-AF65-F5344CB8AC3E}">
        <p14:creationId xmlns:p14="http://schemas.microsoft.com/office/powerpoint/2010/main" val="194561549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3D57855-83CF-46CD-93B4-3BEE5A48DC6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5</a:t>
            </a:r>
          </a:p>
        </p:txBody>
      </p:sp>
      <p:sp>
        <p:nvSpPr>
          <p:cNvPr id="2" name="stage-clock">
            <a:extLst xmlns:a="http://schemas.openxmlformats.org/drawingml/2006/main">
              <a:ext uri="{FF2B5EF4-FFF2-40B4-BE49-F238E27FC236}">
                <a16:creationId xmlns:a16="http://schemas.microsoft.com/office/drawing/2014/main" id="{17CBC58B-A3FB-4167-A170-B44B30B53CF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BDC5F007-A06C-4B8E-BBCC-D5BA996ECE1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8E390930-E883-4628-B986-187CE0894E0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6B02A70-7D68-43F0-874D-324652E4708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21E9EFC-49CE-4AFA-8D2E-AD9C4404D37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67A033B-2937-4A6B-86FD-5158AED2939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4A9A8FC-A6BC-4114-8D4D-E57855649FE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41889D7-BE32-4B18-87E5-A92E04379953}"/>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56EB0E7-C4BC-46F1-87A2-1296FE37910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say how two festivals show spring or a new start.</a:t>
            </a:r>
          </a:p>
        </p:txBody>
      </p:sp>
      <p:sp>
        <p:nvSpPr>
          <p:cNvPr id="11" name="re-framing">
            <a:extLst xmlns:a="http://schemas.openxmlformats.org/drawingml/2006/main">
              <a:ext uri="{FF2B5EF4-FFF2-40B4-BE49-F238E27FC236}">
                <a16:creationId xmlns:a16="http://schemas.microsoft.com/office/drawing/2014/main" id="{536E6EDE-9A0D-4F07-AC9E-9BA6A1BCA37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celebrations; this activity is not worship</a:t>
            </a:r>
          </a:p>
        </p:txBody>
      </p:sp>
      <p:sp>
        <p:nvSpPr>
          <p:cNvPr id="12" name="blank-version-footer">
            <a:extLst xmlns:a="http://schemas.openxmlformats.org/drawingml/2006/main">
              <a:ext uri="{FF2B5EF4-FFF2-40B4-BE49-F238E27FC236}">
                <a16:creationId xmlns:a16="http://schemas.microsoft.com/office/drawing/2014/main" id="{AE89B2E0-1F6F-4D67-9B78-F7C6A371D04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GROW-RE-S1-W05 · Version: ______ · Source page SHA-256: ______</a:t>
            </a:r>
          </a:p>
        </p:txBody>
      </p:sp>
      <p:sp>
        <p:nvSpPr>
          <p:cNvPr id="13" name="slide-progress">
            <a:extLst xmlns:a="http://schemas.openxmlformats.org/drawingml/2006/main">
              <a:ext uri="{FF2B5EF4-FFF2-40B4-BE49-F238E27FC236}">
                <a16:creationId xmlns:a16="http://schemas.microsoft.com/office/drawing/2014/main" id="{6256E1D3-C643-4438-A8AE-FA6284F1663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43 / 43</a:t>
            </a:r>
          </a:p>
        </p:txBody>
      </p:sp>
      <p:sp>
        <p:nvSpPr>
          <p:cNvPr id="14" name="licence-footer">
            <a:extLst xmlns:a="http://schemas.openxmlformats.org/drawingml/2006/main">
              <a:ext uri="{FF2B5EF4-FFF2-40B4-BE49-F238E27FC236}">
                <a16:creationId xmlns:a16="http://schemas.microsoft.com/office/drawing/2014/main" id="{987CC970-988E-48B1-84B6-43ECCA1EDB4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DC195D7-21FC-4862-A4D3-09483E192268}"/>
              </a:ext>
            </a:extLst>
          </p:cNvPr>
          <p:cNvPicPr>
            <a:picLocks xmlns:a="http://schemas.openxmlformats.org/drawingml/2006/main" noChangeAspect="1"/>
          </p:cNvPicPr>
          <p:nvPr/>
        </p:nvPicPr>
        <p:blipFill>
          <a:blip xmlns:r="http://schemas.openxmlformats.org/officeDocument/2006/relationships" xmlns:a="http://schemas.openxmlformats.org/drawingml/2006/main" r:embed="Ra1d872c84c164c4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AADDA74-3E2F-457F-AD7A-789814DDE7B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47E29517-7692-401B-845E-348A60AE5B40}"/>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970A81A0-0754-4E35-BE6A-0D1427A5263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how the two accounts express renewal.</a:t>
            </a:r>
          </a:p>
        </p:txBody>
      </p:sp>
      <p:sp>
        <p:nvSpPr>
          <p:cNvPr id="19" name="pupil-text">
            <a:extLst xmlns:a="http://schemas.openxmlformats.org/drawingml/2006/main">
              <a:ext uri="{FF2B5EF4-FFF2-40B4-BE49-F238E27FC236}">
                <a16:creationId xmlns:a16="http://schemas.microsoft.com/office/drawing/2014/main" id="{69BEEF03-AB50-4F48-A30B-EFF6110A419F}"/>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49BE76BD-3A0F-4BB5-BC33-1383442DA5C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a display keep each symbol’s meaning with its source?</a:t>
            </a:r>
          </a:p>
        </p:txBody>
      </p:sp>
    </p:spTree>
    <p:extLst>
      <p:ext uri="{BB962C8B-B14F-4D97-AF65-F5344CB8AC3E}">
        <p14:creationId xmlns:p14="http://schemas.microsoft.com/office/powerpoint/2010/main" val="330593229"/>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festivals express spring or a new start?</dc:title>
  <dcterms:created xsi:type="dcterms:W3CDTF">2026-10-14T14:16:12.5120000Z</dcterms:created>
  <dcterms:modified xsi:type="dcterms:W3CDTF">2026-10-14T14:16:12.5120000Z</dcterms:modified>
  <dc:subject>GROW-RE-S1-W05</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