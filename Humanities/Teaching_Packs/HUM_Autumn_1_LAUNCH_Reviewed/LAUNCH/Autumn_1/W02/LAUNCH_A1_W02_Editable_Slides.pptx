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d505f142dd8b4527" Type="http://schemas.openxmlformats.org/officeDocument/2006/relationships/officeDocument" Target="ppt/presentation.xml"/><Relationship Id="Rf13db48266c24365" Type="http://schemas.openxmlformats.org/officeDocument/2006/relationships/extended-properties" Target="docProps/app.xml"/><Relationship Id="Rf3e51ff738c046a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e1bdd71284199"/>
  </p:sldMasterIdLst>
  <p:notesMasterIdLst>
    <p:notesMasterId xmlns:r="http://schemas.openxmlformats.org/officeDocument/2006/relationships" r:id="Rdf6b539fe38949c6"/>
  </p:notesMasterIdLst>
  <p:sldIdLst>
    <p:sldId xmlns:r="http://schemas.openxmlformats.org/officeDocument/2006/relationships" id="256" r:id="Rf0139d73a6cf4853"/>
    <p:sldId xmlns:r="http://schemas.openxmlformats.org/officeDocument/2006/relationships" id="257" r:id="R0a37743bc31540e2"/>
    <p:sldId xmlns:r="http://schemas.openxmlformats.org/officeDocument/2006/relationships" id="258" r:id="Rbbbd7602076b40e3"/>
    <p:sldId xmlns:r="http://schemas.openxmlformats.org/officeDocument/2006/relationships" id="259" r:id="R45209a9ce9444fb2"/>
    <p:sldId xmlns:r="http://schemas.openxmlformats.org/officeDocument/2006/relationships" id="260" r:id="Rae5b3d75a3d54c1b"/>
    <p:sldId xmlns:r="http://schemas.openxmlformats.org/officeDocument/2006/relationships" id="261" r:id="Re763bc45c8594049"/>
    <p:sldId xmlns:r="http://schemas.openxmlformats.org/officeDocument/2006/relationships" id="262" r:id="R66a41d6ba7c8459d"/>
    <p:sldId xmlns:r="http://schemas.openxmlformats.org/officeDocument/2006/relationships" id="263" r:id="R169c2546bfbc4f75"/>
    <p:sldId xmlns:r="http://schemas.openxmlformats.org/officeDocument/2006/relationships" id="264" r:id="R0c5b3651031e4b94"/>
    <p:sldId xmlns:r="http://schemas.openxmlformats.org/officeDocument/2006/relationships" id="265" r:id="Rf8977dc3e86c4225"/>
    <p:sldId xmlns:r="http://schemas.openxmlformats.org/officeDocument/2006/relationships" id="266" r:id="R69be040e62364ae0"/>
    <p:sldId xmlns:r="http://schemas.openxmlformats.org/officeDocument/2006/relationships" id="267" r:id="R7ca93b52979c4d17"/>
    <p:sldId xmlns:r="http://schemas.openxmlformats.org/officeDocument/2006/relationships" id="268" r:id="Re2a39ff73cb741ba"/>
    <p:sldId xmlns:r="http://schemas.openxmlformats.org/officeDocument/2006/relationships" id="269" r:id="Rb87c9b77c91a4737"/>
    <p:sldId xmlns:r="http://schemas.openxmlformats.org/officeDocument/2006/relationships" id="270" r:id="R148f3dce296048f7"/>
    <p:sldId xmlns:r="http://schemas.openxmlformats.org/officeDocument/2006/relationships" id="271" r:id="Rac871e7c579540a0"/>
    <p:sldId xmlns:r="http://schemas.openxmlformats.org/officeDocument/2006/relationships" id="272" r:id="R9e5672d1e3754b43"/>
    <p:sldId xmlns:r="http://schemas.openxmlformats.org/officeDocument/2006/relationships" id="273" r:id="Ra7f029c3b75b40f7"/>
    <p:sldId xmlns:r="http://schemas.openxmlformats.org/officeDocument/2006/relationships" id="274" r:id="R39f836c2103d480b"/>
    <p:sldId xmlns:r="http://schemas.openxmlformats.org/officeDocument/2006/relationships" id="275" r:id="R0c43b4e8df19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482326dc2d4622" Type="http://schemas.openxmlformats.org/officeDocument/2006/relationships/presProps" Target="presProps.xml"/><Relationship Id="R0a37743bc31540e2" Type="http://schemas.openxmlformats.org/officeDocument/2006/relationships/slide" Target="slides/slide2.xml"/><Relationship Id="R0c43b4e8df1942d3" Type="http://schemas.openxmlformats.org/officeDocument/2006/relationships/slide" Target="slides/slide20.xml"/><Relationship Id="R0c5b3651031e4b94" Type="http://schemas.openxmlformats.org/officeDocument/2006/relationships/slide" Target="slides/slide9.xml"/><Relationship Id="R148f3dce296048f7" Type="http://schemas.openxmlformats.org/officeDocument/2006/relationships/slide" Target="slides/slide15.xml"/><Relationship Id="R169c2546bfbc4f75" Type="http://schemas.openxmlformats.org/officeDocument/2006/relationships/slide" Target="slides/slide8.xml"/><Relationship Id="R2fba34650ab14616" Type="http://schemas.openxmlformats.org/officeDocument/2006/relationships/theme" Target="theme/theme1.xml"/><Relationship Id="R39f836c2103d480b" Type="http://schemas.openxmlformats.org/officeDocument/2006/relationships/slide" Target="slides/slide19.xml"/><Relationship Id="R45209a9ce9444fb2" Type="http://schemas.openxmlformats.org/officeDocument/2006/relationships/slide" Target="slides/slide4.xml"/><Relationship Id="R502e1bdd71284199" Type="http://schemas.openxmlformats.org/officeDocument/2006/relationships/slideMaster" Target="slideMasters/slideMaster1.xml"/><Relationship Id="R562abc321cb64757" Type="http://schemas.openxmlformats.org/officeDocument/2006/relationships/tableStyles" Target="tableStyles.xml"/><Relationship Id="R66a41d6ba7c8459d" Type="http://schemas.openxmlformats.org/officeDocument/2006/relationships/slide" Target="slides/slide7.xml"/><Relationship Id="R69be040e62364ae0" Type="http://schemas.openxmlformats.org/officeDocument/2006/relationships/slide" Target="slides/slide11.xml"/><Relationship Id="R7ca93b52979c4d17" Type="http://schemas.openxmlformats.org/officeDocument/2006/relationships/slide" Target="slides/slide12.xml"/><Relationship Id="R9e5672d1e3754b43" Type="http://schemas.openxmlformats.org/officeDocument/2006/relationships/slide" Target="slides/slide17.xml"/><Relationship Id="Ra7f029c3b75b40f7" Type="http://schemas.openxmlformats.org/officeDocument/2006/relationships/slide" Target="slides/slide18.xml"/><Relationship Id="Rac871e7c579540a0" Type="http://schemas.openxmlformats.org/officeDocument/2006/relationships/slide" Target="slides/slide16.xml"/><Relationship Id="Rae5b3d75a3d54c1b" Type="http://schemas.openxmlformats.org/officeDocument/2006/relationships/slide" Target="slides/slide5.xml"/><Relationship Id="Rb87c9b77c91a4737" Type="http://schemas.openxmlformats.org/officeDocument/2006/relationships/slide" Target="slides/slide14.xml"/><Relationship Id="Rbbbd7602076b40e3" Type="http://schemas.openxmlformats.org/officeDocument/2006/relationships/slide" Target="slides/slide3.xml"/><Relationship Id="Rdf6b539fe38949c6" Type="http://schemas.openxmlformats.org/officeDocument/2006/relationships/notesMaster" Target="notesMasters/notesMaster1.xml"/><Relationship Id="Re2a39ff73cb741ba" Type="http://schemas.openxmlformats.org/officeDocument/2006/relationships/slide" Target="slides/slide13.xml"/><Relationship Id="Re763bc45c8594049" Type="http://schemas.openxmlformats.org/officeDocument/2006/relationships/slide" Target="slides/slide6.xml"/><Relationship Id="Rf0139d73a6cf4853" Type="http://schemas.openxmlformats.org/officeDocument/2006/relationships/slide" Target="slides/slide1.xml"/><Relationship Id="Rf8977dc3e86c422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dd1223391cc5423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a284148bc84ed9" Type="http://schemas.openxmlformats.org/officeDocument/2006/relationships/notesMaster" Target="../notesMasters/notesMaster1.xml"/><Relationship Id="Rd9f9d6b409f8417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4783dd704ca4d66" Type="http://schemas.openxmlformats.org/officeDocument/2006/relationships/notesMaster" Target="../notesMasters/notesMaster1.xml"/><Relationship Id="Rcddb790e7ef447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a29150a864d4585" Type="http://schemas.openxmlformats.org/officeDocument/2006/relationships/notesMaster" Target="../notesMasters/notesMaster1.xml"/><Relationship Id="R350b02550bfe4bb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58566ca1c9940b0" Type="http://schemas.openxmlformats.org/officeDocument/2006/relationships/slide" Target="../slides/slide4.xml"/><Relationship Id="R7ceffd14d1784f0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5757d02b376411f" Type="http://schemas.openxmlformats.org/officeDocument/2006/relationships/notesMaster" Target="../notesMasters/notesMaster1.xml"/><Relationship Id="Rbd588eb0dfbe420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014564f20324709" Type="http://schemas.openxmlformats.org/officeDocument/2006/relationships/notesMaster" Target="../notesMasters/notesMaster1.xml"/><Relationship Id="Rb6cada7ea7d84e8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fd37d02be4a409e" Type="http://schemas.openxmlformats.org/officeDocument/2006/relationships/slide" Target="../slides/slide7.xml"/><Relationship Id="Rfa1c5a1cf191481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e33c845f5cc482b" Type="http://schemas.openxmlformats.org/officeDocument/2006/relationships/slide" Target="../slides/slide8.xml"/><Relationship Id="Rc6e63b7a1ad54b7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88158d1a09f4a1d" Type="http://schemas.openxmlformats.org/officeDocument/2006/relationships/notesMaster" Target="../notesMasters/notesMaster1.xml"/><Relationship Id="R7c2fab76c5604cd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915c4071b43404d" Type="http://schemas.openxmlformats.org/officeDocument/2006/relationships/slide" Target="../slides/slide10.xml"/><Relationship Id="Rf0718c4c4459492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db350fde62624ee5" Type="http://schemas.openxmlformats.org/officeDocument/2006/relationships/notesMaster" Target="../notesMasters/notesMaster1.xml"/><Relationship Id="Rf8ad356b414c46e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56b6516fb0748b3" Type="http://schemas.openxmlformats.org/officeDocument/2006/relationships/slide" Target="../slides/slide12.xml"/><Relationship Id="R8145ed317aad43b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f98b141bb724eb6" Type="http://schemas.openxmlformats.org/officeDocument/2006/relationships/slide" Target="../slides/slide13.xml"/><Relationship Id="R81e1821fbb794015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6d4054488aeb4f23" Type="http://schemas.openxmlformats.org/officeDocument/2006/relationships/notesMaster" Target="../notesMasters/notesMaster1.xml"/><Relationship Id="Rc18faae2fdb74f2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0ada099f3ef41f6" Type="http://schemas.openxmlformats.org/officeDocument/2006/relationships/notesMaster" Target="../notesMasters/notesMaster1.xml"/><Relationship Id="R8dd1a9a573eb440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4f8739dce744906" Type="http://schemas.openxmlformats.org/officeDocument/2006/relationships/slide" Target="../slides/slide16.xml"/><Relationship Id="Rb49ee4fc15f4443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32ae5d5bcf749d5" Type="http://schemas.openxmlformats.org/officeDocument/2006/relationships/notesMaster" Target="../notesMasters/notesMaster1.xml"/><Relationship Id="Ra0bd5607e65b46c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83809bcf4e6492e" Type="http://schemas.openxmlformats.org/officeDocument/2006/relationships/notesMaster" Target="../notesMasters/notesMaster1.xml"/><Relationship Id="R895ec7c3291a4ba4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4b1427e1d6e64588" Type="http://schemas.openxmlformats.org/officeDocument/2006/relationships/notesMaster" Target="../notesMasters/notesMaster1.xml"/><Relationship Id="R82513984c52c4104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4ef73b8609547a5" Type="http://schemas.openxmlformats.org/officeDocument/2006/relationships/slide" Target="../slides/slide20.xml"/><Relationship Id="Raab7cffbcdc647f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records officials’ report of employment hopes among some travellers.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A,C or read one relevant card together. Answer: The sources show different reasons and constraints, including work hopes and forced departure.</a:t>
            </a:r>
          </a:p>
          <a:p xmlns:a="http://schemas.openxmlformats.org/drawingml/2006/main">
            <a:r>
              <a:t>Give a reason when ready. Answer: It records a response that was requested, not evidence of its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Build a 1972 expulsion, resettlement and support-request chain using C and D. Link the evidence to the enquiry.</a:t>
            </a:r>
          </a:p>
          <a:p xmlns:a="http://schemas.openxmlformats.org/drawingml/2006/main">
            <a:r>
              <a:t>Weigh which source is most useful for a specific consequence and why.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1972 expulsion order in C — Cause — The order forced the targeted Ugandan Asians to leave.</a:t>
            </a:r>
          </a:p>
          <a:p xmlns:a="http://schemas.openxmlformats.org/drawingml/2006/main">
            <a:r>
              <a:t>Resettlement in Britain discussed in D — Consequence — D concerns people resettled after the 1972 expulsion.</a:t>
            </a:r>
          </a:p>
          <a:p xmlns:a="http://schemas.openxmlformats.org/drawingml/2006/main">
            <a:r>
              <a:t>Support visits requested in 1973 in D — Planned response — A request is evidence of a plan, not proof that every visit happened.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 supports ___, whereas C ___. Consequently ___. D records ___ but does not prove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supports ___, whereas C ___. Consequently ___. D records ___ but does not prove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Weigh which source is most useful for a specific consequence and why.</a:t>
            </a:r>
          </a:p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sources show different reasons and constraints, including work hopes and forced departure.</a:t>
            </a:r>
          </a:p>
          <a:p xmlns:a="http://schemas.openxmlformats.org/drawingml/2006/main">
            <a:r>
              <a:t>It records a response that was requested, not evidence of its delivery.</a:t>
            </a:r>
          </a:p>
          <a:p xmlns:a="http://schemas.openxmlformats.org/drawingml/2006/main">
            <a:r>
              <a:t>Support: A supports ___, whereas C ___. Consequently ___. D records ___ but does not prove ___.</a:t>
            </a:r>
          </a:p>
          <a:p xmlns:a="http://schemas.openxmlformats.org/drawingml/2006/main">
            <a:r>
              <a:t>Extension: Weigh which source is most useful for a specific consequence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3b398b49475498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8530a591b4e4b5c" Type="http://schemas.openxmlformats.org/officeDocument/2006/relationships/slideLayout" Target="../slideLayouts/slideLayout1.xml"/><Relationship Id="R3e19231d33fc4e4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530a591b4e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192046f5abb4b94" Type="http://schemas.openxmlformats.org/officeDocument/2006/relationships/notesSlide" Target="../notesSlides/notesSlide1.xml"/><Relationship Id="R8d837213a7a14d6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6c578653028448d" Type="http://schemas.openxmlformats.org/officeDocument/2006/relationships/notesSlide" Target="../notesSlides/notesSlide2.xml"/><Relationship Id="R9af2a4671df3497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f669ff76a3a44db" Type="http://schemas.openxmlformats.org/officeDocument/2006/relationships/notesSlide" Target="../notesSlides/notesSlide3.xml"/><Relationship Id="R793db67102da4e5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3e431aacd424717" Type="http://schemas.openxmlformats.org/officeDocument/2006/relationships/slideLayout" Target="../slideLayouts/slideLayout1.xml"/><Relationship Id="Rae9e73b5b9d24f9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dc2b8a2483d4fa2" Type="http://schemas.openxmlformats.org/officeDocument/2006/relationships/slideLayout" Target="../slideLayouts/slideLayout1.xml"/><Relationship Id="R98d2d6c8e3664d6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507880e17994d10" Type="http://schemas.openxmlformats.org/officeDocument/2006/relationships/slideLayout" Target="../slideLayouts/slideLayout1.xml"/><Relationship Id="R3f9feb56e0334ff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8b238f8fd8f4895" Type="http://schemas.openxmlformats.org/officeDocument/2006/relationships/notesSlide" Target="../notesSlides/notesSlide7.xml"/><Relationship Id="Rfa8387b16d5b425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9f9d420dbd6465e" Type="http://schemas.openxmlformats.org/officeDocument/2006/relationships/notesSlide" Target="../notesSlides/notesSlide8.xml"/><Relationship Id="Rfdbafd6dc2734de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58b68ba802b4e88" Type="http://schemas.openxmlformats.org/officeDocument/2006/relationships/slideLayout" Target="../slideLayouts/slideLayout1.xml"/><Relationship Id="Rc92aed5aed1c459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f6e640a10fb4e51" Type="http://schemas.openxmlformats.org/officeDocument/2006/relationships/slideLayout" Target="../slideLayouts/slideLayout1.xml"/><Relationship Id="R490a8557b9724f7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14af766c29c4f14" Type="http://schemas.openxmlformats.org/officeDocument/2006/relationships/notesSlide" Target="../notesSlides/notesSlide11.xml"/><Relationship Id="R69a8a7718cc9472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50db826f1f648f3" Type="http://schemas.openxmlformats.org/officeDocument/2006/relationships/slideLayout" Target="../slideLayouts/slideLayout1.xml"/><Relationship Id="Re934598a8b95466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6f6bd1887e1e432a" Type="http://schemas.openxmlformats.org/officeDocument/2006/relationships/slideLayout" Target="../slideLayouts/slideLayout1.xml"/><Relationship Id="R7368e7460d5e410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076f08d08a846bf" Type="http://schemas.openxmlformats.org/officeDocument/2006/relationships/slideLayout" Target="../slideLayouts/slideLayout1.xml"/><Relationship Id="R5bd8ec6177b942c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73819a624e742cd" Type="http://schemas.openxmlformats.org/officeDocument/2006/relationships/slideLayout" Target="../slideLayouts/slideLayout1.xml"/><Relationship Id="R33844d0168d144f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7b1b968ee298483a" Type="http://schemas.openxmlformats.org/officeDocument/2006/relationships/notesSlide" Target="../notesSlides/notesSlide16.xml"/><Relationship Id="Rbd46ee06ce0f4cd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462b02bfb6214dad" Type="http://schemas.openxmlformats.org/officeDocument/2006/relationships/slideLayout" Target="../slideLayouts/slideLayout1.xml"/><Relationship Id="R6338f2bc05aa412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1a905937ed44a6a" Type="http://schemas.openxmlformats.org/officeDocument/2006/relationships/slideLayout" Target="../slideLayouts/slideLayout1.xml"/><Relationship Id="Rf0d69211461443c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797e34c0d9b4057" Type="http://schemas.openxmlformats.org/officeDocument/2006/relationships/slideLayout" Target="../slideLayouts/slideLayout1.xml"/><Relationship Id="R8ed97626f105492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a7938ce85e714c77" Type="http://schemas.openxmlformats.org/officeDocument/2006/relationships/notesSlide" Target="../notesSlides/notesSlide20.xml"/><Relationship Id="Rbf36d07f28f5470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B8187-7DE2-4C21-B74B-070503F9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Migration causes and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F8B85-F302-449B-A840-A7150B62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589B3-FC4F-4F58-B5FC-766D8D1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and consequences of migration linked to Black History Month.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DB647-48A6-4C9E-8041-E2F678F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0EEC3-B8E8-49C4-95E1-B8E29C5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984566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18C99-7E83-4011-8575-244128A7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F0DC5-DF98-4CBB-8630-220DC09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60811-8BB2-4789-B3E8-421CA6B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can the telegram establish about motives?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B047C-6D90-414F-ACA6-7433269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1402213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2916-41A2-4ABF-AD58-1F9A139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C66E3-2E30-4DA6-9345-FCA2C38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9C8CC-316A-4EFB-A7AA-CDB7600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is one explanation for all migration inadequate?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D1813-E971-424B-AAC2-3D70E70F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is the limit of using D as consequence evidence?</a:t>
            </a:r>
          </a:p>
        </p:txBody>
      </p:sp>
    </p:spTree>
    <p:extLst>
      <p:ext uri="{BB962C8B-B14F-4D97-AF65-F5344CB8AC3E}">
        <p14:creationId xmlns:p14="http://schemas.microsoft.com/office/powerpoint/2010/main" val="456027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A6307-D20B-4056-8609-5637A0F8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2A50E-87C5-4DE3-89CD-AB4BF839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596E-F437-4861-8319-EFFF231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2F763-0020-4CD1-90D4-18E8A413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BCD01-4169-4B38-AD32-DF55148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BCED-7C42-4B58-9C25-2605C069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1915002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4C56F-65DE-43AB-A73F-A203057E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8BC2B-0EF0-469A-84E7-98A4EED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52A18-56F3-4397-8A11-9E45A2B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1972 expulsion, resettlement and support-request chain using C and 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DE552-3B3E-45DE-8A1F-7B6AE04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555E7-6294-44A6-A183-F077A08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2011549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12922-289B-471F-93D3-11049B4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078C2-6DB4-4B4B-826B-8B01023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E8AB7-5B0C-44B8-BA49-B696F8A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is one explanation for all migration inadequate?</a:t>
            </a:r>
          </a:p>
        </p:txBody>
      </p:sp>
    </p:spTree>
    <p:extLst>
      <p:ext uri="{BB962C8B-B14F-4D97-AF65-F5344CB8AC3E}">
        <p14:creationId xmlns:p14="http://schemas.microsoft.com/office/powerpoint/2010/main" val="1206392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FABA4-BDEF-49AC-88D4-7D8E6E4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F1E3-76B9-4DCD-A2F1-CD93AEF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6BAD5-DBA4-4EF8-A74E-9B3BCBD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11 May 1948 telegram: The Acting Governor of Jamaica told the Colonial Secretary that men had booked passages hoping for employment in Britain. C 8 August 1972 Cabinet record: British ministers discussed Idi Amin’s order that Asian British-passport holders leave Uganda within three months.</a:t>
            </a:r>
          </a:p>
        </p:txBody>
      </p:sp>
    </p:spTree>
    <p:extLst>
      <p:ext uri="{BB962C8B-B14F-4D97-AF65-F5344CB8AC3E}">
        <p14:creationId xmlns:p14="http://schemas.microsoft.com/office/powerpoint/2010/main" val="1583070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BAFC-9B94-4E9B-8283-09076C4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97A6C-A661-4242-B716-047D37EF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21D69-CD59-465F-AE6A-F8E8073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sources show different reasons and constraints, including work hopes and forced departure.</a:t>
            </a:r>
          </a:p>
        </p:txBody>
      </p:sp>
    </p:spTree>
    <p:extLst>
      <p:ext uri="{BB962C8B-B14F-4D97-AF65-F5344CB8AC3E}">
        <p14:creationId xmlns:p14="http://schemas.microsoft.com/office/powerpoint/2010/main" val="17733762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3842F-0EEE-41CD-A60D-47F79592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32547-4625-41B0-A761-2A215D2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EB244-43EA-449A-8DDC-C46E230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is the limit of using D as consequence evidence? It records a response that was requested, not evidence of its delivery.</a:t>
            </a:r>
          </a:p>
        </p:txBody>
      </p:sp>
    </p:spTree>
    <p:extLst>
      <p:ext uri="{BB962C8B-B14F-4D97-AF65-F5344CB8AC3E}">
        <p14:creationId xmlns:p14="http://schemas.microsoft.com/office/powerpoint/2010/main" val="697705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656B4-E4D6-46B5-915D-6DAD6D2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18299-E788-4733-BF79-1733C85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9735D-EFBD-4FA7-AA83-7E99C0B6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1972 expulsion, resettlement and support-request chain using C and 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DB5E6-0E4A-47C0-8FB7-EA66F81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that forced departure with the different 1948 employment hopes in A. Keep the cases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C39DD-F2F9-441B-90AC-BE52915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35962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8D4CF-04EC-4371-9C8D-DF36EAA9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24A53-1ABC-44DE-A586-B5134875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A82B-A6CC-408A-90BD-58CEE1F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1972 expulsion order in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18AF3-96E9-4BC3-852E-E50FBBD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Resettlement in Britain discussed in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DB60-CF6A-44B5-B174-BA5479C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visits requested in 1973 in D</a:t>
            </a:r>
          </a:p>
        </p:txBody>
      </p:sp>
    </p:spTree>
    <p:extLst>
      <p:ext uri="{BB962C8B-B14F-4D97-AF65-F5344CB8AC3E}">
        <p14:creationId xmlns:p14="http://schemas.microsoft.com/office/powerpoint/2010/main" val="1224082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C0E5C-2162-4C1D-A57E-A7138264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9CFCC-222F-4161-9FA9-9FD3B88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2B0AF-77A4-4291-B432-8021EB97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connected explanation using A, C and 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0BD00-94AD-42BB-952B-3295842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and consequences while distinguishing evidence of plans from evidence of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6A3E0-C13B-418A-BA73-B641E2C1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two exit questions to test the limits of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379631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CEE7D-C8D2-4934-8CF7-A4B4007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3E9BC-077A-44AD-A191-3BC49B76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8AD43-CA73-4DB9-AA41-1C23C6CD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connected explanation using A, C and 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B37B1-C005-4FD3-A21D-F2D254E1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and consequences while distinguishing evidence of plans from evidence of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033B4-D009-4FDB-A696-1BE7FBAE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two exit questions to test the limits of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979008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DF249-EE90-44D6-B4C4-48668D7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D3A0E-8B98-40AB-83A7-E742EF59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7600-8DC1-4408-99B5-45366C1C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connected explanation using A, C and 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DD58A-F0C5-4234-99AC-CFCED18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and consequences while distinguishing evidence of plans from evidence of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55FA-4C54-43C9-B0F5-1986EF2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two exit questions to test the limits of the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54CF-D363-463A-91B5-A98E83C1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Weigh which source is most useful for a specific consequence and why.</a:t>
            </a:r>
          </a:p>
        </p:txBody>
      </p:sp>
    </p:spTree>
    <p:extLst>
      <p:ext uri="{BB962C8B-B14F-4D97-AF65-F5344CB8AC3E}">
        <p14:creationId xmlns:p14="http://schemas.microsoft.com/office/powerpoint/2010/main" val="4965750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8C015-4383-4CC5-87EB-0BFA4DA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024E2-F577-4A1D-86CD-340E8B4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322AB-8152-4A38-8796-30B693C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causal explanation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1FEC6-2B4B-4F4B-AED2-A9355DA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B39F5-C086-413F-9D04-3DBCC03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359924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6937E-E0FE-4F5B-B650-4125089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F2A7-1709-456E-A905-63CD063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FB3E1-1928-49B0-9D1F-D33CF82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is one explanation for all migration inadequate?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13EFB-71D1-44D4-9FD6-3E1D18F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the limit of using D as consequence evidence?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38AB1-AACF-497C-935E-B8E1DFE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9213550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8CA86-593F-45B2-873A-A0A8580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F04DD-E72F-445D-A988-B5B224F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990FB-E947-4B32-8811-0D7C7405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2B4B9-53F5-4207-B136-F64C92A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2B5B7-BF8E-4BEE-9A2A-E3A2736C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5614739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A675-98CA-442E-ADA2-EFB7238D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AC178-BA92-42DD-998B-4262CA6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4DD36-E5E7-48D1-A15E-0A760B0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1FFD6-E080-4861-B7EB-C5A419F1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BC7E3-C77F-4AAF-BE5D-4BD83B0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10490015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0DE82-ED83-458E-901C-38DCC23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83BC6-5259-4346-BBDE-B4009EC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F7607-02DB-4E6A-B6D7-3FE53A8A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65487-13FA-4B8F-95D2-AA95D9D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43A7B-3FDC-4D7C-B54B-3FAFFA4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9432700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F76F4-59CF-4D44-A702-B3F29F2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A06BE-54CC-4495-A5F7-C2A86A6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40A8F-35F7-4ABF-B468-29AD6D6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E935-861E-42E0-ACA4-207BBB8A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10EE6-1231-46E4-A6AF-1D1B41DC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558416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2026-09-19T18:36:13.2760000Z</dcterms:created>
  <dcterms:modified xsi:type="dcterms:W3CDTF">2026-09-19T18:36:13.2760000Z</dcterms:modified>
</coreProperties>
</file>