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806e21049e784b12" Type="http://schemas.openxmlformats.org/officeDocument/2006/relationships/officeDocument" Target="ppt/presentation.xml"/><Relationship Id="R8e93d782314a4ae8" Type="http://schemas.openxmlformats.org/officeDocument/2006/relationships/extended-properties" Target="docProps/app.xml"/><Relationship Id="R9cb3f7478b274c83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04b7f8e35e479d"/>
  </p:sldMasterIdLst>
  <p:notesMasterIdLst>
    <p:notesMasterId xmlns:r="http://schemas.openxmlformats.org/officeDocument/2006/relationships" r:id="R4346e2c89fae4e81"/>
  </p:notesMasterIdLst>
  <p:sldIdLst>
    <p:sldId xmlns:r="http://schemas.openxmlformats.org/officeDocument/2006/relationships" id="256" r:id="Rd648dedb94ea42e8"/>
    <p:sldId xmlns:r="http://schemas.openxmlformats.org/officeDocument/2006/relationships" id="257" r:id="R3aa46c1cff2c4677"/>
    <p:sldId xmlns:r="http://schemas.openxmlformats.org/officeDocument/2006/relationships" id="258" r:id="R71050b87af69452d"/>
    <p:sldId xmlns:r="http://schemas.openxmlformats.org/officeDocument/2006/relationships" id="259" r:id="R7e8d7294c0b4409b"/>
    <p:sldId xmlns:r="http://schemas.openxmlformats.org/officeDocument/2006/relationships" id="260" r:id="R986fd612d8fa434b"/>
    <p:sldId xmlns:r="http://schemas.openxmlformats.org/officeDocument/2006/relationships" id="261" r:id="Rdea2a619984244bf"/>
    <p:sldId xmlns:r="http://schemas.openxmlformats.org/officeDocument/2006/relationships" id="262" r:id="R2ec76bf5ae7043ad"/>
    <p:sldId xmlns:r="http://schemas.openxmlformats.org/officeDocument/2006/relationships" id="263" r:id="Reb08b2c77a9747c6"/>
    <p:sldId xmlns:r="http://schemas.openxmlformats.org/officeDocument/2006/relationships" id="264" r:id="Rc7f90199bf994a55"/>
    <p:sldId xmlns:r="http://schemas.openxmlformats.org/officeDocument/2006/relationships" id="265" r:id="R3e6bb20a8f944ccc"/>
    <p:sldId xmlns:r="http://schemas.openxmlformats.org/officeDocument/2006/relationships" id="266" r:id="Rc1f53a8b416c4f11"/>
    <p:sldId xmlns:r="http://schemas.openxmlformats.org/officeDocument/2006/relationships" id="267" r:id="R49cd3269e6b74223"/>
    <p:sldId xmlns:r="http://schemas.openxmlformats.org/officeDocument/2006/relationships" id="268" r:id="R9de797e5540c4c41"/>
    <p:sldId xmlns:r="http://schemas.openxmlformats.org/officeDocument/2006/relationships" id="269" r:id="R31cd29dfb3d24fc6"/>
    <p:sldId xmlns:r="http://schemas.openxmlformats.org/officeDocument/2006/relationships" id="270" r:id="Rcc77b52c3313453f"/>
    <p:sldId xmlns:r="http://schemas.openxmlformats.org/officeDocument/2006/relationships" id="271" r:id="R8cb8a36a48bd4144"/>
    <p:sldId xmlns:r="http://schemas.openxmlformats.org/officeDocument/2006/relationships" id="272" r:id="R4553758dd4ed4456"/>
    <p:sldId xmlns:r="http://schemas.openxmlformats.org/officeDocument/2006/relationships" id="273" r:id="R0fa4c0d1b98d427a"/>
    <p:sldId xmlns:r="http://schemas.openxmlformats.org/officeDocument/2006/relationships" id="274" r:id="R6c8e8d43472048f8"/>
    <p:sldId xmlns:r="http://schemas.openxmlformats.org/officeDocument/2006/relationships" id="275" r:id="Rabab0ce73eb644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fa4c0d1b98d427a" Type="http://schemas.openxmlformats.org/officeDocument/2006/relationships/slide" Target="slides/slide18.xml"/><Relationship Id="R2ec76bf5ae7043ad" Type="http://schemas.openxmlformats.org/officeDocument/2006/relationships/slide" Target="slides/slide7.xml"/><Relationship Id="R31cd29dfb3d24fc6" Type="http://schemas.openxmlformats.org/officeDocument/2006/relationships/slide" Target="slides/slide14.xml"/><Relationship Id="R3aa46c1cff2c4677" Type="http://schemas.openxmlformats.org/officeDocument/2006/relationships/slide" Target="slides/slide2.xml"/><Relationship Id="R3bdf6041c88e4e11" Type="http://schemas.openxmlformats.org/officeDocument/2006/relationships/theme" Target="theme/theme1.xml"/><Relationship Id="R3e6bb20a8f944ccc" Type="http://schemas.openxmlformats.org/officeDocument/2006/relationships/slide" Target="slides/slide10.xml"/><Relationship Id="R4346e2c89fae4e81" Type="http://schemas.openxmlformats.org/officeDocument/2006/relationships/notesMaster" Target="notesMasters/notesMaster1.xml"/><Relationship Id="R4553758dd4ed4456" Type="http://schemas.openxmlformats.org/officeDocument/2006/relationships/slide" Target="slides/slide17.xml"/><Relationship Id="R49cd3269e6b74223" Type="http://schemas.openxmlformats.org/officeDocument/2006/relationships/slide" Target="slides/slide12.xml"/><Relationship Id="R6c8e8d43472048f8" Type="http://schemas.openxmlformats.org/officeDocument/2006/relationships/slide" Target="slides/slide19.xml"/><Relationship Id="R71050b87af69452d" Type="http://schemas.openxmlformats.org/officeDocument/2006/relationships/slide" Target="slides/slide3.xml"/><Relationship Id="R7e8d7294c0b4409b" Type="http://schemas.openxmlformats.org/officeDocument/2006/relationships/slide" Target="slides/slide4.xml"/><Relationship Id="R8cb8a36a48bd4144" Type="http://schemas.openxmlformats.org/officeDocument/2006/relationships/slide" Target="slides/slide16.xml"/><Relationship Id="R986fd612d8fa434b" Type="http://schemas.openxmlformats.org/officeDocument/2006/relationships/slide" Target="slides/slide5.xml"/><Relationship Id="R9de797e5540c4c41" Type="http://schemas.openxmlformats.org/officeDocument/2006/relationships/slide" Target="slides/slide13.xml"/><Relationship Id="Ra404b7f8e35e479d" Type="http://schemas.openxmlformats.org/officeDocument/2006/relationships/slideMaster" Target="slideMasters/slideMaster1.xml"/><Relationship Id="Rabab0ce73eb64475" Type="http://schemas.openxmlformats.org/officeDocument/2006/relationships/slide" Target="slides/slide20.xml"/><Relationship Id="Rc1f53a8b416c4f11" Type="http://schemas.openxmlformats.org/officeDocument/2006/relationships/slide" Target="slides/slide11.xml"/><Relationship Id="Rc7f90199bf994a55" Type="http://schemas.openxmlformats.org/officeDocument/2006/relationships/slide" Target="slides/slide9.xml"/><Relationship Id="Rcc77b52c3313453f" Type="http://schemas.openxmlformats.org/officeDocument/2006/relationships/slide" Target="slides/slide15.xml"/><Relationship Id="Rd067958e24f64275" Type="http://schemas.openxmlformats.org/officeDocument/2006/relationships/presProps" Target="presProps.xml"/><Relationship Id="Rd648dedb94ea42e8" Type="http://schemas.openxmlformats.org/officeDocument/2006/relationships/slide" Target="slides/slide1.xml"/><Relationship Id="Rdea2a619984244bf" Type="http://schemas.openxmlformats.org/officeDocument/2006/relationships/slide" Target="slides/slide6.xml"/><Relationship Id="Reb08b2c77a9747c6" Type="http://schemas.openxmlformats.org/officeDocument/2006/relationships/slide" Target="slides/slide8.xml"/><Relationship Id="Red663f54de874dea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af159310d2c14158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94369aefc71a4f68" Type="http://schemas.openxmlformats.org/officeDocument/2006/relationships/notesMaster" Target="../notesMasters/notesMaster1.xml"/><Relationship Id="Rd23bcf3723ab4f64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373c91b38a14448e" Type="http://schemas.openxmlformats.org/officeDocument/2006/relationships/notesMaster" Target="../notesMasters/notesMaster1.xml"/><Relationship Id="R72f73b45b8654bb1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a1d7a08ef1144538" Type="http://schemas.openxmlformats.org/officeDocument/2006/relationships/slide" Target="../slides/slide3.xml"/><Relationship Id="Rfcf144abc912474e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2e90cddb362a443f" Type="http://schemas.openxmlformats.org/officeDocument/2006/relationships/slide" Target="../slides/slide4.xml"/><Relationship Id="Rc46f0c4518e34989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39d6f1788db0480a" Type="http://schemas.openxmlformats.org/officeDocument/2006/relationships/slide" Target="../slides/slide5.xml"/><Relationship Id="Rd1adda06661d465f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318dddce1622478f" Type="http://schemas.openxmlformats.org/officeDocument/2006/relationships/notesMaster" Target="../notesMasters/notesMaster1.xml"/><Relationship Id="Ra599bb3ae7c442ab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6f22fd882dc749d7" Type="http://schemas.openxmlformats.org/officeDocument/2006/relationships/slide" Target="../slides/slide7.xml"/><Relationship Id="R9fde850eca1f4b6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77c27782ce654247" Type="http://schemas.openxmlformats.org/officeDocument/2006/relationships/notesMaster" Target="../notesMasters/notesMaster1.xml"/><Relationship Id="R9e8dfdc371c84a9a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a6949dc45d8d48cd" Type="http://schemas.openxmlformats.org/officeDocument/2006/relationships/slide" Target="../slides/slide9.xml"/><Relationship Id="Refc04c8ab5f44f8a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7f3e37dd65f44e6f" Type="http://schemas.openxmlformats.org/officeDocument/2006/relationships/slide" Target="../slides/slide10.xml"/><Relationship Id="Rdc3e3a62f0e24517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27702e2466274759" Type="http://schemas.openxmlformats.org/officeDocument/2006/relationships/notesMaster" Target="../notesMasters/notesMaster1.xml"/><Relationship Id="R5a1faf23939a4a41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677c3ad1c3a4490a" Type="http://schemas.openxmlformats.org/officeDocument/2006/relationships/slide" Target="../slides/slide12.xml"/><Relationship Id="Rc0a7e67592c94624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811b605b9c404f65" Type="http://schemas.openxmlformats.org/officeDocument/2006/relationships/notesMaster" Target="../notesMasters/notesMaster1.xml"/><Relationship Id="R854a9982d0d1424b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71b4eaf87e024c7b" Type="http://schemas.openxmlformats.org/officeDocument/2006/relationships/slide" Target="../slides/slide14.xml"/><Relationship Id="R945c8b57e7864000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67ccc10503684a2e" Type="http://schemas.openxmlformats.org/officeDocument/2006/relationships/slide" Target="../slides/slide15.xml"/><Relationship Id="R7a30553823d54f1b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145e9c1731c647ca" Type="http://schemas.openxmlformats.org/officeDocument/2006/relationships/slide" Target="../slides/slide16.xml"/><Relationship Id="R3f0d488da9574fc9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59ef35f1468e4306" Type="http://schemas.openxmlformats.org/officeDocument/2006/relationships/notesMaster" Target="../notesMasters/notesMaster1.xml"/><Relationship Id="Rfc8c0bf613e146a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3b691e9631b24da1" Type="http://schemas.openxmlformats.org/officeDocument/2006/relationships/slide" Target="../slides/slide18.xml"/><Relationship Id="R77dc79d56855400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0aed990b206640b0" Type="http://schemas.openxmlformats.org/officeDocument/2006/relationships/slide" Target="../slides/slide19.xml"/><Relationship Id="R0f99b576da2246d5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04a8f35ef1134b3a" Type="http://schemas.openxmlformats.org/officeDocument/2006/relationships/notesMaster" Target="../notesMasters/notesMaster1.xml"/><Relationship Id="Rff5112e47c634cba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chronology, accurate entries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No. Distinguish the historical creator from the modern archive.</a:t>
            </a:r>
          </a:p>
          <a:p xmlns:a="http://schemas.openxmlformats.org/drawingml/2006/main">
            <a:r>
              <a:t>Choose: Moving to live in another place OR A reason something happened. Answer: Moving to live in another place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A,C or read one relevant card together. Answer: 24 years.</a:t>
            </a:r>
          </a:p>
          <a:p xmlns:a="http://schemas.openxmlformats.org/drawingml/2006/main">
            <a:r>
              <a:t>Give a reason when ready. Answer: They explain the changes and the evidence behind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chronology, accurate entries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chronology, accurate entries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chronology, accurate entries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chronology, accurate entries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chronology, accurate entries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Place dated evidence on a timeline. Link the evidence to the enquiry.</a:t>
            </a:r>
          </a:p>
          <a:p xmlns:a="http://schemas.openxmlformats.org/drawingml/2006/main">
            <a:r>
              <a:t>Explain whose experiences are absent and suggest a further twentieth-century event for investigation.</a:t>
            </a:r>
          </a:p>
          <a:p xmlns:a="http://schemas.openxmlformats.org/drawingml/2006/main">
            <a:r>
              <a:t>F: chronology, accurate entries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1948 employment hopes — 1 — The telegram predates the other records.</a:t>
            </a:r>
          </a:p>
          <a:p xmlns:a="http://schemas.openxmlformats.org/drawingml/2006/main">
            <a:r>
              <a:t>1972 expulsion discussed — 2 — The Cabinet record concerns forced departure.</a:t>
            </a:r>
          </a:p>
          <a:p xmlns:a="http://schemas.openxmlformats.org/drawingml/2006/main">
            <a:r>
              <a:t>1973 visits requested — 3 — This is later resettlement support planning.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Date ___. Event ___. Evidence ___. Change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chronology, accurate entries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Date ___. Event ___. Evidence ___. Change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chronology, accurate entries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whose experiences are absent and suggest a further twentieth-century event for investigation.</a:t>
            </a:r>
          </a:p>
          <a:p xmlns:a="http://schemas.openxmlformats.org/drawingml/2006/main">
            <a:r>
              <a:t>F: chronology, accurate entries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chronology, accurate entries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 years.</a:t>
            </a:r>
          </a:p>
          <a:p xmlns:a="http://schemas.openxmlformats.org/drawingml/2006/main">
            <a:r>
              <a:t>They explain the changes and the evidence behind them.</a:t>
            </a:r>
          </a:p>
          <a:p xmlns:a="http://schemas.openxmlformats.org/drawingml/2006/main">
            <a:r>
              <a:t>Support: Date ___. Event ___. Evidence ___. Change ___.</a:t>
            </a:r>
          </a:p>
          <a:p xmlns:a="http://schemas.openxmlformats.org/drawingml/2006/main">
            <a:r>
              <a:t>Extension: Explain whose experiences are absent and suggest a further twentieth-century event for investigation.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chronology, accurate entries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chronology, accurate entries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chronology, accurate entries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chronology, accurate entries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85ef5f84212a444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949eebe9ad5455b" Type="http://schemas.openxmlformats.org/officeDocument/2006/relationships/slideLayout" Target="../slideLayouts/slideLayout1.xml"/><Relationship Id="Rd8815495410d470f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49eebe9ad545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6d685a5d863c476b" Type="http://schemas.openxmlformats.org/officeDocument/2006/relationships/slideLayout" Target="../slideLayouts/slideLayout1.xml"/><Relationship Id="Rb2c3639b135a48bc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9833a9fa20104a15" Type="http://schemas.openxmlformats.org/officeDocument/2006/relationships/notesSlide" Target="../notesSlides/notesSlide2.xml"/><Relationship Id="Rbbe63f298a004e1b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2b11361437794d09" Type="http://schemas.openxmlformats.org/officeDocument/2006/relationships/slideLayout" Target="../slideLayouts/slideLayout1.xml"/><Relationship Id="R948b76ea8ab0407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23ad061db30d4f0c" Type="http://schemas.openxmlformats.org/officeDocument/2006/relationships/notesSlide" Target="../notesSlides/notesSlide4.xml"/><Relationship Id="R78ee4431e472435b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b0f6e27c66644f5a" Type="http://schemas.openxmlformats.org/officeDocument/2006/relationships/slideLayout" Target="../slideLayouts/slideLayout1.xml"/><Relationship Id="Ree7fb8fe10574b5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6b152d6dfa9a422e" Type="http://schemas.openxmlformats.org/officeDocument/2006/relationships/slideLayout" Target="../slideLayouts/slideLayout1.xml"/><Relationship Id="R7b5e925d6a3b469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af49a2a51fff4d2f" Type="http://schemas.openxmlformats.org/officeDocument/2006/relationships/slideLayout" Target="../slideLayouts/slideLayout1.xml"/><Relationship Id="Rb95887b58983431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01e11ad2e56f4fcd" Type="http://schemas.openxmlformats.org/officeDocument/2006/relationships/slideLayout" Target="../slideLayouts/slideLayout1.xml"/><Relationship Id="R5382c21ce98f4e80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2302e42d012e4118" Type="http://schemas.openxmlformats.org/officeDocument/2006/relationships/slideLayout" Target="../slideLayouts/slideLayout1.xml"/><Relationship Id="Rdda10f53ef754161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b701410141794b06" Type="http://schemas.openxmlformats.org/officeDocument/2006/relationships/slideLayout" Target="../slideLayouts/slideLayout1.xml"/><Relationship Id="Rb9c496c478754dfc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61b1e60c21a74614" Type="http://schemas.openxmlformats.org/officeDocument/2006/relationships/notesSlide" Target="../notesSlides/notesSlide11.xml"/><Relationship Id="Re9a5bf9b80f3463f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4076d1d7085645fe" Type="http://schemas.openxmlformats.org/officeDocument/2006/relationships/slideLayout" Target="../slideLayouts/slideLayout1.xml"/><Relationship Id="R7b714f2b8de9499f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3b4133c80d8e4306" Type="http://schemas.openxmlformats.org/officeDocument/2006/relationships/notesSlide" Target="../notesSlides/notesSlide13.xml"/><Relationship Id="Rf79b4421d9c34b16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b1e5d724afff4525" Type="http://schemas.openxmlformats.org/officeDocument/2006/relationships/slideLayout" Target="../slideLayouts/slideLayout1.xml"/><Relationship Id="Rf7c35096eb8040c1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56b59fbefb61479a" Type="http://schemas.openxmlformats.org/officeDocument/2006/relationships/notesSlide" Target="../notesSlides/notesSlide15.xml"/><Relationship Id="R792bc83c41234072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7b62907e662245eb" Type="http://schemas.openxmlformats.org/officeDocument/2006/relationships/slideLayout" Target="../slideLayouts/slideLayout1.xml"/><Relationship Id="Rf1970e0ab1984de8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52591b4004fc4420" Type="http://schemas.openxmlformats.org/officeDocument/2006/relationships/slideLayout" Target="../slideLayouts/slideLayout1.xml"/><Relationship Id="R73771e8b6e5a4a4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8372481d0ec24a9e" Type="http://schemas.openxmlformats.org/officeDocument/2006/relationships/notesSlide" Target="../notesSlides/notesSlide18.xml"/><Relationship Id="R9a685a6d86894d36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234e0c23ba0648f2" Type="http://schemas.openxmlformats.org/officeDocument/2006/relationships/notesSlide" Target="../notesSlides/notesSlide19.xml"/><Relationship Id="Rc488016722ec42a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a4d87987567c4cf8" Type="http://schemas.openxmlformats.org/officeDocument/2006/relationships/notesSlide" Target="../notesSlides/notesSlide20.xml"/><Relationship Id="Rcdb79cd4f1c14338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17481-D1C2-4FF7-8F6F-C9BAA2D3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An interactive twentieth-century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D3308-7886-4501-B782-28787F95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W4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0AEDF-0EA6-419C-9018-5FA4502E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an interactive timeline of twentieth century Britain.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5063F-B895-42B3-AD51-56855822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Humanities / Autumn 1 / Week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47AEC-1D69-4186-9D1F-A26F304C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5534419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6BEDC-84DC-4097-BF9B-67F3C647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126CE-A9DA-49FF-90CB-7CA48168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W4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66E3E-2A64-4424-81CF-7D14FD98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Is an archive website the original creator of every document it hosts?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DD8DF-29C7-4F0D-B41A-D7CA8225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migration?</a:t>
            </a:r>
          </a:p>
        </p:txBody>
      </p:sp>
    </p:spTree>
    <p:extLst>
      <p:ext uri="{BB962C8B-B14F-4D97-AF65-F5344CB8AC3E}">
        <p14:creationId xmlns:p14="http://schemas.microsoft.com/office/powerpoint/2010/main" val="15950872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CD7081-F21E-487C-943B-D3D06782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A4F84-B129-4C72-9301-58D1666D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W4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29E0B-079F-4004-A30B-0910F97C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is the gap between 1948 and 1972?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CFB48-6F33-4D28-8A65-807682D0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Why are linked explanations more useful than dates alone?</a:t>
            </a:r>
          </a:p>
        </p:txBody>
      </p:sp>
    </p:spTree>
    <p:extLst>
      <p:ext uri="{BB962C8B-B14F-4D97-AF65-F5344CB8AC3E}">
        <p14:creationId xmlns:p14="http://schemas.microsoft.com/office/powerpoint/2010/main" val="12819674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28918-97FB-46BD-9EF9-AB6DFD5E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F361E-010C-467D-8266-3B55E90E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W4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A9472-9B92-4EE0-B514-4EA341C8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migration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Moving to live in another place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3338B-31B1-412A-8C20-5393B5B8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cause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reason something happened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26DC4-1EB1-443D-9D2E-2475C901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consequence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that happened as a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5968D0-764B-4608-902E-8BEE959D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provenance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source’s origin and context</a:t>
            </a:r>
          </a:p>
        </p:txBody>
      </p:sp>
    </p:spTree>
    <p:extLst>
      <p:ext uri="{BB962C8B-B14F-4D97-AF65-F5344CB8AC3E}">
        <p14:creationId xmlns:p14="http://schemas.microsoft.com/office/powerpoint/2010/main" val="7850742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A866D-8017-4A0E-94DC-A5A7034B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E18B7-E861-46AF-A812-C17E9C1B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W4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6ECE6-CD57-4805-B539-997CA7F3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Place dated evidence on a timeline.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C42B7-FCA5-45D0-8142-D06CE7A6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4B775-223B-4B14-AC2E-6E8F00FF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14297580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98758-9772-432E-ADF0-F67A2668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3552F-C392-4CE4-884B-4D43E1EA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W4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5D159F-BF3F-4194-987D-FBC22019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is the gap between 1948 and 1972?</a:t>
            </a:r>
          </a:p>
        </p:txBody>
      </p:sp>
    </p:spTree>
    <p:extLst>
      <p:ext uri="{BB962C8B-B14F-4D97-AF65-F5344CB8AC3E}">
        <p14:creationId xmlns:p14="http://schemas.microsoft.com/office/powerpoint/2010/main" val="3131491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34A7B-E84D-475B-8C4A-20E417D9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63F76-C9D4-4C31-B231-BCEDCC08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W4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8052E-F1A8-4FE3-B8CC-DF014F7E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A 11 May 1948 telegram: The Acting Governor of Jamaica told the Colonial Secretary that men had booked passages hoping for employment in Britain. C 8 August 1972 Cabinet record: British ministers discussed Idi Amin’s order that Asian British-passport holders leave Uganda within three months.</a:t>
            </a:r>
          </a:p>
        </p:txBody>
      </p:sp>
    </p:spTree>
    <p:extLst>
      <p:ext uri="{BB962C8B-B14F-4D97-AF65-F5344CB8AC3E}">
        <p14:creationId xmlns:p14="http://schemas.microsoft.com/office/powerpoint/2010/main" val="3777000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0E136-1A38-4555-80D1-E46341F3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5C129-15D9-4028-9A95-EEC3FBBF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W4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88AE9-0915-4E88-A678-E85AE4FB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24 years.</a:t>
            </a:r>
          </a:p>
        </p:txBody>
      </p:sp>
    </p:spTree>
    <p:extLst>
      <p:ext uri="{BB962C8B-B14F-4D97-AF65-F5344CB8AC3E}">
        <p14:creationId xmlns:p14="http://schemas.microsoft.com/office/powerpoint/2010/main" val="3270443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08735-92C5-4981-A11B-95F0A3CD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A7531-8D79-4076-A3B0-49979BCC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W4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8D445-C01A-4685-B4FE-CF3B392A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Why are linked explanations more useful than dates alone? They explain the changes and the evidence behind them.</a:t>
            </a:r>
          </a:p>
        </p:txBody>
      </p:sp>
    </p:spTree>
    <p:extLst>
      <p:ext uri="{BB962C8B-B14F-4D97-AF65-F5344CB8AC3E}">
        <p14:creationId xmlns:p14="http://schemas.microsoft.com/office/powerpoint/2010/main" val="21403837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4B367-655A-4239-96C1-B5DFB4CD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88428-48E5-4378-9BDC-1AC20851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W4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C6EF1-5E17-4321-B796-432B5658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Place dated evidence on a timeline.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4AAAB-7CE9-44A5-A454-A295156A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Link an event to a change and explain the link without claiming cause from order alone.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41EBE-2923-4E2C-BE0D-B46DF474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5929872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6C1E38-679A-43B6-8B2F-BD8AE200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A3349-A83B-47C7-B592-A0E6C1A9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W4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6D426-817B-4734-8174-7056D310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1948 employment hopes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2CCE8-2C35-4F11-A268-E49D632E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1972 expulsion discussed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3DBD9-7A87-44C0-8A1A-2B0AC282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1973 visits requested</a:t>
            </a:r>
          </a:p>
        </p:txBody>
      </p:sp>
    </p:spTree>
    <p:extLst>
      <p:ext uri="{BB962C8B-B14F-4D97-AF65-F5344CB8AC3E}">
        <p14:creationId xmlns:p14="http://schemas.microsoft.com/office/powerpoint/2010/main" val="2903174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F1978-0101-4A98-A0CD-065A02F5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D3D8C-B5C7-4A55-ACB7-F8F7FD47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W4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F784F-709C-483D-B90B-2BAF627D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interactive or paper timeline entries for 1948, 1972 and 1973.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BC491-F63A-4D99-B070-3E47C5A5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a source-linked explanation of a change to each.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BC52B-B12E-4F15-AD2C-43C45526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chronological order and identify one limitation of the selected events.</a:t>
            </a:r>
          </a:p>
        </p:txBody>
      </p:sp>
    </p:spTree>
    <p:extLst>
      <p:ext uri="{BB962C8B-B14F-4D97-AF65-F5344CB8AC3E}">
        <p14:creationId xmlns:p14="http://schemas.microsoft.com/office/powerpoint/2010/main" val="20645700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E5D359-FB6B-41EA-BCBF-15E75DB2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B1112-60CB-4761-8434-899CBF5E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W4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E07C5-C588-48AD-BB4C-003032D1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interactive or paper timeline entries for 1948, 1972 and 1973.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CDFA2-0338-45D7-AC97-89400095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a source-linked explanation of a change to each.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1F6B3-FCC0-44B7-ACE1-D1E76739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chronological order and identify one limitation of the selected events.</a:t>
            </a:r>
          </a:p>
        </p:txBody>
      </p:sp>
    </p:spTree>
    <p:extLst>
      <p:ext uri="{BB962C8B-B14F-4D97-AF65-F5344CB8AC3E}">
        <p14:creationId xmlns:p14="http://schemas.microsoft.com/office/powerpoint/2010/main" val="14367765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937C0-F961-4CEC-9D9C-3E90F004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263C8-47E4-481F-B80E-FBD93459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W4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30328-52DF-41E1-9EB1-C018C199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interactive or paper timeline entries for 1948, 1972 and 1973.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04A49-FB49-4093-A113-8FDE5622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a source-linked explanation of a change to each.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AC617-0CF9-4781-AC8A-F6660963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chronological order and identify one limitation of the selected events.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28DE7-0C70-4BCC-ACC8-2D62DAEF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whose experiences are absent and suggest a further twentieth-century event for investigation.</a:t>
            </a:r>
          </a:p>
        </p:txBody>
      </p:sp>
    </p:spTree>
    <p:extLst>
      <p:ext uri="{BB962C8B-B14F-4D97-AF65-F5344CB8AC3E}">
        <p14:creationId xmlns:p14="http://schemas.microsoft.com/office/powerpoint/2010/main" val="15859501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F1BAE-F268-4D30-922F-01B0029F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E5960-4998-4FCA-8912-FC576F4F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W4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083C9-205D-4D56-A8C0-17E2BB2C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chronology, accurate entries and exit check.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241A0-9AF3-4D63-A5FC-BA02B260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70732-6381-43D0-A5F5-D8A942C8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2767688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CCA999-B977-4716-A1DD-F8C3B9F8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E2AEB-424D-45B1-BA85-F7AE5923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W4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CD810F-F1BB-41BB-A5F3-182EC717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is the gap between 1948 and 1972?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A77E5-0ADB-4988-8D75-177EA1B0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are linked explanations more useful than dates alone?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F3086-964D-4831-9C5B-234B078F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21152154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816CE-DE38-49AF-8140-3B3571A4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A 11 May 1948 telegram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DB27D8-EE70-4CAD-BD33-9D30D766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W4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A098B-3015-41EE-AFD3-5401C086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Acting Governor of Jamaica told the Colonial Secretary that men had booked passages hoping for employment in Britain.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48538-C8F5-4740-AFCE-CE9D4DBD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TNA HO 213/714; official message, 1948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83B17-480C-4753-980F-52A9DF34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hope is not a guarantee. This does not establish everyone’s reasons or later experience.</a:t>
            </a:r>
          </a:p>
        </p:txBody>
      </p:sp>
    </p:spTree>
    <p:extLst>
      <p:ext uri="{BB962C8B-B14F-4D97-AF65-F5344CB8AC3E}">
        <p14:creationId xmlns:p14="http://schemas.microsoft.com/office/powerpoint/2010/main" val="190736339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FB8AC-7027-46D4-AA4B-68814C84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B 1947 to 1948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945D2-6E32-4FD2-B6B7-253BBB29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W4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5DFBA-745E-433D-8309-59100A9A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Eric Walrond reported varied experiences: work for some men, but unemployment also described in the north-west.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83FED-A2F7-458E-BF63-715FB089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TNA CO 876/88; report, 1947–48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548D3-BFED-41CA-AD6A-DB6E6914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Selected accounts do not measure the experiences of all migrants.</a:t>
            </a:r>
          </a:p>
        </p:txBody>
      </p:sp>
    </p:spTree>
    <p:extLst>
      <p:ext uri="{BB962C8B-B14F-4D97-AF65-F5344CB8AC3E}">
        <p14:creationId xmlns:p14="http://schemas.microsoft.com/office/powerpoint/2010/main" val="4693910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43F77-4DEB-4129-92E5-0ED72970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8 August 1972 Cabinet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63915-FB98-495E-A57F-99E56357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W4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FCC31-17DD-4E38-A7D6-9E705598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British ministers discussed Idi Amin’s order that Asian British-passport holders leave Uganda within three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57BA9-9974-4058-9833-F5830AE5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TNA CAB 128/50; British Cabinet minutes, 1972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2268C-1B51-4BB8-8D69-EB9B93E7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records the ministers’ discussion, not the voices of all the people affected.</a:t>
            </a:r>
          </a:p>
        </p:txBody>
      </p:sp>
    </p:spTree>
    <p:extLst>
      <p:ext uri="{BB962C8B-B14F-4D97-AF65-F5344CB8AC3E}">
        <p14:creationId xmlns:p14="http://schemas.microsoft.com/office/powerpoint/2010/main" val="58350978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33A88-D91F-4196-944F-D881A1A6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D 15 March 1973 support letter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83B4F-7186-43C3-A64E-1A26BA0E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W4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9D155-8A94-4A4F-B6CB-D32BA561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Uganda Resettlement Board asked voluntary organisations to support resettled families through visits.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CAF38-8BF1-4271-8677-B151FED6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TNA T 353/63; letter, 1973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E75F87-01DF-4D94-A36F-3B5CD73F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request records an intended response, not proof that every visit happened.</a:t>
            </a:r>
          </a:p>
        </p:txBody>
      </p:sp>
    </p:spTree>
    <p:extLst>
      <p:ext uri="{BB962C8B-B14F-4D97-AF65-F5344CB8AC3E}">
        <p14:creationId xmlns:p14="http://schemas.microsoft.com/office/powerpoint/2010/main" val="8860470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2026-09-19T18:36:06.1390000Z</dcterms:created>
  <dcterms:modified xsi:type="dcterms:W3CDTF">2026-09-19T18:36:06.1390000Z</dcterms:modified>
</coreProperties>
</file>