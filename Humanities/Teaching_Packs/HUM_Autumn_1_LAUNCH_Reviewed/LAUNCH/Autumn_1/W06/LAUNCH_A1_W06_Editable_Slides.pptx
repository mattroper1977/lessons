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114299ab0c1c4501" Type="http://schemas.openxmlformats.org/officeDocument/2006/relationships/extended-properties" Target="docProps/app.xml"/><Relationship Id="R4231e3d7ae3d40c8" Type="http://schemas.openxmlformats.org/package/2006/relationships/metadata/core-properties" Target="docProps/core.xml"/><Relationship Id="Ra716614bb2614a48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73ae829beb474d"/>
  </p:sldMasterIdLst>
  <p:notesMasterIdLst>
    <p:notesMasterId xmlns:r="http://schemas.openxmlformats.org/officeDocument/2006/relationships" r:id="Re55f9d94f2974fbb"/>
  </p:notesMasterIdLst>
  <p:sldIdLst>
    <p:sldId xmlns:r="http://schemas.openxmlformats.org/officeDocument/2006/relationships" id="256" r:id="R5c17da5ac75d4752"/>
    <p:sldId xmlns:r="http://schemas.openxmlformats.org/officeDocument/2006/relationships" id="257" r:id="R90e92a59b8e94c81"/>
    <p:sldId xmlns:r="http://schemas.openxmlformats.org/officeDocument/2006/relationships" id="258" r:id="R6f8128919208465e"/>
    <p:sldId xmlns:r="http://schemas.openxmlformats.org/officeDocument/2006/relationships" id="259" r:id="R15e57cf53ac642ec"/>
    <p:sldId xmlns:r="http://schemas.openxmlformats.org/officeDocument/2006/relationships" id="260" r:id="R2f91c3688f8848b4"/>
    <p:sldId xmlns:r="http://schemas.openxmlformats.org/officeDocument/2006/relationships" id="261" r:id="R071a50da443446b8"/>
    <p:sldId xmlns:r="http://schemas.openxmlformats.org/officeDocument/2006/relationships" id="262" r:id="Rb387e2b156a14442"/>
    <p:sldId xmlns:r="http://schemas.openxmlformats.org/officeDocument/2006/relationships" id="263" r:id="R3a3c7d2d54c04115"/>
    <p:sldId xmlns:r="http://schemas.openxmlformats.org/officeDocument/2006/relationships" id="264" r:id="Rd32da498db3641f5"/>
    <p:sldId xmlns:r="http://schemas.openxmlformats.org/officeDocument/2006/relationships" id="265" r:id="R7d7387625d3347af"/>
    <p:sldId xmlns:r="http://schemas.openxmlformats.org/officeDocument/2006/relationships" id="266" r:id="R06028711cd6e43b2"/>
    <p:sldId xmlns:r="http://schemas.openxmlformats.org/officeDocument/2006/relationships" id="267" r:id="Rbd2c4c7cc5cf4f74"/>
    <p:sldId xmlns:r="http://schemas.openxmlformats.org/officeDocument/2006/relationships" id="268" r:id="R260cc9b280434d33"/>
    <p:sldId xmlns:r="http://schemas.openxmlformats.org/officeDocument/2006/relationships" id="269" r:id="R4ef8a008d1674370"/>
    <p:sldId xmlns:r="http://schemas.openxmlformats.org/officeDocument/2006/relationships" id="270" r:id="R0f044c09321b4c34"/>
    <p:sldId xmlns:r="http://schemas.openxmlformats.org/officeDocument/2006/relationships" id="271" r:id="R1cfbedd7a4fa467e"/>
    <p:sldId xmlns:r="http://schemas.openxmlformats.org/officeDocument/2006/relationships" id="272" r:id="Rf6789f5ebbab4c25"/>
    <p:sldId xmlns:r="http://schemas.openxmlformats.org/officeDocument/2006/relationships" id="273" r:id="Rde85e376607e448d"/>
    <p:sldId xmlns:r="http://schemas.openxmlformats.org/officeDocument/2006/relationships" id="274" r:id="R0d6b1f60d6d24c0d"/>
    <p:sldId xmlns:r="http://schemas.openxmlformats.org/officeDocument/2006/relationships" id="275" r:id="Rcc2530edef3744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6028711cd6e43b2" Type="http://schemas.openxmlformats.org/officeDocument/2006/relationships/slide" Target="slides/slide11.xml"/><Relationship Id="R071a50da443446b8" Type="http://schemas.openxmlformats.org/officeDocument/2006/relationships/slide" Target="slides/slide6.xml"/><Relationship Id="R0d6b1f60d6d24c0d" Type="http://schemas.openxmlformats.org/officeDocument/2006/relationships/slide" Target="slides/slide19.xml"/><Relationship Id="R0f044c09321b4c34" Type="http://schemas.openxmlformats.org/officeDocument/2006/relationships/slide" Target="slides/slide15.xml"/><Relationship Id="R15e57cf53ac642ec" Type="http://schemas.openxmlformats.org/officeDocument/2006/relationships/slide" Target="slides/slide4.xml"/><Relationship Id="R1cfbedd7a4fa467e" Type="http://schemas.openxmlformats.org/officeDocument/2006/relationships/slide" Target="slides/slide16.xml"/><Relationship Id="R260cc9b280434d33" Type="http://schemas.openxmlformats.org/officeDocument/2006/relationships/slide" Target="slides/slide13.xml"/><Relationship Id="R2f91c3688f8848b4" Type="http://schemas.openxmlformats.org/officeDocument/2006/relationships/slide" Target="slides/slide5.xml"/><Relationship Id="R32254a03d3cc4055" Type="http://schemas.openxmlformats.org/officeDocument/2006/relationships/tableStyles" Target="tableStyles.xml"/><Relationship Id="R3a3c7d2d54c04115" Type="http://schemas.openxmlformats.org/officeDocument/2006/relationships/slide" Target="slides/slide8.xml"/><Relationship Id="R4ef8a008d1674370" Type="http://schemas.openxmlformats.org/officeDocument/2006/relationships/slide" Target="slides/slide14.xml"/><Relationship Id="R593d832fc89c4f73" Type="http://schemas.openxmlformats.org/officeDocument/2006/relationships/theme" Target="theme/theme1.xml"/><Relationship Id="R5c17da5ac75d4752" Type="http://schemas.openxmlformats.org/officeDocument/2006/relationships/slide" Target="slides/slide1.xml"/><Relationship Id="R6f8128919208465e" Type="http://schemas.openxmlformats.org/officeDocument/2006/relationships/slide" Target="slides/slide3.xml"/><Relationship Id="R7d7387625d3347af" Type="http://schemas.openxmlformats.org/officeDocument/2006/relationships/slide" Target="slides/slide10.xml"/><Relationship Id="R90e92a59b8e94c81" Type="http://schemas.openxmlformats.org/officeDocument/2006/relationships/slide" Target="slides/slide2.xml"/><Relationship Id="Rb387e2b156a14442" Type="http://schemas.openxmlformats.org/officeDocument/2006/relationships/slide" Target="slides/slide7.xml"/><Relationship Id="Rbd2c4c7cc5cf4f74" Type="http://schemas.openxmlformats.org/officeDocument/2006/relationships/slide" Target="slides/slide12.xml"/><Relationship Id="Rcb73ae829beb474d" Type="http://schemas.openxmlformats.org/officeDocument/2006/relationships/slideMaster" Target="slideMasters/slideMaster1.xml"/><Relationship Id="Rcc2530edef374469" Type="http://schemas.openxmlformats.org/officeDocument/2006/relationships/slide" Target="slides/slide20.xml"/><Relationship Id="Rd32da498db3641f5" Type="http://schemas.openxmlformats.org/officeDocument/2006/relationships/slide" Target="slides/slide9.xml"/><Relationship Id="Rde85e376607e448d" Type="http://schemas.openxmlformats.org/officeDocument/2006/relationships/slide" Target="slides/slide18.xml"/><Relationship Id="Re55f9d94f2974fbb" Type="http://schemas.openxmlformats.org/officeDocument/2006/relationships/notesMaster" Target="notesMasters/notesMaster1.xml"/><Relationship Id="Rebab5761013642a2" Type="http://schemas.openxmlformats.org/officeDocument/2006/relationships/presProps" Target="presProps.xml"/><Relationship Id="Rf6789f5ebbab4c25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1284eff52b22488d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4d863ab16d5245ed" Type="http://schemas.openxmlformats.org/officeDocument/2006/relationships/slide" Target="../slides/slide1.xml"/><Relationship Id="Rc4dda370daaa4fdd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11c5ba9c073f4606" Type="http://schemas.openxmlformats.org/officeDocument/2006/relationships/slide" Target="../slides/slide2.xml"/><Relationship Id="R8f3e5da3ad834fff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7ac49f71ed194ccc" Type="http://schemas.openxmlformats.org/officeDocument/2006/relationships/slide" Target="../slides/slide3.xml"/><Relationship Id="Raf884ed7ea574dc9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54872790c9954584" Type="http://schemas.openxmlformats.org/officeDocument/2006/relationships/notesMaster" Target="../notesMasters/notesMaster1.xml"/><Relationship Id="Ra2ebaeda79024455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286ffc8378074344" Type="http://schemas.openxmlformats.org/officeDocument/2006/relationships/notesMaster" Target="../notesMasters/notesMaster1.xml"/><Relationship Id="Re6f63e0404664011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2bb41e25dad4478c" Type="http://schemas.openxmlformats.org/officeDocument/2006/relationships/slide" Target="../slides/slide6.xml"/><Relationship Id="R37d9d2b388c941e5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23877f1cc6a64283" Type="http://schemas.openxmlformats.org/officeDocument/2006/relationships/notesMaster" Target="../notesMasters/notesMaster1.xml"/><Relationship Id="R654fb7eca39e486f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2f259d8f92cf4a69" Type="http://schemas.openxmlformats.org/officeDocument/2006/relationships/slide" Target="../slides/slide8.xml"/><Relationship Id="R5ae59c9ce7ab4eae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3a73a9131dc24342" Type="http://schemas.openxmlformats.org/officeDocument/2006/relationships/notesMaster" Target="../notesMasters/notesMaster1.xml"/><Relationship Id="R5cfbb6813300493b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30688edf9d4e4f0e" Type="http://schemas.openxmlformats.org/officeDocument/2006/relationships/slide" Target="../slides/slide10.xml"/><Relationship Id="Rcde6691db3a746c0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53058eca4cf646eb" Type="http://schemas.openxmlformats.org/officeDocument/2006/relationships/notesMaster" Target="../notesMasters/notesMaster1.xml"/><Relationship Id="R7ef26bf55be14135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bcd591022fe54a00" Type="http://schemas.openxmlformats.org/officeDocument/2006/relationships/slide" Target="../slides/slide12.xml"/><Relationship Id="Rcd5b37e3d9a041cd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66febe46c2d54819" Type="http://schemas.openxmlformats.org/officeDocument/2006/relationships/notesMaster" Target="../notesMasters/notesMaster1.xml"/><Relationship Id="Rd98aef3bb89a4704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7c0644f4e97e43bd" Type="http://schemas.openxmlformats.org/officeDocument/2006/relationships/slide" Target="../slides/slide14.xml"/><Relationship Id="R851e664bfe4b43c8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753b66efa9f2440c" Type="http://schemas.openxmlformats.org/officeDocument/2006/relationships/notesMaster" Target="../notesMasters/notesMaster1.xml"/><Relationship Id="R993e77866a894a9e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3b286ebda2e14d09" Type="http://schemas.openxmlformats.org/officeDocument/2006/relationships/notesMaster" Target="../notesMasters/notesMaster1.xml"/><Relationship Id="R48686f5597054d25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a905a320fbc24a56" Type="http://schemas.openxmlformats.org/officeDocument/2006/relationships/slide" Target="../slides/slide17.xml"/><Relationship Id="Rc3256913360d466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190ac641f8b24f09" Type="http://schemas.openxmlformats.org/officeDocument/2006/relationships/slide" Target="../slides/slide18.xml"/><Relationship Id="Rd7d9650352cf4e0a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53aac08d37944b3a" Type="http://schemas.openxmlformats.org/officeDocument/2006/relationships/slide" Target="../slides/slide19.xml"/><Relationship Id="R825d0202d7714cac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3e90011588e34761" Type="http://schemas.openxmlformats.org/officeDocument/2006/relationships/notesMaster" Target="../notesMasters/notesMaster1.xml"/><Relationship Id="R8eb9d1c5321642fb" Type="http://schemas.openxmlformats.org/officeDocument/2006/relationships/slide" Target="../slides/slide2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structured account and review.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Yes, in the documented setting and period.</a:t>
            </a:r>
          </a:p>
          <a:p xmlns:a="http://schemas.openxmlformats.org/drawingml/2006/main">
            <a:r>
              <a:t>Choose: Moving to live in another place OR A reason something happened. Answer: Moving to live in another place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A or read one relevant card together. Answer: It shows how the detail supports the claim or answers the question.</a:t>
            </a:r>
          </a:p>
          <a:p xmlns:a="http://schemas.openxmlformats.org/drawingml/2006/main">
            <a:r>
              <a:t>Give a reason when ready. Answer: Official records do not capture all personal experiences.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structured account and review.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structured account and review.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structured account and review.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structured account and review.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structured account and review.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</a:t>
            </a:r>
          </a:p>
          <a:p xmlns:a="http://schemas.openxmlformats.org/drawingml/2006/main">
            <a:r>
              <a:t>Audit a claim, evidence and explanation paragraph. Link the evidence to the enquiry.</a:t>
            </a:r>
          </a:p>
          <a:p xmlns:a="http://schemas.openxmlformats.org/drawingml/2006/main">
            <a:r>
              <a:t>Include an alternative interpretation and explain which is better supported.</a:t>
            </a:r>
          </a:p>
          <a:p xmlns:a="http://schemas.openxmlformats.org/drawingml/2006/main">
            <a:r>
              <a:t>F: structured account and review.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Everyone who arrived felt welcome — These official records do not establish everyone’s reception — The claim exceeds the evidence.</a:t>
            </a:r>
          </a:p>
          <a:p xmlns:a="http://schemas.openxmlformats.org/drawingml/2006/main">
            <a:r>
              <a:t>A and C show identical motives — A and C show different motives and constraints — Work hopes and forced departure differ.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 Complete the organiser one space at a time. Claim ___. Source ___ supports this through ___. This means ___. Overall, with the limit ___,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structured account and review.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Claim ___. Source ___ supports this through ___. This means ___. Overall, with the limit ___,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structured account and review.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Include an alternative interpretation and explain which is better supported.</a:t>
            </a:r>
          </a:p>
          <a:p xmlns:a="http://schemas.openxmlformats.org/drawingml/2006/main">
            <a:r>
              <a:t>F: structured account and review.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structured account and review.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It shows how the detail supports the claim or answers the question.</a:t>
            </a:r>
          </a:p>
          <a:p xmlns:a="http://schemas.openxmlformats.org/drawingml/2006/main">
            <a:r>
              <a:t>Official records do not capture all personal experiences.</a:t>
            </a:r>
          </a:p>
          <a:p xmlns:a="http://schemas.openxmlformats.org/drawingml/2006/main">
            <a:r>
              <a:t>Support: Claim ___. Source ___ supports this through ___. This means ___. Overall, with the limit ___, ___.</a:t>
            </a:r>
          </a:p>
          <a:p xmlns:a="http://schemas.openxmlformats.org/drawingml/2006/main">
            <a:r>
              <a:t>Extension: Include an alternative interpretation and explain which is better supported.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structured account and review.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structured account and review.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structured account and review.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structured account and review.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9e2eb0c343cb49f4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4d6fa19a4e0e42f6" Type="http://schemas.openxmlformats.org/officeDocument/2006/relationships/slideLayout" Target="../slideLayouts/slideLayout1.xml"/><Relationship Id="Rd702f231e34f47fc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6fa19a4e0e42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626c9a71c7204992" Type="http://schemas.openxmlformats.org/officeDocument/2006/relationships/slideLayout" Target="../slideLayouts/slideLayout1.xml"/><Relationship Id="Raddefe0e8fe1477c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85011152705042b3" Type="http://schemas.openxmlformats.org/officeDocument/2006/relationships/slideLayout" Target="../slideLayouts/slideLayout1.xml"/><Relationship Id="Rbc96aaf7091f41af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1d6494bdd313423a" Type="http://schemas.openxmlformats.org/officeDocument/2006/relationships/slideLayout" Target="../slideLayouts/slideLayout1.xml"/><Relationship Id="R5d12060e86c6490d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413ef316875e4745" Type="http://schemas.openxmlformats.org/officeDocument/2006/relationships/notesSlide" Target="../notesSlides/notesSlide4.xml"/><Relationship Id="R59da6270385f4b4a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25f9e9342fc84108" Type="http://schemas.openxmlformats.org/officeDocument/2006/relationships/notesSlide" Target="../notesSlides/notesSlide5.xml"/><Relationship Id="R791363acd30441cc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0613c530cba8461e" Type="http://schemas.openxmlformats.org/officeDocument/2006/relationships/slideLayout" Target="../slideLayouts/slideLayout1.xml"/><Relationship Id="Re24ebb57a57846c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8a901848636a41b9" Type="http://schemas.openxmlformats.org/officeDocument/2006/relationships/notesSlide" Target="../notesSlides/notesSlide7.xml"/><Relationship Id="Rab2fc06a5683403e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295902ad55fe4269" Type="http://schemas.openxmlformats.org/officeDocument/2006/relationships/notesSlide" Target="../notesSlides/notesSlide8.xml"/><Relationship Id="Rb0e4b2563051425f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1eb24cb734f4407a" Type="http://schemas.openxmlformats.org/officeDocument/2006/relationships/notesSlide" Target="../notesSlides/notesSlide9.xml"/><Relationship Id="R4f94d7fd937942e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8e3416a42cb64350" Type="http://schemas.openxmlformats.org/officeDocument/2006/relationships/notesSlide" Target="../notesSlides/notesSlide10.xml"/><Relationship Id="Ref3fce20726042f0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d06d628193de4582" Type="http://schemas.openxmlformats.org/officeDocument/2006/relationships/notesSlide" Target="../notesSlides/notesSlide11.xml"/><Relationship Id="Rd29b41a899e54120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31e4af8c9582455c" Type="http://schemas.openxmlformats.org/officeDocument/2006/relationships/notesSlide" Target="../notesSlides/notesSlide12.xml"/><Relationship Id="R93baf3a1f6ea42ac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1e6f5a68883146ab" Type="http://schemas.openxmlformats.org/officeDocument/2006/relationships/slideLayout" Target="../slideLayouts/slideLayout1.xml"/><Relationship Id="R7f8e25f9154e4741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5094d46663b14cab" Type="http://schemas.openxmlformats.org/officeDocument/2006/relationships/notesSlide" Target="../notesSlides/notesSlide14.xml"/><Relationship Id="Ree02cbfe538e451b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282c9b255cd8487c" Type="http://schemas.openxmlformats.org/officeDocument/2006/relationships/notesSlide" Target="../notesSlides/notesSlide15.xml"/><Relationship Id="R29341619900944a9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6ab01c4b41d64b59" Type="http://schemas.openxmlformats.org/officeDocument/2006/relationships/notesSlide" Target="../notesSlides/notesSlide16.xml"/><Relationship Id="Ra6dd937e82654784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c073336efe964ee3" Type="http://schemas.openxmlformats.org/officeDocument/2006/relationships/notesSlide" Target="../notesSlides/notesSlide17.xml"/><Relationship Id="Rc362fae688af463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1f735725a2c94766" Type="http://schemas.openxmlformats.org/officeDocument/2006/relationships/slideLayout" Target="../slideLayouts/slideLayout1.xml"/><Relationship Id="Red130221e3db46e1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7ad1243d74c74d7c" Type="http://schemas.openxmlformats.org/officeDocument/2006/relationships/notesSlide" Target="../notesSlides/notesSlide19.xml"/><Relationship Id="Rb0ae17476f9a41ac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197068cd25874ce6" Type="http://schemas.openxmlformats.org/officeDocument/2006/relationships/notesSlide" Target="../notesSlides/notesSlide20.xml"/><Relationship Id="R6ff76848888e4e78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A74A2F-8953-49DC-8D08-3EDB8DCE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 structured account using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D185D0-4D8C-41AD-82F4-105F4507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W6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6ECFA9-1188-4C1C-B9DF-5609C375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Write a structured account using evidence with English links.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7A52A1-7FB7-4CD5-9EFE-96170C6D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LAUNCH / Humanities / Autumn 1 / Week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AA7E63-4AF1-4198-89C5-7C19A915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8027742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73E6A9-B62B-434D-AE51-2427811E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4A1E97-26ED-456B-BC81-AF1E5C96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W6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D88CB5-7147-4237-8AB4-4C141FB0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Does a payment record establish a musician’s employment?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65B9C3-9021-44FF-82CB-5443EE5E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migration?</a:t>
            </a:r>
          </a:p>
        </p:txBody>
      </p:sp>
    </p:spTree>
    <p:extLst>
      <p:ext uri="{BB962C8B-B14F-4D97-AF65-F5344CB8AC3E}">
        <p14:creationId xmlns:p14="http://schemas.microsoft.com/office/powerpoint/2010/main" val="4698678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50FFF7-45E7-45C3-B101-9B0249C3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779E42-B227-42BB-AA91-DE6A883C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W6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E6D80F-C5EC-4B89-B64D-5550C0DF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What does an explanation add to evidence?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D6393A-91E4-4D80-8231-EA3FFEE0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Why qualify a conclusion about identity?</a:t>
            </a:r>
          </a:p>
        </p:txBody>
      </p:sp>
    </p:spTree>
    <p:extLst>
      <p:ext uri="{BB962C8B-B14F-4D97-AF65-F5344CB8AC3E}">
        <p14:creationId xmlns:p14="http://schemas.microsoft.com/office/powerpoint/2010/main" val="17569036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AD9F78-3143-418A-AB96-6D9F425F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A2A77A-997A-40C5-BE30-8E659D0C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W6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13B15D-7592-4810-8F26-C4D3A46E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migration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Moving to live in another place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0DE582-25F1-4C4C-8770-3728B403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cause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reason something happened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E35070-093B-490D-AEB7-D5E924B3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consequence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that happened as a result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716D7E-65EB-4A4E-AD2B-E850D415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provenance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source’s origin and context</a:t>
            </a:r>
          </a:p>
        </p:txBody>
      </p:sp>
    </p:spTree>
    <p:extLst>
      <p:ext uri="{BB962C8B-B14F-4D97-AF65-F5344CB8AC3E}">
        <p14:creationId xmlns:p14="http://schemas.microsoft.com/office/powerpoint/2010/main" val="18557207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1F590B-2141-44E5-A93A-000DC8CC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A071A4-32A4-47BB-BF9E-5138495D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W6                                     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0E86C9-5272-49C2-A423-23E9DEAF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Audit a claim, evidence and explanation paragraph.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082CEB-D746-4EC5-B780-5A84CDD0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9110D0-2707-498B-A9FD-D061319A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the glossary and one chunk of evidence. Plan the claim and supporting detail before explaining.</a:t>
            </a:r>
          </a:p>
        </p:txBody>
      </p:sp>
    </p:spTree>
    <p:extLst>
      <p:ext uri="{BB962C8B-B14F-4D97-AF65-F5344CB8AC3E}">
        <p14:creationId xmlns:p14="http://schemas.microsoft.com/office/powerpoint/2010/main" val="10188652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6AE150-92EF-4254-A460-9D425A1D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CC8C65-6531-4B1B-870C-F6F5CE29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W6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3F7D21-04F9-4627-ADD1-BD310900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Link an official source to a qualified claim.</a:t>
            </a:r>
          </a:p>
        </p:txBody>
      </p:sp>
    </p:spTree>
    <p:extLst>
      <p:ext uri="{BB962C8B-B14F-4D97-AF65-F5344CB8AC3E}">
        <p14:creationId xmlns:p14="http://schemas.microsoft.com/office/powerpoint/2010/main" val="356115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48BE1-6574-4FDC-A134-03BEFB92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F1BB3-4C6A-4145-94F7-3AD2B84C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W6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75A421-51EB-4CD6-831B-2CA5FE3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A 11 May 1948 telegram: The Acting Governor of Jamaica told the Colonial Secretary that men had booked passages hoping for employment in Britain.</a:t>
            </a:r>
          </a:p>
        </p:txBody>
      </p:sp>
    </p:spTree>
    <p:extLst>
      <p:ext uri="{BB962C8B-B14F-4D97-AF65-F5344CB8AC3E}">
        <p14:creationId xmlns:p14="http://schemas.microsoft.com/office/powerpoint/2010/main" val="5714099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79DCF3-B390-4F35-8833-81CD2C8F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5CE5A8-D7F1-4928-9568-D8375D40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W6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FA7EB5-C1C0-47B2-BC8F-4F7FDEEE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A records employment hopes. That supports a motive for some travellers, but personal testimony would add evidence about individual identity.</a:t>
            </a:r>
          </a:p>
        </p:txBody>
      </p:sp>
    </p:spTree>
    <p:extLst>
      <p:ext uri="{BB962C8B-B14F-4D97-AF65-F5344CB8AC3E}">
        <p14:creationId xmlns:p14="http://schemas.microsoft.com/office/powerpoint/2010/main" val="4892709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6D5F82-A64C-44BE-8D10-0441962A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5D552D-9365-4575-9B1A-CE233CA6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W6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0B88A6-D28C-4241-BA24-EBB49607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Why qualify a conclusion about identity? Official records do not capture all personal experiences.</a:t>
            </a:r>
          </a:p>
        </p:txBody>
      </p:sp>
    </p:spTree>
    <p:extLst>
      <p:ext uri="{BB962C8B-B14F-4D97-AF65-F5344CB8AC3E}">
        <p14:creationId xmlns:p14="http://schemas.microsoft.com/office/powerpoint/2010/main" val="20660266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7E5BF2-3680-46DE-90B9-A064FD52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10C4FA-75F2-4EB3-A523-2A1D1AA2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W6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4989E9-B0DF-4D7F-938C-137EF293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Audit a claim, evidence and explanation paragraph.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904047-A942-4326-B98F-DCED5EC1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Rebuild its sequence and qualify its conclusion.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4A31ED-51C3-467A-B26E-FFD61E64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4523484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7792B2-4CA6-48D9-A0FD-BB8C74E5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089DDD-8AF0-4435-A21D-552ACCD4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W6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7472BB-A719-40E3-9C79-83FFE190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Everyone who arrived felt welcome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8518C0-45AD-48CE-955D-7AE17272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and C show identical motives</a:t>
            </a:r>
          </a:p>
        </p:txBody>
      </p:sp>
    </p:spTree>
    <p:extLst>
      <p:ext uri="{BB962C8B-B14F-4D97-AF65-F5344CB8AC3E}">
        <p14:creationId xmlns:p14="http://schemas.microsoft.com/office/powerpoint/2010/main" val="12140882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E2B975-3306-40BC-91BC-DD61078B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644435-35E9-463F-8BF6-41E7E364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W6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8E43B5-E346-49F6-81A8-6D88F7B2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Plan and draft a structured answer about migration and identity.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8570D9-BBD7-4AB2-B261-82F1AE20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at least two sources in a logical chronology.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F9A971-0480-49ED-9797-761E9513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evidence, sequence and conclusion, then revise one unsupported claim.</a:t>
            </a:r>
          </a:p>
        </p:txBody>
      </p:sp>
    </p:spTree>
    <p:extLst>
      <p:ext uri="{BB962C8B-B14F-4D97-AF65-F5344CB8AC3E}">
        <p14:creationId xmlns:p14="http://schemas.microsoft.com/office/powerpoint/2010/main" val="8011302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BBA663-0335-45F8-B547-0D8E10CF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EEBB23-A36C-47FA-A04E-A6C8DE93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W6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A15841-78E1-4092-A737-9D1D0660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Plan and draft a structured answer about migration and identity.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EACAAF-6FFF-4C56-B562-B358BB8A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at least two sources in a logical chronology.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5C8A40-9D8D-4962-916D-0B06A0C9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evidence, sequence and conclusion, then revise one unsupported claim.</a:t>
            </a:r>
          </a:p>
        </p:txBody>
      </p:sp>
    </p:spTree>
    <p:extLst>
      <p:ext uri="{BB962C8B-B14F-4D97-AF65-F5344CB8AC3E}">
        <p14:creationId xmlns:p14="http://schemas.microsoft.com/office/powerpoint/2010/main" val="12588598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445D75-BD4A-4474-A29C-5A6F4CD1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048459-441F-4660-B5C0-3E66CA2D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W6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644E1A-D13B-49D8-BBAD-DD3EF72E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Plan and draft a structured answer about migration and identity.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B66D0C-8ECA-4796-B33B-5EF0A878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at least two sources in a logical chronology.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5F7DA5-4EFF-42B9-8C6B-0424073E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evidence, sequence and conclusion, then revise one unsupported claim.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B78F6C-939D-470C-A27D-CDB987F6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Include an alternative interpretation and explain which is better supported.</a:t>
            </a:r>
          </a:p>
        </p:txBody>
      </p:sp>
    </p:spTree>
    <p:extLst>
      <p:ext uri="{BB962C8B-B14F-4D97-AF65-F5344CB8AC3E}">
        <p14:creationId xmlns:p14="http://schemas.microsoft.com/office/powerpoint/2010/main" val="161985511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279FAF-3C32-4572-9C34-CEBDBE2A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E92784-24F1-4E8F-A8E4-802F0463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W6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1DDEBA-1CC2-4BB6-9B78-E0316AC4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structured account and review.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B4384D-5F5B-4959-9AA4-1CE879F1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6E3F08-26E6-4548-AA2B-68D6C61F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1756347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6D7462-0392-4746-8580-B7E03775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C6851-316B-4635-9C87-56F03293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W6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B72159-7C84-4885-81AA-E8CE8729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does an explanation add to evidence?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1CE49E-AF9A-4FE6-868E-6CFFC9D6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Why qualify a conclusion about identity?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C9192-1EE9-474F-BC9C-3B0645F4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20883426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575DF9-84C9-4DE1-8291-B31256A9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A 11 May 1948 telegram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CCE4E7-C4C1-498E-AAE5-45FC3070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W6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6EDEBF-1BD1-4D78-BA3E-05FDAFEC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Acting Governor of Jamaica told the Colonial Secretary that men had booked passages hoping for employment in Britain.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B11B39-3794-42D3-82BF-67D6B1A0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TNA HO 213/714; official message, 1948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F44CC1-7282-46B1-8A0B-F940E834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hope is not a guarantee. This does not establish everyone’s reasons or later experience.</a:t>
            </a:r>
          </a:p>
        </p:txBody>
      </p:sp>
    </p:spTree>
    <p:extLst>
      <p:ext uri="{BB962C8B-B14F-4D97-AF65-F5344CB8AC3E}">
        <p14:creationId xmlns:p14="http://schemas.microsoft.com/office/powerpoint/2010/main" val="52878851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49F549-05E8-483F-AB8F-436DEE5C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B 1947 to 1948 report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DBD4B9-4790-40CF-9C52-A5F38B31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W6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386033-675E-4117-82F5-49AC169E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Eric Walrond reported varied experiences: work for some men, but unemployment also described in the north-west.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0FD01B-2751-4C4E-ABEC-38CD60CF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TNA CO 876/88; report, 1947–48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0AA0D7-8BB0-4EFF-BB64-1A652C53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Selected accounts do not measure the experiences of all migrants.</a:t>
            </a:r>
          </a:p>
        </p:txBody>
      </p:sp>
    </p:spTree>
    <p:extLst>
      <p:ext uri="{BB962C8B-B14F-4D97-AF65-F5344CB8AC3E}">
        <p14:creationId xmlns:p14="http://schemas.microsoft.com/office/powerpoint/2010/main" val="61764491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342A10-3118-4010-92EF-EEEE817F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C 8 August 1972 Cabinet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4B2FD7-655B-4018-806A-558D596D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W6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B8A2D-1FF2-4A49-B354-5F037BA5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British ministers discussed Idi Amin’s order that Asian British-passport holders leave Uganda within three months.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D40BE1-63EF-47A9-A21B-578CB21C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TNA CAB 128/50; British Cabinet minutes, 1972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9C4502-85E5-485B-AA14-9B7BACF1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records the ministers’ discussion, not the voices of all the people affected.</a:t>
            </a:r>
          </a:p>
        </p:txBody>
      </p:sp>
    </p:spTree>
    <p:extLst>
      <p:ext uri="{BB962C8B-B14F-4D97-AF65-F5344CB8AC3E}">
        <p14:creationId xmlns:p14="http://schemas.microsoft.com/office/powerpoint/2010/main" val="145190396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FAF75E-AC6D-4176-AEC7-8A424A00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D 15 March 1973 support letter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F482D9-9125-4EFF-A4A7-6E82EED3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W6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C70888-4478-44AE-BB97-90F7EAE5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Uganda Resettlement Board asked voluntary organisations to support resettled families through visits.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2266E7-2428-4CD3-85E9-FF557169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TNA T 353/63; letter, 1973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ED5828-5551-4FD7-A7A5-177B4838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request records an intended response, not proof that every visit happened.</a:t>
            </a:r>
          </a:p>
        </p:txBody>
      </p:sp>
    </p:spTree>
    <p:extLst>
      <p:ext uri="{BB962C8B-B14F-4D97-AF65-F5344CB8AC3E}">
        <p14:creationId xmlns:p14="http://schemas.microsoft.com/office/powerpoint/2010/main" val="637529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2026-09-19T18:35:58.9700000Z</dcterms:created>
  <dcterms:modified xsi:type="dcterms:W3CDTF">2026-09-19T18:35:58.9700000Z</dcterms:modified>
</coreProperties>
</file>