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e7d3e6e3b504259" Type="http://schemas.openxmlformats.org/officeDocument/2006/relationships/officeDocument" Target="ppt/presentation.xml"/><Relationship Id="Rd8d6f0453ef04c81" Type="http://schemas.openxmlformats.org/officeDocument/2006/relationships/extended-properties" Target="docProps/app.xml"/><Relationship Id="Re3021155f1a54e6d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87ac6f45a24b25"/>
  </p:sldMasterIdLst>
  <p:notesMasterIdLst>
    <p:notesMasterId xmlns:r="http://schemas.openxmlformats.org/officeDocument/2006/relationships" r:id="Racfddbc518aa486c"/>
  </p:notesMasterIdLst>
  <p:sldIdLst>
    <p:sldId xmlns:r="http://schemas.openxmlformats.org/officeDocument/2006/relationships" id="256" r:id="R839a8d6976404574"/>
    <p:sldId xmlns:r="http://schemas.openxmlformats.org/officeDocument/2006/relationships" id="257" r:id="R859287bbf15545df"/>
    <p:sldId xmlns:r="http://schemas.openxmlformats.org/officeDocument/2006/relationships" id="258" r:id="Racda30d13d4e4719"/>
    <p:sldId xmlns:r="http://schemas.openxmlformats.org/officeDocument/2006/relationships" id="259" r:id="Raec70f8f2d424f89"/>
    <p:sldId xmlns:r="http://schemas.openxmlformats.org/officeDocument/2006/relationships" id="260" r:id="R1ee14c569b0d4c67"/>
    <p:sldId xmlns:r="http://schemas.openxmlformats.org/officeDocument/2006/relationships" id="261" r:id="R6a8ef14d95c84345"/>
    <p:sldId xmlns:r="http://schemas.openxmlformats.org/officeDocument/2006/relationships" id="262" r:id="Rde706d457620437a"/>
    <p:sldId xmlns:r="http://schemas.openxmlformats.org/officeDocument/2006/relationships" id="263" r:id="R5013bbe6cc0d4899"/>
    <p:sldId xmlns:r="http://schemas.openxmlformats.org/officeDocument/2006/relationships" id="264" r:id="R7024af1d59f4423d"/>
    <p:sldId xmlns:r="http://schemas.openxmlformats.org/officeDocument/2006/relationships" id="265" r:id="Rd0145cfef5d34c80"/>
    <p:sldId xmlns:r="http://schemas.openxmlformats.org/officeDocument/2006/relationships" id="266" r:id="R61ea32583da44765"/>
    <p:sldId xmlns:r="http://schemas.openxmlformats.org/officeDocument/2006/relationships" id="267" r:id="R75276ad74e6d497d"/>
    <p:sldId xmlns:r="http://schemas.openxmlformats.org/officeDocument/2006/relationships" id="268" r:id="Rf9a1a9ca245d455f"/>
    <p:sldId xmlns:r="http://schemas.openxmlformats.org/officeDocument/2006/relationships" id="269" r:id="R1305cae3f9714ef2"/>
    <p:sldId xmlns:r="http://schemas.openxmlformats.org/officeDocument/2006/relationships" id="270" r:id="Rce4c516670da4fde"/>
    <p:sldId xmlns:r="http://schemas.openxmlformats.org/officeDocument/2006/relationships" id="271" r:id="Rd143a3ab4f0741d4"/>
    <p:sldId xmlns:r="http://schemas.openxmlformats.org/officeDocument/2006/relationships" id="272" r:id="R52fedeb325554c6b"/>
    <p:sldId xmlns:r="http://schemas.openxmlformats.org/officeDocument/2006/relationships" id="273" r:id="R57d1fd1496d640b2"/>
    <p:sldId xmlns:r="http://schemas.openxmlformats.org/officeDocument/2006/relationships" id="274" r:id="R149b2bbba9e341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dd6e921926a4778" Type="http://schemas.openxmlformats.org/officeDocument/2006/relationships/tableStyles" Target="tableStyles.xml"/><Relationship Id="R1305cae3f9714ef2" Type="http://schemas.openxmlformats.org/officeDocument/2006/relationships/slide" Target="slides/slide14.xml"/><Relationship Id="R149b2bbba9e341a6" Type="http://schemas.openxmlformats.org/officeDocument/2006/relationships/slide" Target="slides/slide19.xml"/><Relationship Id="R16c5b0317a4747fe" Type="http://schemas.openxmlformats.org/officeDocument/2006/relationships/theme" Target="theme/theme1.xml"/><Relationship Id="R1ee14c569b0d4c67" Type="http://schemas.openxmlformats.org/officeDocument/2006/relationships/slide" Target="slides/slide5.xml"/><Relationship Id="R3d529dcaa4094c8f" Type="http://schemas.openxmlformats.org/officeDocument/2006/relationships/presProps" Target="presProps.xml"/><Relationship Id="R5013bbe6cc0d4899" Type="http://schemas.openxmlformats.org/officeDocument/2006/relationships/slide" Target="slides/slide8.xml"/><Relationship Id="R52fedeb325554c6b" Type="http://schemas.openxmlformats.org/officeDocument/2006/relationships/slide" Target="slides/slide17.xml"/><Relationship Id="R57d1fd1496d640b2" Type="http://schemas.openxmlformats.org/officeDocument/2006/relationships/slide" Target="slides/slide18.xml"/><Relationship Id="R61ea32583da44765" Type="http://schemas.openxmlformats.org/officeDocument/2006/relationships/slide" Target="slides/slide11.xml"/><Relationship Id="R6a8ef14d95c84345" Type="http://schemas.openxmlformats.org/officeDocument/2006/relationships/slide" Target="slides/slide6.xml"/><Relationship Id="R7024af1d59f4423d" Type="http://schemas.openxmlformats.org/officeDocument/2006/relationships/slide" Target="slides/slide9.xml"/><Relationship Id="R75276ad74e6d497d" Type="http://schemas.openxmlformats.org/officeDocument/2006/relationships/slide" Target="slides/slide12.xml"/><Relationship Id="R839a8d6976404574" Type="http://schemas.openxmlformats.org/officeDocument/2006/relationships/slide" Target="slides/slide1.xml"/><Relationship Id="R859287bbf15545df" Type="http://schemas.openxmlformats.org/officeDocument/2006/relationships/slide" Target="slides/slide2.xml"/><Relationship Id="Racda30d13d4e4719" Type="http://schemas.openxmlformats.org/officeDocument/2006/relationships/slide" Target="slides/slide3.xml"/><Relationship Id="Racfddbc518aa486c" Type="http://schemas.openxmlformats.org/officeDocument/2006/relationships/notesMaster" Target="notesMasters/notesMaster1.xml"/><Relationship Id="Raec70f8f2d424f89" Type="http://schemas.openxmlformats.org/officeDocument/2006/relationships/slide" Target="slides/slide4.xml"/><Relationship Id="Rbe87ac6f45a24b25" Type="http://schemas.openxmlformats.org/officeDocument/2006/relationships/slideMaster" Target="slideMasters/slideMaster1.xml"/><Relationship Id="Rce4c516670da4fde" Type="http://schemas.openxmlformats.org/officeDocument/2006/relationships/slide" Target="slides/slide15.xml"/><Relationship Id="Rd0145cfef5d34c80" Type="http://schemas.openxmlformats.org/officeDocument/2006/relationships/slide" Target="slides/slide10.xml"/><Relationship Id="Rd143a3ab4f0741d4" Type="http://schemas.openxmlformats.org/officeDocument/2006/relationships/slide" Target="slides/slide16.xml"/><Relationship Id="Rde706d457620437a" Type="http://schemas.openxmlformats.org/officeDocument/2006/relationships/slide" Target="slides/slide7.xml"/><Relationship Id="Rf9a1a9ca245d455f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d28b4e1146ec40d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bf0f8f1634e446e" Type="http://schemas.openxmlformats.org/officeDocument/2006/relationships/notesMaster" Target="../notesMasters/notesMaster1.xml"/><Relationship Id="R5b9b02d100934eb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0367ba091c1a4c22" Type="http://schemas.openxmlformats.org/officeDocument/2006/relationships/slide" Target="../slides/slide2.xml"/><Relationship Id="R5efb1d9eaf9b4317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d784e75328644096" Type="http://schemas.openxmlformats.org/officeDocument/2006/relationships/slide" Target="../slides/slide3.xml"/><Relationship Id="Rf81c237b56af4b19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23b9d5cd853f432e" Type="http://schemas.openxmlformats.org/officeDocument/2006/relationships/slide" Target="../slides/slide4.xml"/><Relationship Id="R3008f00983504290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6f3ec875d79541ee" Type="http://schemas.openxmlformats.org/officeDocument/2006/relationships/slide" Target="../slides/slide5.xml"/><Relationship Id="R7a94e1e50dcf4638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3c9011b5699e44bd" Type="http://schemas.openxmlformats.org/officeDocument/2006/relationships/notesMaster" Target="../notesMasters/notesMaster1.xml"/><Relationship Id="R4f870b99da774653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52a072a84bfc4e98" Type="http://schemas.openxmlformats.org/officeDocument/2006/relationships/slide" Target="../slides/slide7.xml"/><Relationship Id="R71d96e467e284199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11f2893c953a4944" Type="http://schemas.openxmlformats.org/officeDocument/2006/relationships/slide" Target="../slides/slide8.xml"/><Relationship Id="R24a8d0b750394a5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a3fc0ffc1644444a" Type="http://schemas.openxmlformats.org/officeDocument/2006/relationships/notesMaster" Target="../notesMasters/notesMaster1.xml"/><Relationship Id="Re1cbec638b4d4e23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968571acefdc41ed" Type="http://schemas.openxmlformats.org/officeDocument/2006/relationships/notesMaster" Target="../notesMasters/notesMaster1.xml"/><Relationship Id="Rb76cf64f5f3f4cd5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74a2156e6911493b" Type="http://schemas.openxmlformats.org/officeDocument/2006/relationships/slide" Target="../slides/slide11.xml"/><Relationship Id="R976e3680990547bc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3a8e25e0862b4d95" Type="http://schemas.openxmlformats.org/officeDocument/2006/relationships/notesMaster" Target="../notesMasters/notesMaster1.xml"/><Relationship Id="R5c192239639c4008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8f3d95861bfb40d5" Type="http://schemas.openxmlformats.org/officeDocument/2006/relationships/slide" Target="../slides/slide13.xml"/><Relationship Id="R9e8fd37982c14cff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345fa328b7a5428b" Type="http://schemas.openxmlformats.org/officeDocument/2006/relationships/slide" Target="../slides/slide14.xml"/><Relationship Id="Ra337a36e0f164cc5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17c110339e714356" Type="http://schemas.openxmlformats.org/officeDocument/2006/relationships/slide" Target="../slides/slide15.xml"/><Relationship Id="R58c0a8b83c8b42ba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4f9db3b0f7d14330" Type="http://schemas.openxmlformats.org/officeDocument/2006/relationships/slide" Target="../slides/slide16.xml"/><Relationship Id="Ra68c5e48417744cc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bc405c75121940fa" Type="http://schemas.openxmlformats.org/officeDocument/2006/relationships/notesMaster" Target="../notesMasters/notesMaster1.xml"/><Relationship Id="Ree7c1ba18e12404d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214e280c72f54415" Type="http://schemas.openxmlformats.org/officeDocument/2006/relationships/slide" Target="../slides/slide18.xml"/><Relationship Id="R2dee621fe9d347f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519480a882f34d69" Type="http://schemas.openxmlformats.org/officeDocument/2006/relationships/slide" Target="../slides/slide19.xml"/><Relationship Id="Raca2a77e9e444314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evidence-based judgement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24 years.</a:t>
            </a:r>
          </a:p>
          <a:p xmlns:a="http://schemas.openxmlformats.org/drawingml/2006/main">
            <a:r>
              <a:t>Choose: Something we use to find out OR Something a person adds or does. Answer: Something we use to find 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J or read one relevant card together. Answer: Yes, in the documented setting and period.</a:t>
            </a:r>
          </a:p>
          <a:p xmlns:a="http://schemas.openxmlformats.org/drawingml/2006/main">
            <a:r>
              <a:t>Give a reason when ready. Answer: No. That needs additional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evidence-based judgement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evidence-based judgement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evidence-based judgement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evidence-based judgement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evidence-based judgement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Rank John Blanke and Remond evidence for impact, change and legacy. Link the evidence to the enquiry.</a:t>
            </a:r>
          </a:p>
          <a:p xmlns:a="http://schemas.openxmlformats.org/drawingml/2006/main">
            <a:r>
              <a:t>Weigh the different source types and explain which part of the judgement is least secure.</a:t>
            </a:r>
          </a:p>
          <a:p xmlns:a="http://schemas.openxmlformats.org/drawingml/2006/main">
            <a:r>
              <a:t>F: evidence-based judgement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Rank John Blanke and Remond evidence for impact, change and legacy. Distinguish contribution evidence from a claim about lasting influence.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Using ___ as my criterion, ___ matters because ___. Another judgement could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evidence-based judgement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Using ___ as my criterion, ___ matters because ___. Another judgement could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evidence-based judgement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Weigh the different source types and explain which part of the judgement is least secure.</a:t>
            </a:r>
          </a:p>
          <a:p xmlns:a="http://schemas.openxmlformats.org/drawingml/2006/main">
            <a:r>
              <a:t>F: evidence-based judgement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evidence-based judgement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Yes, in the documented setting and period.</a:t>
            </a:r>
          </a:p>
          <a:p xmlns:a="http://schemas.openxmlformats.org/drawingml/2006/main">
            <a:r>
              <a:t>No. That needs additional evidence.</a:t>
            </a:r>
          </a:p>
          <a:p xmlns:a="http://schemas.openxmlformats.org/drawingml/2006/main">
            <a:r>
              <a:t>Support: Using ___ as my criterion, ___ matters because ___. Another judgement could ___.</a:t>
            </a:r>
          </a:p>
          <a:p xmlns:a="http://schemas.openxmlformats.org/drawingml/2006/main">
            <a:r>
              <a:t>Extension: Weigh the different source types and explain which part of the judgement is least secure.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evidence-based judgement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evidence-based judgement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evidence-based judgement and exit check.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Early Black presence in Britain: https://www.nationalarchives.gov.uk/education/resources/the-empire-windrush/early-black-presence/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7e23dbdb69f84bc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c27433c0b9144a2" Type="http://schemas.openxmlformats.org/officeDocument/2006/relationships/slideLayout" Target="../slideLayouts/slideLayout1.xml"/><Relationship Id="Reb864dd7799f433d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27433c0b9144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4f5b2fce34d459c" Type="http://schemas.openxmlformats.org/officeDocument/2006/relationships/notesSlide" Target="../notesSlides/notesSlide1.xml"/><Relationship Id="R33c5f655ab7c48b9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199673b496a643ef" Type="http://schemas.openxmlformats.org/officeDocument/2006/relationships/slideLayout" Target="../slideLayouts/slideLayout1.xml"/><Relationship Id="R202117e71db14a4c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2eda5e6deca8433d" Type="http://schemas.openxmlformats.org/officeDocument/2006/relationships/slideLayout" Target="../slideLayouts/slideLayout1.xml"/><Relationship Id="Rf34e2f3e709a427d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747e7ccaef524d33" Type="http://schemas.openxmlformats.org/officeDocument/2006/relationships/notesSlide" Target="../notesSlides/notesSlide4.xml"/><Relationship Id="Rd4fbf52ce14b4c65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a38503a0d65e40cd" Type="http://schemas.openxmlformats.org/officeDocument/2006/relationships/notesSlide" Target="../notesSlides/notesSlide5.xml"/><Relationship Id="Rcfaba95287684e67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244e8fed9134608" Type="http://schemas.openxmlformats.org/officeDocument/2006/relationships/slideLayout" Target="../slideLayouts/slideLayout1.xml"/><Relationship Id="Rf26cd3ab87984bb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644686848bcc4be6" Type="http://schemas.openxmlformats.org/officeDocument/2006/relationships/notesSlide" Target="../notesSlides/notesSlide7.xml"/><Relationship Id="R6f10c6e5fed7437b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6b24b0e6dc8a42d8" Type="http://schemas.openxmlformats.org/officeDocument/2006/relationships/slideLayout" Target="../slideLayouts/slideLayout1.xml"/><Relationship Id="R935ad799fbb6429e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515e35a241094a85" Type="http://schemas.openxmlformats.org/officeDocument/2006/relationships/slideLayout" Target="../slideLayouts/slideLayout1.xml"/><Relationship Id="Re6525bd3c2a04a2c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e4558a8adef2467e" Type="http://schemas.openxmlformats.org/officeDocument/2006/relationships/notesSlide" Target="../notesSlides/notesSlide10.xml"/><Relationship Id="Rf9a4b3b2844444a8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3c3e6818c4d2452d" Type="http://schemas.openxmlformats.org/officeDocument/2006/relationships/notesSlide" Target="../notesSlides/notesSlide11.xml"/><Relationship Id="Rdac2f48574d54c1a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4a2a120318494148" Type="http://schemas.openxmlformats.org/officeDocument/2006/relationships/notesSlide" Target="../notesSlides/notesSlide12.xml"/><Relationship Id="R50419bd5bec04765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5bd41f3698b3451e" Type="http://schemas.openxmlformats.org/officeDocument/2006/relationships/notesSlide" Target="../notesSlides/notesSlide13.xml"/><Relationship Id="Rc28e1caa79a04332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3dae244445324830" Type="http://schemas.openxmlformats.org/officeDocument/2006/relationships/notesSlide" Target="../notesSlides/notesSlide14.xml"/><Relationship Id="R5d7a8f0e4d1e40e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2a34069929a04212" Type="http://schemas.openxmlformats.org/officeDocument/2006/relationships/notesSlide" Target="../notesSlides/notesSlide15.xml"/><Relationship Id="R479c77b69b73433a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3dade4b2c374421c" Type="http://schemas.openxmlformats.org/officeDocument/2006/relationships/notesSlide" Target="../notesSlides/notesSlide16.xml"/><Relationship Id="Rface6afc86ac4c49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ca1db1bc6ee84194" Type="http://schemas.openxmlformats.org/officeDocument/2006/relationships/slideLayout" Target="../slideLayouts/slideLayout1.xml"/><Relationship Id="Rf9bd8051a6e7466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8af3b4fd9691457d" Type="http://schemas.openxmlformats.org/officeDocument/2006/relationships/slideLayout" Target="../slideLayouts/slideLayout1.xml"/><Relationship Id="Reb6e1e8306b9420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be08a59947a44384" Type="http://schemas.openxmlformats.org/officeDocument/2006/relationships/slideLayout" Target="../slideLayouts/slideLayout1.xml"/><Relationship Id="Re297b53f3adf4d8a" Type="http://schemas.openxmlformats.org/officeDocument/2006/relationships/notesSlide" Target="../notesSlides/notesSlide19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F14BF-64CA-4B79-95D3-89807A72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People who shaped diverse British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B754F-3CD5-4B76-BA21-98DFEE79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W5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CDC59-8807-4390-B7B7-0E5E5899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Investigate people who shaped diverse British history.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75454-2D07-4A72-AF17-D930866D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Humanities / Autumn 1 / Week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4FC7A-F65C-48D0-A839-DDEF922C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822456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A54EE-2D06-4BCA-96B3-7AFBE1D8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F84CC-6662-4136-98BC-F9E05200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W5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B124E-3A23-4E05-9AB7-41E642EB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is the gap between 1948 and 1972?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8F881-40E4-4A43-A0CA-855A47E5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source?</a:t>
            </a:r>
          </a:p>
        </p:txBody>
      </p:sp>
    </p:spTree>
    <p:extLst>
      <p:ext uri="{BB962C8B-B14F-4D97-AF65-F5344CB8AC3E}">
        <p14:creationId xmlns:p14="http://schemas.microsoft.com/office/powerpoint/2010/main" val="19231080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897A9-46B0-496E-9A5B-B4A6C1E0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7CEF4-D0DC-4C11-B18A-C9A9A42E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W5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6D93F-184D-4FA8-9EE6-E8093535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Does a payment record establish a musician’s employment?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5116A-ED1F-4653-929F-210C36B4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Does it alone measure influence on later generations?</a:t>
            </a:r>
          </a:p>
        </p:txBody>
      </p:sp>
    </p:spTree>
    <p:extLst>
      <p:ext uri="{BB962C8B-B14F-4D97-AF65-F5344CB8AC3E}">
        <p14:creationId xmlns:p14="http://schemas.microsoft.com/office/powerpoint/2010/main" val="20395434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BFFBD-17B4-4D20-8CFB-8722463C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8ED31-7F7F-4413-8440-F18E91EE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W5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77E98-B4CA-43B3-B535-1C017DD8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we use to find 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7691D-D9CA-4C9F-B704-87E86060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contribution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a person adds or does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2DE3D-5BC8-4D0F-BDDB-DCF61984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respect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Treat people with dignity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5EFA5-A2BE-429F-8D57-0965AB6F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Information supporting an answer</a:t>
            </a:r>
          </a:p>
        </p:txBody>
      </p:sp>
    </p:spTree>
    <p:extLst>
      <p:ext uri="{BB962C8B-B14F-4D97-AF65-F5344CB8AC3E}">
        <p14:creationId xmlns:p14="http://schemas.microsoft.com/office/powerpoint/2010/main" val="13749971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40323-C733-4311-9E45-595E60F0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0EBC0-27C9-4F8D-A720-E92EAB40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W5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12BA6-27D0-4659-9715-21D3EAB1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Rank John Blanke and Remond evidence for impact, change and legacy.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E6CF2-5EFC-4545-B913-F9799FD1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703BC-3D11-42BD-8B6F-F5C17C0F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1692982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EC846-3B9C-4580-8653-048A0634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F6C6C-93E1-483C-9BFF-182DEA5A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W5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C9496-B786-47B5-9925-27B3B9AF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Does a payment record establish a musician’s employment?</a:t>
            </a:r>
          </a:p>
        </p:txBody>
      </p:sp>
    </p:spTree>
    <p:extLst>
      <p:ext uri="{BB962C8B-B14F-4D97-AF65-F5344CB8AC3E}">
        <p14:creationId xmlns:p14="http://schemas.microsoft.com/office/powerpoint/2010/main" val="758547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CE3D3-068A-4D72-8FC2-7FE5B538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9A901-2690-47D4-BA57-DBCC6CBD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W5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46F05-71FE-4E0A-A52C-3A44404B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J John Blanke in 1507: A royal payment record identifies John Blanke as a trumpeter paid at the English court in 1507.</a:t>
            </a:r>
          </a:p>
        </p:txBody>
      </p:sp>
    </p:spTree>
    <p:extLst>
      <p:ext uri="{BB962C8B-B14F-4D97-AF65-F5344CB8AC3E}">
        <p14:creationId xmlns:p14="http://schemas.microsoft.com/office/powerpoint/2010/main" val="5560738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46CB2-E22A-4880-97CA-C8707B3A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E4341-DEDB-4DBF-8A54-E42085E4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W5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13D4A-5B04-4454-A3A3-9876B87F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Yes, in the documented setting and period.</a:t>
            </a:r>
          </a:p>
        </p:txBody>
      </p:sp>
    </p:spTree>
    <p:extLst>
      <p:ext uri="{BB962C8B-B14F-4D97-AF65-F5344CB8AC3E}">
        <p14:creationId xmlns:p14="http://schemas.microsoft.com/office/powerpoint/2010/main" val="5210069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49254-7654-4B1E-B105-247BE19D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A930A-B93A-4CB3-A219-B78701D5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W5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166CB-1B51-4671-ADE9-0038E786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Does it alone measure influence on later generations? No. That needs additional evidence.</a:t>
            </a:r>
          </a:p>
        </p:txBody>
      </p:sp>
    </p:spTree>
    <p:extLst>
      <p:ext uri="{BB962C8B-B14F-4D97-AF65-F5344CB8AC3E}">
        <p14:creationId xmlns:p14="http://schemas.microsoft.com/office/powerpoint/2010/main" val="8844459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90C19-5DF5-4788-BFB8-F55D56B8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3290A-F998-496E-A2E0-BFA3D0B6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W5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19F13-AF80-4B83-8834-EC8C7213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Rank John Blanke and Remond evidence for impact, change and legacy.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D20FE-78E4-4E92-B21B-D809E4B2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Distinguish contribution evidence from a claim about lasting influence.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35FD6-6957-42A1-AF6A-60DEA3F0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21026474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ED132-31FB-49E1-909D-5E21440B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5BD9F-AAB3-47C1-A7DA-5DFE596E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W5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7C5F6-E470-4C98-94CC-937FAE88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criterion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6AA6E-AE31-433F-B260-254B8241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first choice and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E998F-789A-4A9D-BC17-BB128E84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Another possible choice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AD0B3-876A-406C-891D-7D5FEE3E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my judgement fits the criterion</a:t>
            </a:r>
          </a:p>
        </p:txBody>
      </p:sp>
    </p:spTree>
    <p:extLst>
      <p:ext uri="{BB962C8B-B14F-4D97-AF65-F5344CB8AC3E}">
        <p14:creationId xmlns:p14="http://schemas.microsoft.com/office/powerpoint/2010/main" val="16199557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3B3FA-AFE0-425B-B0FB-12F56A7E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7C0AE-CDBE-4B82-B0DF-03E54618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W5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7ADBB-AD17-4BCD-9ED0-649814B8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Reach a significance judgement about one named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53497-DFC9-4BC0-A4E7-5A95D3AD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evidence and an explicit criterion.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1CA4E-EE2A-4F3F-9B86-8502A1B9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Address an alternative ranking and explain what further evidence would establish legacy.</a:t>
            </a:r>
          </a:p>
        </p:txBody>
      </p:sp>
    </p:spTree>
    <p:extLst>
      <p:ext uri="{BB962C8B-B14F-4D97-AF65-F5344CB8AC3E}">
        <p14:creationId xmlns:p14="http://schemas.microsoft.com/office/powerpoint/2010/main" val="5651073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91709-767E-4E1B-97B3-CE0B1ADE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A15BD-9DE0-4F93-B239-E354D9FD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W5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8C4CD-C533-40B0-8CE9-49959665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Reach a significance judgement about one named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51D7B-11AC-4F15-8AD7-A8AE29F1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evidence and an explicit criterion.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AD64F-B44E-444D-A4EE-9B82C672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Address an alternative ranking and explain what further evidence would establish legacy.</a:t>
            </a:r>
          </a:p>
        </p:txBody>
      </p:sp>
    </p:spTree>
    <p:extLst>
      <p:ext uri="{BB962C8B-B14F-4D97-AF65-F5344CB8AC3E}">
        <p14:creationId xmlns:p14="http://schemas.microsoft.com/office/powerpoint/2010/main" val="2669549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7AAB8-502E-41A2-8002-8B037722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0FBC2-54B8-41ED-AF7A-5FD49ACF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W5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B112C-9A28-47DE-9D88-0736F50D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Reach a significance judgement about one named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E52F1-4F00-4A44-B3C9-F407854C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evidence and an explicit criterion.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7D6A1-3627-4F9E-96D4-B221B38E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Address an alternative ranking and explain what further evidence would establish legacy.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8D115-2BB0-4369-B7C0-37FB1043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Weigh the different source types and explain which part of the judgement is least secure.</a:t>
            </a:r>
          </a:p>
        </p:txBody>
      </p:sp>
    </p:spTree>
    <p:extLst>
      <p:ext uri="{BB962C8B-B14F-4D97-AF65-F5344CB8AC3E}">
        <p14:creationId xmlns:p14="http://schemas.microsoft.com/office/powerpoint/2010/main" val="10370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7CE95-80BE-4787-8D71-1B4035A2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28AA1-76D1-4EB3-99ED-2073CD8B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W5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DEC39-D59E-4460-B5AE-DA0A8711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evidence-based judgement and exit check.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378F4-B928-40C2-8F59-1310440E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7A6BD-3857-47F4-AB50-A03D55AD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1015597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16C9A-0381-41D0-91E2-B90DFD8E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49C08-CC23-4B9D-AB71-4EF16A7B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W5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066CF-3A0A-4D07-9E0B-774693E5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Does a payment record establish a musician’s employment?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90FF57-308D-47E1-9B9C-A3A42FD5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Does it alone measure influence on later generations?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5224E-06A7-4F0A-B2B2-219E403C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3575249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D9A4F-B5E0-4B04-A390-C883F5D9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J John Blanke in 1507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A8D60-0C12-4649-BBAE-81ED6DCE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W5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EFC2C-B6D9-4B66-BE4D-FC89AE43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royal payment record identifies John Blanke as a trumpeter paid at the English court in 1507.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55917-D26E-4B89-9D9E-AADE428A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National Archives, E 36/214 f109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86AC5-302C-44CF-AA6A-FB67611C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payment records employment; it does not tell us all his experiences.</a:t>
            </a:r>
          </a:p>
        </p:txBody>
      </p:sp>
    </p:spTree>
    <p:extLst>
      <p:ext uri="{BB962C8B-B14F-4D97-AF65-F5344CB8AC3E}">
        <p14:creationId xmlns:p14="http://schemas.microsoft.com/office/powerpoint/2010/main" val="12137877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B31B8-73AC-40CB-B25A-2B79DC89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R Sarah Parker Remond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B4ACC-9F66-4A6B-9811-EBC0D055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W5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3145A-39FD-490F-922A-FADAE8C4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 American anti-slavery campaigner, Remond spoke in Britain. The archive presents her citizenship application alongside this context.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6AFC3-DA50-4BD5-9E74-D7976F6B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National Archives, HO 1/123/4809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8F8EC-9D23-4A7F-BE2C-89E608E5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 application and the archive’s later explanatory text are different sources.</a:t>
            </a:r>
          </a:p>
        </p:txBody>
      </p:sp>
    </p:spTree>
    <p:extLst>
      <p:ext uri="{BB962C8B-B14F-4D97-AF65-F5344CB8AC3E}">
        <p14:creationId xmlns:p14="http://schemas.microsoft.com/office/powerpoint/2010/main" val="103292435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A47C9-0EEB-4E74-ADF9-5009B498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Contribution and respect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EE47C-94C9-4D41-9ECF-CE0A2DC3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W5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24766-2392-47A5-80E6-A3137983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 evidence-based display can recognise a musician’s skilled work and a campaigner’s challenge to slavery without assuming people with similar backgrounds lived identical lives.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84BB7-D79C-4EEE-A187-FF94A5C9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3A550-6497-45DF-B89B-F57E60BF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3396092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2026-09-19T18:35:55.5140000Z</dcterms:created>
  <dcterms:modified xsi:type="dcterms:W3CDTF">2026-09-19T18:35:55.5140000Z</dcterms:modified>
</coreProperties>
</file>