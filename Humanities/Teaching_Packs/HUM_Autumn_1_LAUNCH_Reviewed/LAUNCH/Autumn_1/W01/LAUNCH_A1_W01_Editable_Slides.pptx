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86ed89e7404224" Type="http://schemas.openxmlformats.org/package/2006/relationships/metadata/core-properties" Target="docProps/core.xml"/><Relationship Id="Rd13d02bafa4b4e41" Type="http://schemas.openxmlformats.org/officeDocument/2006/relationships/extended-properties" Target="docProps/app.xml"/><Relationship Id="Rf6a456f2473341d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ba8398bef428a"/>
  </p:sldMasterIdLst>
  <p:notesMasterIdLst>
    <p:notesMasterId xmlns:r="http://schemas.openxmlformats.org/officeDocument/2006/relationships" r:id="Re7126373079440f9"/>
  </p:notesMasterIdLst>
  <p:sldIdLst>
    <p:sldId xmlns:r="http://schemas.openxmlformats.org/officeDocument/2006/relationships" id="256" r:id="R8dc0bc09d13945db"/>
    <p:sldId xmlns:r="http://schemas.openxmlformats.org/officeDocument/2006/relationships" id="257" r:id="R02d386c75a744fb9"/>
    <p:sldId xmlns:r="http://schemas.openxmlformats.org/officeDocument/2006/relationships" id="258" r:id="Rbe9f80f315e54e52"/>
    <p:sldId xmlns:r="http://schemas.openxmlformats.org/officeDocument/2006/relationships" id="259" r:id="R98400091dd57474d"/>
    <p:sldId xmlns:r="http://schemas.openxmlformats.org/officeDocument/2006/relationships" id="260" r:id="Ra926e5be974e4b3b"/>
    <p:sldId xmlns:r="http://schemas.openxmlformats.org/officeDocument/2006/relationships" id="261" r:id="Reece3b27285a4ee4"/>
    <p:sldId xmlns:r="http://schemas.openxmlformats.org/officeDocument/2006/relationships" id="262" r:id="R5f391b2e4e9c4c84"/>
    <p:sldId xmlns:r="http://schemas.openxmlformats.org/officeDocument/2006/relationships" id="263" r:id="R5120a308de754855"/>
    <p:sldId xmlns:r="http://schemas.openxmlformats.org/officeDocument/2006/relationships" id="264" r:id="R2b1dde5bf6464345"/>
    <p:sldId xmlns:r="http://schemas.openxmlformats.org/officeDocument/2006/relationships" id="265" r:id="R8f0643072c944fa8"/>
    <p:sldId xmlns:r="http://schemas.openxmlformats.org/officeDocument/2006/relationships" id="266" r:id="Rb4bcaa63a51b4bb2"/>
    <p:sldId xmlns:r="http://schemas.openxmlformats.org/officeDocument/2006/relationships" id="267" r:id="R577bce96a6ce4dfe"/>
    <p:sldId xmlns:r="http://schemas.openxmlformats.org/officeDocument/2006/relationships" id="268" r:id="Rb60d410470114279"/>
    <p:sldId xmlns:r="http://schemas.openxmlformats.org/officeDocument/2006/relationships" id="269" r:id="R69a9d1a31d8f4c28"/>
    <p:sldId xmlns:r="http://schemas.openxmlformats.org/officeDocument/2006/relationships" id="270" r:id="R7e21983d85c547e6"/>
    <p:sldId xmlns:r="http://schemas.openxmlformats.org/officeDocument/2006/relationships" id="271" r:id="R98c6c5aa00e3482c"/>
    <p:sldId xmlns:r="http://schemas.openxmlformats.org/officeDocument/2006/relationships" id="272" r:id="Re14e869752674e38"/>
    <p:sldId xmlns:r="http://schemas.openxmlformats.org/officeDocument/2006/relationships" id="273" r:id="Rea75cb65008c4bdc"/>
    <p:sldId xmlns:r="http://schemas.openxmlformats.org/officeDocument/2006/relationships" id="274" r:id="R88b09aeeadf44249"/>
    <p:sldId xmlns:r="http://schemas.openxmlformats.org/officeDocument/2006/relationships" id="275" r:id="R4ea0e08f6df340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d386c75a744fb9" Type="http://schemas.openxmlformats.org/officeDocument/2006/relationships/slide" Target="slides/slide2.xml"/><Relationship Id="R20b7802b4da84ed4" Type="http://schemas.openxmlformats.org/officeDocument/2006/relationships/theme" Target="theme/theme1.xml"/><Relationship Id="R2b1dde5bf6464345" Type="http://schemas.openxmlformats.org/officeDocument/2006/relationships/slide" Target="slides/slide9.xml"/><Relationship Id="R4ea0e08f6df3406a" Type="http://schemas.openxmlformats.org/officeDocument/2006/relationships/slide" Target="slides/slide20.xml"/><Relationship Id="R5120a308de754855" Type="http://schemas.openxmlformats.org/officeDocument/2006/relationships/slide" Target="slides/slide8.xml"/><Relationship Id="R577bce96a6ce4dfe" Type="http://schemas.openxmlformats.org/officeDocument/2006/relationships/slide" Target="slides/slide12.xml"/><Relationship Id="R5f391b2e4e9c4c84" Type="http://schemas.openxmlformats.org/officeDocument/2006/relationships/slide" Target="slides/slide7.xml"/><Relationship Id="R622ba8398bef428a" Type="http://schemas.openxmlformats.org/officeDocument/2006/relationships/slideMaster" Target="slideMasters/slideMaster1.xml"/><Relationship Id="R69a9d1a31d8f4c28" Type="http://schemas.openxmlformats.org/officeDocument/2006/relationships/slide" Target="slides/slide14.xml"/><Relationship Id="R6a4a1c44f0374697" Type="http://schemas.openxmlformats.org/officeDocument/2006/relationships/tableStyles" Target="tableStyles.xml"/><Relationship Id="R6ecfcce2c0914347" Type="http://schemas.openxmlformats.org/officeDocument/2006/relationships/presProps" Target="presProps.xml"/><Relationship Id="R7e21983d85c547e6" Type="http://schemas.openxmlformats.org/officeDocument/2006/relationships/slide" Target="slides/slide15.xml"/><Relationship Id="R88b09aeeadf44249" Type="http://schemas.openxmlformats.org/officeDocument/2006/relationships/slide" Target="slides/slide19.xml"/><Relationship Id="R8dc0bc09d13945db" Type="http://schemas.openxmlformats.org/officeDocument/2006/relationships/slide" Target="slides/slide1.xml"/><Relationship Id="R8f0643072c944fa8" Type="http://schemas.openxmlformats.org/officeDocument/2006/relationships/slide" Target="slides/slide10.xml"/><Relationship Id="R98400091dd57474d" Type="http://schemas.openxmlformats.org/officeDocument/2006/relationships/slide" Target="slides/slide4.xml"/><Relationship Id="R98c6c5aa00e3482c" Type="http://schemas.openxmlformats.org/officeDocument/2006/relationships/slide" Target="slides/slide16.xml"/><Relationship Id="Ra926e5be974e4b3b" Type="http://schemas.openxmlformats.org/officeDocument/2006/relationships/slide" Target="slides/slide5.xml"/><Relationship Id="Rb4bcaa63a51b4bb2" Type="http://schemas.openxmlformats.org/officeDocument/2006/relationships/slide" Target="slides/slide11.xml"/><Relationship Id="Rb60d410470114279" Type="http://schemas.openxmlformats.org/officeDocument/2006/relationships/slide" Target="slides/slide13.xml"/><Relationship Id="Rbe9f80f315e54e52" Type="http://schemas.openxmlformats.org/officeDocument/2006/relationships/slide" Target="slides/slide3.xml"/><Relationship Id="Re14e869752674e38" Type="http://schemas.openxmlformats.org/officeDocument/2006/relationships/slide" Target="slides/slide17.xml"/><Relationship Id="Re7126373079440f9" Type="http://schemas.openxmlformats.org/officeDocument/2006/relationships/notesMaster" Target="notesMasters/notesMaster1.xml"/><Relationship Id="Rea75cb65008c4bdc" Type="http://schemas.openxmlformats.org/officeDocument/2006/relationships/slide" Target="slides/slide18.xml"/><Relationship Id="Reece3b27285a4ee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b604f5c6c82a46f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e235e3113cc4e90" Type="http://schemas.openxmlformats.org/officeDocument/2006/relationships/notesMaster" Target="../notesMasters/notesMaster1.xml"/><Relationship Id="R8dd02dfc074b489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c560501875574387" Type="http://schemas.openxmlformats.org/officeDocument/2006/relationships/notesMaster" Target="../notesMasters/notesMaster1.xml"/><Relationship Id="Rcaaff2daca174e0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a20b3a57d6a4097" Type="http://schemas.openxmlformats.org/officeDocument/2006/relationships/slide" Target="../slides/slide3.xml"/><Relationship Id="Rfcd908307c1145d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338dac4ed9747cc" Type="http://schemas.openxmlformats.org/officeDocument/2006/relationships/notesMaster" Target="../notesMasters/notesMaster1.xml"/><Relationship Id="Rc94fd8fda988482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3b9883562a4493f" Type="http://schemas.openxmlformats.org/officeDocument/2006/relationships/slide" Target="../slides/slide5.xml"/><Relationship Id="R75ae8e9235174d19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746d10461784bde" Type="http://schemas.openxmlformats.org/officeDocument/2006/relationships/slide" Target="../slides/slide6.xml"/><Relationship Id="Rd61b2f6c199f49a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504817594474d2a" Type="http://schemas.openxmlformats.org/officeDocument/2006/relationships/slide" Target="../slides/slide7.xml"/><Relationship Id="Rf56fbae441ce428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6e6a281231e4795" Type="http://schemas.openxmlformats.org/officeDocument/2006/relationships/notesMaster" Target="../notesMasters/notesMaster1.xml"/><Relationship Id="Rc20d60207765497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83fc83f8d2b4e8e" Type="http://schemas.openxmlformats.org/officeDocument/2006/relationships/slide" Target="../slides/slide9.xml"/><Relationship Id="R659115e6bec0434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528b47e81134f93" Type="http://schemas.openxmlformats.org/officeDocument/2006/relationships/slide" Target="../slides/slide10.xml"/><Relationship Id="R681cd8ab3e7d413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db6b1c600dc448f" Type="http://schemas.openxmlformats.org/officeDocument/2006/relationships/slide" Target="../slides/slide11.xml"/><Relationship Id="Rc0fa2c297e88476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5e3eace2e864096" Type="http://schemas.openxmlformats.org/officeDocument/2006/relationships/notesMaster" Target="../notesMasters/notesMaster1.xml"/><Relationship Id="R2557c721e745490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74bbd3dd6b8043cb" Type="http://schemas.openxmlformats.org/officeDocument/2006/relationships/notesMaster" Target="../notesMasters/notesMaster1.xml"/><Relationship Id="R9b831d1714c44a97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ca41a6a2bb6f487c" Type="http://schemas.openxmlformats.org/officeDocument/2006/relationships/notesMaster" Target="../notesMasters/notesMaster1.xml"/><Relationship Id="Re2652fd33732430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a264755ff235433d" Type="http://schemas.openxmlformats.org/officeDocument/2006/relationships/notesMaster" Target="../notesMasters/notesMaster1.xml"/><Relationship Id="Rd135d7bb743b447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8318dc986bb94f76" Type="http://schemas.openxmlformats.org/officeDocument/2006/relationships/notesMaster" Target="../notesMasters/notesMaster1.xml"/><Relationship Id="Rf39d8e900df3471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d0f0b0e948944b9" Type="http://schemas.openxmlformats.org/officeDocument/2006/relationships/notesMaster" Target="../notesMasters/notesMaster1.xml"/><Relationship Id="Rf58cba763509453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5fc43affa75f4ea6" Type="http://schemas.openxmlformats.org/officeDocument/2006/relationships/slide" Target="../slides/slide18.xml"/><Relationship Id="Rba740f7cf6274534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867673a93844bb6" Type="http://schemas.openxmlformats.org/officeDocument/2006/relationships/notesMaster" Target="../notesMasters/notesMaster1.xml"/><Relationship Id="R53ec0a1d52a949e3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59eb7c2529e4746" Type="http://schemas.openxmlformats.org/officeDocument/2006/relationships/slide" Target="../slides/slide20.xml"/><Relationship Id="Rb7a073155140443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migration means moving to live in another place.</a:t>
            </a:r>
          </a:p>
          <a:p xmlns:a="http://schemas.openxmlformats.org/drawingml/2006/main">
            <a:r>
              <a:t>Use the reminder strip or talk it through with an adult. Answer: Moving to live in another place</a:t>
            </a:r>
          </a:p>
          <a:p xmlns:a="http://schemas.openxmlformats.org/drawingml/2006/main">
            <a:r>
              <a:t>Choose: Moving to live in another place OR A reason something happened. Answer: Moving to live in another place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It records officials’ report of employment hopes among some travellers.</a:t>
            </a:r>
          </a:p>
          <a:p xmlns:a="http://schemas.openxmlformats.org/drawingml/2006/main">
            <a:r>
              <a:t>Give a reason when ready. Answer: No. It does not record all their personal 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Inspect the telegram’s maker, date, audience and purpose. Link the evidence to the enquiry.</a:t>
            </a:r>
          </a:p>
          <a:p xmlns:a="http://schemas.openxmlformats.org/drawingml/2006/main">
            <a:r>
              <a:t>Weigh whether an official record or personal account best answers a precise identity question.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report of work hopes — Establishes — This is recorded in the message.</a:t>
            </a:r>
          </a:p>
          <a:p xmlns:a="http://schemas.openxmlformats.org/drawingml/2006/main">
            <a:r>
              <a:t>Work was a motive for some — Suggests — It is a supported interpretation of the reported hopes.</a:t>
            </a:r>
          </a:p>
          <a:p xmlns:a="http://schemas.openxmlformats.org/drawingml/2006/main">
            <a:r>
              <a:t>Everyone felt the same identity — Cannot establish — Those personal views are absent.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 was made by ___ for ___. Its content supports ___. For identity, its limit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was made by ___ for ___. Its content supports ___. For identity, its limit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Weigh whether an official record or personal account best answers a precise identity question.</a:t>
            </a:r>
          </a:p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records officials’ report of employment hopes among some travellers.</a:t>
            </a:r>
          </a:p>
          <a:p xmlns:a="http://schemas.openxmlformats.org/drawingml/2006/main">
            <a:r>
              <a:t>No. It does not record all their personal views.</a:t>
            </a:r>
          </a:p>
          <a:p xmlns:a="http://schemas.openxmlformats.org/drawingml/2006/main">
            <a:r>
              <a:t>Support: A was made by ___ for ___. Its content supports ___. For identity, its limit is ___.</a:t>
            </a:r>
          </a:p>
          <a:p xmlns:a="http://schemas.openxmlformats.org/drawingml/2006/main">
            <a:r>
              <a:t>Extension: Weigh whether an official record or personal account best answers a precise identity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source annotation, evidence and judgement.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31b16724b7a4f5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cc657f30d1e429f" Type="http://schemas.openxmlformats.org/officeDocument/2006/relationships/theme" Target="theme/theme2.xml"/><Relationship Id="Raebc421b93a34e2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c421b93a34e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d442d643a694ce8" Type="http://schemas.openxmlformats.org/officeDocument/2006/relationships/slideLayout" Target="../slideLayouts/slideLayout1.xml"/><Relationship Id="R78963ccb17cc454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3be9e570cf84055" Type="http://schemas.openxmlformats.org/officeDocument/2006/relationships/slideLayout" Target="../slideLayouts/slideLayout1.xml"/><Relationship Id="Rc54b9ae98fc8464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97f0190e2d84c9a" Type="http://schemas.openxmlformats.org/officeDocument/2006/relationships/notesSlide" Target="../notesSlides/notesSlide3.xml"/><Relationship Id="R394780ea8e2e437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dd97814c21449ee" Type="http://schemas.openxmlformats.org/officeDocument/2006/relationships/notesSlide" Target="../notesSlides/notesSlide4.xml"/><Relationship Id="Rf3ce246b2a354da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bee97d328294b9c" Type="http://schemas.openxmlformats.org/officeDocument/2006/relationships/notesSlide" Target="../notesSlides/notesSlide5.xml"/><Relationship Id="Re730cd695e0840b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3f5da10fea84792" Type="http://schemas.openxmlformats.org/officeDocument/2006/relationships/notesSlide" Target="../notesSlides/notesSlide6.xml"/><Relationship Id="R4d1c63d4b4284ee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5719becbab14882" Type="http://schemas.openxmlformats.org/officeDocument/2006/relationships/slideLayout" Target="../slideLayouts/slideLayout1.xml"/><Relationship Id="R6444f07894de428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809dbda3cbf49db" Type="http://schemas.openxmlformats.org/officeDocument/2006/relationships/slideLayout" Target="../slideLayouts/slideLayout1.xml"/><Relationship Id="Rbf7db03bfd1f458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9775441667640b6" Type="http://schemas.openxmlformats.org/officeDocument/2006/relationships/notesSlide" Target="../notesSlides/notesSlide9.xml"/><Relationship Id="Rd81eecc0a7cf4ad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45d541ab9f84273" Type="http://schemas.openxmlformats.org/officeDocument/2006/relationships/slideLayout" Target="../slideLayouts/slideLayout1.xml"/><Relationship Id="R60a58945b4344f3b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81da27920c24423" Type="http://schemas.openxmlformats.org/officeDocument/2006/relationships/slideLayout" Target="../slideLayouts/slideLayout1.xml"/><Relationship Id="Rf99f0fa6f8cd457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f328b2071e746df" Type="http://schemas.openxmlformats.org/officeDocument/2006/relationships/notesSlide" Target="../notesSlides/notesSlide12.xml"/><Relationship Id="Rfbdd2824c08b4b5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783d129504a4d88" Type="http://schemas.openxmlformats.org/officeDocument/2006/relationships/notesSlide" Target="../notesSlides/notesSlide13.xml"/><Relationship Id="R4ed844eefbc840b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e0099ad04b642b3" Type="http://schemas.openxmlformats.org/officeDocument/2006/relationships/slideLayout" Target="../slideLayouts/slideLayout1.xml"/><Relationship Id="R7dac0494a72a444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da9bd7571a84381" Type="http://schemas.openxmlformats.org/officeDocument/2006/relationships/slideLayout" Target="../slideLayouts/slideLayout1.xml"/><Relationship Id="Rdfef4f5e88e2421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2f4b8a5723a4313" Type="http://schemas.openxmlformats.org/officeDocument/2006/relationships/slideLayout" Target="../slideLayouts/slideLayout1.xml"/><Relationship Id="R664e02a5a8bd413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916e34333034aeb" Type="http://schemas.openxmlformats.org/officeDocument/2006/relationships/notesSlide" Target="../notesSlides/notesSlide17.xml"/><Relationship Id="R90eff28c9deb41f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6624f1d213f46c2" Type="http://schemas.openxmlformats.org/officeDocument/2006/relationships/notesSlide" Target="../notesSlides/notesSlide18.xml"/><Relationship Id="Rc28743799899430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da9d35bd66d4eae" Type="http://schemas.openxmlformats.org/officeDocument/2006/relationships/slideLayout" Target="../slideLayouts/slideLayout1.xml"/><Relationship Id="R63d2b8300abe438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6c31a5728373495f" Type="http://schemas.openxmlformats.org/officeDocument/2006/relationships/notesSlide" Target="../notesSlides/notesSlide20.xml"/><Relationship Id="Rd5763f2f9d9d457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73547-859E-4F2C-ACFC-8EBABFDB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Migration and identity in modern Britain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093CB-5082-4196-B8E4-CD6B6739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D73D4-2920-4C36-9AAA-C8FB8843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Investigate migration and identity in modern Britain through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D747A-A268-4801-90FD-3B5060A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1F316-110C-4EAD-8A81-CC0D7F0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2125485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C58CE-6B86-46D7-8256-78773D72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8D486-A0BF-4CC9-94F5-EADD01E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83333-7BB1-44BA-91D9-1C40938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CB118-80AC-4CB8-923A-C5B57403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migration?</a:t>
            </a:r>
          </a:p>
        </p:txBody>
      </p:sp>
    </p:spTree>
    <p:extLst>
      <p:ext uri="{BB962C8B-B14F-4D97-AF65-F5344CB8AC3E}">
        <p14:creationId xmlns:p14="http://schemas.microsoft.com/office/powerpoint/2010/main" val="1684040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C4350-5687-43B8-8E63-65F88F5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3A571-5CA6-4C81-A594-AD635A67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F063D-CD1E-4D61-BA22-29C7D30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can the telegram establish about motives?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EE1E-FBEC-4689-9CB2-CBB2C38D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it establish how every traveller understood their identity?</a:t>
            </a:r>
          </a:p>
        </p:txBody>
      </p:sp>
    </p:spTree>
    <p:extLst>
      <p:ext uri="{BB962C8B-B14F-4D97-AF65-F5344CB8AC3E}">
        <p14:creationId xmlns:p14="http://schemas.microsoft.com/office/powerpoint/2010/main" val="1291447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87D27-76CC-4E7A-AC16-847C7F98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29B3-D3E6-4B20-AF4D-ABA1A1E1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AEA50-FC36-4F44-82E6-F9D685EC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Moving to live in another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0A7A-2074-4878-9596-3B3FB3FF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reason something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AC77E-DBC8-432B-995A-88601AC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happened as a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33C57-0572-4139-A855-BA7DDB2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provenance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source’s origin and context</a:t>
            </a:r>
          </a:p>
        </p:txBody>
      </p:sp>
    </p:spTree>
    <p:extLst>
      <p:ext uri="{BB962C8B-B14F-4D97-AF65-F5344CB8AC3E}">
        <p14:creationId xmlns:p14="http://schemas.microsoft.com/office/powerpoint/2010/main" val="2128939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6BD76-2AB6-4E1F-8216-3D662535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3D5CB-9595-4F0D-8533-55E44F6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3C97C-F28D-4D05-B7E4-468D9B9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the telegram’s maker, date, audience and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A17C8-8482-4804-B080-9661C272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50D5C-A811-4EE3-B029-A19EC34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192026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8D27-4126-4A94-ACFD-04A8D2A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7637-1D35-47EF-B0CD-6CE022C8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7161E-F451-4795-942E-272EC6A3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can the telegram establish about motives?</a:t>
            </a:r>
          </a:p>
        </p:txBody>
      </p:sp>
    </p:spTree>
    <p:extLst>
      <p:ext uri="{BB962C8B-B14F-4D97-AF65-F5344CB8AC3E}">
        <p14:creationId xmlns:p14="http://schemas.microsoft.com/office/powerpoint/2010/main" val="57687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32689-0A6F-4A83-B0D4-2FFC4D16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836D7-368D-4635-ACBB-088FBB33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99BA4-5699-40DE-AC3A-0D7D329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11 May 1948 telegram: The Acting Governor of Jamaica told the Colonial Secretary that men had booked passages hoping for employment in Britain.</a:t>
            </a:r>
          </a:p>
        </p:txBody>
      </p:sp>
    </p:spTree>
    <p:extLst>
      <p:ext uri="{BB962C8B-B14F-4D97-AF65-F5344CB8AC3E}">
        <p14:creationId xmlns:p14="http://schemas.microsoft.com/office/powerpoint/2010/main" val="499052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DB5AE-641D-4F4B-B145-FE0AF64D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E9303-76F8-4BFB-8CC7-034117F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F732-BBDB-4578-B95F-9EEC3F4D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records officials’ report of employment hopes among some travellers.</a:t>
            </a:r>
          </a:p>
        </p:txBody>
      </p:sp>
    </p:spTree>
    <p:extLst>
      <p:ext uri="{BB962C8B-B14F-4D97-AF65-F5344CB8AC3E}">
        <p14:creationId xmlns:p14="http://schemas.microsoft.com/office/powerpoint/2010/main" val="1460219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C6768-E0BB-40DA-AAC1-E954C922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B657-719E-4B3B-BEC0-77B1AE35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63F31-86D4-4B02-A2D1-E3EB2BC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it establish how every traveller understood their identity? No. It does not record all their personal views.</a:t>
            </a:r>
          </a:p>
        </p:txBody>
      </p:sp>
    </p:spTree>
    <p:extLst>
      <p:ext uri="{BB962C8B-B14F-4D97-AF65-F5344CB8AC3E}">
        <p14:creationId xmlns:p14="http://schemas.microsoft.com/office/powerpoint/2010/main" val="1353808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7FFC3-B515-491B-A2E9-F59FB8D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5A8A4-B22A-4443-99A3-B06FC03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782BD-2B86-4AAF-B836-BEF2F52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the telegram’s maker, date, audience and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0FC40-8908-4062-9A1D-0CF8475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Classify what it establishes, suggests and cannot establish.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3D37-0339-40BD-A0FE-A366816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679798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9A51E-4953-49E1-B49A-3AD246A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B3265-0823-41EC-84C8-23F2AE73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AE763-DB92-4E56-9586-02B2C9D7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Official report of work hopes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EFB1A-6E0E-4A57-BEE8-F47D500A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 was a motive for some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CC86A-3237-4D02-BA21-63B493B8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Everyone felt the same identity</a:t>
            </a:r>
          </a:p>
        </p:txBody>
      </p:sp>
    </p:spTree>
    <p:extLst>
      <p:ext uri="{BB962C8B-B14F-4D97-AF65-F5344CB8AC3E}">
        <p14:creationId xmlns:p14="http://schemas.microsoft.com/office/powerpoint/2010/main" val="999877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4C55B-832F-4724-B084-C8719E36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2AB0B-BBEF-4229-B5AA-3637BDC9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AD0A1-C028-451E-820F-52B0B5A0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A for provenance, content and likely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52E57-5EED-43F4-B583-0991A14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about migration and judge its usefulness for studying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EEEAF-05D4-4655-ACC9-C530BD5A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with C and identify what additional source could reveal personal experience.</a:t>
            </a:r>
          </a:p>
        </p:txBody>
      </p:sp>
    </p:spTree>
    <p:extLst>
      <p:ext uri="{BB962C8B-B14F-4D97-AF65-F5344CB8AC3E}">
        <p14:creationId xmlns:p14="http://schemas.microsoft.com/office/powerpoint/2010/main" val="1059647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889FA-B4AB-4804-82EF-F5C014C9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34DD8-6212-4992-8AA3-F7523695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6953-0E0C-4C39-8899-C38F509A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A for provenance, content and likely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891E5-99CE-4046-A184-51053ED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about migration and judge its usefulness for studying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3A7B5-56E9-497F-A672-CAFC1FC2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with C and identify what additional source could reveal personal experience.</a:t>
            </a:r>
          </a:p>
        </p:txBody>
      </p:sp>
    </p:spTree>
    <p:extLst>
      <p:ext uri="{BB962C8B-B14F-4D97-AF65-F5344CB8AC3E}">
        <p14:creationId xmlns:p14="http://schemas.microsoft.com/office/powerpoint/2010/main" val="20341880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6C47A-EDEB-4A5C-ACCB-0AA4D78B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17F11-D46D-408E-8060-D2024106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B9D2-F3D1-4F52-888F-F72A912E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A for provenance, content and likely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B5796-CAB7-4CE3-ACE3-4615E99D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about migration and judge its usefulness for studying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249B0-029A-4044-89BC-5A355FA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with C and identify what additional source could reveal personal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0FE8C-5988-4DE0-9D56-FBA0757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Weigh whether an official record or personal account best answers a precise identity question.</a:t>
            </a:r>
          </a:p>
        </p:txBody>
      </p:sp>
    </p:spTree>
    <p:extLst>
      <p:ext uri="{BB962C8B-B14F-4D97-AF65-F5344CB8AC3E}">
        <p14:creationId xmlns:p14="http://schemas.microsoft.com/office/powerpoint/2010/main" val="3048902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EF7DD-ECA5-45BA-BC5E-D311B96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DEE23-F324-4A30-9D96-F3AB399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201B0-A838-48EF-B605-688D995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source annotation, evidence and judgement.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73B7C-89AF-43B0-A92E-F1C512B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AB4EC-277D-4F7F-8F89-B9D097BE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7450689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02198-AB64-428A-8094-5AF26DA7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43628-FD09-4AAC-9471-612BFEC8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83D84-6357-42A7-8975-BFF7ECDB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can the telegram establish about motives?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9BD95-2FA7-48E2-B06A-0D8C84A4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it establish how every traveller understood their identity?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CD950-2C08-4C7D-A5DF-D4CC6D2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836845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9BBFE-CA3E-450E-A97C-042E2AFA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11 May 1948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DF484-1C90-4743-992B-14712A43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BE9AF-C351-4711-85C2-7005F3B8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993BB-8CDC-4DA3-980F-A2FDBB7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58B66-3AD3-4E26-ACFD-60A58F25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</p:spTree>
    <p:extLst>
      <p:ext uri="{BB962C8B-B14F-4D97-AF65-F5344CB8AC3E}">
        <p14:creationId xmlns:p14="http://schemas.microsoft.com/office/powerpoint/2010/main" val="5547697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D1A8-C519-4C3E-9290-705B0FC2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1947 to 1948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B354-732A-447B-9926-73F4A57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041D1-3A8D-46EE-AD7B-99C27C59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28004-8DE8-4590-9E3A-7B1C596F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B4A13-B1B7-4A0C-BC66-412E4DA3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</p:spTree>
    <p:extLst>
      <p:ext uri="{BB962C8B-B14F-4D97-AF65-F5344CB8AC3E}">
        <p14:creationId xmlns:p14="http://schemas.microsoft.com/office/powerpoint/2010/main" val="3799611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6C688-10A6-42A0-8F0E-40EE7165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8 August 1972 Cabinet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D462-8DA8-48AF-9D3D-3CE636E7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764C6-DC8D-46AF-9DE5-342232E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DBFB6-652C-4F17-9EFF-70CABFA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3E5E4-FF00-4467-BC67-F6EFC423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122370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6AB4-4E26-48F6-8E22-5ADF0B8D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15 March 1973 support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5341-8C30-4339-8E70-6E2EA6DF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32C25-BF40-410A-A0EE-0800E794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93F5D-AC59-4795-B59A-6ADCC0DB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8582F-F6C4-4547-B0E6-8F1EEDB2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</p:spTree>
    <p:extLst>
      <p:ext uri="{BB962C8B-B14F-4D97-AF65-F5344CB8AC3E}">
        <p14:creationId xmlns:p14="http://schemas.microsoft.com/office/powerpoint/2010/main" val="865366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2026-09-19T18:36:02.4770000Z</dcterms:created>
  <dcterms:modified xsi:type="dcterms:W3CDTF">2026-09-19T18:36:02.4770000Z</dcterms:modified>
</coreProperties>
</file>