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3c144583f074159" Type="http://schemas.openxmlformats.org/officeDocument/2006/relationships/officeDocument" Target="ppt/presentation.xml"/><Relationship Id="R41d369e6276a414c" Type="http://schemas.openxmlformats.org/package/2006/relationships/metadata/core-properties" Target="docProps/core.xml"/><Relationship Id="Rab9c99c9391c4999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c78526b8e4f8f"/>
  </p:sldMasterIdLst>
  <p:notesMasterIdLst>
    <p:notesMasterId xmlns:r="http://schemas.openxmlformats.org/officeDocument/2006/relationships" r:id="Rebd1dd1469bd4654"/>
  </p:notesMasterIdLst>
  <p:sldIdLst>
    <p:sldId xmlns:r="http://schemas.openxmlformats.org/officeDocument/2006/relationships" id="256" r:id="R317fec368c8743be"/>
    <p:sldId xmlns:r="http://schemas.openxmlformats.org/officeDocument/2006/relationships" id="257" r:id="R8cc60ef051cd4ac4"/>
    <p:sldId xmlns:r="http://schemas.openxmlformats.org/officeDocument/2006/relationships" id="258" r:id="Rbab9624b9d7e43d4"/>
    <p:sldId xmlns:r="http://schemas.openxmlformats.org/officeDocument/2006/relationships" id="259" r:id="Re906543e8b71478c"/>
    <p:sldId xmlns:r="http://schemas.openxmlformats.org/officeDocument/2006/relationships" id="260" r:id="R8f815deb1ab6416b"/>
    <p:sldId xmlns:r="http://schemas.openxmlformats.org/officeDocument/2006/relationships" id="261" r:id="R201c6831dac242e6"/>
    <p:sldId xmlns:r="http://schemas.openxmlformats.org/officeDocument/2006/relationships" id="262" r:id="R2753d4e58d8e46d6"/>
    <p:sldId xmlns:r="http://schemas.openxmlformats.org/officeDocument/2006/relationships" id="263" r:id="R099c41a892394795"/>
    <p:sldId xmlns:r="http://schemas.openxmlformats.org/officeDocument/2006/relationships" id="264" r:id="R54c4396d3d004faf"/>
    <p:sldId xmlns:r="http://schemas.openxmlformats.org/officeDocument/2006/relationships" id="265" r:id="R1d50fa1fa09e4a13"/>
    <p:sldId xmlns:r="http://schemas.openxmlformats.org/officeDocument/2006/relationships" id="266" r:id="Rc50f81bd3b854795"/>
    <p:sldId xmlns:r="http://schemas.openxmlformats.org/officeDocument/2006/relationships" id="267" r:id="R2185807a11d54a82"/>
    <p:sldId xmlns:r="http://schemas.openxmlformats.org/officeDocument/2006/relationships" id="268" r:id="Rfbc10b4f435c4fff"/>
    <p:sldId xmlns:r="http://schemas.openxmlformats.org/officeDocument/2006/relationships" id="269" r:id="Rc26ecabff68f41a7"/>
    <p:sldId xmlns:r="http://schemas.openxmlformats.org/officeDocument/2006/relationships" id="270" r:id="R2bc52735f1a04f70"/>
    <p:sldId xmlns:r="http://schemas.openxmlformats.org/officeDocument/2006/relationships" id="271" r:id="Re85c8396bfd041dd"/>
    <p:sldId xmlns:r="http://schemas.openxmlformats.org/officeDocument/2006/relationships" id="272" r:id="R1fcde48623364a29"/>
    <p:sldId xmlns:r="http://schemas.openxmlformats.org/officeDocument/2006/relationships" id="273" r:id="R872fa9af2c724e57"/>
    <p:sldId xmlns:r="http://schemas.openxmlformats.org/officeDocument/2006/relationships" id="274" r:id="Re4c2844967ab4f9a"/>
    <p:sldId xmlns:r="http://schemas.openxmlformats.org/officeDocument/2006/relationships" id="275" r:id="R5132457005bb45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99c41a892394795" Type="http://schemas.openxmlformats.org/officeDocument/2006/relationships/slide" Target="slides/slide8.xml"/><Relationship Id="R144f5461c5034c3d" Type="http://schemas.openxmlformats.org/officeDocument/2006/relationships/presProps" Target="presProps.xml"/><Relationship Id="R1d50fa1fa09e4a13" Type="http://schemas.openxmlformats.org/officeDocument/2006/relationships/slide" Target="slides/slide10.xml"/><Relationship Id="R1fcde48623364a29" Type="http://schemas.openxmlformats.org/officeDocument/2006/relationships/slide" Target="slides/slide17.xml"/><Relationship Id="R201c6831dac242e6" Type="http://schemas.openxmlformats.org/officeDocument/2006/relationships/slide" Target="slides/slide6.xml"/><Relationship Id="R2185807a11d54a82" Type="http://schemas.openxmlformats.org/officeDocument/2006/relationships/slide" Target="slides/slide12.xml"/><Relationship Id="R2753d4e58d8e46d6" Type="http://schemas.openxmlformats.org/officeDocument/2006/relationships/slide" Target="slides/slide7.xml"/><Relationship Id="R2bc52735f1a04f70" Type="http://schemas.openxmlformats.org/officeDocument/2006/relationships/slide" Target="slides/slide15.xml"/><Relationship Id="R2e3c78526b8e4f8f" Type="http://schemas.openxmlformats.org/officeDocument/2006/relationships/slideMaster" Target="slideMasters/slideMaster1.xml"/><Relationship Id="R317fec368c8743be" Type="http://schemas.openxmlformats.org/officeDocument/2006/relationships/slide" Target="slides/slide1.xml"/><Relationship Id="R3b86fe2c093a42a1" Type="http://schemas.openxmlformats.org/officeDocument/2006/relationships/tableStyles" Target="tableStyles.xml"/><Relationship Id="R5132457005bb4509" Type="http://schemas.openxmlformats.org/officeDocument/2006/relationships/slide" Target="slides/slide20.xml"/><Relationship Id="R54c4396d3d004faf" Type="http://schemas.openxmlformats.org/officeDocument/2006/relationships/slide" Target="slides/slide9.xml"/><Relationship Id="R65e673dfb3cd4e51" Type="http://schemas.openxmlformats.org/officeDocument/2006/relationships/theme" Target="theme/theme1.xml"/><Relationship Id="R872fa9af2c724e57" Type="http://schemas.openxmlformats.org/officeDocument/2006/relationships/slide" Target="slides/slide18.xml"/><Relationship Id="R8cc60ef051cd4ac4" Type="http://schemas.openxmlformats.org/officeDocument/2006/relationships/slide" Target="slides/slide2.xml"/><Relationship Id="R8f815deb1ab6416b" Type="http://schemas.openxmlformats.org/officeDocument/2006/relationships/slide" Target="slides/slide5.xml"/><Relationship Id="Rbab9624b9d7e43d4" Type="http://schemas.openxmlformats.org/officeDocument/2006/relationships/slide" Target="slides/slide3.xml"/><Relationship Id="Rc26ecabff68f41a7" Type="http://schemas.openxmlformats.org/officeDocument/2006/relationships/slide" Target="slides/slide14.xml"/><Relationship Id="Rc50f81bd3b854795" Type="http://schemas.openxmlformats.org/officeDocument/2006/relationships/slide" Target="slides/slide11.xml"/><Relationship Id="Re4c2844967ab4f9a" Type="http://schemas.openxmlformats.org/officeDocument/2006/relationships/slide" Target="slides/slide19.xml"/><Relationship Id="Re85c8396bfd041dd" Type="http://schemas.openxmlformats.org/officeDocument/2006/relationships/slide" Target="slides/slide16.xml"/><Relationship Id="Re906543e8b71478c" Type="http://schemas.openxmlformats.org/officeDocument/2006/relationships/slide" Target="slides/slide4.xml"/><Relationship Id="Rebd1dd1469bd4654" Type="http://schemas.openxmlformats.org/officeDocument/2006/relationships/notesMaster" Target="notesMasters/notesMaster1.xml"/><Relationship Id="Rfbc10b4f435c4fff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86ca803ac2b2458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8fa7de1b6c9749d0" Type="http://schemas.openxmlformats.org/officeDocument/2006/relationships/notesMaster" Target="../notesMasters/notesMaster1.xml"/><Relationship Id="Re98f61f6024d405f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1c0eb2c5d33b4825" Type="http://schemas.openxmlformats.org/officeDocument/2006/relationships/notesMaster" Target="../notesMasters/notesMaster1.xml"/><Relationship Id="R63aee93d91fe4ea8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a3e16eb15514232" Type="http://schemas.openxmlformats.org/officeDocument/2006/relationships/slide" Target="../slides/slide3.xml"/><Relationship Id="R8d87d4bd50bc4e7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23996a6939dc4f1d" Type="http://schemas.openxmlformats.org/officeDocument/2006/relationships/notesMaster" Target="../notesMasters/notesMaster1.xml"/><Relationship Id="Rac895b7d71dc4dfe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6214677ce52b45a4" Type="http://schemas.openxmlformats.org/officeDocument/2006/relationships/slide" Target="../slides/slide5.xml"/><Relationship Id="Rca9c50d12ddb44d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264633f540c410c" Type="http://schemas.openxmlformats.org/officeDocument/2006/relationships/slide" Target="../slides/slide6.xml"/><Relationship Id="R6a46cbdc5a554e10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3254ef59be334be5" Type="http://schemas.openxmlformats.org/officeDocument/2006/relationships/slide" Target="../slides/slide7.xml"/><Relationship Id="R9a8f366f45c54a10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8bd2b84616fc41ac" Type="http://schemas.openxmlformats.org/officeDocument/2006/relationships/slide" Target="../slides/slide8.xml"/><Relationship Id="Ra30cb4d6aa1644f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aad84ce43684463" Type="http://schemas.openxmlformats.org/officeDocument/2006/relationships/slide" Target="../slides/slide9.xml"/><Relationship Id="R84da09db7f894a05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0408003e544e46fc" Type="http://schemas.openxmlformats.org/officeDocument/2006/relationships/slide" Target="../slides/slide10.xml"/><Relationship Id="R5ca181432390417d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c827ba2f7ea14dcd" Type="http://schemas.openxmlformats.org/officeDocument/2006/relationships/notesMaster" Target="../notesMasters/notesMaster1.xml"/><Relationship Id="Rf6256c8aba5f4523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0eebb1550a9a4fa5" Type="http://schemas.openxmlformats.org/officeDocument/2006/relationships/notesMaster" Target="../notesMasters/notesMaster1.xml"/><Relationship Id="R69a042b2adbe43c1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44af7db1e3d844ed" Type="http://schemas.openxmlformats.org/officeDocument/2006/relationships/slide" Target="../slides/slide13.xml"/><Relationship Id="Ra04fdd17dda7417d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544f1a85648046e1" Type="http://schemas.openxmlformats.org/officeDocument/2006/relationships/notesMaster" Target="../notesMasters/notesMaster1.xml"/><Relationship Id="Rea6fc0281eb44ba0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42631f0ae9d4d4e" Type="http://schemas.openxmlformats.org/officeDocument/2006/relationships/notesMaster" Target="../notesMasters/notesMaster1.xml"/><Relationship Id="Rdd7fba36e42449f5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219f586e2ac74bc7" Type="http://schemas.openxmlformats.org/officeDocument/2006/relationships/slide" Target="../slides/slide16.xml"/><Relationship Id="Rfe9d58bede0d4c6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db7b2a60374d432e" Type="http://schemas.openxmlformats.org/officeDocument/2006/relationships/notesMaster" Target="../notesMasters/notesMaster1.xml"/><Relationship Id="Rf92f4068f406483a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96c3bb281ea746e9" Type="http://schemas.openxmlformats.org/officeDocument/2006/relationships/notesMaster" Target="../notesMasters/notesMaster1.xml"/><Relationship Id="Rf66f78cd68f14e6b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2f02743788bd4bc3" Type="http://schemas.openxmlformats.org/officeDocument/2006/relationships/notesMaster" Target="../notesMasters/notesMaster1.xml"/><Relationship Id="R92cc4f04060b4031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3f9ad638ae4245a5" Type="http://schemas.openxmlformats.org/officeDocument/2006/relationships/notesMaster" Target="../notesMasters/notesMaster1.xml"/><Relationship Id="Ra0b8037ad1f84792" Type="http://schemas.openxmlformats.org/officeDocument/2006/relationships/slide" Target="../slides/slide2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It shows how the detail supports the claim or answers the question.</a:t>
            </a:r>
          </a:p>
          <a:p xmlns:a="http://schemas.openxmlformats.org/drawingml/2006/main">
            <a:r>
              <a:t>Choose: Moving to live in another place OR A reason something happened. Answer: Moving to live in another place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B,C or read one relevant card together. Answer: No. Usefulness depends on the question.</a:t>
            </a:r>
          </a:p>
          <a:p xmlns:a="http://schemas.openxmlformats.org/drawingml/2006/main">
            <a:r>
              <a:t>Give a reason when ready. Answer: Individual source annotations, selected evidence and supported judgements, with access support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</a:t>
            </a:r>
          </a:p>
          <a:p xmlns:a="http://schemas.openxmlformats.org/drawingml/2006/main">
            <a:r>
              <a:t>Review the assessment criteria using a practice claim. Link the evidence to the enquiry.</a:t>
            </a:r>
          </a:p>
          <a:p xmlns:a="http://schemas.openxmlformats.org/drawingml/2006/main">
            <a:r>
              <a:t>Explain how a source can be useful despite a limitation.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Review the assessment criteria using a practice claim. Keep the final source responses individual.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glossary and one chunk of evidence. Plan the claim and supporting detail before explaining. Complete the organiser one space at a time. Source B supports ___. Source C supports ___. For this question, ___ is more useful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B supports ___. Source C supports ___. For this question, ___ is more useful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a source can be useful despite a limitation.</a:t>
            </a:r>
          </a:p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No. Usefulness depends on the question.</a:t>
            </a:r>
          </a:p>
          <a:p xmlns:a="http://schemas.openxmlformats.org/drawingml/2006/main">
            <a:r>
              <a:t>Individual source annotations, selected evidence and supported judgements, with access support recorded.</a:t>
            </a:r>
          </a:p>
          <a:p xmlns:a="http://schemas.openxmlformats.org/drawingml/2006/main">
            <a:r>
              <a:t>Support: Source B supports ___. Source C supports ___. For this question, ___ is more useful because ___.</a:t>
            </a:r>
          </a:p>
          <a:p xmlns:a="http://schemas.openxmlformats.org/drawingml/2006/main">
            <a:r>
              <a:t>Extension: Explain how a source can be useful despite a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S: half-term source assessment; retain evidence for relevant UAS criteria.</a:t>
            </a:r>
          </a:p>
          <a:p xmlns:a="http://schemas.openxmlformats.org/drawingml/2006/main">
            <a:r>
              <a:t>Pre-teach terminology and model evidence use. Chunk sources and data; provide an initial frame, then reduce it. Maintain normal access arrangements. Extend by weighing limitations, alternative explanations and evidence quality. Adults support access and evidence selection without supplying answers.</a:t>
            </a:r>
          </a:p>
          <a:p xmlns:a="http://schemas.openxmlformats.org/drawingml/2006/main">
            <a:r>
              <a:t>Use a different example for shared practice. During independent assessment, keep the agreed reader, scribe, glossary or response mode, but withdraw answer models and record prompts separately.</a:t>
            </a:r>
          </a:p>
          <a:p xmlns:a="http://schemas.openxmlformats.org/drawingml/2006/main">
            <a:r>
              <a:t>Telegram about Windrush passengers: https://www.nationalarchives.gov.uk/education/resources/commonwealth-migration-since-1945/telegram-about-windrush-passengers/</a:t>
            </a:r>
          </a:p>
          <a:p xmlns:a="http://schemas.openxmlformats.org/drawingml/2006/main">
            <a:r>
              <a:t>Early report on migrants in Britain: https://www.nationalarchives.gov.uk/education/resources/commonwealth-migration-since-1945/early-report-on-migrants-in-britain/</a:t>
            </a:r>
          </a:p>
          <a:p xmlns:a="http://schemas.openxmlformats.org/drawingml/2006/main">
            <a:r>
              <a:t>Cabinet meeting 8 August 1972: https://www.nationalarchives.gov.uk/education/resources/ugandan-asians/source-1a-extract-from-a-cabinet-meeting/</a:t>
            </a:r>
          </a:p>
          <a:p xmlns:a="http://schemas.openxmlformats.org/drawingml/2006/main">
            <a:r>
              <a:t>Resettlement letter 15 March 1973: https://www.nationalarchives.gov.uk/education/resources/ugandan-asians/source-4b-extract-from-a-letter-from-the-uganda-resettlement-board/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a5d49a79986e48d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99c9e30483394d87" Type="http://schemas.openxmlformats.org/officeDocument/2006/relationships/slideLayout" Target="../slideLayouts/slideLayout1.xml"/><Relationship Id="Rf49f339d0a82451b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c9e30483394d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9d0d09a12e594323" Type="http://schemas.openxmlformats.org/officeDocument/2006/relationships/notesSlide" Target="../notesSlides/notesSlide1.xml"/><Relationship Id="Rfb1ff93c1088417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10a5f283d0bb478f" Type="http://schemas.openxmlformats.org/officeDocument/2006/relationships/notesSlide" Target="../notesSlides/notesSlide2.xml"/><Relationship Id="R5e1942e5affa43bd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1df47013503a42e8" Type="http://schemas.openxmlformats.org/officeDocument/2006/relationships/notesSlide" Target="../notesSlides/notesSlide3.xml"/><Relationship Id="Rd6f81737abdf4d46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22764e0fdd6e4b3a" Type="http://schemas.openxmlformats.org/officeDocument/2006/relationships/notesSlide" Target="../notesSlides/notesSlide4.xml"/><Relationship Id="Ra0e037c472314384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6eade1ff580b4ace" Type="http://schemas.openxmlformats.org/officeDocument/2006/relationships/slideLayout" Target="../slideLayouts/slideLayout1.xml"/><Relationship Id="Rad0e2a11f9784370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336d9c220c114f2b" Type="http://schemas.openxmlformats.org/officeDocument/2006/relationships/slideLayout" Target="../slideLayouts/slideLayout1.xml"/><Relationship Id="R7058adf09272411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245f5f9767fd47a5" Type="http://schemas.openxmlformats.org/officeDocument/2006/relationships/slideLayout" Target="../slideLayouts/slideLayout1.xml"/><Relationship Id="R97c99ac284964cbb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6ed3978991e84ce7" Type="http://schemas.openxmlformats.org/officeDocument/2006/relationships/slideLayout" Target="../slideLayouts/slideLayout1.xml"/><Relationship Id="Re4d249b068454b6b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a801b7db428544c7" Type="http://schemas.openxmlformats.org/officeDocument/2006/relationships/notesSlide" Target="../notesSlides/notesSlide9.xml"/><Relationship Id="Rd9cd2157760b432b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a1af79a6dc4493a" Type="http://schemas.openxmlformats.org/officeDocument/2006/relationships/slideLayout" Target="../slideLayouts/slideLayout1.xml"/><Relationship Id="Rc7948abaf2e54d2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b5cdb2a82b1e488a" Type="http://schemas.openxmlformats.org/officeDocument/2006/relationships/slideLayout" Target="../slideLayouts/slideLayout1.xml"/><Relationship Id="Re2217dddc0a0413a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768b727a51f94c29" Type="http://schemas.openxmlformats.org/officeDocument/2006/relationships/notesSlide" Target="../notesSlides/notesSlide12.xml"/><Relationship Id="Raa6e89c32597401e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88a5ac9e2cd4897" Type="http://schemas.openxmlformats.org/officeDocument/2006/relationships/notesSlide" Target="../notesSlides/notesSlide13.xml"/><Relationship Id="R23988a0665b3410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922cf4ad1eb24c5b" Type="http://schemas.openxmlformats.org/officeDocument/2006/relationships/slideLayout" Target="../slideLayouts/slideLayout1.xml"/><Relationship Id="Recb69b534bb848f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2b1cda657aad426d" Type="http://schemas.openxmlformats.org/officeDocument/2006/relationships/slideLayout" Target="../slideLayouts/slideLayout1.xml"/><Relationship Id="Ra4aea0f7ca284e1a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2151265d640f4ea1" Type="http://schemas.openxmlformats.org/officeDocument/2006/relationships/notesSlide" Target="../notesSlides/notesSlide16.xml"/><Relationship Id="R44b5a455f238430b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15954f5d8fe34dc5" Type="http://schemas.openxmlformats.org/officeDocument/2006/relationships/slideLayout" Target="../slideLayouts/slideLayout1.xml"/><Relationship Id="R5b48b14808b54bb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c2a39ee60ece435b" Type="http://schemas.openxmlformats.org/officeDocument/2006/relationships/notesSlide" Target="../notesSlides/notesSlide18.xml"/><Relationship Id="Re20e0e59730a4fbc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776b2a50ff274639" Type="http://schemas.openxmlformats.org/officeDocument/2006/relationships/notesSlide" Target="../notesSlides/notesSlide19.xml"/><Relationship Id="R93d2dcd735804bb4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275140510b64054" Type="http://schemas.openxmlformats.org/officeDocument/2006/relationships/notesSlide" Target="../notesSlides/notesSlide20.xml"/><Relationship Id="R3e1a3d418252451b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9DDAF-F0F2-4703-8178-A9523037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Source-based assessment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16DA2-E9E8-4B97-9A28-A7197C79A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F6A50-3CE3-4DE8-8231-45AE3679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Complete a source based assessment.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9F908-52F9-441F-89F1-403E18B9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LAUNCH / Humanities / Autumn 1 / Week 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0D84E-113D-4DC3-821F-2264B3CA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7920266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E56EE5-B273-49A2-821D-08216024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0DD446-12CD-4D7B-92E1-BE6EF8A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ADA5F-7420-4616-9883-E764790F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does an explanation add to evidence?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1CE90-2B35-43AC-82EA-E8B231EC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migration?</a:t>
            </a:r>
          </a:p>
        </p:txBody>
      </p:sp>
    </p:spTree>
    <p:extLst>
      <p:ext uri="{BB962C8B-B14F-4D97-AF65-F5344CB8AC3E}">
        <p14:creationId xmlns:p14="http://schemas.microsoft.com/office/powerpoint/2010/main" val="765130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2090F-52DC-4378-A16C-84DA353C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BC318-C828-46DB-8609-61FBFF8B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D2E3BB-C17D-4A5D-BC49-C9E9C9A3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Does a limitation make a source useless for every question?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043E2-7005-4608-A7F4-7FA1EF4A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What evidence must be retained?</a:t>
            </a:r>
          </a:p>
        </p:txBody>
      </p:sp>
    </p:spTree>
    <p:extLst>
      <p:ext uri="{BB962C8B-B14F-4D97-AF65-F5344CB8AC3E}">
        <p14:creationId xmlns:p14="http://schemas.microsoft.com/office/powerpoint/2010/main" val="585610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DFB7F-988E-43DB-9758-75E30F5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5B70A-B975-4640-A61A-B64E11EA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3224A-4301-40B0-9D14-53138DEBE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migration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Moving to live in another place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DDD88-4EB7-454A-B761-6860EA8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cause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reason something happened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575BF2-F0D3-4685-9FC7-74B503C7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consequence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Something that happened as a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85CBC-6647-479B-A4F0-7DA2D42E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provenance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source’s origin and context</a:t>
            </a:r>
          </a:p>
        </p:txBody>
      </p:sp>
    </p:spTree>
    <p:extLst>
      <p:ext uri="{BB962C8B-B14F-4D97-AF65-F5344CB8AC3E}">
        <p14:creationId xmlns:p14="http://schemas.microsoft.com/office/powerpoint/2010/main" val="16493895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D507F-5018-40EB-B5D5-4A8AB4EDA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635888-E5D5-4D99-89C1-3CA65BFB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A4DC9A-DD5D-468A-B92D-0DBFAFD5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the assessment criteria using a practice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81E60-DFA4-43C7-A791-CADB28D3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CC155-8E68-4E36-9E52-6051A2FB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Use the glossary and one chunk of evidence. Plan the claim and supporting detail before explaining.</a:t>
            </a:r>
          </a:p>
        </p:txBody>
      </p:sp>
    </p:spTree>
    <p:extLst>
      <p:ext uri="{BB962C8B-B14F-4D97-AF65-F5344CB8AC3E}">
        <p14:creationId xmlns:p14="http://schemas.microsoft.com/office/powerpoint/2010/main" val="9407254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A9267E-AB41-4469-A631-10C758FE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2E87B-E971-4257-BEFC-36397709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E8D41-6F3F-4D25-AC7D-D7C3407E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Test usefulness with a practice question about plans.</a:t>
            </a:r>
          </a:p>
        </p:txBody>
      </p:sp>
    </p:spTree>
    <p:extLst>
      <p:ext uri="{BB962C8B-B14F-4D97-AF65-F5344CB8AC3E}">
        <p14:creationId xmlns:p14="http://schemas.microsoft.com/office/powerpoint/2010/main" val="420255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887D5-AD40-412C-BE76-E46631FA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E562F1-EB11-4D7E-9B99-1AB483B6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A8AA1-B350-4925-A9BF-D5049C96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1947 to 1948 report: Eric Walrond reported varied experiences: work for some men, but unemployment also described in the north-west. C 8 August 1972 Cabinet record: British ministers discussed Idi Amin’s order that Asian British-passport holders leave Uganda within three months.</a:t>
            </a:r>
          </a:p>
        </p:txBody>
      </p:sp>
    </p:spTree>
    <p:extLst>
      <p:ext uri="{BB962C8B-B14F-4D97-AF65-F5344CB8AC3E}">
        <p14:creationId xmlns:p14="http://schemas.microsoft.com/office/powerpoint/2010/main" val="4303709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6FC38-B1FF-411B-B09C-5901238A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E9ED42-01C4-4741-B6A3-C863C86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26D75-EBEC-4179-A2D6-B060DE640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A request can show what someone intended. It cannot establish that the plan happened. I apply this reasoning independently to the assessment sources.</a:t>
            </a:r>
          </a:p>
        </p:txBody>
      </p:sp>
    </p:spTree>
    <p:extLst>
      <p:ext uri="{BB962C8B-B14F-4D97-AF65-F5344CB8AC3E}">
        <p14:creationId xmlns:p14="http://schemas.microsoft.com/office/powerpoint/2010/main" val="11652376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020DF-A002-4E04-8CDE-6EFF508E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62578-AB72-4A2A-AB30-2BD87FBC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E4932-3D80-4298-84B7-E22A91DC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What evidence must be retained? Individual source annotations, selected evidence and supported judgements, with access support recorded.</a:t>
            </a:r>
          </a:p>
        </p:txBody>
      </p:sp>
    </p:spTree>
    <p:extLst>
      <p:ext uri="{BB962C8B-B14F-4D97-AF65-F5344CB8AC3E}">
        <p14:creationId xmlns:p14="http://schemas.microsoft.com/office/powerpoint/2010/main" val="12627377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9ACB0-9E61-45B9-9143-B7D274BE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49F8F9-7D3E-4A78-82B6-312DEDC5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869ED-ACF6-41F7-8F57-6AED2C85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Review the assessment criteria using a practice claim.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E19B9-FF0A-4BA7-B838-6584BCBA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Keep the final source responses individual.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E0194-1EB0-4EA5-B9A8-CA2B5018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10504920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D3C352-9C78-4026-9325-9AEEB2AC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D47F2A-3AA6-439F-9C9D-5642016D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1598B-36B7-4134-855D-2D85CAD3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answer to the assessment enquiry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AB43B-F0C6-4078-9660-6E38B22A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evidence and 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45B5B-EFB1-466D-80C2-C3C995D7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explanation or comparison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C085E1-CE71-4999-8A79-EC26F964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My conclusion and what the evidence does not show</a:t>
            </a:r>
          </a:p>
        </p:txBody>
      </p:sp>
    </p:spTree>
    <p:extLst>
      <p:ext uri="{BB962C8B-B14F-4D97-AF65-F5344CB8AC3E}">
        <p14:creationId xmlns:p14="http://schemas.microsoft.com/office/powerpoint/2010/main" val="656893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3BBE37-847F-4554-8AAD-E921DF3B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CFC736-2831-4540-B0CF-4DE23D2C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DE882-A638-423A-AA3B-7937C7D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Independently interrogate B and C, then compare their usefulness for explaining migration experiences.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E1A14-02A4-4391-B0CB-F1C1A82A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and make supported judgements with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85BD7-BC35-48B2-90DD-9671F85B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Retain annotated sources and a conclusion for relevant centre-selected UAS mapping.</a:t>
            </a:r>
          </a:p>
        </p:txBody>
      </p:sp>
    </p:spTree>
    <p:extLst>
      <p:ext uri="{BB962C8B-B14F-4D97-AF65-F5344CB8AC3E}">
        <p14:creationId xmlns:p14="http://schemas.microsoft.com/office/powerpoint/2010/main" val="10751523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84428-30A1-4447-A96A-4F9E5CD49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A7A1B-E430-45BB-B289-D9C51ACA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9132A-5C0E-448A-8602-5868C2F9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Independently interrogate B and C, then compare their usefulness for explaining migration experiences.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62131-F675-4A7F-A929-3B6A01DB1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and make supported judgements with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5968EB-448B-4A0C-B215-D7C263CE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Retain annotated sources and a conclusion for relevant centre-selected UAS mapping.</a:t>
            </a:r>
          </a:p>
        </p:txBody>
      </p:sp>
    </p:spTree>
    <p:extLst>
      <p:ext uri="{BB962C8B-B14F-4D97-AF65-F5344CB8AC3E}">
        <p14:creationId xmlns:p14="http://schemas.microsoft.com/office/powerpoint/2010/main" val="2318429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B7CEF-D7EE-466B-B7A5-D7FFEB11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EAD0CD-B6A9-4204-BD62-935AA6F40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A9578B-37FE-4862-B512-FC3CD47E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Independently interrogate B and C, then compare their usefulness for explaining migration experiences.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560DB-E95D-4A2C-AC65-2297730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 evidence and make supported judgements with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5DEFD-0973-4444-A61C-C460FD1F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Retain annotated sources and a conclusion for relevant centre-selected UAS mapping.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B5DE45-E342-42EE-A93E-593B883C7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434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a source can be useful despite a limitation.</a:t>
            </a:r>
          </a:p>
        </p:txBody>
      </p:sp>
    </p:spTree>
    <p:extLst>
      <p:ext uri="{BB962C8B-B14F-4D97-AF65-F5344CB8AC3E}">
        <p14:creationId xmlns:p14="http://schemas.microsoft.com/office/powerpoint/2010/main" val="18612851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ADF5B-3842-473D-B49A-15A42D5F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1B82D-03A5-4742-9B0B-C6188462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A022F8-A09C-4FF9-AF6E-6FE614F0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half-term source assessment; retain evidence for relevant UAS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F92B4D-E4C2-412B-ADA7-ED9CC36DD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8DDD61-48B8-4D9A-B239-5B3B256D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902750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C5DA-F57B-4AF0-9A87-AFE7EB4B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6B418F-614A-4956-87BB-7DD75A1A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56E01-5441-4773-BA87-67CC977C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Does a limitation make a source useless for every question?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F7E6B-4C1F-4E2B-9590-86E269F0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evidence must be retained?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399DD-8F24-41F4-BC64-AC7DEDD2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9090302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10EDA-F022-4894-B2CC-5830ECC5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A 11 May 1948 telegram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27CC38-67B2-4D5F-8E51-10D20ED4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161DC-70C0-4532-8717-7A1E0129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Acting Governor of Jamaica told the Colonial Secretary that men had booked passages hoping for employment in Britain.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4FB59-B9CD-4786-8DBD-FFDC4C00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HO 213/714; official message, 1948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CA52C-F946-43D1-81BA-26F8DAB5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hope is not a guarantee. This does not establish everyone’s reasons or later experience.</a:t>
            </a:r>
          </a:p>
        </p:txBody>
      </p:sp>
    </p:spTree>
    <p:extLst>
      <p:ext uri="{BB962C8B-B14F-4D97-AF65-F5344CB8AC3E}">
        <p14:creationId xmlns:p14="http://schemas.microsoft.com/office/powerpoint/2010/main" val="6278873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12D2A-5940-400B-B737-1ED1843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B 1947 to 1948 report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7A71D-2C18-4DB6-B159-ADF53F99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12CC8-AA07-4D9F-AEBA-D7CF0BDC5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Eric Walrond reported varied experiences: work for some men, but unemployment also described in the north-west.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B5DAC-BE58-4FA4-B8BB-9EBFE295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CO 876/88; report, 1947–48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321567-606B-4521-888E-F6F0310C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Selected accounts do not measure the experiences of all migrants.</a:t>
            </a:r>
          </a:p>
        </p:txBody>
      </p:sp>
    </p:spTree>
    <p:extLst>
      <p:ext uri="{BB962C8B-B14F-4D97-AF65-F5344CB8AC3E}">
        <p14:creationId xmlns:p14="http://schemas.microsoft.com/office/powerpoint/2010/main" val="131034873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BAED68-4547-4557-A404-497D57E5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C 8 August 1972 Cabinet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4F4288-F53D-4603-9718-8B64789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891174-695E-46A1-9FFC-4DE6001B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British ministers discussed Idi Amin’s order that Asian British-passport holders leave Uganda within three months.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E6A56-D8D0-4916-AAD4-F76AEA7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CAB 128/50; British Cabinet minutes, 1972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40316-B887-48BE-9CE7-9A806703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This records the ministers’ discussion, not the voices of all the people affected.</a:t>
            </a:r>
          </a:p>
        </p:txBody>
      </p:sp>
    </p:spTree>
    <p:extLst>
      <p:ext uri="{BB962C8B-B14F-4D97-AF65-F5344CB8AC3E}">
        <p14:creationId xmlns:p14="http://schemas.microsoft.com/office/powerpoint/2010/main" val="13592336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D55258-951F-4C92-9DFB-70EFE465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71208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71208A"/>
                </a:solidFill>
                <a:latin typeface="Arial"/>
                <a:ea typeface="Arial"/>
                <a:cs typeface="Arial"/>
              </a:rPr>
              <a:t>Evidence D 15 March 1973 support letter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67794-823F-4838-9A0A-78461608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LAUNCH  Humanities  Autumn 1  W7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5C5FE-EA3D-435B-BFA6-638619F8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The Uganda Resettlement Board asked voluntary organisations to support resettled families through visits.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3CB29-3405-4E84-A16C-9E450B92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TNA T 353/63; letter, 1973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29A78B-CE7E-4F03-9C47-F0F4AC1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A request records an intended response, not proof that every visit happened.</a:t>
            </a:r>
          </a:p>
        </p:txBody>
      </p:sp>
    </p:spTree>
    <p:extLst>
      <p:ext uri="{BB962C8B-B14F-4D97-AF65-F5344CB8AC3E}">
        <p14:creationId xmlns:p14="http://schemas.microsoft.com/office/powerpoint/2010/main" val="9653228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2026-09-19T18:36:09.8680000Z</dcterms:created>
  <dcterms:modified xsi:type="dcterms:W3CDTF">2026-09-19T18:36:09.8680000Z</dcterms:modified>
</coreProperties>
</file>