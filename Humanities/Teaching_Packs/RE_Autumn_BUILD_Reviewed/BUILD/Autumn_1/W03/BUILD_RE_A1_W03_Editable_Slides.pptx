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a1bd4e660c140fe" Type="http://schemas.openxmlformats.org/officeDocument/2006/relationships/extended-properties" Target="docProps/app.xml"/><Relationship Id="R9b59e0c1a5f24113" Type="http://schemas.openxmlformats.org/package/2006/relationships/metadata/core-properties" Target="docProps/core.xml"/><Relationship Id="Rba15d3d5d5d343f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44adeff144824"/>
  </p:sldMasterIdLst>
  <p:notesMasterIdLst>
    <p:notesMasterId xmlns:r="http://schemas.openxmlformats.org/officeDocument/2006/relationships" r:id="Rd0891bf1efcc458d"/>
  </p:notesMasterIdLst>
  <p:sldIdLst>
    <p:sldId xmlns:r="http://schemas.openxmlformats.org/officeDocument/2006/relationships" id="256" r:id="Rb4f8574416b94cae"/>
    <p:sldId xmlns:r="http://schemas.openxmlformats.org/officeDocument/2006/relationships" id="257" r:id="R09c925f5cbd6494a"/>
    <p:sldId xmlns:r="http://schemas.openxmlformats.org/officeDocument/2006/relationships" id="258" r:id="R43e5e8a7a7274ca6"/>
    <p:sldId xmlns:r="http://schemas.openxmlformats.org/officeDocument/2006/relationships" id="259" r:id="R059e379c350d4fbc"/>
    <p:sldId xmlns:r="http://schemas.openxmlformats.org/officeDocument/2006/relationships" id="260" r:id="R58b08804e2c34f7d"/>
    <p:sldId xmlns:r="http://schemas.openxmlformats.org/officeDocument/2006/relationships" id="261" r:id="Rb1d2120915624690"/>
    <p:sldId xmlns:r="http://schemas.openxmlformats.org/officeDocument/2006/relationships" id="262" r:id="R9c96f9f5214b46b5"/>
    <p:sldId xmlns:r="http://schemas.openxmlformats.org/officeDocument/2006/relationships" id="263" r:id="R27664fbbeb2f465e"/>
    <p:sldId xmlns:r="http://schemas.openxmlformats.org/officeDocument/2006/relationships" id="264" r:id="R0e0c51298f86442f"/>
    <p:sldId xmlns:r="http://schemas.openxmlformats.org/officeDocument/2006/relationships" id="265" r:id="R9652535f37c14673"/>
    <p:sldId xmlns:r="http://schemas.openxmlformats.org/officeDocument/2006/relationships" id="266" r:id="R94bbdb3b047240bc"/>
    <p:sldId xmlns:r="http://schemas.openxmlformats.org/officeDocument/2006/relationships" id="267" r:id="R1dae6190e6984c9b"/>
    <p:sldId xmlns:r="http://schemas.openxmlformats.org/officeDocument/2006/relationships" id="268" r:id="R3fe10bdd0e0f4b1c"/>
    <p:sldId xmlns:r="http://schemas.openxmlformats.org/officeDocument/2006/relationships" id="269" r:id="R894061fe932644dc"/>
    <p:sldId xmlns:r="http://schemas.openxmlformats.org/officeDocument/2006/relationships" id="270" r:id="R750649e392f544e5"/>
    <p:sldId xmlns:r="http://schemas.openxmlformats.org/officeDocument/2006/relationships" id="271" r:id="R220f1b3ca66f4a25"/>
    <p:sldId xmlns:r="http://schemas.openxmlformats.org/officeDocument/2006/relationships" id="272" r:id="Rec3683f3bfa94192"/>
    <p:sldId xmlns:r="http://schemas.openxmlformats.org/officeDocument/2006/relationships" id="273" r:id="Ra4e5033d978a422b"/>
    <p:sldId xmlns:r="http://schemas.openxmlformats.org/officeDocument/2006/relationships" id="274" r:id="R5edaa6b8fcf746d5"/>
    <p:sldId xmlns:r="http://schemas.openxmlformats.org/officeDocument/2006/relationships" id="275" r:id="Rb11f2e5849e54c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9e379c350d4fbc" Type="http://schemas.openxmlformats.org/officeDocument/2006/relationships/slide" Target="slides/slide4.xml"/><Relationship Id="R09c925f5cbd6494a" Type="http://schemas.openxmlformats.org/officeDocument/2006/relationships/slide" Target="slides/slide2.xml"/><Relationship Id="R0e0c51298f86442f" Type="http://schemas.openxmlformats.org/officeDocument/2006/relationships/slide" Target="slides/slide9.xml"/><Relationship Id="R1dae6190e6984c9b" Type="http://schemas.openxmlformats.org/officeDocument/2006/relationships/slide" Target="slides/slide12.xml"/><Relationship Id="R220f1b3ca66f4a25" Type="http://schemas.openxmlformats.org/officeDocument/2006/relationships/slide" Target="slides/slide16.xml"/><Relationship Id="R27664fbbeb2f465e" Type="http://schemas.openxmlformats.org/officeDocument/2006/relationships/slide" Target="slides/slide8.xml"/><Relationship Id="R3fe10bdd0e0f4b1c" Type="http://schemas.openxmlformats.org/officeDocument/2006/relationships/slide" Target="slides/slide13.xml"/><Relationship Id="R43e5e8a7a7274ca6" Type="http://schemas.openxmlformats.org/officeDocument/2006/relationships/slide" Target="slides/slide3.xml"/><Relationship Id="R58b08804e2c34f7d" Type="http://schemas.openxmlformats.org/officeDocument/2006/relationships/slide" Target="slides/slide5.xml"/><Relationship Id="R5edaa6b8fcf746d5" Type="http://schemas.openxmlformats.org/officeDocument/2006/relationships/slide" Target="slides/slide19.xml"/><Relationship Id="R5f943013cdc44246" Type="http://schemas.openxmlformats.org/officeDocument/2006/relationships/tableStyles" Target="tableStyles.xml"/><Relationship Id="R6de44adeff144824" Type="http://schemas.openxmlformats.org/officeDocument/2006/relationships/slideMaster" Target="slideMasters/slideMaster1.xml"/><Relationship Id="R750649e392f544e5" Type="http://schemas.openxmlformats.org/officeDocument/2006/relationships/slide" Target="slides/slide15.xml"/><Relationship Id="R81db1fc692474269" Type="http://schemas.openxmlformats.org/officeDocument/2006/relationships/theme" Target="theme/theme1.xml"/><Relationship Id="R894061fe932644dc" Type="http://schemas.openxmlformats.org/officeDocument/2006/relationships/slide" Target="slides/slide14.xml"/><Relationship Id="R94bbdb3b047240bc" Type="http://schemas.openxmlformats.org/officeDocument/2006/relationships/slide" Target="slides/slide11.xml"/><Relationship Id="R9652535f37c14673" Type="http://schemas.openxmlformats.org/officeDocument/2006/relationships/slide" Target="slides/slide10.xml"/><Relationship Id="R9a3327247d124633" Type="http://schemas.openxmlformats.org/officeDocument/2006/relationships/presProps" Target="presProps.xml"/><Relationship Id="R9c96f9f5214b46b5" Type="http://schemas.openxmlformats.org/officeDocument/2006/relationships/slide" Target="slides/slide7.xml"/><Relationship Id="Ra4e5033d978a422b" Type="http://schemas.openxmlformats.org/officeDocument/2006/relationships/slide" Target="slides/slide18.xml"/><Relationship Id="Rb11f2e5849e54c6b" Type="http://schemas.openxmlformats.org/officeDocument/2006/relationships/slide" Target="slides/slide20.xml"/><Relationship Id="Rb1d2120915624690" Type="http://schemas.openxmlformats.org/officeDocument/2006/relationships/slide" Target="slides/slide6.xml"/><Relationship Id="Rb4f8574416b94cae" Type="http://schemas.openxmlformats.org/officeDocument/2006/relationships/slide" Target="slides/slide1.xml"/><Relationship Id="Rd0891bf1efcc458d" Type="http://schemas.openxmlformats.org/officeDocument/2006/relationships/notesMaster" Target="notesMasters/notesMaster1.xml"/><Relationship Id="Rec3683f3bfa9419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39aad99dacb44fc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1f6acb52a2b49da" Type="http://schemas.openxmlformats.org/officeDocument/2006/relationships/slide" Target="../slides/slide1.xml"/><Relationship Id="R3c98dc8c20554fc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c6f2e6899344afc" Type="http://schemas.openxmlformats.org/officeDocument/2006/relationships/slide" Target="../slides/slide2.xml"/><Relationship Id="R84859160e55d4a6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f66820799da4b51" Type="http://schemas.openxmlformats.org/officeDocument/2006/relationships/slide" Target="../slides/slide3.xml"/><Relationship Id="Re27b557085f543e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ffe6c9ae7534fd7" Type="http://schemas.openxmlformats.org/officeDocument/2006/relationships/notesMaster" Target="../notesMasters/notesMaster1.xml"/><Relationship Id="R88a77c8700004fa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42c0173b6224178" Type="http://schemas.openxmlformats.org/officeDocument/2006/relationships/slide" Target="../slides/slide5.xml"/><Relationship Id="Rd7e0860a7e5f467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f0fa290702fc40ff" Type="http://schemas.openxmlformats.org/officeDocument/2006/relationships/slide" Target="../slides/slide6.xml"/><Relationship Id="Rf7affd2034f74ac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c723766e583b4704" Type="http://schemas.openxmlformats.org/officeDocument/2006/relationships/slide" Target="../slides/slide7.xml"/><Relationship Id="Rcde124d46a49442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b16403e90c24785" Type="http://schemas.openxmlformats.org/officeDocument/2006/relationships/slide" Target="../slides/slide8.xml"/><Relationship Id="Re19ad36bcbd9473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0c4b72b29b24cbf" Type="http://schemas.openxmlformats.org/officeDocument/2006/relationships/notesMaster" Target="../notesMasters/notesMaster1.xml"/><Relationship Id="R3d09bf4814674a6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98c02d3e8d64eb7" Type="http://schemas.openxmlformats.org/officeDocument/2006/relationships/notesMaster" Target="../notesMasters/notesMaster1.xml"/><Relationship Id="Ra70e14220c7844fd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a876fd3d80e446b2" Type="http://schemas.openxmlformats.org/officeDocument/2006/relationships/notesMaster" Target="../notesMasters/notesMaster1.xml"/><Relationship Id="Rb42acfae075c4ab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abdac7971de4891" Type="http://schemas.openxmlformats.org/officeDocument/2006/relationships/notesMaster" Target="../notesMasters/notesMaster1.xml"/><Relationship Id="Rd4b8feda55ff4ed9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0f874deb598144b4" Type="http://schemas.openxmlformats.org/officeDocument/2006/relationships/notesMaster" Target="../notesMasters/notesMaster1.xml"/><Relationship Id="Rbbff0a146f5c4c0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4a744be9a3a3498b" Type="http://schemas.openxmlformats.org/officeDocument/2006/relationships/notesMaster" Target="../notesMasters/notesMaster1.xml"/><Relationship Id="Rd7023677b7a646b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b4b0acffcd440e2" Type="http://schemas.openxmlformats.org/officeDocument/2006/relationships/slide" Target="../slides/slide15.xml"/><Relationship Id="Rfc1e8699ecf1471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83fe5dc7af74b64" Type="http://schemas.openxmlformats.org/officeDocument/2006/relationships/notesMaster" Target="../notesMasters/notesMaster1.xml"/><Relationship Id="Ra688679a8bc44a4e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41f9091724a64ae9" Type="http://schemas.openxmlformats.org/officeDocument/2006/relationships/notesMaster" Target="../notesMasters/notesMaster1.xml"/><Relationship Id="R45a6062bc76b496e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4511f5f6219440ef" Type="http://schemas.openxmlformats.org/officeDocument/2006/relationships/slide" Target="../slides/slide18.xml"/><Relationship Id="R8da2f77ddd474ba9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55c421e436f4a8c" Type="http://schemas.openxmlformats.org/officeDocument/2006/relationships/notesMaster" Target="../notesMasters/notesMaster1.xml"/><Relationship Id="Rd3788ebc125f44f1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64a28861cc904a2b" Type="http://schemas.openxmlformats.org/officeDocument/2006/relationships/notesMaster" Target="../notesMasters/notesMaster1.xml"/><Relationship Id="R7cf465dfdb624055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In a special cupboard called the Ark.</a:t>
            </a:r>
          </a:p>
          <a:p xmlns:a="http://schemas.openxmlformats.org/drawingml/2006/main">
            <a:r>
              <a:t>Choose: Feeling part of a group and welcome in it OR People linked by a place, belief or activity. Answer: Feeling part of a group and welcome in 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A volunteer greets him and shows him where to sit.</a:t>
            </a:r>
          </a:p>
          <a:p xmlns:a="http://schemas.openxmlformats.org/drawingml/2006/main">
            <a:r>
              <a:t>Give a reason when ready. Answer: No. In the story everyone is welcome.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Put the four parts of Sam’s visit in order. Say or show what helped you decide.</a:t>
            </a:r>
          </a:p>
          <a:p xmlns:a="http://schemas.openxmlformats.org/drawingml/2006/main">
            <a:r>
              <a:t>Explain why sitting together to eat can show that people are equal.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takes off his shoes and covers his head — 1 — The visit starts at the door.</a:t>
            </a:r>
          </a:p>
          <a:p xmlns:a="http://schemas.openxmlformats.org/drawingml/2006/main">
            <a:r>
              <a:t>A volunteer welcomes Sam and shows him where to sit — 2 — The welcome comes next.</a:t>
            </a:r>
          </a:p>
          <a:p xmlns:a="http://schemas.openxmlformats.org/drawingml/2006/main">
            <a:r>
              <a:t>Everyone sits together to eat langar — 3 — The shared meal follows the welcome.</a:t>
            </a:r>
          </a:p>
          <a:p xmlns:a="http://schemas.openxmlformats.org/drawingml/2006/main">
            <a:r>
              <a:t>Sam helps carry cups to the kitchen — 4 — Joining in ends the story.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They belong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They belong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sitting together to eat can show that people are equal.</a:t>
            </a:r>
          </a:p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volunteer greets him and shows him where to sit.</a:t>
            </a:r>
          </a:p>
          <a:p xmlns:a="http://schemas.openxmlformats.org/drawingml/2006/main">
            <a:r>
              <a:t>No. In the story everyone is welcome.</a:t>
            </a:r>
          </a:p>
          <a:p xmlns:a="http://schemas.openxmlformats.org/drawingml/2006/main">
            <a:r>
              <a:t>Support: They belong because ___.</a:t>
            </a:r>
          </a:p>
          <a:p xmlns:a="http://schemas.openxmlformats.org/drawingml/2006/main">
            <a:r>
              <a:t>Extension: Explain why sitting together to eat can show that people are equal.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sequenced story and one sign of belonging.</a:t>
            </a:r>
          </a:p>
          <a:p xmlns:a="http://schemas.openxmlformats.org/drawingml/2006/main">
            <a:r>
              <a:t>Chunked story; visuals throughout; repeated key sentence; sequencing instead of writing; verbal/scribed route; processing time.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825fb73fbe2452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93d16c4b8614192" Type="http://schemas.openxmlformats.org/officeDocument/2006/relationships/slideLayout" Target="../slideLayouts/slideLayout1.xml"/><Relationship Id="R96f443a3ff4a496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3d16c4b86141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c826059621942bf" Type="http://schemas.openxmlformats.org/officeDocument/2006/relationships/slideLayout" Target="../slideLayouts/slideLayout1.xml"/><Relationship Id="Rba6dd213a8ac486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1932fc112cf4375" Type="http://schemas.openxmlformats.org/officeDocument/2006/relationships/notesSlide" Target="../notesSlides/notesSlide2.xml"/><Relationship Id="Ree34b88bb8b043b7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ed0ff9fd90149f2" Type="http://schemas.openxmlformats.org/officeDocument/2006/relationships/notesSlide" Target="../notesSlides/notesSlide3.xml"/><Relationship Id="Rdd7a9d27fb54463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c275a525f64d4d5a" Type="http://schemas.openxmlformats.org/officeDocument/2006/relationships/notesSlide" Target="../notesSlides/notesSlide4.xml"/><Relationship Id="Ree26eb2a2a804e7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24f9a4c29c44d35" Type="http://schemas.openxmlformats.org/officeDocument/2006/relationships/image" Target="../media/image.png"/><Relationship Id="R9c206875304e461f" Type="http://schemas.openxmlformats.org/officeDocument/2006/relationships/notesSlide" Target="../notesSlides/notesSlide5.xml"/><Relationship Id="Rd434fa981b1b4f8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0c40ec2ee5f4a03" Type="http://schemas.openxmlformats.org/officeDocument/2006/relationships/notesSlide" Target="../notesSlides/notesSlide6.xml"/><Relationship Id="Rd05f4cb9826d4520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7095c549381b4254" Type="http://schemas.openxmlformats.org/officeDocument/2006/relationships/slideLayout" Target="../slideLayouts/slideLayout1.xml"/><Relationship Id="R8e2c9f5baa0b40b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bb934ac0c7544e0" Type="http://schemas.openxmlformats.org/officeDocument/2006/relationships/slideLayout" Target="../slideLayouts/slideLayout1.xml"/><Relationship Id="Rc50adabaf49b4fa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9ee4ec9c9c0447c" Type="http://schemas.openxmlformats.org/officeDocument/2006/relationships/slideLayout" Target="../slideLayouts/slideLayout1.xml"/><Relationship Id="R0aea9c601954486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e003f4f4ba940a6" Type="http://schemas.openxmlformats.org/officeDocument/2006/relationships/slideLayout" Target="../slideLayouts/slideLayout1.xml"/><Relationship Id="Rfa728940f91541a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ed937f93efa44dc0" Type="http://schemas.openxmlformats.org/officeDocument/2006/relationships/notesSlide" Target="../notesSlides/notesSlide11.xml"/><Relationship Id="Redfe27ee8bd14d5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59264c073604c2f" Type="http://schemas.openxmlformats.org/officeDocument/2006/relationships/notesSlide" Target="../notesSlides/notesSlide12.xml"/><Relationship Id="Ref6a172372cf4fe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814dcd8ad0244f8" Type="http://schemas.openxmlformats.org/officeDocument/2006/relationships/slideLayout" Target="../slideLayouts/slideLayout1.xml"/><Relationship Id="R95144571cb37481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805211b46164076" Type="http://schemas.openxmlformats.org/officeDocument/2006/relationships/slideLayout" Target="../slideLayouts/slideLayout1.xml"/><Relationship Id="R931994b23250486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825681e8ba92434b" Type="http://schemas.openxmlformats.org/officeDocument/2006/relationships/slideLayout" Target="../slideLayouts/slideLayout1.xml"/><Relationship Id="Rf441d9c66ff341f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8040ccb40a5f4766" Type="http://schemas.openxmlformats.org/officeDocument/2006/relationships/slideLayout" Target="../slideLayouts/slideLayout1.xml"/><Relationship Id="Rf8c4c05caece43d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03ae234f153e4acf" Type="http://schemas.openxmlformats.org/officeDocument/2006/relationships/notesSlide" Target="../notesSlides/notesSlide17.xml"/><Relationship Id="Rf0aa2acbc2384c6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3a2f9f4a68ca4a50" Type="http://schemas.openxmlformats.org/officeDocument/2006/relationships/slideLayout" Target="../slideLayouts/slideLayout1.xml"/><Relationship Id="Rb330185cf79c48e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8d44b47c57c246ae" Type="http://schemas.openxmlformats.org/officeDocument/2006/relationships/notesSlide" Target="../notesSlides/notesSlide19.xml"/><Relationship Id="Rfd907212cf6242ee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5331635825f456a" Type="http://schemas.openxmlformats.org/officeDocument/2006/relationships/notesSlide" Target="../notesSlides/notesSlide20.xml"/><Relationship Id="Rb06f2ace03c9482f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C2AA9-5B40-4773-8ECB-3F67C022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story of belonging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39E4B-8055-4754-B8B2-6B242325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C8B83-AE14-4BC3-89B8-C162C0FE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Listen to a story of belonging and identify one example of belonging.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F012B-04B2-45BD-AF8F-59FED6C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1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B457C-6749-4D54-8F2C-D939C07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717371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9927A-0AC3-466F-9218-B80A59E0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2D1FB-37D4-4F35-A94D-80CAFF5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4B5C7-2AEB-4DC0-9615-623163C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Where is a Torah scroll kept in a synagogue?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B0C76-F980-4824-8911-A0338FF9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belonging?</a:t>
            </a:r>
          </a:p>
        </p:txBody>
      </p:sp>
    </p:spTree>
    <p:extLst>
      <p:ext uri="{BB962C8B-B14F-4D97-AF65-F5344CB8AC3E}">
        <p14:creationId xmlns:p14="http://schemas.microsoft.com/office/powerpoint/2010/main" val="508790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5D6EE-57D5-43D8-9687-C9740FA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1C888-C434-484E-B91F-28317A0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33D77-4D39-4A0B-851D-D8791B5A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is one sign that Sam is welcome at the gurdwara?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52522-02F6-4656-861E-CA6008A9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Did anyone ask Sam what he believes before welcoming him?</a:t>
            </a:r>
          </a:p>
        </p:txBody>
      </p:sp>
    </p:spTree>
    <p:extLst>
      <p:ext uri="{BB962C8B-B14F-4D97-AF65-F5344CB8AC3E}">
        <p14:creationId xmlns:p14="http://schemas.microsoft.com/office/powerpoint/2010/main" val="996394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4E217-5C3E-48E5-A864-2822513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A4D22-4C96-4A9C-B7D7-6D8D51F9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97E86-8BAB-4E3F-B431-A05D959A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belonging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Feeling part of a group and welcome in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B243A-7CF7-4191-BAE2-2AF78457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community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linked by a place, belief or 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F74C2-C3C6-4BF0-A437-1790C674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welcome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greet someone kindly and include them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4D7DA-7514-4457-9AC7-070C382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langar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free shared meal served at a gurdwara</a:t>
            </a:r>
          </a:p>
        </p:txBody>
      </p:sp>
    </p:spTree>
    <p:extLst>
      <p:ext uri="{BB962C8B-B14F-4D97-AF65-F5344CB8AC3E}">
        <p14:creationId xmlns:p14="http://schemas.microsoft.com/office/powerpoint/2010/main" val="1121926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00979-A170-4113-8B70-CACC933A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0D643-3153-4281-A01B-DB14D399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f9a4c29c44d35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B4B4B-C570-422C-8331-FC337D4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helps someone feel they belong?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54AAE-BFC9-4EE4-AC57-6754D59C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idea. Does it help someone belong?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25B0B-D052-449F-8700-31D32DB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2025342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5FABF-1FF4-45BA-9104-A85D2E7C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E9DE2-75ED-4677-BAFB-F790CB63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E8B0E-3D48-4F25-928C-B5774FF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is one sign that Sam is welcome at the gurdwara?</a:t>
            </a:r>
          </a:p>
        </p:txBody>
      </p:sp>
    </p:spTree>
    <p:extLst>
      <p:ext uri="{BB962C8B-B14F-4D97-AF65-F5344CB8AC3E}">
        <p14:creationId xmlns:p14="http://schemas.microsoft.com/office/powerpoint/2010/main" val="74267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AE3C5-D39D-4C69-8EDC-1BFE34E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52648-312A-45A3-937C-C68DEFE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78C0A-E337-4957-8D24-813B8CE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The welcome: A volunteer smiles and says hello. She shows Sam where to sit. Nobody asks what Sam believes. Everyone is welcome.</a:t>
            </a:r>
          </a:p>
        </p:txBody>
      </p:sp>
    </p:spTree>
    <p:extLst>
      <p:ext uri="{BB962C8B-B14F-4D97-AF65-F5344CB8AC3E}">
        <p14:creationId xmlns:p14="http://schemas.microsoft.com/office/powerpoint/2010/main" val="364163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2BE74-84B6-400D-BA93-33A2B651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B0A8F-E565-490D-82AB-AF6DA964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275D8-4E1C-46A1-B305-721CC088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volunteer greets him and shows him where to sit.</a:t>
            </a:r>
          </a:p>
        </p:txBody>
      </p:sp>
    </p:spTree>
    <p:extLst>
      <p:ext uri="{BB962C8B-B14F-4D97-AF65-F5344CB8AC3E}">
        <p14:creationId xmlns:p14="http://schemas.microsoft.com/office/powerpoint/2010/main" val="80966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89720-2979-473E-8041-C9F8D7ED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70D18-E3C7-49C3-BFCF-CB3C115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7192D-572F-46E6-8BB4-A3A316C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Did anyone ask Sam what he believes before welcoming him? No. In the story everyone is welcome.</a:t>
            </a:r>
          </a:p>
        </p:txBody>
      </p:sp>
    </p:spTree>
    <p:extLst>
      <p:ext uri="{BB962C8B-B14F-4D97-AF65-F5344CB8AC3E}">
        <p14:creationId xmlns:p14="http://schemas.microsoft.com/office/powerpoint/2010/main" val="18204611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0A508-FB7F-4AE5-B71B-25661F9B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8836F-0A67-4785-AD96-8EFC85EB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7CC53-200C-422A-A8CD-AD6C9AD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four parts of Sam’s visit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21E22-7896-4824-A8B7-F21E1C0A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Find one thing in the story that shows belonging.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6B3EC-05C8-4CAC-A558-53D5FA1B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624783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AE7BA-45A8-4000-BC99-12F1DC56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B798C-CC4B-4B19-B8C3-03ED109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E12F7-CE69-4FCB-9EE2-87D3EAE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Sam takes off his shoes and covers his head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43A05-ED38-455A-A9A1-CAD580C5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volunteer welcomes Sam and shows him where to sit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1B71F-F8F0-4CEC-93F8-E3C79B51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Everyone sits together to eat langar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36260-7247-4F93-81DE-04DAB347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Sam helps carry cups to the kitchen</a:t>
            </a:r>
          </a:p>
        </p:txBody>
      </p:sp>
    </p:spTree>
    <p:extLst>
      <p:ext uri="{BB962C8B-B14F-4D97-AF65-F5344CB8AC3E}">
        <p14:creationId xmlns:p14="http://schemas.microsoft.com/office/powerpoint/2010/main" val="11569522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62391-72A1-46E8-B68B-D5EA42E4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48477-376A-4AC1-AB34-13683573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EE371-F897-4512-A118-EF6ED65B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three story pictures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E714E-0672-4856-A912-8630F06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the picture that shows a welcome.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C0543-332E-44D5-BC65-C762267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They belong because ___.</a:t>
            </a:r>
          </a:p>
        </p:txBody>
      </p:sp>
    </p:spTree>
    <p:extLst>
      <p:ext uri="{BB962C8B-B14F-4D97-AF65-F5344CB8AC3E}">
        <p14:creationId xmlns:p14="http://schemas.microsoft.com/office/powerpoint/2010/main" val="266656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673CE-D529-4A1D-B5C0-839317EE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80573-C11F-4AF6-ACEF-5291B48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0BF6A-5C49-4706-B1E4-22E007C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four story parts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9C46B-CE6E-4C64-A638-4E92773D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example of belonging from the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7E851-F566-40A1-B256-8855FAF9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Finish the sentence: They belong because ___.</a:t>
            </a:r>
          </a:p>
        </p:txBody>
      </p:sp>
    </p:spTree>
    <p:extLst>
      <p:ext uri="{BB962C8B-B14F-4D97-AF65-F5344CB8AC3E}">
        <p14:creationId xmlns:p14="http://schemas.microsoft.com/office/powerpoint/2010/main" val="11320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B7DB9-6A6F-4651-972E-0F7A54D6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0721C-3969-4E72-81D6-7C643A3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26759-060D-4909-AAB6-B4AFCA65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four story parts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90942-1156-4A52-9EE1-7E044D5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two different signs of belonging in the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85613-551B-4503-84D5-4321ADF7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what the shared meal teaches about equality.</a:t>
            </a:r>
          </a:p>
        </p:txBody>
      </p:sp>
    </p:spTree>
    <p:extLst>
      <p:ext uri="{BB962C8B-B14F-4D97-AF65-F5344CB8AC3E}">
        <p14:creationId xmlns:p14="http://schemas.microsoft.com/office/powerpoint/2010/main" val="880255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41D01-FCA1-45CA-9D42-90B5164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C9D04-0247-4D1E-947E-10E15D7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DDEDD-4B55-48AF-A281-7ED46AC2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sequenced story and one sign of belonging.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00DF7-CA85-4496-9FAF-4312C10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0F26D-51DB-4EFC-A5CD-0CD0F9D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6379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27671-1A34-4F84-B98F-A1DB7861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8103D-F9E1-41E8-AB7B-C88D2D11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5A041-BDBC-4D81-AE71-7317FAA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one sign that Sam is welcome at the gurdwara?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14825-3F20-4C7E-AA82-82337155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Did anyone ask Sam what he believes before welcoming him?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8B864-FB91-4101-BE00-6006105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1433476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4F96B-2ABF-448D-8AC2-3AA960D8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visit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6466C-7B45-4ABF-886B-5EDB9F0C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73402-5F85-432D-ADC4-AAACB3D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story: Sam visits a gurdwara with his friend Jas. A gurdwara is a Sikh place of worship. They follow the host’s guidance about covering their heads and removing shoes.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CC1B2-10F4-4C40-BF97-FE496FD8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story based on Sikh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8D81A-C781-4CD7-A322-A27E022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story cannot show every gurdwara or every Sikh family.</a:t>
            </a:r>
          </a:p>
        </p:txBody>
      </p:sp>
    </p:spTree>
    <p:extLst>
      <p:ext uri="{BB962C8B-B14F-4D97-AF65-F5344CB8AC3E}">
        <p14:creationId xmlns:p14="http://schemas.microsoft.com/office/powerpoint/2010/main" val="11155865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C2747-301D-4024-9E66-FD0FFA1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The welcome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A86C7-6D6A-48FC-AF25-42F4CC6D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25081-FEBE-45FA-AAD1-9B0885CF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volunteer smiles and says hello. She shows Sam where to sit. Nobody asks what Sam believes. Everyone is welcome.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C713D-C91E-45A1-9741-36F430F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story based on Sikh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5DCDF-4776-4657-AC68-71C1C885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story cannot show every gurdwara or every Sikh family.</a:t>
            </a:r>
          </a:p>
        </p:txBody>
      </p:sp>
    </p:spTree>
    <p:extLst>
      <p:ext uri="{BB962C8B-B14F-4D97-AF65-F5344CB8AC3E}">
        <p14:creationId xmlns:p14="http://schemas.microsoft.com/office/powerpoint/2010/main" val="14862437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9E801-BF54-4062-BA51-A118ADFB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The shared meal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B4B28-2F46-4D17-B412-8D2B53A6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AE3A4-2318-42BB-8286-2ED435D8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visitors share langar, a free community meal. Many people sit on the floor together as a sign of equality. Chairs or other arrangements can support people who need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13BE9-6FDE-4459-A5F3-C0978DC3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story based on Sikh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F5D80-646E-4CDC-BAA7-0C13458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story cannot show every gurdwara or every Sikh family.</a:t>
            </a:r>
          </a:p>
        </p:txBody>
      </p:sp>
    </p:spTree>
    <p:extLst>
      <p:ext uri="{BB962C8B-B14F-4D97-AF65-F5344CB8AC3E}">
        <p14:creationId xmlns:p14="http://schemas.microsoft.com/office/powerpoint/2010/main" val="3757709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C23D9-61CA-4474-801B-D227E1C0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Joining 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96322-42B2-4D72-9E24-E8561452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80F49-BE5B-45B1-A260-E8295491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Sam chooses to help carry cups after the meal. Jas thanks him. The welcome and shared meal helped him feel included; helping is a choice, not a condition of belonging.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9BF7E-D756-4C26-8B39-2FD882F9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story based on Sikh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018F2-8C3C-438A-9E17-6E8FDF84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Belonging can feel different for different people.</a:t>
            </a:r>
          </a:p>
        </p:txBody>
      </p:sp>
    </p:spTree>
    <p:extLst>
      <p:ext uri="{BB962C8B-B14F-4D97-AF65-F5344CB8AC3E}">
        <p14:creationId xmlns:p14="http://schemas.microsoft.com/office/powerpoint/2010/main" val="274487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2026-09-19T18:24:51.3130000Z</dcterms:created>
  <dcterms:modified xsi:type="dcterms:W3CDTF">2026-09-19T18:24:51.3130000Z</dcterms:modified>
</coreProperties>
</file>