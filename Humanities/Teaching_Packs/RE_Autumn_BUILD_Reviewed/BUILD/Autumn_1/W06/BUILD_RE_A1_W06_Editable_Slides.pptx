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2ca82a5115c49c1" Type="http://schemas.openxmlformats.org/officeDocument/2006/relationships/extended-properties" Target="docProps/app.xml"/><Relationship Id="Rad36fc3dbe0345fb" Type="http://schemas.openxmlformats.org/officeDocument/2006/relationships/officeDocument" Target="ppt/presentation.xml"/><Relationship Id="Rb626bf456087461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2128b1fb3d4328"/>
  </p:sldMasterIdLst>
  <p:notesMasterIdLst>
    <p:notesMasterId xmlns:r="http://schemas.openxmlformats.org/officeDocument/2006/relationships" r:id="R157e885bbdf549d4"/>
  </p:notesMasterIdLst>
  <p:sldIdLst>
    <p:sldId xmlns:r="http://schemas.openxmlformats.org/officeDocument/2006/relationships" id="256" r:id="R2c5691b9fd354999"/>
    <p:sldId xmlns:r="http://schemas.openxmlformats.org/officeDocument/2006/relationships" id="257" r:id="Rd33bf8b861dc4c7a"/>
    <p:sldId xmlns:r="http://schemas.openxmlformats.org/officeDocument/2006/relationships" id="258" r:id="R1ebc3583e1394999"/>
    <p:sldId xmlns:r="http://schemas.openxmlformats.org/officeDocument/2006/relationships" id="259" r:id="R669301b280944540"/>
    <p:sldId xmlns:r="http://schemas.openxmlformats.org/officeDocument/2006/relationships" id="260" r:id="Rbaeedbec256f401c"/>
    <p:sldId xmlns:r="http://schemas.openxmlformats.org/officeDocument/2006/relationships" id="261" r:id="Rbb3ec29126b94c33"/>
    <p:sldId xmlns:r="http://schemas.openxmlformats.org/officeDocument/2006/relationships" id="262" r:id="R681f0ba1cb75457d"/>
    <p:sldId xmlns:r="http://schemas.openxmlformats.org/officeDocument/2006/relationships" id="263" r:id="Ra0ed5b2a8a1e4359"/>
    <p:sldId xmlns:r="http://schemas.openxmlformats.org/officeDocument/2006/relationships" id="264" r:id="Rd6441e75a41e446e"/>
    <p:sldId xmlns:r="http://schemas.openxmlformats.org/officeDocument/2006/relationships" id="265" r:id="R313dea3736784b16"/>
    <p:sldId xmlns:r="http://schemas.openxmlformats.org/officeDocument/2006/relationships" id="266" r:id="R027672c17df44860"/>
    <p:sldId xmlns:r="http://schemas.openxmlformats.org/officeDocument/2006/relationships" id="267" r:id="R93304745bb174252"/>
    <p:sldId xmlns:r="http://schemas.openxmlformats.org/officeDocument/2006/relationships" id="268" r:id="Rcbbe62e2581f4995"/>
    <p:sldId xmlns:r="http://schemas.openxmlformats.org/officeDocument/2006/relationships" id="269" r:id="Re0431e1de12d4708"/>
    <p:sldId xmlns:r="http://schemas.openxmlformats.org/officeDocument/2006/relationships" id="270" r:id="R9a06d969ad364e75"/>
    <p:sldId xmlns:r="http://schemas.openxmlformats.org/officeDocument/2006/relationships" id="271" r:id="R66537b7c4ca840e6"/>
    <p:sldId xmlns:r="http://schemas.openxmlformats.org/officeDocument/2006/relationships" id="272" r:id="Rf0853d7dfb9a405a"/>
    <p:sldId xmlns:r="http://schemas.openxmlformats.org/officeDocument/2006/relationships" id="273" r:id="R0a8a687252fe4449"/>
    <p:sldId xmlns:r="http://schemas.openxmlformats.org/officeDocument/2006/relationships" id="274" r:id="R6f915130f80a42ad"/>
    <p:sldId xmlns:r="http://schemas.openxmlformats.org/officeDocument/2006/relationships" id="275" r:id="Rce07d3c5f01c47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7672c17df44860" Type="http://schemas.openxmlformats.org/officeDocument/2006/relationships/slide" Target="slides/slide11.xml"/><Relationship Id="R082128b1fb3d4328" Type="http://schemas.openxmlformats.org/officeDocument/2006/relationships/slideMaster" Target="slideMasters/slideMaster1.xml"/><Relationship Id="R0a8a687252fe4449" Type="http://schemas.openxmlformats.org/officeDocument/2006/relationships/slide" Target="slides/slide18.xml"/><Relationship Id="R157e885bbdf549d4" Type="http://schemas.openxmlformats.org/officeDocument/2006/relationships/notesMaster" Target="notesMasters/notesMaster1.xml"/><Relationship Id="R1ebc3583e1394999" Type="http://schemas.openxmlformats.org/officeDocument/2006/relationships/slide" Target="slides/slide3.xml"/><Relationship Id="R2c5691b9fd354999" Type="http://schemas.openxmlformats.org/officeDocument/2006/relationships/slide" Target="slides/slide1.xml"/><Relationship Id="R313dea3736784b16" Type="http://schemas.openxmlformats.org/officeDocument/2006/relationships/slide" Target="slides/slide10.xml"/><Relationship Id="R5bf98ee5cd214e73" Type="http://schemas.openxmlformats.org/officeDocument/2006/relationships/tableStyles" Target="tableStyles.xml"/><Relationship Id="R66537b7c4ca840e6" Type="http://schemas.openxmlformats.org/officeDocument/2006/relationships/slide" Target="slides/slide16.xml"/><Relationship Id="R669301b280944540" Type="http://schemas.openxmlformats.org/officeDocument/2006/relationships/slide" Target="slides/slide4.xml"/><Relationship Id="R681f0ba1cb75457d" Type="http://schemas.openxmlformats.org/officeDocument/2006/relationships/slide" Target="slides/slide7.xml"/><Relationship Id="R6f915130f80a42ad" Type="http://schemas.openxmlformats.org/officeDocument/2006/relationships/slide" Target="slides/slide19.xml"/><Relationship Id="R93304745bb174252" Type="http://schemas.openxmlformats.org/officeDocument/2006/relationships/slide" Target="slides/slide12.xml"/><Relationship Id="R973a51bbd717489d" Type="http://schemas.openxmlformats.org/officeDocument/2006/relationships/theme" Target="theme/theme1.xml"/><Relationship Id="R9a06d969ad364e75" Type="http://schemas.openxmlformats.org/officeDocument/2006/relationships/slide" Target="slides/slide15.xml"/><Relationship Id="Ra0ed5b2a8a1e4359" Type="http://schemas.openxmlformats.org/officeDocument/2006/relationships/slide" Target="slides/slide8.xml"/><Relationship Id="Rbaeedbec256f401c" Type="http://schemas.openxmlformats.org/officeDocument/2006/relationships/slide" Target="slides/slide5.xml"/><Relationship Id="Rbb3ec29126b94c33" Type="http://schemas.openxmlformats.org/officeDocument/2006/relationships/slide" Target="slides/slide6.xml"/><Relationship Id="Rcbbe62e2581f4995" Type="http://schemas.openxmlformats.org/officeDocument/2006/relationships/slide" Target="slides/slide13.xml"/><Relationship Id="Rce07d3c5f01c479c" Type="http://schemas.openxmlformats.org/officeDocument/2006/relationships/slide" Target="slides/slide20.xml"/><Relationship Id="Rd33bf8b861dc4c7a" Type="http://schemas.openxmlformats.org/officeDocument/2006/relationships/slide" Target="slides/slide2.xml"/><Relationship Id="Rd6441e75a41e446e" Type="http://schemas.openxmlformats.org/officeDocument/2006/relationships/slide" Target="slides/slide9.xml"/><Relationship Id="Re0431e1de12d4708" Type="http://schemas.openxmlformats.org/officeDocument/2006/relationships/slide" Target="slides/slide14.xml"/><Relationship Id="Ref3abfd2b5354942" Type="http://schemas.openxmlformats.org/officeDocument/2006/relationships/presProps" Target="presProps.xml"/><Relationship Id="Rf0853d7dfb9a405a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b317fb12f69c47f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2814716e46e4e11" Type="http://schemas.openxmlformats.org/officeDocument/2006/relationships/notesMaster" Target="../notesMasters/notesMaster1.xml"/><Relationship Id="R2552bec0900e441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a757606fb1a4f74" Type="http://schemas.openxmlformats.org/officeDocument/2006/relationships/notesMaster" Target="../notesMasters/notesMaster1.xml"/><Relationship Id="Rbbc8b393ab0949a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018e5765ca444dc" Type="http://schemas.openxmlformats.org/officeDocument/2006/relationships/slide" Target="../slides/slide3.xml"/><Relationship Id="R9f6748bba4924e30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d8f74aa6df14031" Type="http://schemas.openxmlformats.org/officeDocument/2006/relationships/slide" Target="../slides/slide4.xml"/><Relationship Id="Rf14eb2c2ebba4f8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8fd0f4fffb04039" Type="http://schemas.openxmlformats.org/officeDocument/2006/relationships/notesMaster" Target="../notesMasters/notesMaster1.xml"/><Relationship Id="R9bbb73ea698948c7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61e882be84a24b7e" Type="http://schemas.openxmlformats.org/officeDocument/2006/relationships/notesMaster" Target="../notesMasters/notesMaster1.xml"/><Relationship Id="Ree2b04b738c24276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278d89d3bd94f26" Type="http://schemas.openxmlformats.org/officeDocument/2006/relationships/slide" Target="../slides/slide7.xml"/><Relationship Id="Rda1b08b37a1e4574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55d6f0e54bfd4a28" Type="http://schemas.openxmlformats.org/officeDocument/2006/relationships/slide" Target="../slides/slide8.xml"/><Relationship Id="R6d509e66162a4374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8756f09a5bc74fe6" Type="http://schemas.openxmlformats.org/officeDocument/2006/relationships/slide" Target="../slides/slide9.xml"/><Relationship Id="Rc209be2c675c4b78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56bd160661f44447" Type="http://schemas.openxmlformats.org/officeDocument/2006/relationships/notesMaster" Target="../notesMasters/notesMaster1.xml"/><Relationship Id="R91768bdf4186499f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43f288d45654c70" Type="http://schemas.openxmlformats.org/officeDocument/2006/relationships/notesMaster" Target="../notesMasters/notesMaster1.xml"/><Relationship Id="Rf652dc2044ff468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6e8070b4e3f44b98" Type="http://schemas.openxmlformats.org/officeDocument/2006/relationships/slide" Target="../slides/slide12.xml"/><Relationship Id="R74968bd72e1d4a3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5d6628acdba405f" Type="http://schemas.openxmlformats.org/officeDocument/2006/relationships/slide" Target="../slides/slide13.xml"/><Relationship Id="R4e6c00087ccb4e4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889e21895ea4d8a" Type="http://schemas.openxmlformats.org/officeDocument/2006/relationships/slide" Target="../slides/slide14.xml"/><Relationship Id="R286bcda3f5664cb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ac123cea12d45ae" Type="http://schemas.openxmlformats.org/officeDocument/2006/relationships/slide" Target="../slides/slide15.xml"/><Relationship Id="R21cebc21f7ed4536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af2b3f2b1d1e41f3" Type="http://schemas.openxmlformats.org/officeDocument/2006/relationships/slide" Target="../slides/slide16.xml"/><Relationship Id="Rec7d701894bd48dc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ff85c08c8584c83" Type="http://schemas.openxmlformats.org/officeDocument/2006/relationships/notesMaster" Target="../notesMasters/notesMaster1.xml"/><Relationship Id="Re73e850ed3484b7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1cd6366ea464175" Type="http://schemas.openxmlformats.org/officeDocument/2006/relationships/slide" Target="../slides/slide18.xml"/><Relationship Id="Re3982834154745ab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2bcbf42fb7e04a32" Type="http://schemas.openxmlformats.org/officeDocument/2006/relationships/notesMaster" Target="../notesMasters/notesMaster1.xml"/><Relationship Id="Rabaa2004c39a408f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25a86308692d41bc" Type="http://schemas.openxmlformats.org/officeDocument/2006/relationships/notesMaster" Target="../notesMasters/notesMaster1.xml"/><Relationship Id="Rcbe7f19bdd9640f8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Helping others.</a:t>
            </a:r>
          </a:p>
          <a:p xmlns:a="http://schemas.openxmlformats.org/drawingml/2006/main">
            <a:r>
              <a:t>Choose: When people are safe and not in conflict OR To let someone join in. Answer: When people are safe and not in conflict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Every year on 21 September.</a:t>
            </a:r>
          </a:p>
          <a:p xmlns:a="http://schemas.openxmlformats.org/drawingml/2006/main">
            <a:r>
              <a:t>Give a reason when ready. Answer: No. Reflection is quiet thinking.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Decide whether each action helps build peace. Say or show what helped you decide.</a:t>
            </a:r>
          </a:p>
          <a:p xmlns:a="http://schemas.openxmlformats.org/drawingml/2006/main">
            <a:r>
              <a:t>Explain how a small action in one room links to peace in a community.</a:t>
            </a:r>
          </a:p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Agree to take turns with the seat — Builds peace — A fair choice keeps the room calm.</a:t>
            </a:r>
          </a:p>
          <a:p xmlns:a="http://schemas.openxmlformats.org/drawingml/2006/main">
            <a:r>
              <a:t>Leave someone out on purpose — Needs changing — Being left out makes people feel unsafe.</a:t>
            </a:r>
          </a:p>
          <a:p xmlns:a="http://schemas.openxmlformats.org/drawingml/2006/main">
            <a:r>
              <a:t>Ask someone to sit with you — Builds peace — Including someone helps them belong.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One action that builds peace is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action that builds peace is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a small action in one room links to peace in a community.</a:t>
            </a:r>
          </a:p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year on 21 September.</a:t>
            </a:r>
          </a:p>
          <a:p xmlns:a="http://schemas.openxmlformats.org/drawingml/2006/main">
            <a:r>
              <a:t>No. Reflection is quiet thinking.</a:t>
            </a:r>
          </a:p>
          <a:p xmlns:a="http://schemas.openxmlformats.org/drawingml/2006/main">
            <a:r>
              <a:t>Support: One action that builds peace is ___ because ___.</a:t>
            </a:r>
          </a:p>
          <a:p xmlns:a="http://schemas.openxmlformats.org/drawingml/2006/main">
            <a:r>
              <a:t>Extension: Explain how a small action in one room links to peace in a community.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peace/belonging card and one chosen action.</a:t>
            </a:r>
          </a:p>
          <a:p xmlns:a="http://schemas.openxmlformats.org/drawingml/2006/main">
            <a:r>
              <a:t>Quiet task may be drawing rather than writing; sensory-safe alternative to silence; symbol/word bank; no personal disclosure.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United Nations International Day of Peace: https://www.un.org/en/observances/international-day-peace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784827949374e7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ce9b72ecf164483" Type="http://schemas.openxmlformats.org/officeDocument/2006/relationships/theme" Target="theme/theme2.xml"/><Relationship Id="Rf453c637841a4795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53c637841a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7fa6f4350424427" Type="http://schemas.openxmlformats.org/officeDocument/2006/relationships/notesSlide" Target="../notesSlides/notesSlide1.xml"/><Relationship Id="Rc6823acc82f745e9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7ad2520a7a424dfb" Type="http://schemas.openxmlformats.org/officeDocument/2006/relationships/slideLayout" Target="../slideLayouts/slideLayout1.xml"/><Relationship Id="Rb4838807d13f4ad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7327414a35e24a80" Type="http://schemas.openxmlformats.org/officeDocument/2006/relationships/slideLayout" Target="../slideLayouts/slideLayout1.xml"/><Relationship Id="Rc45d97a6f54d408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c80aa4663c504637" Type="http://schemas.openxmlformats.org/officeDocument/2006/relationships/slideLayout" Target="../slideLayouts/slideLayout1.xml"/><Relationship Id="Rd1bb063f5e434e2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75eccf069a84f67" Type="http://schemas.openxmlformats.org/officeDocument/2006/relationships/notesSlide" Target="../notesSlides/notesSlide5.xml"/><Relationship Id="R5e75c42ebe5548c6" Type="http://schemas.openxmlformats.org/officeDocument/2006/relationships/slideLayout" Target="../slideLayouts/slideLayout1.xml"/><Relationship Id="Ra5dd137d017044db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0db9b11615dc442b" Type="http://schemas.openxmlformats.org/officeDocument/2006/relationships/notesSlide" Target="../notesSlides/notesSlide6.xml"/><Relationship Id="Rabd271116882478c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966a4e46dc724662" Type="http://schemas.openxmlformats.org/officeDocument/2006/relationships/notesSlide" Target="../notesSlides/notesSlide7.xml"/><Relationship Id="Re6d90fc2aa08424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7d2d047896214911" Type="http://schemas.openxmlformats.org/officeDocument/2006/relationships/notesSlide" Target="../notesSlides/notesSlide8.xml"/><Relationship Id="R9f37bd8fe8534397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710876fe69c4e27" Type="http://schemas.openxmlformats.org/officeDocument/2006/relationships/notesSlide" Target="../notesSlides/notesSlide9.xml"/><Relationship Id="R8a9bc2ec717a479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624054b001bc44aa" Type="http://schemas.openxmlformats.org/officeDocument/2006/relationships/slideLayout" Target="../slideLayouts/slideLayout1.xml"/><Relationship Id="Rf64d00a6f34d406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ca20229050124294" Type="http://schemas.openxmlformats.org/officeDocument/2006/relationships/slideLayout" Target="../slideLayouts/slideLayout1.xml"/><Relationship Id="Re2209027a64b451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5f72dda591e41c1" Type="http://schemas.openxmlformats.org/officeDocument/2006/relationships/slideLayout" Target="../slideLayouts/slideLayout1.xml"/><Relationship Id="R59ff335938be49e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46f5c998eda44b6b" Type="http://schemas.openxmlformats.org/officeDocument/2006/relationships/slideLayout" Target="../slideLayouts/slideLayout1.xml"/><Relationship Id="Rd0fc3b51e227445b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2061f6d53dc249f4" Type="http://schemas.openxmlformats.org/officeDocument/2006/relationships/slideLayout" Target="../slideLayouts/slideLayout1.xml"/><Relationship Id="R7791374a29b9420e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1d099dc76dbc45bb" Type="http://schemas.openxmlformats.org/officeDocument/2006/relationships/notesSlide" Target="../notesSlides/notesSlide15.xml"/><Relationship Id="R47ae1c1cb2714769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72038a4ad5e4948" Type="http://schemas.openxmlformats.org/officeDocument/2006/relationships/slideLayout" Target="../slideLayouts/slideLayout1.xml"/><Relationship Id="R73278e82166e4cf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1338e3b02900474c" Type="http://schemas.openxmlformats.org/officeDocument/2006/relationships/notesSlide" Target="../notesSlides/notesSlide17.xml"/><Relationship Id="R6e1e5b7426654ce6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2afe024c5a940ca" Type="http://schemas.openxmlformats.org/officeDocument/2006/relationships/slideLayout" Target="../slideLayouts/slideLayout1.xml"/><Relationship Id="R52c7512ab38d477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240e937b07964958" Type="http://schemas.openxmlformats.org/officeDocument/2006/relationships/slideLayout" Target="../slideLayouts/slideLayout1.xml"/><Relationship Id="Rf96f8a529f5e437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7ddd14ae7ca54b70" Type="http://schemas.openxmlformats.org/officeDocument/2006/relationships/slideLayout" Target="../slideLayouts/slideLayout1.xml"/><Relationship Id="Rbfba5bcea98f4a38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F7EDD-73F6-4601-A65F-F9FDC000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Belonging and the Day of Peace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0B157-2F1C-4F54-8238-45ED11AD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0E56D-1410-4E53-BE1E-D7E65D47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Reflect quietly on belonging and choose one action that helps create peace.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403E6-6968-4ED1-82AE-F19041AA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1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6F627-C5BC-487E-A944-1A2E3FC2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784602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5BFE4-8128-493A-B447-17F7D357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45861-4B71-4D63-98BE-1779721F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054CA-3057-4667-99B0-5DFCEB34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value do Aisha and Tom share?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89F63-A03D-4C0C-849B-8A5239F2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peace?</a:t>
            </a:r>
          </a:p>
        </p:txBody>
      </p:sp>
    </p:spTree>
    <p:extLst>
      <p:ext uri="{BB962C8B-B14F-4D97-AF65-F5344CB8AC3E}">
        <p14:creationId xmlns:p14="http://schemas.microsoft.com/office/powerpoint/2010/main" val="1793442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85898-E447-445D-A82C-41D32F95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F00BF-2889-4DA9-9C7E-AC13B368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84E56-1BAA-4F74-9F83-381F4FD2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When is the International Day of Peace?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DF934-77B2-4488-B661-DBBA73AB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reflection the same as worship?</a:t>
            </a:r>
          </a:p>
        </p:txBody>
      </p:sp>
    </p:spTree>
    <p:extLst>
      <p:ext uri="{BB962C8B-B14F-4D97-AF65-F5344CB8AC3E}">
        <p14:creationId xmlns:p14="http://schemas.microsoft.com/office/powerpoint/2010/main" val="834596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54D01-BA26-4CFD-A7EE-DE844C7A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BB658-E76F-4E22-B3F4-839F4A0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CEE16-246D-44D7-9653-555A08DE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peace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When people are safe and not in conflict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68EA0-9718-4B03-8A90-F8838A65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include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let someone join 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02D10-732A-433C-B3A7-E250972E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reflection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Quiet thinking about something that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E65F7-782E-41B5-9C5A-0A601B9B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community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linked by a place, belief or activity</a:t>
            </a:r>
          </a:p>
        </p:txBody>
      </p:sp>
    </p:spTree>
    <p:extLst>
      <p:ext uri="{BB962C8B-B14F-4D97-AF65-F5344CB8AC3E}">
        <p14:creationId xmlns:p14="http://schemas.microsoft.com/office/powerpoint/2010/main" val="1345303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DB532-74DE-4FAE-A80E-9549536C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24BE4-4193-483E-AF5F-7A6A80BF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d137d017044db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76DF9-5D29-4F4E-A271-EB4C4CA1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Peaceful or not peaceful?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1D436-D8B3-452B-A74C-A0D1947A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a card. Then tap the box it belongs 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0C2E4-0AA1-4203-A67C-EB260DE7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566205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F1EF4-7548-4FF7-94CA-58709B32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C22E2-C27A-481B-A456-129E6EC8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61096-6CE3-4C46-8CC8-76B2F850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When is the International Day of Peace?</a:t>
            </a:r>
          </a:p>
        </p:txBody>
      </p:sp>
    </p:spTree>
    <p:extLst>
      <p:ext uri="{BB962C8B-B14F-4D97-AF65-F5344CB8AC3E}">
        <p14:creationId xmlns:p14="http://schemas.microsoft.com/office/powerpoint/2010/main" val="593811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3E8EB-A82F-4AC4-9BEE-B7ACDF78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5B4D1-59BE-45AE-9AA7-E4D449C8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D946B-3022-475B-AF2D-7CA11435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The Day of Peace: The United Nations set up the International Day of Peace. It is held every year on 21 September. People around the world think about how to build peace.</a:t>
            </a:r>
          </a:p>
        </p:txBody>
      </p:sp>
    </p:spTree>
    <p:extLst>
      <p:ext uri="{BB962C8B-B14F-4D97-AF65-F5344CB8AC3E}">
        <p14:creationId xmlns:p14="http://schemas.microsoft.com/office/powerpoint/2010/main" val="2022201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046A7-6CA1-45CB-9AFA-7D7DE293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E1B37-373D-4FCE-AF1E-26F95D63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4699A-F4FE-442C-A2BB-A5C44B87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Every year on 21 September.</a:t>
            </a:r>
          </a:p>
        </p:txBody>
      </p:sp>
    </p:spTree>
    <p:extLst>
      <p:ext uri="{BB962C8B-B14F-4D97-AF65-F5344CB8AC3E}">
        <p14:creationId xmlns:p14="http://schemas.microsoft.com/office/powerpoint/2010/main" val="1828622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098E-BAC2-4318-9CB4-44D211F8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A1004-BA47-46A6-A077-9FA62A55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3EBF6-A4C7-4D9D-BEA0-44F27C26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reflection the same as worship? No. Reflection is quiet thinking.</a:t>
            </a:r>
          </a:p>
        </p:txBody>
      </p:sp>
    </p:spTree>
    <p:extLst>
      <p:ext uri="{BB962C8B-B14F-4D97-AF65-F5344CB8AC3E}">
        <p14:creationId xmlns:p14="http://schemas.microsoft.com/office/powerpoint/2010/main" val="85366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AC618-4C83-4D46-AA4A-9386A5D4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AA01B-FAB0-4820-AE12-D673A607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D83D0-4727-4F1F-9442-1975BAB7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Decide whether each action helps build peace.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855F6-1CD0-4C08-99E7-CA13C0FF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who feels safer because of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0D959-35F9-4BC7-AAFD-97237677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4709420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D43D4-B641-40BC-801F-1FCFCBFB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F167A-6826-4930-9885-0AB8E699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DC10E-1485-41FC-991E-8D2194A6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Agree to take turns with the seat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3E4D0-0F73-4176-9A27-C95B097C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Leave someone out on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5D034-2BF1-4824-827F-D09997DD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Ask someone to sit with you</a:t>
            </a:r>
          </a:p>
        </p:txBody>
      </p:sp>
    </p:spTree>
    <p:extLst>
      <p:ext uri="{BB962C8B-B14F-4D97-AF65-F5344CB8AC3E}">
        <p14:creationId xmlns:p14="http://schemas.microsoft.com/office/powerpoint/2010/main" val="3305826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57EF2-DDC5-47B5-AB7E-9DC26CE4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9004D-8880-4FD1-911F-E49E1A18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5326D-D7DE-4278-8D16-F6122E31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peace symbol or word for your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F0145-536F-4CA5-9FF0-981CEA3B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it to the card template.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B2EA3-A9DD-4CAE-B747-EC057A74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action that builds peace.</a:t>
            </a:r>
          </a:p>
        </p:txBody>
      </p:sp>
    </p:spTree>
    <p:extLst>
      <p:ext uri="{BB962C8B-B14F-4D97-AF65-F5344CB8AC3E}">
        <p14:creationId xmlns:p14="http://schemas.microsoft.com/office/powerpoint/2010/main" val="20612266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ED969-7235-4204-A589-A857DC10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5C555-84D6-472A-A3E9-9122C6D0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7DFB-9AE0-4989-95D8-0B60E1D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peace or belonging card with a word, symbol or sentence.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71DED-42D7-4EC2-A3B5-F4A2B526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action that builds peace.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52DF4-81E0-4509-BC8D-59B8D726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why that action helps.</a:t>
            </a:r>
          </a:p>
        </p:txBody>
      </p:sp>
    </p:spTree>
    <p:extLst>
      <p:ext uri="{BB962C8B-B14F-4D97-AF65-F5344CB8AC3E}">
        <p14:creationId xmlns:p14="http://schemas.microsoft.com/office/powerpoint/2010/main" val="8907032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95B94-1FD5-41E9-A96D-33980FBE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593B8-8CF7-47F8-8A3B-B83410E7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B5BC4-4F96-4E87-9B4E-D82C58AE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peace or belonging card with a short sentence.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C3901-73C4-45F2-A1D1-F696D965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action and explain who it helps.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34586-A749-46E2-A182-1D0D877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small actions link to peace in a community.</a:t>
            </a:r>
          </a:p>
        </p:txBody>
      </p:sp>
    </p:spTree>
    <p:extLst>
      <p:ext uri="{BB962C8B-B14F-4D97-AF65-F5344CB8AC3E}">
        <p14:creationId xmlns:p14="http://schemas.microsoft.com/office/powerpoint/2010/main" val="20211308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9DE38-5765-435B-B51E-7388E1A7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69F9C-351C-4654-B566-6E9E8AEC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2C7D1-00A8-45E6-A435-F625B824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peace/belonging card and one chosen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201D7-48AE-4DD3-B0D0-BAC82838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3CF92-1336-4109-822E-76498A50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0952327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215CE-890E-4998-9283-A4535A50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1BB4D-FF58-4D6B-A0A3-BCB71C4F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2A511-45DE-4CD1-BF7C-292F9455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When is the International Day of Peace?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F90E8-8756-4F9E-B640-E6E7F68B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reflection the same as worship?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8E95D-1DB4-4D07-BCF7-5D18A179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3575435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558F3-5D20-4EC6-B02F-95FBA3C9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Day of Peace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2C12B-4720-490D-A5BC-BBD3D87D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DC4B7-2D87-4C5D-A04A-ABD4421D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United Nations set up the International Day of Peace. It is held every year on 21 September. People around the world think about how to build peace.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12FDD-0430-436E-A58F-B999548C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 of the United Nations observance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09A71-5D04-43ED-A7A6-0474E58B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day of peace does not end conflict. It asks people to act.</a:t>
            </a:r>
          </a:p>
        </p:txBody>
      </p:sp>
    </p:spTree>
    <p:extLst>
      <p:ext uri="{BB962C8B-B14F-4D97-AF65-F5344CB8AC3E}">
        <p14:creationId xmlns:p14="http://schemas.microsoft.com/office/powerpoint/2010/main" val="12202775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7B370-136B-4B40-83B2-CBF8B484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Peace starts small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E587C-17B6-4AAB-BF1D-7490221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F1087-2D01-4B6B-B1BF-2B6E26B4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two pupils both want the same seat. They agree to swap each day. A small fair choice keeps the room calm.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298E5-5B79-48BE-B60C-3BF8274B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C8BCD-EC0F-4B57-8312-80EE1399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person, family or community.</a:t>
            </a:r>
          </a:p>
        </p:txBody>
      </p:sp>
    </p:spTree>
    <p:extLst>
      <p:ext uri="{BB962C8B-B14F-4D97-AF65-F5344CB8AC3E}">
        <p14:creationId xmlns:p14="http://schemas.microsoft.com/office/powerpoint/2010/main" val="3478836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9A3CE-D9AC-4B44-8BD8-0609C3EA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Including someone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49B66-572F-44DA-A0D7-E1410764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64D7B-1CD5-46F0-87B6-33B2359F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Rio eats alone at break. Dev asks, “Want to sit with us?” Being included helps Rio feel safe.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1B581-3ECB-483D-9924-AD7EB62A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1F8F8-C56D-4D03-84A7-B6AC8CF0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person, family or community.</a:t>
            </a:r>
          </a:p>
        </p:txBody>
      </p:sp>
    </p:spTree>
    <p:extLst>
      <p:ext uri="{BB962C8B-B14F-4D97-AF65-F5344CB8AC3E}">
        <p14:creationId xmlns:p14="http://schemas.microsoft.com/office/powerpoint/2010/main" val="2736662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EFB72-3A4F-4E8A-B09A-D113663C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A24FF-3A79-49E8-AE3A-FC24E6A5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770B1-C207-4FA6-96F7-9D37C7B9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Reflection is quiet thinking. It is not worship. You can think, draw, or look at a calm picture.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96BA8-EA0F-44B3-A0FE-27D8AE24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AA0CE-3248-4F77-AE85-C529E3E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People reflect in different ways. Silence is one option, not a rule.</a:t>
            </a:r>
          </a:p>
        </p:txBody>
      </p:sp>
    </p:spTree>
    <p:extLst>
      <p:ext uri="{BB962C8B-B14F-4D97-AF65-F5344CB8AC3E}">
        <p14:creationId xmlns:p14="http://schemas.microsoft.com/office/powerpoint/2010/main" val="1511162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2026-09-19T18:24:34.9080000Z</dcterms:created>
  <dcterms:modified xsi:type="dcterms:W3CDTF">2026-09-19T18:24:34.9080000Z</dcterms:modified>
</coreProperties>
</file>