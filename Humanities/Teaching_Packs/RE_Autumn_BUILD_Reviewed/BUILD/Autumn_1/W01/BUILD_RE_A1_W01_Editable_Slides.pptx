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1d3289b1d7149bc" Type="http://schemas.openxmlformats.org/officeDocument/2006/relationships/officeDocument" Target="ppt/presentation.xml"/><Relationship Id="R75aff747691646cc" Type="http://schemas.openxmlformats.org/officeDocument/2006/relationships/extended-properties" Target="docProps/app.xml"/><Relationship Id="Ra0cdd7186aae4db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0fc402844e4fd9"/>
  </p:sldMasterIdLst>
  <p:notesMasterIdLst>
    <p:notesMasterId xmlns:r="http://schemas.openxmlformats.org/officeDocument/2006/relationships" r:id="Rbec0b51e1a53460d"/>
  </p:notesMasterIdLst>
  <p:sldIdLst>
    <p:sldId xmlns:r="http://schemas.openxmlformats.org/officeDocument/2006/relationships" id="256" r:id="Rda2df43fef974c1d"/>
    <p:sldId xmlns:r="http://schemas.openxmlformats.org/officeDocument/2006/relationships" id="257" r:id="Rf37a92a271184f9d"/>
    <p:sldId xmlns:r="http://schemas.openxmlformats.org/officeDocument/2006/relationships" id="258" r:id="Ree99a92b89fa43f3"/>
    <p:sldId xmlns:r="http://schemas.openxmlformats.org/officeDocument/2006/relationships" id="259" r:id="Rc83dbf6285194443"/>
    <p:sldId xmlns:r="http://schemas.openxmlformats.org/officeDocument/2006/relationships" id="260" r:id="R0e6e6c27ddba441f"/>
    <p:sldId xmlns:r="http://schemas.openxmlformats.org/officeDocument/2006/relationships" id="261" r:id="Rd3ce969fe6624481"/>
    <p:sldId xmlns:r="http://schemas.openxmlformats.org/officeDocument/2006/relationships" id="262" r:id="R1890ce42a1fb49d0"/>
    <p:sldId xmlns:r="http://schemas.openxmlformats.org/officeDocument/2006/relationships" id="263" r:id="R0313eb4d8215429d"/>
    <p:sldId xmlns:r="http://schemas.openxmlformats.org/officeDocument/2006/relationships" id="264" r:id="R2f1ba5904d0c445a"/>
    <p:sldId xmlns:r="http://schemas.openxmlformats.org/officeDocument/2006/relationships" id="265" r:id="R096d8bae50e24bb8"/>
    <p:sldId xmlns:r="http://schemas.openxmlformats.org/officeDocument/2006/relationships" id="266" r:id="Ree59ddd85ce245c5"/>
    <p:sldId xmlns:r="http://schemas.openxmlformats.org/officeDocument/2006/relationships" id="267" r:id="R1b1e7c9fbc714982"/>
    <p:sldId xmlns:r="http://schemas.openxmlformats.org/officeDocument/2006/relationships" id="268" r:id="Rb07cbfadff3444b8"/>
    <p:sldId xmlns:r="http://schemas.openxmlformats.org/officeDocument/2006/relationships" id="269" r:id="R9799a5fad31044f3"/>
    <p:sldId xmlns:r="http://schemas.openxmlformats.org/officeDocument/2006/relationships" id="270" r:id="R71ab1225ab7b4103"/>
    <p:sldId xmlns:r="http://schemas.openxmlformats.org/officeDocument/2006/relationships" id="271" r:id="R8e1b5d3d80854be3"/>
    <p:sldId xmlns:r="http://schemas.openxmlformats.org/officeDocument/2006/relationships" id="272" r:id="R89e5bac7fa9e4074"/>
    <p:sldId xmlns:r="http://schemas.openxmlformats.org/officeDocument/2006/relationships" id="273" r:id="Rb4fffb7e013d4a47"/>
    <p:sldId xmlns:r="http://schemas.openxmlformats.org/officeDocument/2006/relationships" id="274" r:id="R9bc87c1d1baf49eb"/>
    <p:sldId xmlns:r="http://schemas.openxmlformats.org/officeDocument/2006/relationships" id="275" r:id="R744ee3b2b25849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13eb4d8215429d" Type="http://schemas.openxmlformats.org/officeDocument/2006/relationships/slide" Target="slides/slide8.xml"/><Relationship Id="R096d8bae50e24bb8" Type="http://schemas.openxmlformats.org/officeDocument/2006/relationships/slide" Target="slides/slide10.xml"/><Relationship Id="R0e6e6c27ddba441f" Type="http://schemas.openxmlformats.org/officeDocument/2006/relationships/slide" Target="slides/slide5.xml"/><Relationship Id="R1890ce42a1fb49d0" Type="http://schemas.openxmlformats.org/officeDocument/2006/relationships/slide" Target="slides/slide7.xml"/><Relationship Id="R1b1e7c9fbc714982" Type="http://schemas.openxmlformats.org/officeDocument/2006/relationships/slide" Target="slides/slide12.xml"/><Relationship Id="R2f1ba5904d0c445a" Type="http://schemas.openxmlformats.org/officeDocument/2006/relationships/slide" Target="slides/slide9.xml"/><Relationship Id="R71ab1225ab7b4103" Type="http://schemas.openxmlformats.org/officeDocument/2006/relationships/slide" Target="slides/slide15.xml"/><Relationship Id="R744ee3b2b258496c" Type="http://schemas.openxmlformats.org/officeDocument/2006/relationships/slide" Target="slides/slide20.xml"/><Relationship Id="R7a0fc402844e4fd9" Type="http://schemas.openxmlformats.org/officeDocument/2006/relationships/slideMaster" Target="slideMasters/slideMaster1.xml"/><Relationship Id="R7c394fa338c34be9" Type="http://schemas.openxmlformats.org/officeDocument/2006/relationships/tableStyles" Target="tableStyles.xml"/><Relationship Id="R89e5bac7fa9e4074" Type="http://schemas.openxmlformats.org/officeDocument/2006/relationships/slide" Target="slides/slide17.xml"/><Relationship Id="R8e1b5d3d80854be3" Type="http://schemas.openxmlformats.org/officeDocument/2006/relationships/slide" Target="slides/slide16.xml"/><Relationship Id="R9799a5fad31044f3" Type="http://schemas.openxmlformats.org/officeDocument/2006/relationships/slide" Target="slides/slide14.xml"/><Relationship Id="R9bc87c1d1baf49eb" Type="http://schemas.openxmlformats.org/officeDocument/2006/relationships/slide" Target="slides/slide19.xml"/><Relationship Id="R9f1c7577c8e34657" Type="http://schemas.openxmlformats.org/officeDocument/2006/relationships/theme" Target="theme/theme1.xml"/><Relationship Id="Rb07cbfadff3444b8" Type="http://schemas.openxmlformats.org/officeDocument/2006/relationships/slide" Target="slides/slide13.xml"/><Relationship Id="Rb1a9df5fd1694796" Type="http://schemas.openxmlformats.org/officeDocument/2006/relationships/presProps" Target="presProps.xml"/><Relationship Id="Rb4fffb7e013d4a47" Type="http://schemas.openxmlformats.org/officeDocument/2006/relationships/slide" Target="slides/slide18.xml"/><Relationship Id="Rbec0b51e1a53460d" Type="http://schemas.openxmlformats.org/officeDocument/2006/relationships/notesMaster" Target="notesMasters/notesMaster1.xml"/><Relationship Id="Rc83dbf6285194443" Type="http://schemas.openxmlformats.org/officeDocument/2006/relationships/slide" Target="slides/slide4.xml"/><Relationship Id="Rd3ce969fe6624481" Type="http://schemas.openxmlformats.org/officeDocument/2006/relationships/slide" Target="slides/slide6.xml"/><Relationship Id="Rda2df43fef974c1d" Type="http://schemas.openxmlformats.org/officeDocument/2006/relationships/slide" Target="slides/slide1.xml"/><Relationship Id="Ree59ddd85ce245c5" Type="http://schemas.openxmlformats.org/officeDocument/2006/relationships/slide" Target="slides/slide11.xml"/><Relationship Id="Ree99a92b89fa43f3" Type="http://schemas.openxmlformats.org/officeDocument/2006/relationships/slide" Target="slides/slide3.xml"/><Relationship Id="Rf37a92a271184f9d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8c943f90945b4fd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473d1d69a1f43f5" Type="http://schemas.openxmlformats.org/officeDocument/2006/relationships/slide" Target="../slides/slide1.xml"/><Relationship Id="Ra874ccebe13a429c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83fe1004047a4738" Type="http://schemas.openxmlformats.org/officeDocument/2006/relationships/slide" Target="../slides/slide2.xml"/><Relationship Id="R9603d83f0a7848b0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71ea77f2fe86497d" Type="http://schemas.openxmlformats.org/officeDocument/2006/relationships/notesMaster" Target="../notesMasters/notesMaster1.xml"/><Relationship Id="R89521cec1a0c4d87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0f743c8adde84665" Type="http://schemas.openxmlformats.org/officeDocument/2006/relationships/slide" Target="../slides/slide4.xml"/><Relationship Id="Rba1b6bd7f69a4f90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d29878fd5c9b4889" Type="http://schemas.openxmlformats.org/officeDocument/2006/relationships/slide" Target="../slides/slide5.xml"/><Relationship Id="Rfd40abef047143ca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0d50c515842c4664" Type="http://schemas.openxmlformats.org/officeDocument/2006/relationships/notesMaster" Target="../notesMasters/notesMaster1.xml"/><Relationship Id="R6670009052ab4bdf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9b077208674343d4" Type="http://schemas.openxmlformats.org/officeDocument/2006/relationships/notesMaster" Target="../notesMasters/notesMaster1.xml"/><Relationship Id="Rda071cda2a7a411f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607b12f29eeb4787" Type="http://schemas.openxmlformats.org/officeDocument/2006/relationships/slide" Target="../slides/slide8.xml"/><Relationship Id="Re28d0b7e76a4425e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61464e86ac1142ad" Type="http://schemas.openxmlformats.org/officeDocument/2006/relationships/slide" Target="../slides/slide9.xml"/><Relationship Id="R6ac3ec9bd8a345e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68d943f49ea24a5e" Type="http://schemas.openxmlformats.org/officeDocument/2006/relationships/slide" Target="../slides/slide10.xml"/><Relationship Id="Rb20c3f0897ab4025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4170e481127f46d3" Type="http://schemas.openxmlformats.org/officeDocument/2006/relationships/notesMaster" Target="../notesMasters/notesMaster1.xml"/><Relationship Id="Re6ff452e57f146fe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68b80dc018b943fc" Type="http://schemas.openxmlformats.org/officeDocument/2006/relationships/notesMaster" Target="../notesMasters/notesMaster1.xml"/><Relationship Id="Raac8d5503a344165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2feb323954d6402a" Type="http://schemas.openxmlformats.org/officeDocument/2006/relationships/notesMaster" Target="../notesMasters/notesMaster1.xml"/><Relationship Id="R4406499b678846e0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ae918e4817d84c8f" Type="http://schemas.openxmlformats.org/officeDocument/2006/relationships/notesMaster" Target="../notesMasters/notesMaster1.xml"/><Relationship Id="Raedd6f1ef571403a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7b17c44bea45427b" Type="http://schemas.openxmlformats.org/officeDocument/2006/relationships/slide" Target="../slides/slide15.xml"/><Relationship Id="Rd06b5b9914de4c8c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8678242b7c5343e6" Type="http://schemas.openxmlformats.org/officeDocument/2006/relationships/notesMaster" Target="../notesMasters/notesMaster1.xml"/><Relationship Id="R871a7260b0074c63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7ad09addb43743cf" Type="http://schemas.openxmlformats.org/officeDocument/2006/relationships/slide" Target="../slides/slide17.xml"/><Relationship Id="R9fe960773b8f4254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85e5cd17efc14486" Type="http://schemas.openxmlformats.org/officeDocument/2006/relationships/notesMaster" Target="../notesMasters/notesMaster1.xml"/><Relationship Id="R920ddb29a3b943a3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12e3a0fe9ad54922" Type="http://schemas.openxmlformats.org/officeDocument/2006/relationships/notesMaster" Target="../notesMasters/notesMaster1.xml"/><Relationship Id="R806dbb029cf64f15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73e848218016488c" Type="http://schemas.openxmlformats.org/officeDocument/2006/relationships/notesMaster" Target="../notesMasters/notesMaster1.xml"/><Relationship Id="Rced0ffaaed424e43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special object and one reason.</a:t>
            </a:r>
          </a:p>
          <a:p xmlns:a="http://schemas.openxmlformats.org/drawingml/2006/main">
            <a:r>
              <a:t>Visual choices; 2-option matching; sentence stem; drawing/verbal/scribed response; no requirement to share a real personal object;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can begin without previous learning. Word help: special means important to someone for a reason.</a:t>
            </a:r>
          </a:p>
          <a:p xmlns:a="http://schemas.openxmlformats.org/drawingml/2006/main">
            <a:r>
              <a:t>Use the reminder strip or talk it through with an adult. Answer: Important to someone for a reason</a:t>
            </a:r>
          </a:p>
          <a:p xmlns:a="http://schemas.openxmlformats.org/drawingml/2006/main">
            <a:r>
              <a:t>Choose: Important to someone for a reason OR Special and holy to people of a faith. Answer: Important to someone for a reason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It was her grandad’s and it reminds her of him.</a:t>
            </a:r>
          </a:p>
          <a:p xmlns:a="http://schemas.openxmlformats.org/drawingml/2006/main">
            <a:r>
              <a:t>Give a reason when ready. Answer: No. The meaning makes it special, not the price.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special object and one reason.</a:t>
            </a:r>
          </a:p>
          <a:p xmlns:a="http://schemas.openxmlformats.org/drawingml/2006/main">
            <a:r>
              <a:t>Visual choices; 2-option matching; sentence stem; drawing/verbal/scribed response; no requirement to share a real personal object;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special object and one reason.</a:t>
            </a:r>
          </a:p>
          <a:p xmlns:a="http://schemas.openxmlformats.org/drawingml/2006/main">
            <a:r>
              <a:t>Visual choices; 2-option matching; sentence stem; drawing/verbal/scribed response; no requirement to share a real personal object;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special object and one reason.</a:t>
            </a:r>
          </a:p>
          <a:p xmlns:a="http://schemas.openxmlformats.org/drawingml/2006/main">
            <a:r>
              <a:t>Visual choices; 2-option matching; sentence stem; drawing/verbal/scribed response; no requirement to share a real personal object;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special object and one reason.</a:t>
            </a:r>
          </a:p>
          <a:p xmlns:a="http://schemas.openxmlformats.org/drawingml/2006/main">
            <a:r>
              <a:t>Visual choices; 2-option matching; sentence stem; drawing/verbal/scribed response; no requirement to share a real personal object;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special object and one reason.</a:t>
            </a:r>
          </a:p>
          <a:p xmlns:a="http://schemas.openxmlformats.org/drawingml/2006/main">
            <a:r>
              <a:t>Visual choices; 2-option matching; sentence stem; drawing/verbal/scribed response; no requirement to share a real personal object;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Match each object to a possible meaning. Say or show what helped you decide.</a:t>
            </a:r>
          </a:p>
          <a:p xmlns:a="http://schemas.openxmlformats.org/drawingml/2006/main">
            <a:r>
              <a:t>Explain how an object can be special without being expensive.</a:t>
            </a:r>
          </a:p>
          <a:p xmlns:a="http://schemas.openxmlformats.org/drawingml/2006/main">
            <a:r>
              <a:t>F: one special object and one reason.</a:t>
            </a:r>
          </a:p>
          <a:p xmlns:a="http://schemas.openxmlformats.org/drawingml/2006/main">
            <a:r>
              <a:t>Visual choices; 2-option matching; sentence stem; drawing/verbal/scribed response; no requirement to share a real personal object;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Grandad’s watch — A person — It reminds Mina of someone she loves.</a:t>
            </a:r>
          </a:p>
          <a:p xmlns:a="http://schemas.openxmlformats.org/drawingml/2006/main">
            <a:r>
              <a:t>First-match football shirt — A memory — It holds the memory of a good day.</a:t>
            </a:r>
          </a:p>
          <a:p xmlns:a="http://schemas.openxmlformats.org/drawingml/2006/main">
            <a:r>
              <a:t>A holy book — A belief — It is sacred to people of a faith.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___ is special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one special object and one reason.</a:t>
            </a:r>
          </a:p>
          <a:p xmlns:a="http://schemas.openxmlformats.org/drawingml/2006/main">
            <a:r>
              <a:t>Visual choices; 2-option matching; sentence stem; drawing/verbal/scribed response; no requirement to share a real personal object;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___ is special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one special object and one reason.</a:t>
            </a:r>
          </a:p>
          <a:p xmlns:a="http://schemas.openxmlformats.org/drawingml/2006/main">
            <a:r>
              <a:t>Visual choices; 2-option matching; sentence stem; drawing/verbal/scribed response; no requirement to share a real personal object;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an object can be special without being expensive.</a:t>
            </a:r>
          </a:p>
          <a:p xmlns:a="http://schemas.openxmlformats.org/drawingml/2006/main">
            <a:r>
              <a:t>F: one special object and one reason.</a:t>
            </a:r>
          </a:p>
          <a:p xmlns:a="http://schemas.openxmlformats.org/drawingml/2006/main">
            <a:r>
              <a:t>Visual choices; 2-option matching; sentence stem; drawing/verbal/scribed response; no requirement to share a real personal object;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special object and one reason.</a:t>
            </a:r>
          </a:p>
          <a:p xmlns:a="http://schemas.openxmlformats.org/drawingml/2006/main">
            <a:r>
              <a:t>Visual choices; 2-option matching; sentence stem; drawing/verbal/scribed response; no requirement to share a real personal object;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was her grandad’s and it reminds her of him.</a:t>
            </a:r>
          </a:p>
          <a:p xmlns:a="http://schemas.openxmlformats.org/drawingml/2006/main">
            <a:r>
              <a:t>No. The meaning makes it special, not the price.</a:t>
            </a:r>
          </a:p>
          <a:p xmlns:a="http://schemas.openxmlformats.org/drawingml/2006/main">
            <a:r>
              <a:t>Support: ___ is special because ___.</a:t>
            </a:r>
          </a:p>
          <a:p xmlns:a="http://schemas.openxmlformats.org/drawingml/2006/main">
            <a:r>
              <a:t>Extension: Explain how an object can be special without being expensive.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special object and one reason.</a:t>
            </a:r>
          </a:p>
          <a:p xmlns:a="http://schemas.openxmlformats.org/drawingml/2006/main">
            <a:r>
              <a:t>Visual choices; 2-option matching; sentence stem; drawing/verbal/scribed response; no requirement to share a real personal object;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special object and one reason.</a:t>
            </a:r>
          </a:p>
          <a:p xmlns:a="http://schemas.openxmlformats.org/drawingml/2006/main">
            <a:r>
              <a:t>Visual choices; 2-option matching; sentence stem; drawing/verbal/scribed response; no requirement to share a real personal object;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special object and one reason.</a:t>
            </a:r>
          </a:p>
          <a:p xmlns:a="http://schemas.openxmlformats.org/drawingml/2006/main">
            <a:r>
              <a:t>Visual choices; 2-option matching; sentence stem; drawing/verbal/scribed response; no requirement to share a real personal object;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special object and one reason.</a:t>
            </a:r>
          </a:p>
          <a:p xmlns:a="http://schemas.openxmlformats.org/drawingml/2006/main">
            <a:r>
              <a:t>Visual choices; 2-option matching; sentence stem; drawing/verbal/scribed response; no requirement to share a real personal object; 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095fd01f2ac4da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03305f5320a4317" Type="http://schemas.openxmlformats.org/officeDocument/2006/relationships/theme" Target="theme/theme2.xml"/><Relationship Id="Reaaeb898f8af43e5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aeb898f8af43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da8d63ff33b447f5" Type="http://schemas.openxmlformats.org/officeDocument/2006/relationships/slideLayout" Target="../slideLayouts/slideLayout1.xml"/><Relationship Id="Ref14128a0f19495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2b546f47fa541d6" Type="http://schemas.openxmlformats.org/officeDocument/2006/relationships/notesSlide" Target="../notesSlides/notesSlide2.xml"/><Relationship Id="R8376dc8a574f419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6a774ed268544c92" Type="http://schemas.openxmlformats.org/officeDocument/2006/relationships/notesSlide" Target="../notesSlides/notesSlide3.xml"/><Relationship Id="R78c1629c2ff34279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39e0c05aa2884439" Type="http://schemas.openxmlformats.org/officeDocument/2006/relationships/slideLayout" Target="../slideLayouts/slideLayout1.xml"/><Relationship Id="Re1ad4b55ba0a40ae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2e9a631075214ba3" Type="http://schemas.openxmlformats.org/officeDocument/2006/relationships/slideLayout" Target="../slideLayouts/slideLayout1.xml"/><Relationship Id="R3a8a136d8d8d4862" Type="http://schemas.openxmlformats.org/officeDocument/2006/relationships/notesSlide" Target="../notesSlides/notesSlide5.xml"/><Relationship Id="R79ea41205e0b4c87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9a6900a9e9954da5" Type="http://schemas.openxmlformats.org/officeDocument/2006/relationships/notesSlide" Target="../notesSlides/notesSlide6.xml"/><Relationship Id="Rbe519510ba5446a6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6b7d8312283c4077" Type="http://schemas.openxmlformats.org/officeDocument/2006/relationships/slideLayout" Target="../slideLayouts/slideLayout1.xml"/><Relationship Id="Rfae5adb63677470d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24b8995d60ca4c2f" Type="http://schemas.openxmlformats.org/officeDocument/2006/relationships/notesSlide" Target="../notesSlides/notesSlide8.xml"/><Relationship Id="Rf48e7ed2d2604039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a831eddfb0274059" Type="http://schemas.openxmlformats.org/officeDocument/2006/relationships/slideLayout" Target="../slideLayouts/slideLayout1.xml"/><Relationship Id="Rbb2ea301a067468e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35bf636fad6948c1" Type="http://schemas.openxmlformats.org/officeDocument/2006/relationships/notesSlide" Target="../notesSlides/notesSlide10.xml"/><Relationship Id="Re543d7f17a7941cf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88e9441dbb0849cf" Type="http://schemas.openxmlformats.org/officeDocument/2006/relationships/slideLayout" Target="../slideLayouts/slideLayout1.xml"/><Relationship Id="Rac0a2665997b449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7b22d5f07eec42b8" Type="http://schemas.openxmlformats.org/officeDocument/2006/relationships/slideLayout" Target="../slideLayouts/slideLayout1.xml"/><Relationship Id="R8a1486560fed4a1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5b2999fa67984c73" Type="http://schemas.openxmlformats.org/officeDocument/2006/relationships/notesSlide" Target="../notesSlides/notesSlide13.xml"/><Relationship Id="R92f1191fbe0b40f7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c33bdd5e5b7940a5" Type="http://schemas.openxmlformats.org/officeDocument/2006/relationships/notesSlide" Target="../notesSlides/notesSlide14.xml"/><Relationship Id="Rf02f58a0b869440f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1d3d8ec8297b4cda" Type="http://schemas.openxmlformats.org/officeDocument/2006/relationships/notesSlide" Target="../notesSlides/notesSlide15.xml"/><Relationship Id="R34efb483c2e8476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5e3eefebfa234990" Type="http://schemas.openxmlformats.org/officeDocument/2006/relationships/slideLayout" Target="../slideLayouts/slideLayout1.xml"/><Relationship Id="Raad18a323dd24f69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6c726dc5c9f949de" Type="http://schemas.openxmlformats.org/officeDocument/2006/relationships/notesSlide" Target="../notesSlides/notesSlide17.xml"/><Relationship Id="Rb8ddd0aab68a4dd8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7027af431e094589" Type="http://schemas.openxmlformats.org/officeDocument/2006/relationships/notesSlide" Target="../notesSlides/notesSlide18.xml"/><Relationship Id="R9a6b7c82e340403e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73bf5837804d4d96" Type="http://schemas.openxmlformats.org/officeDocument/2006/relationships/slideLayout" Target="../slideLayouts/slideLayout1.xml"/><Relationship Id="R95c3ddc84bcb4d6b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43cac99d8d66491f" Type="http://schemas.openxmlformats.org/officeDocument/2006/relationships/notesSlide" Target="../notesSlides/notesSlide20.xml"/><Relationship Id="R7cf499f3328f4be3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FCAA5-18A8-4210-830E-C4570478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Special things and why they matter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B243-2A5D-44AB-9273-B6F21644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W1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BA93B-8691-4956-A13B-FDD52D29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Talk about what is special to me and give one reason why.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BEA65-DF1F-4B8C-8384-98C87720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RE &amp; World Views / Autumn 1 / Week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1DFDB-E4A4-49E0-9D15-FAAA77D7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7608882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7F288-D2E6-435D-A8DB-A586C9E8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0A4C6-3159-4C07-BED0-58FD1C72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W1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5CEE4-F605-4032-886B-491469C6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does special mean?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68E60-7588-4A8A-AEF0-FC360FD5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special?</a:t>
            </a:r>
          </a:p>
        </p:txBody>
      </p:sp>
    </p:spTree>
    <p:extLst>
      <p:ext uri="{BB962C8B-B14F-4D97-AF65-F5344CB8AC3E}">
        <p14:creationId xmlns:p14="http://schemas.microsoft.com/office/powerpoint/2010/main" val="8390757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F17DB-8B3A-4D4D-9AD9-96947EAF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91900-BAED-4D6D-9CCE-592CC464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W1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8D270-38E3-4BAD-8048-3F356091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Why is the watch special to Mina?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35685-2D04-44F2-9BCF-7A5F28AC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Does an object have to cost a lot to be special?</a:t>
            </a:r>
          </a:p>
        </p:txBody>
      </p:sp>
    </p:spTree>
    <p:extLst>
      <p:ext uri="{BB962C8B-B14F-4D97-AF65-F5344CB8AC3E}">
        <p14:creationId xmlns:p14="http://schemas.microsoft.com/office/powerpoint/2010/main" val="11273450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F766E-8A0C-4A84-8B65-A1148CDF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F1BD6-F3A5-417D-A221-4E07A23F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W1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C8D2F-64AE-4E53-AD32-86C4533A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special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Important to someone for a reason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66528-4687-4EEA-AE15-81A3B788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sacred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Special and holy to people of a faith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459DB-5935-48F6-A7EC-42A0E45D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belief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a person holds to be true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01359-A3D8-48EA-A61B-4751A2F3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respect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Treating people and things with care</a:t>
            </a:r>
          </a:p>
        </p:txBody>
      </p:sp>
    </p:spTree>
    <p:extLst>
      <p:ext uri="{BB962C8B-B14F-4D97-AF65-F5344CB8AC3E}">
        <p14:creationId xmlns:p14="http://schemas.microsoft.com/office/powerpoint/2010/main" val="17837985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67040-C0D3-4D19-B5D4-04718715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0DB02-AC56-4F2A-87AE-3B7F6502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W1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a41205e0b4c87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FDCEA-B2E6-4CD9-86B0-4EC46D07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Which might be special?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B1309-B52E-4423-884C-218DD8F7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an object. Say why it might be special to someone.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C5537-F573-4336-8045-76D2B152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11890221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7D6E3-7DB6-49B2-829D-D5B8847B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18471-95D9-4385-9729-6FF3765E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W1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54F67-3F89-4BBA-9024-9EBB6831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Why is the watch special to Mina?</a:t>
            </a:r>
          </a:p>
        </p:txBody>
      </p:sp>
    </p:spTree>
    <p:extLst>
      <p:ext uri="{BB962C8B-B14F-4D97-AF65-F5344CB8AC3E}">
        <p14:creationId xmlns:p14="http://schemas.microsoft.com/office/powerpoint/2010/main" val="202401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AEA19-1855-452D-9241-147EAD33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B8E9C-D13B-4921-ADE8-5CA08B31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W1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C7FA7-997F-4075-898A-1EC22E14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Mina’s watch: Fictional case: Mina wears an old watch. It was her grandad’s. It does not cost much. It matters because it reminds her of him.</a:t>
            </a:r>
          </a:p>
        </p:txBody>
      </p:sp>
    </p:spTree>
    <p:extLst>
      <p:ext uri="{BB962C8B-B14F-4D97-AF65-F5344CB8AC3E}">
        <p14:creationId xmlns:p14="http://schemas.microsoft.com/office/powerpoint/2010/main" val="18432712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203B7-3062-424C-BCFC-F8BB3FB3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70994-A17A-496C-BD81-3DD63320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W1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E0A47-E709-4A79-86A5-14C16EE3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It was her grandad’s and it reminds her of him.</a:t>
            </a:r>
          </a:p>
        </p:txBody>
      </p:sp>
    </p:spTree>
    <p:extLst>
      <p:ext uri="{BB962C8B-B14F-4D97-AF65-F5344CB8AC3E}">
        <p14:creationId xmlns:p14="http://schemas.microsoft.com/office/powerpoint/2010/main" val="8074072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2EB46-54CC-4961-996A-23800532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23426-83BF-4353-B6CA-93AF50A2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W1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890AB-657A-4559-BCE5-714F4D6E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Does an object have to cost a lot to be special? No. The meaning makes it special, not the price.</a:t>
            </a:r>
          </a:p>
        </p:txBody>
      </p:sp>
    </p:spTree>
    <p:extLst>
      <p:ext uri="{BB962C8B-B14F-4D97-AF65-F5344CB8AC3E}">
        <p14:creationId xmlns:p14="http://schemas.microsoft.com/office/powerpoint/2010/main" val="3896203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7D4B4-FFB7-427F-AFA4-EE190493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8192B-0E54-4171-86C7-9CCE0D74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W1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E5703-E9D9-4978-BF26-3EFFC0EC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each object to a possible meaning.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89956-37A1-4DC4-886C-4F452C64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which reason card fits: person, memory, belief or place.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F0DE9-6EBC-4DD2-842D-D9BA7380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5495661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64BCC-6AF0-470F-9833-8BA6FB00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8F736-7E89-4528-A000-C1147D05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W1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E5A18-9C60-4EE9-B09F-115A1C80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Grandad’s watch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5DC3B-9593-4A6D-9270-5CD066DB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First-match football shirt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07383-F66F-49C1-AC24-CE8FBBB7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holy book</a:t>
            </a:r>
          </a:p>
        </p:txBody>
      </p:sp>
    </p:spTree>
    <p:extLst>
      <p:ext uri="{BB962C8B-B14F-4D97-AF65-F5344CB8AC3E}">
        <p14:creationId xmlns:p14="http://schemas.microsoft.com/office/powerpoint/2010/main" val="4720429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C2AEB-51BE-48E7-BB64-368E9E4F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F01A9-2FDB-4EE0-AD49-7AFB60EA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W1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1A40A-4E90-4DD4-BC4F-67784F36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object card or draw an object.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50D9D-7739-41D2-8639-E56E3387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a reason card: person, memory, belief or place.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7836E-7928-4A14-A641-C062DAC7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or finish: ___ is special because ___.</a:t>
            </a:r>
          </a:p>
        </p:txBody>
      </p:sp>
    </p:spTree>
    <p:extLst>
      <p:ext uri="{BB962C8B-B14F-4D97-AF65-F5344CB8AC3E}">
        <p14:creationId xmlns:p14="http://schemas.microsoft.com/office/powerpoint/2010/main" val="10253747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6B3E4-946B-43FA-80F0-39EA5E6B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8096B-853B-41C4-92B4-5B0F9BE4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W1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D82E5-3A18-41E0-B5D1-A852488C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Choose, draw or describe one special object. It can be fictional.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89F97-22DE-4621-A3CA-A19DA864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or say one reason it matters.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6A130-20BE-423E-BA62-9F677B8F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Name the type of reason: person, memory, belief or place.</a:t>
            </a:r>
          </a:p>
        </p:txBody>
      </p:sp>
    </p:spTree>
    <p:extLst>
      <p:ext uri="{BB962C8B-B14F-4D97-AF65-F5344CB8AC3E}">
        <p14:creationId xmlns:p14="http://schemas.microsoft.com/office/powerpoint/2010/main" val="9075968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1F9D9-8900-4448-B1C0-3479F942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DCA1C-9689-4021-8964-485A08AC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W1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D2EFB-6C40-48F0-9988-324A34B6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Describe one special object and give a reason.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8CFC9-D82C-4062-89A0-D927A27E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the same object might not be special to someone else.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B990B-6F6A-4927-BB73-11470A28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Link your idea to how people of a faith treat sacred objects.</a:t>
            </a:r>
          </a:p>
        </p:txBody>
      </p:sp>
    </p:spTree>
    <p:extLst>
      <p:ext uri="{BB962C8B-B14F-4D97-AF65-F5344CB8AC3E}">
        <p14:creationId xmlns:p14="http://schemas.microsoft.com/office/powerpoint/2010/main" val="7949107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ADCB3-6B65-400C-B022-FC8DFCD9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AE901-7FA2-48E4-981F-DC217D12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W1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AFCE0-790E-495D-BDE2-83B38664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one special object and one reason.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FED3C-7808-4F11-A447-A07CBBD1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4D27D-8F02-49A4-B600-A0A6F334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9665393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7F150-A0F6-4598-814F-702B6808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D3FBD-B87B-40BD-B779-21EF4B9A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W1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F715F-F59B-45B8-BC12-5BB564C5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is the watch special to Mina?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F3B06-0CBB-46D1-93F1-960ABA9B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Does an object have to cost a lot to be special?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17754-8483-41D7-91DD-33CB356B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4458558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6EFA4-AD7E-475E-8DBE-9036D179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Mina’s watch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EE2FD-947A-4AC8-83B1-1C2B23BD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W1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B02F2-B458-45A2-A336-AC22278C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Mina wears an old watch. It was her grandad’s. It does not cost much. It matters because it reminds her of him.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20C83-4284-463F-B16C-90E58D29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AF71D-2C23-4F5E-9340-0463F043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person, family or community.</a:t>
            </a:r>
          </a:p>
        </p:txBody>
      </p:sp>
    </p:spTree>
    <p:extLst>
      <p:ext uri="{BB962C8B-B14F-4D97-AF65-F5344CB8AC3E}">
        <p14:creationId xmlns:p14="http://schemas.microsoft.com/office/powerpoint/2010/main" val="17761154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3AFD6-3C93-4513-94D3-1929D8EB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A team shirt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F9C8A-603B-47A9-9E01-65BD1B20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W1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CCED2-FDAF-43F0-A727-A132C2FC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Jay keeps a football shirt from his first match. The shirt holds a memory of a good day with his brother.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FA42A-720F-4511-A1D6-228B9F02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CFD0D-8567-4BA2-AC65-1103D365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person, family or community.</a:t>
            </a:r>
          </a:p>
        </p:txBody>
      </p:sp>
    </p:spTree>
    <p:extLst>
      <p:ext uri="{BB962C8B-B14F-4D97-AF65-F5344CB8AC3E}">
        <p14:creationId xmlns:p14="http://schemas.microsoft.com/office/powerpoint/2010/main" val="13683716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8BC72-90D6-4E45-B053-A5487CF4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A sacred object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4EACD-29E3-4FAF-9E2D-49149474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W1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C3807-FC4B-4E11-968F-468453D4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 objects are sacred to people of a faith. A sacred object is linked to belief and is treated with great respect, for example a holy book.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6E237-084B-48EE-8506-9C787B2A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F75B5-D890-49F3-8AF1-027FA2FD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People in the same faith can treat objects in different ways.</a:t>
            </a:r>
          </a:p>
        </p:txBody>
      </p:sp>
    </p:spTree>
    <p:extLst>
      <p:ext uri="{BB962C8B-B14F-4D97-AF65-F5344CB8AC3E}">
        <p14:creationId xmlns:p14="http://schemas.microsoft.com/office/powerpoint/2010/main" val="7641820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40EE9-35CC-44BE-AF04-4310C8A9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Reasons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70C7F-B71A-4EE1-92BF-D6208FCC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W1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4BDC8-4153-4818-98F6-4311669E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 object can be special because of a person, a memory, a belief or a place. The price does not decide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F2BE6-12E4-4EF8-BE97-D8CB9E59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FCA26-69CE-4FC2-A3D5-7D0DD8A4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reason card is a prompt. The owner decides what the object means.</a:t>
            </a:r>
          </a:p>
        </p:txBody>
      </p:sp>
    </p:spTree>
    <p:extLst>
      <p:ext uri="{BB962C8B-B14F-4D97-AF65-F5344CB8AC3E}">
        <p14:creationId xmlns:p14="http://schemas.microsoft.com/office/powerpoint/2010/main" val="1642069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2026-09-19T18:24:38.3210000Z</dcterms:created>
  <dcterms:modified xsi:type="dcterms:W3CDTF">2026-09-19T18:24:38.3210000Z</dcterms:modified>
</coreProperties>
</file>