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d9956034372416d" Type="http://schemas.openxmlformats.org/package/2006/relationships/metadata/core-properties" Target="docProps/core.xml"/><Relationship Id="R5347c28b36aa4781" Type="http://schemas.openxmlformats.org/officeDocument/2006/relationships/extended-properties" Target="docProps/app.xml"/><Relationship Id="Rfe049f2c75de4a1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102dd9e714364"/>
  </p:sldMasterIdLst>
  <p:notesMasterIdLst>
    <p:notesMasterId xmlns:r="http://schemas.openxmlformats.org/officeDocument/2006/relationships" r:id="R6d1746f2536849d5"/>
  </p:notesMasterIdLst>
  <p:sldIdLst>
    <p:sldId xmlns:r="http://schemas.openxmlformats.org/officeDocument/2006/relationships" id="256" r:id="R78a225e6290349d2"/>
    <p:sldId xmlns:r="http://schemas.openxmlformats.org/officeDocument/2006/relationships" id="257" r:id="R9181208075b041a2"/>
    <p:sldId xmlns:r="http://schemas.openxmlformats.org/officeDocument/2006/relationships" id="258" r:id="R2f3f79347a9a40c4"/>
    <p:sldId xmlns:r="http://schemas.openxmlformats.org/officeDocument/2006/relationships" id="259" r:id="Rc7c9e5c427ca4dcc"/>
    <p:sldId xmlns:r="http://schemas.openxmlformats.org/officeDocument/2006/relationships" id="260" r:id="R9fb9deab2ff9432c"/>
    <p:sldId xmlns:r="http://schemas.openxmlformats.org/officeDocument/2006/relationships" id="261" r:id="Rf7f0898342f7479e"/>
    <p:sldId xmlns:r="http://schemas.openxmlformats.org/officeDocument/2006/relationships" id="262" r:id="Rc6c84071bbc54451"/>
    <p:sldId xmlns:r="http://schemas.openxmlformats.org/officeDocument/2006/relationships" id="263" r:id="Raaced6c8ddb54e2b"/>
    <p:sldId xmlns:r="http://schemas.openxmlformats.org/officeDocument/2006/relationships" id="264" r:id="R60c45076142a415a"/>
    <p:sldId xmlns:r="http://schemas.openxmlformats.org/officeDocument/2006/relationships" id="265" r:id="Ra35d8af873504842"/>
    <p:sldId xmlns:r="http://schemas.openxmlformats.org/officeDocument/2006/relationships" id="266" r:id="R6ff44e094c264d2d"/>
    <p:sldId xmlns:r="http://schemas.openxmlformats.org/officeDocument/2006/relationships" id="267" r:id="Rf6501ff0640441be"/>
    <p:sldId xmlns:r="http://schemas.openxmlformats.org/officeDocument/2006/relationships" id="268" r:id="Raf60d9011bed497f"/>
    <p:sldId xmlns:r="http://schemas.openxmlformats.org/officeDocument/2006/relationships" id="269" r:id="Re4c26b2a6f304faf"/>
    <p:sldId xmlns:r="http://schemas.openxmlformats.org/officeDocument/2006/relationships" id="270" r:id="Rb9f659cb5d214d38"/>
    <p:sldId xmlns:r="http://schemas.openxmlformats.org/officeDocument/2006/relationships" id="271" r:id="R0d750984a92541a9"/>
    <p:sldId xmlns:r="http://schemas.openxmlformats.org/officeDocument/2006/relationships" id="272" r:id="R92b46f578661490e"/>
    <p:sldId xmlns:r="http://schemas.openxmlformats.org/officeDocument/2006/relationships" id="273" r:id="R7b466c204ac74e47"/>
    <p:sldId xmlns:r="http://schemas.openxmlformats.org/officeDocument/2006/relationships" id="274" r:id="Rd5d001624cf24017"/>
    <p:sldId xmlns:r="http://schemas.openxmlformats.org/officeDocument/2006/relationships" id="275" r:id="Rca9455106745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750984a92541a9" Type="http://schemas.openxmlformats.org/officeDocument/2006/relationships/slide" Target="slides/slide16.xml"/><Relationship Id="R2f3f79347a9a40c4" Type="http://schemas.openxmlformats.org/officeDocument/2006/relationships/slide" Target="slides/slide3.xml"/><Relationship Id="R60c45076142a415a" Type="http://schemas.openxmlformats.org/officeDocument/2006/relationships/slide" Target="slides/slide9.xml"/><Relationship Id="R6d1746f2536849d5" Type="http://schemas.openxmlformats.org/officeDocument/2006/relationships/notesMaster" Target="notesMasters/notesMaster1.xml"/><Relationship Id="R6ff44e094c264d2d" Type="http://schemas.openxmlformats.org/officeDocument/2006/relationships/slide" Target="slides/slide11.xml"/><Relationship Id="R771978571f9141f0" Type="http://schemas.openxmlformats.org/officeDocument/2006/relationships/theme" Target="theme/theme1.xml"/><Relationship Id="R78a225e6290349d2" Type="http://schemas.openxmlformats.org/officeDocument/2006/relationships/slide" Target="slides/slide1.xml"/><Relationship Id="R7b466c204ac74e47" Type="http://schemas.openxmlformats.org/officeDocument/2006/relationships/slide" Target="slides/slide18.xml"/><Relationship Id="R9181208075b041a2" Type="http://schemas.openxmlformats.org/officeDocument/2006/relationships/slide" Target="slides/slide2.xml"/><Relationship Id="R92b46f578661490e" Type="http://schemas.openxmlformats.org/officeDocument/2006/relationships/slide" Target="slides/slide17.xml"/><Relationship Id="R9fb9deab2ff9432c" Type="http://schemas.openxmlformats.org/officeDocument/2006/relationships/slide" Target="slides/slide5.xml"/><Relationship Id="Ra1d102dd9e714364" Type="http://schemas.openxmlformats.org/officeDocument/2006/relationships/slideMaster" Target="slideMasters/slideMaster1.xml"/><Relationship Id="Ra35d8af873504842" Type="http://schemas.openxmlformats.org/officeDocument/2006/relationships/slide" Target="slides/slide10.xml"/><Relationship Id="Raaced6c8ddb54e2b" Type="http://schemas.openxmlformats.org/officeDocument/2006/relationships/slide" Target="slides/slide8.xml"/><Relationship Id="Raf60d9011bed497f" Type="http://schemas.openxmlformats.org/officeDocument/2006/relationships/slide" Target="slides/slide13.xml"/><Relationship Id="Rb6925c3912404553" Type="http://schemas.openxmlformats.org/officeDocument/2006/relationships/tableStyles" Target="tableStyles.xml"/><Relationship Id="Rb9f659cb5d214d38" Type="http://schemas.openxmlformats.org/officeDocument/2006/relationships/slide" Target="slides/slide15.xml"/><Relationship Id="Rc6c84071bbc54451" Type="http://schemas.openxmlformats.org/officeDocument/2006/relationships/slide" Target="slides/slide7.xml"/><Relationship Id="Rc7c9e5c427ca4dcc" Type="http://schemas.openxmlformats.org/officeDocument/2006/relationships/slide" Target="slides/slide4.xml"/><Relationship Id="Rca945510674544cb" Type="http://schemas.openxmlformats.org/officeDocument/2006/relationships/slide" Target="slides/slide20.xml"/><Relationship Id="Rcd45295e58394bd9" Type="http://schemas.openxmlformats.org/officeDocument/2006/relationships/presProps" Target="presProps.xml"/><Relationship Id="Rd5d001624cf24017" Type="http://schemas.openxmlformats.org/officeDocument/2006/relationships/slide" Target="slides/slide19.xml"/><Relationship Id="Re4c26b2a6f304faf" Type="http://schemas.openxmlformats.org/officeDocument/2006/relationships/slide" Target="slides/slide14.xml"/><Relationship Id="Rf6501ff0640441be" Type="http://schemas.openxmlformats.org/officeDocument/2006/relationships/slide" Target="slides/slide12.xml"/><Relationship Id="Rf7f0898342f7479e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e548bc427d4b4c2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a2790197a3a4b64" Type="http://schemas.openxmlformats.org/officeDocument/2006/relationships/notesMaster" Target="../notesMasters/notesMaster1.xml"/><Relationship Id="Rdabedb5023d7429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1d777b2dffb44a1" Type="http://schemas.openxmlformats.org/officeDocument/2006/relationships/notesMaster" Target="../notesMasters/notesMaster1.xml"/><Relationship Id="Rfb91517ef6804c5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087c833cb2f48bb" Type="http://schemas.openxmlformats.org/officeDocument/2006/relationships/slide" Target="../slides/slide3.xml"/><Relationship Id="R852219657329414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76b1693b7554d58" Type="http://schemas.openxmlformats.org/officeDocument/2006/relationships/slide" Target="../slides/slide4.xml"/><Relationship Id="Re473ff6fb014494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464356b1bdd49fc" Type="http://schemas.openxmlformats.org/officeDocument/2006/relationships/notesMaster" Target="../notesMasters/notesMaster1.xml"/><Relationship Id="Rf6b74190b5cd437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4ed5c134f5049aa" Type="http://schemas.openxmlformats.org/officeDocument/2006/relationships/notesMaster" Target="../notesMasters/notesMaster1.xml"/><Relationship Id="R96da615a7f1d47d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49dcb3d2e0e4899" Type="http://schemas.openxmlformats.org/officeDocument/2006/relationships/notesMaster" Target="../notesMasters/notesMaster1.xml"/><Relationship Id="R9934feb3cd5148e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3ed10586a714943" Type="http://schemas.openxmlformats.org/officeDocument/2006/relationships/notesMaster" Target="../notesMasters/notesMaster1.xml"/><Relationship Id="Rf036f6dd14f440f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bb39659995d45fb" Type="http://schemas.openxmlformats.org/officeDocument/2006/relationships/notesMaster" Target="../notesMasters/notesMaster1.xml"/><Relationship Id="Re3b80480183147c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63189edc5324096" Type="http://schemas.openxmlformats.org/officeDocument/2006/relationships/notesMaster" Target="../notesMasters/notesMaster1.xml"/><Relationship Id="Rd76ce33639374f7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bf02bddf85284e71" Type="http://schemas.openxmlformats.org/officeDocument/2006/relationships/slide" Target="../slides/slide11.xml"/><Relationship Id="Rc76f1962813c40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86214b1d51f43a0" Type="http://schemas.openxmlformats.org/officeDocument/2006/relationships/slide" Target="../slides/slide12.xml"/><Relationship Id="Ra3658048a2d243b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bd0bb248174459f" Type="http://schemas.openxmlformats.org/officeDocument/2006/relationships/notesMaster" Target="../notesMasters/notesMaster1.xml"/><Relationship Id="Reeb906fbfc4a46b3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3a668dc709e4537" Type="http://schemas.openxmlformats.org/officeDocument/2006/relationships/notesMaster" Target="../notesMasters/notesMaster1.xml"/><Relationship Id="Rd538e3ce927c4d98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7b8c1df65884e10" Type="http://schemas.openxmlformats.org/officeDocument/2006/relationships/slide" Target="../slides/slide15.xml"/><Relationship Id="Rfeb109f6e94b420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1afc7ac29044c0" Type="http://schemas.openxmlformats.org/officeDocument/2006/relationships/slide" Target="../slides/slide16.xml"/><Relationship Id="R8e0c2aa015a6462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04afd007c154add" Type="http://schemas.openxmlformats.org/officeDocument/2006/relationships/notesMaster" Target="../notesMasters/notesMaster1.xml"/><Relationship Id="R80341805a21842a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b87559c31f1d4328" Type="http://schemas.openxmlformats.org/officeDocument/2006/relationships/notesMaster" Target="../notesMasters/notesMaster1.xml"/><Relationship Id="Rfcdf552c1fb04fec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d3ef397cb074393" Type="http://schemas.openxmlformats.org/officeDocument/2006/relationships/notesMaster" Target="../notesMasters/notesMaster1.xml"/><Relationship Id="Rd7fcf36557b44ec9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c923cfac339e497e" Type="http://schemas.openxmlformats.org/officeDocument/2006/relationships/slide" Target="../slides/slide20.xml"/><Relationship Id="Rd01c5a167df3480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Good overcoming evil, and hope.</a:t>
            </a:r>
          </a:p>
          <a:p xmlns:a="http://schemas.openxmlformats.org/drawingml/2006/main">
            <a:r>
              <a:t>Choose: To look for what is the same and what is different OR A Jewish festival of lights that lasts eight nights. Answer: To look for what is the same and what is different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A,B or read one relevant card together. Answer: Light. Both festivals use lamps or lights.</a:t>
            </a:r>
          </a:p>
          <a:p xmlns:a="http://schemas.openxmlformats.org/drawingml/2006/main">
            <a:r>
              <a:t>Give a reason when ready. Answer: Eight nights.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Sort each feature: Diwali, Hanukkah or both. Say or show what helped you decide.</a:t>
            </a:r>
          </a:p>
          <a:p xmlns:a="http://schemas.openxmlformats.org/drawingml/2006/main">
            <a:r>
              <a:t>Explain how the same symbol, light, carries a different story in each festival.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Diya lamps — Diwali — Card A: families light diya lamps.</a:t>
            </a:r>
          </a:p>
          <a:p xmlns:a="http://schemas.openxmlformats.org/drawingml/2006/main">
            <a:r>
              <a:t>Eight nights — Hanukkah — Card B: Hanukkah lasts eight nights.</a:t>
            </a:r>
          </a:p>
          <a:p xmlns:a="http://schemas.openxmlformats.org/drawingml/2006/main">
            <a:r>
              <a:t>Light is used — Both — Cards A and B: both festivals use light.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Both ___. Diwali ___. Hanukkah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___. Diwali ___. Hanukkah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the same symbol, light, carries a different story in each festival.</a:t>
            </a:r>
          </a:p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Light. Both festivals use lamps or lights.</a:t>
            </a:r>
          </a:p>
          <a:p xmlns:a="http://schemas.openxmlformats.org/drawingml/2006/main">
            <a:r>
              <a:t>Eight nights.</a:t>
            </a:r>
          </a:p>
          <a:p xmlns:a="http://schemas.openxmlformats.org/drawingml/2006/main">
            <a:r>
              <a:t>Support: Both ___. Diwali ___. Hanukkah ___.</a:t>
            </a:r>
          </a:p>
          <a:p xmlns:a="http://schemas.openxmlformats.org/drawingml/2006/main">
            <a:r>
              <a:t>Extension: Explain how the same symbol, light, carries a different story in each festival.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cards and one 'Both...' sentence.</a:t>
            </a:r>
          </a:p>
          <a:p xmlns:a="http://schemas.openxmlformats.org/drawingml/2006/main">
            <a:r>
              <a:t>Compare only two celebrations; picture sorting; one-sentence target; oral response accepted; colour coding.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cacfce3fba6482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491aeda5104fcb" Type="http://schemas.openxmlformats.org/officeDocument/2006/relationships/slideLayout" Target="../slideLayouts/slideLayout1.xml"/><Relationship Id="Rda7029bfb2654ce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491aeda5104f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b1784eee47f4826" Type="http://schemas.openxmlformats.org/officeDocument/2006/relationships/notesSlide" Target="../notesSlides/notesSlide1.xml"/><Relationship Id="R13975dfd243e4b3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e26dee40b8a4869" Type="http://schemas.openxmlformats.org/officeDocument/2006/relationships/slideLayout" Target="../slideLayouts/slideLayout1.xml"/><Relationship Id="Rbe5ec6c34fef415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5c7c6d716894e79" Type="http://schemas.openxmlformats.org/officeDocument/2006/relationships/slideLayout" Target="../slideLayouts/slideLayout1.xml"/><Relationship Id="Re94dd8963e17495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852a8b85a814848" Type="http://schemas.openxmlformats.org/officeDocument/2006/relationships/slideLayout" Target="../slideLayouts/slideLayout1.xml"/><Relationship Id="Rfa8c3f312c694de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b0cafc246f3444b" Type="http://schemas.openxmlformats.org/officeDocument/2006/relationships/slideLayout" Target="../slideLayouts/slideLayout1.xml"/><Relationship Id="R3c8c37a18b4148d7" Type="http://schemas.openxmlformats.org/officeDocument/2006/relationships/notesSlide" Target="../notesSlides/notesSlide5.xml"/><Relationship Id="R7db2fa53910d401d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292f55547dd44812" Type="http://schemas.openxmlformats.org/officeDocument/2006/relationships/slideLayout" Target="../slideLayouts/slideLayout1.xml"/><Relationship Id="R5ea5e8b7e0d4452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086f8410753419e" Type="http://schemas.openxmlformats.org/officeDocument/2006/relationships/notesSlide" Target="../notesSlides/notesSlide7.xml"/><Relationship Id="R1cb46fa23711410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d39683417bc4466" Type="http://schemas.openxmlformats.org/officeDocument/2006/relationships/notesSlide" Target="../notesSlides/notesSlide8.xml"/><Relationship Id="R8a2f2db230ab4f4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f105977b1e34d67" Type="http://schemas.openxmlformats.org/officeDocument/2006/relationships/notesSlide" Target="../notesSlides/notesSlide9.xml"/><Relationship Id="Rccfb39ecef9b4db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44c8ca93eb74f53" Type="http://schemas.openxmlformats.org/officeDocument/2006/relationships/notesSlide" Target="../notesSlides/notesSlide10.xml"/><Relationship Id="R503b54f79be6430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acda7d026a1a43d4" Type="http://schemas.openxmlformats.org/officeDocument/2006/relationships/notesSlide" Target="../notesSlides/notesSlide11.xml"/><Relationship Id="Re40575604b0d4b2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518ec5f50404578" Type="http://schemas.openxmlformats.org/officeDocument/2006/relationships/slideLayout" Target="../slideLayouts/slideLayout1.xml"/><Relationship Id="R54640a54838f4c7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f4eba84d8a64508" Type="http://schemas.openxmlformats.org/officeDocument/2006/relationships/notesSlide" Target="../notesSlides/notesSlide13.xml"/><Relationship Id="Rd94ae7aaa18349a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2668c7041bc4e40" Type="http://schemas.openxmlformats.org/officeDocument/2006/relationships/notesSlide" Target="../notesSlides/notesSlide14.xml"/><Relationship Id="R4d6877d858fb488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c58d4df94a624e79" Type="http://schemas.openxmlformats.org/officeDocument/2006/relationships/notesSlide" Target="../notesSlides/notesSlide15.xml"/><Relationship Id="Rd89d0ada713c4dc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6bff24521a94656" Type="http://schemas.openxmlformats.org/officeDocument/2006/relationships/notesSlide" Target="../notesSlides/notesSlide16.xml"/><Relationship Id="R33ba8f0d28cb434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4afa6563fc6349c0" Type="http://schemas.openxmlformats.org/officeDocument/2006/relationships/slideLayout" Target="../slideLayouts/slideLayout1.xml"/><Relationship Id="R5f1cdc447ff0458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c6af0c4b2303423b" Type="http://schemas.openxmlformats.org/officeDocument/2006/relationships/notesSlide" Target="../notesSlides/notesSlide18.xml"/><Relationship Id="Rf7e8ff562fb1472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682db00327a45fe" Type="http://schemas.openxmlformats.org/officeDocument/2006/relationships/slideLayout" Target="../slideLayouts/slideLayout1.xml"/><Relationship Id="Rc4be1114e63640c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1b6186d1ab7f44a1" Type="http://schemas.openxmlformats.org/officeDocument/2006/relationships/slideLayout" Target="../slideLayouts/slideLayout1.xml"/><Relationship Id="R68b5d28fd0154d9b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D06C4-2BB5-475C-9AA4-F01178D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Comparing light in celebrations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13D9-3B41-4609-94C4-5F0E7B7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62DED-6805-474D-9AB2-E98D71B0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one similarity between how light is used in two celebrations.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4D10D-7FE8-41D1-B9C1-8397051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C4B13-4280-4D04-8739-B17B554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73255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93ADB-A330-4093-9E37-26DA245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3E925-83FF-4BCA-932B-EEA28C6B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1C435-C633-422E-A6E1-5AB4D48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can the light of a diya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DCC1F-29A1-4E5D-A02E-E128FA0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compare?</a:t>
            </a:r>
          </a:p>
        </p:txBody>
      </p:sp>
    </p:spTree>
    <p:extLst>
      <p:ext uri="{BB962C8B-B14F-4D97-AF65-F5344CB8AC3E}">
        <p14:creationId xmlns:p14="http://schemas.microsoft.com/office/powerpoint/2010/main" val="1080467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26AED-DB6B-438E-A6D0-E403BDC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4E4F9-3C79-4A72-9B85-F77FFBF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64905-742F-4C00-94DA-2BE57B7C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thing Diwali and Hanukkah both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E2D54-8BEC-4B5A-810B-CC3FE85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How many nights does Hanukkah last?</a:t>
            </a:r>
          </a:p>
        </p:txBody>
      </p:sp>
    </p:spTree>
    <p:extLst>
      <p:ext uri="{BB962C8B-B14F-4D97-AF65-F5344CB8AC3E}">
        <p14:creationId xmlns:p14="http://schemas.microsoft.com/office/powerpoint/2010/main" val="923177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B0CEC-1021-4D94-8563-77EB83DF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B2115-CC14-43B5-9AA5-E94BD55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A2EC3-AE73-482D-9231-287FB90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look for what is the same and what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5B7A1-FF53-43E5-946C-E0DFF32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Jewish festival of lights that lasts eight nights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38EFC-4C4B-4CDE-B780-DB133928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hanukkiah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lamp with eight festival lights and one helper 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9BB2-740A-4D6D-BA6A-8462B887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similarity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that two things are the same</a:t>
            </a:r>
          </a:p>
        </p:txBody>
      </p:sp>
    </p:spTree>
    <p:extLst>
      <p:ext uri="{BB962C8B-B14F-4D97-AF65-F5344CB8AC3E}">
        <p14:creationId xmlns:p14="http://schemas.microsoft.com/office/powerpoint/2010/main" val="2055461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9810A-0474-423A-B440-BEFC613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F6A50-F86E-4337-A3D3-65E9D0A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2fa53910d401d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42B13-1ADF-46C1-A43C-DC4004D2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celebration?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342DA-F14E-4E6F-90EF-F8DFE6D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card. Then tap the celebration it belongs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ECA45-8914-481B-BE16-AD30559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679991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3869D-43A7-4DEA-BA6C-F344D56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57D9D-F275-4031-A768-3AFEA10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01698-FD10-4808-8885-75B2416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thing Diwali and Hanukkah both use.</a:t>
            </a:r>
          </a:p>
        </p:txBody>
      </p:sp>
    </p:spTree>
    <p:extLst>
      <p:ext uri="{BB962C8B-B14F-4D97-AF65-F5344CB8AC3E}">
        <p14:creationId xmlns:p14="http://schemas.microsoft.com/office/powerpoint/2010/main" val="638222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83CE3-F039-431F-AC80-F6DF5DE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AA79-57C0-45C1-BAAE-D41DD59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F212D-4127-4058-85C5-2F9D8843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Diwali: Many Hindus, Sikhs and Jains celebrate Diwali. Families light diya lamps. For many the light stands for good overcoming evil. B Hanukkah: Hanukkah is a Jewish festival. It lasts eight nights. Each night one more light is lit on the hanukkiah. It recalls the Temple being rededicated and oil that lasted eight days.</a:t>
            </a:r>
          </a:p>
        </p:txBody>
      </p:sp>
    </p:spTree>
    <p:extLst>
      <p:ext uri="{BB962C8B-B14F-4D97-AF65-F5344CB8AC3E}">
        <p14:creationId xmlns:p14="http://schemas.microsoft.com/office/powerpoint/2010/main" val="1694615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73EF1-C287-4B0B-A6A7-C3736911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D808E-F69D-4984-84BF-56A66135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11B13-DFB1-47DC-92D9-B6E1F75E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Light. Both festivals use lamps or lights.</a:t>
            </a:r>
          </a:p>
        </p:txBody>
      </p:sp>
    </p:spTree>
    <p:extLst>
      <p:ext uri="{BB962C8B-B14F-4D97-AF65-F5344CB8AC3E}">
        <p14:creationId xmlns:p14="http://schemas.microsoft.com/office/powerpoint/2010/main" val="403637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46620-2379-40D7-BB61-3B118A95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66E91-942D-4EB3-9AD9-BB394B2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02B65-D48C-4B8C-AC9C-5DA34A4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How many nights does Hanukkah last? Eight nights.</a:t>
            </a:r>
          </a:p>
        </p:txBody>
      </p:sp>
    </p:spTree>
    <p:extLst>
      <p:ext uri="{BB962C8B-B14F-4D97-AF65-F5344CB8AC3E}">
        <p14:creationId xmlns:p14="http://schemas.microsoft.com/office/powerpoint/2010/main" val="1006691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FA4EF-D53C-4494-B71D-32D63C4C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33499-0FA9-4DBF-9F25-CEB1B06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59D48-87DA-4E21-BA6B-FEF57A2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feature: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B3980-5921-4BF1-B8B2-1991748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one similarity without calling the festivals the same.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5D21-E372-4325-AF43-4828FCF1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413145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5A717-FE1A-46EE-B60E-2432083E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1961-AE91-440D-96A2-0620A5B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AD7B2-A448-47FF-83ED-812DA067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Diya lamps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4C47A-C25E-461C-9167-D7D17DE0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Eight nights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D3EA4-9E64-4B5B-BD06-9773FE2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Light is used</a:t>
            </a:r>
          </a:p>
        </p:txBody>
      </p:sp>
    </p:spTree>
    <p:extLst>
      <p:ext uri="{BB962C8B-B14F-4D97-AF65-F5344CB8AC3E}">
        <p14:creationId xmlns:p14="http://schemas.microsoft.com/office/powerpoint/2010/main" val="6926963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8AEF-5ECB-4397-AA57-30D49B49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9EB46-9260-4C69-9B8C-2D3054C6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4D4D5-3C26-4400-8F7C-1631E336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three picture cards: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2E025-7591-43F4-A87F-9008C14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card that fits both.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D87EA-0FD2-41E0-9F80-3B03637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Both ___.</a:t>
            </a:r>
          </a:p>
        </p:txBody>
      </p:sp>
    </p:spTree>
    <p:extLst>
      <p:ext uri="{BB962C8B-B14F-4D97-AF65-F5344CB8AC3E}">
        <p14:creationId xmlns:p14="http://schemas.microsoft.com/office/powerpoint/2010/main" val="1466987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FD44D-24BC-47CD-B4E2-D83FA8A8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D479C-8236-4A72-BD8F-F0AB56A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A448C-6839-4E8D-BE7C-629EC70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the feature cards into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918F8-9091-4472-961C-5FD7F135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BA429-32B6-4322-950A-6C4D75CE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 one sentence: Both ___.</a:t>
            </a:r>
          </a:p>
        </p:txBody>
      </p:sp>
    </p:spTree>
    <p:extLst>
      <p:ext uri="{BB962C8B-B14F-4D97-AF65-F5344CB8AC3E}">
        <p14:creationId xmlns:p14="http://schemas.microsoft.com/office/powerpoint/2010/main" val="1185889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C9F46-4EDA-459A-A76B-F64120BA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A4E70-E370-4CF4-9BBD-1373012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47054-07B3-4FFC-AD5F-60E3C5C5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comparison with one similarity and one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7E29F-40C2-4EAB-96C5-6C4BB8A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“Both ___” sentence.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F9C8D-43A2-44F7-AA30-FA9EED5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story behind the light differs.</a:t>
            </a:r>
          </a:p>
        </p:txBody>
      </p:sp>
    </p:spTree>
    <p:extLst>
      <p:ext uri="{BB962C8B-B14F-4D97-AF65-F5344CB8AC3E}">
        <p14:creationId xmlns:p14="http://schemas.microsoft.com/office/powerpoint/2010/main" val="1519818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D35CE-4245-4DDD-94B9-AE2D2E01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B26F2-1827-4DBA-A5D4-AEAE769D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13AF-4F9A-4BEF-9FD8-597A3058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sorted cards and one 'Both...'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0BAE3-9B32-44A5-9650-A9F1B00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9F37A-D41B-4A60-A31D-BF7BDD0F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98448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04327-597B-4468-8A60-F444584F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4E4FB-52EE-46F1-9D8E-2A21FC6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9150C-ECF3-461A-9D86-58BC8AA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thing Diwali and Hanukkah both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E7DE4-C9EB-4265-A6B8-DA982F9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many nights does Hanukkah last?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A4C4A-10E0-49FF-A8D1-844CC02E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68718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1789E-60A4-43F4-AA2D-1AB9011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ED3A2-C9E7-49AA-8A19-9C77B4D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CAAC-0FDD-4E79-AF47-3952CE7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Hindus, Sikhs and Jains celebrate Diwali. Families light diya lamps. For many the light stands for good overcoming evil.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B3118-D727-4891-844B-0E875D0F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A296E-41BF-4527-B546-9EC1D203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8362302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03853-059E-4C8C-9E9E-03AE9845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3B677-1171-4E08-9C0E-19A9221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06BE5-43D6-46B1-8842-FCBECC7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festival. It lasts eight nights. Each night one more light is lit on the hanukkiah. It recalls the Temple being rededicated and oil that lasted eight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42F63-A21D-4668-AAC2-64C65121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E716D-E14B-4D09-AA0A-8ECAF8F5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Jewish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9733256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E4CFD-DD1F-4AA5-AF34-C96EC37F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Both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0D175-62AB-424D-9DB3-03C749F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A4AFA-C298-4BA4-BBC9-23AE646D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Both festivals use light. Both bring families together. Both are linked to stories that matter to the people who celebrate.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60B52-2117-4F90-841D-EF6BDCEF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70C04-2897-40C7-8875-1064DDD8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Sharing a feature does not make two festivals the same.</a:t>
            </a:r>
          </a:p>
        </p:txBody>
      </p:sp>
    </p:spTree>
    <p:extLst>
      <p:ext uri="{BB962C8B-B14F-4D97-AF65-F5344CB8AC3E}">
        <p14:creationId xmlns:p14="http://schemas.microsoft.com/office/powerpoint/2010/main" val="20341993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46DF5-17E1-47DF-8927-48F838E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Comparing fairly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4FD0C-A43F-4C50-AE17-BFBC4D8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C5A8D-2E98-4064-B59D-B9C4905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 compare to understand, not to decide which is better. Start with one fact for each celebration.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954AD-A873-4746-9A3B-F072FF2A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805F0-EC32-42E9-B045-F2A0FA8D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comparison of two festivals leaves out many others.</a:t>
            </a:r>
          </a:p>
        </p:txBody>
      </p:sp>
    </p:spTree>
    <p:extLst>
      <p:ext uri="{BB962C8B-B14F-4D97-AF65-F5344CB8AC3E}">
        <p14:creationId xmlns:p14="http://schemas.microsoft.com/office/powerpoint/2010/main" val="1751774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2026-09-19T18:24:24.4090000Z</dcterms:created>
  <dcterms:modified xsi:type="dcterms:W3CDTF">2026-09-19T18:24:24.4090000Z</dcterms:modified>
</coreProperties>
</file>