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43f848097ac243ea" Type="http://schemas.openxmlformats.org/officeDocument/2006/relationships/officeDocument" Target="ppt/presentation.xml"/><Relationship Id="R7ef886bf862d416f" Type="http://schemas.openxmlformats.org/package/2006/relationships/metadata/core-properties" Target="docProps/core.xml"/><Relationship Id="Re57bcb0dcd24467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fe71a61f3041f8"/>
  </p:sldMasterIdLst>
  <p:notesMasterIdLst>
    <p:notesMasterId xmlns:r="http://schemas.openxmlformats.org/officeDocument/2006/relationships" r:id="R17416d855722483a"/>
  </p:notesMasterIdLst>
  <p:sldIdLst>
    <p:sldId xmlns:r="http://schemas.openxmlformats.org/officeDocument/2006/relationships" id="256" r:id="Rd4ca96d5081e4ae3"/>
    <p:sldId xmlns:r="http://schemas.openxmlformats.org/officeDocument/2006/relationships" id="257" r:id="Rfc16f25025b84188"/>
    <p:sldId xmlns:r="http://schemas.openxmlformats.org/officeDocument/2006/relationships" id="258" r:id="R0ba89dea1a4c4dc6"/>
    <p:sldId xmlns:r="http://schemas.openxmlformats.org/officeDocument/2006/relationships" id="259" r:id="Rb566fc0fa4ad463f"/>
    <p:sldId xmlns:r="http://schemas.openxmlformats.org/officeDocument/2006/relationships" id="260" r:id="R2407283574f842c8"/>
    <p:sldId xmlns:r="http://schemas.openxmlformats.org/officeDocument/2006/relationships" id="261" r:id="R16babf3d706a469f"/>
    <p:sldId xmlns:r="http://schemas.openxmlformats.org/officeDocument/2006/relationships" id="262" r:id="R50cd02e999f2449d"/>
    <p:sldId xmlns:r="http://schemas.openxmlformats.org/officeDocument/2006/relationships" id="263" r:id="R2dd1976863b44d14"/>
    <p:sldId xmlns:r="http://schemas.openxmlformats.org/officeDocument/2006/relationships" id="264" r:id="Ra5d9b64d7e6c480f"/>
    <p:sldId xmlns:r="http://schemas.openxmlformats.org/officeDocument/2006/relationships" id="265" r:id="Re3cd053884274e29"/>
    <p:sldId xmlns:r="http://schemas.openxmlformats.org/officeDocument/2006/relationships" id="266" r:id="R1ed8eb75de304961"/>
    <p:sldId xmlns:r="http://schemas.openxmlformats.org/officeDocument/2006/relationships" id="267" r:id="R3cc797a15bad4e6e"/>
    <p:sldId xmlns:r="http://schemas.openxmlformats.org/officeDocument/2006/relationships" id="268" r:id="R9bdc5610b39e4c05"/>
    <p:sldId xmlns:r="http://schemas.openxmlformats.org/officeDocument/2006/relationships" id="269" r:id="Rba96a3f3733c4b0e"/>
    <p:sldId xmlns:r="http://schemas.openxmlformats.org/officeDocument/2006/relationships" id="270" r:id="R0a6d86aa052042ca"/>
    <p:sldId xmlns:r="http://schemas.openxmlformats.org/officeDocument/2006/relationships" id="271" r:id="R186d292d62e14606"/>
    <p:sldId xmlns:r="http://schemas.openxmlformats.org/officeDocument/2006/relationships" id="272" r:id="R147523a656cb42db"/>
    <p:sldId xmlns:r="http://schemas.openxmlformats.org/officeDocument/2006/relationships" id="273" r:id="R75e67f6bc5824059"/>
    <p:sldId xmlns:r="http://schemas.openxmlformats.org/officeDocument/2006/relationships" id="274" r:id="R0b357666d1e848c6"/>
    <p:sldId xmlns:r="http://schemas.openxmlformats.org/officeDocument/2006/relationships" id="275" r:id="Rc02694b2432e44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a6d86aa052042ca" Type="http://schemas.openxmlformats.org/officeDocument/2006/relationships/slide" Target="slides/slide15.xml"/><Relationship Id="R0b357666d1e848c6" Type="http://schemas.openxmlformats.org/officeDocument/2006/relationships/slide" Target="slides/slide19.xml"/><Relationship Id="R0ba89dea1a4c4dc6" Type="http://schemas.openxmlformats.org/officeDocument/2006/relationships/slide" Target="slides/slide3.xml"/><Relationship Id="R147523a656cb42db" Type="http://schemas.openxmlformats.org/officeDocument/2006/relationships/slide" Target="slides/slide17.xml"/><Relationship Id="R16babf3d706a469f" Type="http://schemas.openxmlformats.org/officeDocument/2006/relationships/slide" Target="slides/slide6.xml"/><Relationship Id="R17416d855722483a" Type="http://schemas.openxmlformats.org/officeDocument/2006/relationships/notesMaster" Target="notesMasters/notesMaster1.xml"/><Relationship Id="R186d292d62e14606" Type="http://schemas.openxmlformats.org/officeDocument/2006/relationships/slide" Target="slides/slide16.xml"/><Relationship Id="R1ed8eb75de304961" Type="http://schemas.openxmlformats.org/officeDocument/2006/relationships/slide" Target="slides/slide11.xml"/><Relationship Id="R2407283574f842c8" Type="http://schemas.openxmlformats.org/officeDocument/2006/relationships/slide" Target="slides/slide5.xml"/><Relationship Id="R2dd1976863b44d14" Type="http://schemas.openxmlformats.org/officeDocument/2006/relationships/slide" Target="slides/slide8.xml"/><Relationship Id="R2f036eeb9ba14dc2" Type="http://schemas.openxmlformats.org/officeDocument/2006/relationships/tableStyles" Target="tableStyles.xml"/><Relationship Id="R3cc797a15bad4e6e" Type="http://schemas.openxmlformats.org/officeDocument/2006/relationships/slide" Target="slides/slide12.xml"/><Relationship Id="R50cd02e999f2449d" Type="http://schemas.openxmlformats.org/officeDocument/2006/relationships/slide" Target="slides/slide7.xml"/><Relationship Id="R75e67f6bc5824059" Type="http://schemas.openxmlformats.org/officeDocument/2006/relationships/slide" Target="slides/slide18.xml"/><Relationship Id="R7dc6b03bb096495f" Type="http://schemas.openxmlformats.org/officeDocument/2006/relationships/theme" Target="theme/theme1.xml"/><Relationship Id="R978f5395c35647df" Type="http://schemas.openxmlformats.org/officeDocument/2006/relationships/presProps" Target="presProps.xml"/><Relationship Id="R9bdc5610b39e4c05" Type="http://schemas.openxmlformats.org/officeDocument/2006/relationships/slide" Target="slides/slide13.xml"/><Relationship Id="Ra5d9b64d7e6c480f" Type="http://schemas.openxmlformats.org/officeDocument/2006/relationships/slide" Target="slides/slide9.xml"/><Relationship Id="Rb566fc0fa4ad463f" Type="http://schemas.openxmlformats.org/officeDocument/2006/relationships/slide" Target="slides/slide4.xml"/><Relationship Id="Rba96a3f3733c4b0e" Type="http://schemas.openxmlformats.org/officeDocument/2006/relationships/slide" Target="slides/slide14.xml"/><Relationship Id="Rc02694b2432e443b" Type="http://schemas.openxmlformats.org/officeDocument/2006/relationships/slide" Target="slides/slide20.xml"/><Relationship Id="Rd4ca96d5081e4ae3" Type="http://schemas.openxmlformats.org/officeDocument/2006/relationships/slide" Target="slides/slide1.xml"/><Relationship Id="Rd9fe71a61f3041f8" Type="http://schemas.openxmlformats.org/officeDocument/2006/relationships/slideMaster" Target="slideMasters/slideMaster1.xml"/><Relationship Id="Re3cd053884274e29" Type="http://schemas.openxmlformats.org/officeDocument/2006/relationships/slide" Target="slides/slide10.xml"/><Relationship Id="Rfc16f25025b8418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fb994826cb0d468d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8fa148fee1f4ebb" Type="http://schemas.openxmlformats.org/officeDocument/2006/relationships/notesMaster" Target="../notesMasters/notesMaster1.xml"/><Relationship Id="R68ca27c88fa747ec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76831389a2964f50" Type="http://schemas.openxmlformats.org/officeDocument/2006/relationships/notesMaster" Target="../notesMasters/notesMaster1.xml"/><Relationship Id="R9002d08174eb4d6a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4fa154c5d5cd450f" Type="http://schemas.openxmlformats.org/officeDocument/2006/relationships/notesMaster" Target="../notesMasters/notesMaster1.xml"/><Relationship Id="R5f2fdc82f2434d64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a0c058ae210a4c4c" Type="http://schemas.openxmlformats.org/officeDocument/2006/relationships/notesMaster" Target="../notesMasters/notesMaster1.xml"/><Relationship Id="Rcd8c0d4e7cc34514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3173f6d3fe824bdc" Type="http://schemas.openxmlformats.org/officeDocument/2006/relationships/notesMaster" Target="../notesMasters/notesMaster1.xml"/><Relationship Id="Rfe345c46cec942ab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c73df44f9a96449e" Type="http://schemas.openxmlformats.org/officeDocument/2006/relationships/notesMaster" Target="../notesMasters/notesMaster1.xml"/><Relationship Id="Rdff0632a73e6451e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0261046fa8cb4ca8" Type="http://schemas.openxmlformats.org/officeDocument/2006/relationships/slide" Target="../slides/slide7.xml"/><Relationship Id="R34a02e9d14b3459e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331bb03b256246e7" Type="http://schemas.openxmlformats.org/officeDocument/2006/relationships/slide" Target="../slides/slide8.xml"/><Relationship Id="Re038b52666cd487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52a28ffd5493482c" Type="http://schemas.openxmlformats.org/officeDocument/2006/relationships/slide" Target="../slides/slide9.xml"/><Relationship Id="Ra71139133f1c43f8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06af3de007be40f1" Type="http://schemas.openxmlformats.org/officeDocument/2006/relationships/notesMaster" Target="../notesMasters/notesMaster1.xml"/><Relationship Id="R40aeba2299114eee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b96006fa469d467e" Type="http://schemas.openxmlformats.org/officeDocument/2006/relationships/notesMaster" Target="../notesMasters/notesMaster1.xml"/><Relationship Id="Rd27d0d3053104038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4b224d42b98247e5" Type="http://schemas.openxmlformats.org/officeDocument/2006/relationships/slide" Target="../slides/slide12.xml"/><Relationship Id="Rca1a07cb4f964640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2fb3dbe3a94348ba" Type="http://schemas.openxmlformats.org/officeDocument/2006/relationships/notesMaster" Target="../notesMasters/notesMaster1.xml"/><Relationship Id="Re6bf0757d6d74279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24197b3e0fae4db5" Type="http://schemas.openxmlformats.org/officeDocument/2006/relationships/notesMaster" Target="../notesMasters/notesMaster1.xml"/><Relationship Id="R5c46f82fc1244c5b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509280b0236a4cfd" Type="http://schemas.openxmlformats.org/officeDocument/2006/relationships/notesMaster" Target="../notesMasters/notesMaster1.xml"/><Relationship Id="Ree0ed3eadb604f09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2063aa146ad8481e" Type="http://schemas.openxmlformats.org/officeDocument/2006/relationships/slide" Target="../slides/slide16.xml"/><Relationship Id="Rb60fbdb6d4cc4fa6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0a055f7bdfb04246" Type="http://schemas.openxmlformats.org/officeDocument/2006/relationships/slide" Target="../slides/slide17.xml"/><Relationship Id="Re888fad162cc40da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27ea8e2a99c64bdb" Type="http://schemas.openxmlformats.org/officeDocument/2006/relationships/notesMaster" Target="../notesMasters/notesMaster1.xml"/><Relationship Id="Rb1189b91dd2b4cf0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08031a6def0f4b8a" Type="http://schemas.openxmlformats.org/officeDocument/2006/relationships/notesMaster" Target="../notesMasters/notesMaster1.xml"/><Relationship Id="Rec4d2722187b42a7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b685a5d26faa402c" Type="http://schemas.openxmlformats.org/officeDocument/2006/relationships/slide" Target="../slides/slide20.xml"/><Relationship Id="Re959da7e255a409a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artwork with one explained meaning; observed respectful participation.</a:t>
            </a:r>
          </a:p>
          <a:p xmlns:a="http://schemas.openxmlformats.org/drawingml/2006/main">
            <a:r>
              <a:t>Choice of practical activity; no requirement to share; no real flame; drawing/colouring rather than writing; opt-out equivalent task.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They light rows of lamps.</a:t>
            </a:r>
          </a:p>
          <a:p xmlns:a="http://schemas.openxmlformats.org/drawingml/2006/main">
            <a:r>
              <a:t>Choose: A way of marking a special time OR Showing devotion to God or gods. Answer: A way of marking a special time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 or read one relevant card together. Answer: No. It is learning about a celebration.</a:t>
            </a:r>
          </a:p>
          <a:p xmlns:a="http://schemas.openxmlformats.org/drawingml/2006/main">
            <a:r>
              <a:t>Give a reason when ready. Answer: Battery lights only. No real flame.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artwork with one explained meaning; observed respectful participation.</a:t>
            </a:r>
          </a:p>
          <a:p xmlns:a="http://schemas.openxmlformats.org/drawingml/2006/main">
            <a:r>
              <a:t>Choice of practical activity; no requirement to share; no real flame; drawing/colouring rather than writing; opt-out equivalent task.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artwork with one explained meaning; observed respectful participation.</a:t>
            </a:r>
          </a:p>
          <a:p xmlns:a="http://schemas.openxmlformats.org/drawingml/2006/main">
            <a:r>
              <a:t>Choice of practical activity; no requirement to share; no real flame; drawing/colouring rather than writing; opt-out equivalent task.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artwork with one explained meaning; observed respectful participation.</a:t>
            </a:r>
          </a:p>
          <a:p xmlns:a="http://schemas.openxmlformats.org/drawingml/2006/main">
            <a:r>
              <a:t>Choice of practical activity; no requirement to share; no real flame; drawing/colouring rather than writing; opt-out equivalent task.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artwork with one explained meaning; observed respectful participation.</a:t>
            </a:r>
          </a:p>
          <a:p xmlns:a="http://schemas.openxmlformats.org/drawingml/2006/main">
            <a:r>
              <a:t>Choice of practical activity; no requirement to share; no real flame; drawing/colouring rather than writing; opt-out equivalent task.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artwork with one explained meaning; observed respectful participation.</a:t>
            </a:r>
          </a:p>
          <a:p xmlns:a="http://schemas.openxmlformats.org/drawingml/2006/main">
            <a:r>
              <a:t>Choice of practical activity; no requirement to share; no real flame; drawing/colouring rather than writing; opt-out equivalent task.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Decide whether each action is respectful in our activity. Say or show what helped you decide.</a:t>
            </a:r>
          </a:p>
          <a:p xmlns:a="http://schemas.openxmlformats.org/drawingml/2006/main">
            <a:r>
              <a:t>Explain the difference between learning about a celebration and worship.</a:t>
            </a:r>
          </a:p>
          <a:p xmlns:a="http://schemas.openxmlformats.org/drawingml/2006/main">
            <a:r>
              <a:t>F: artwork with one explained meaning; observed respectful participation.</a:t>
            </a:r>
          </a:p>
          <a:p xmlns:a="http://schemas.openxmlformats.org/drawingml/2006/main">
            <a:r>
              <a:t>Choice of practical activity; no requirement to share; no real flame; drawing/colouring rather than writing; opt-out equivalent task.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what a symbol means before using it — Respectful — Asking shows care for what the symbol means.</a:t>
            </a:r>
          </a:p>
          <a:p xmlns:a="http://schemas.openxmlformats.org/drawingml/2006/main">
            <a:r>
              <a:t>Laugh at someone’s pattern — Needs changing — Kind words keep the activity safe for everyone.</a:t>
            </a:r>
          </a:p>
          <a:p xmlns:a="http://schemas.openxmlformats.org/drawingml/2006/main">
            <a:r>
              <a:t>Use a battery light, not a flame — Respectful — It follows our safety rule.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My ___ shows ___. It means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artwork with one explained meaning; observed respectful participation.</a:t>
            </a:r>
          </a:p>
          <a:p xmlns:a="http://schemas.openxmlformats.org/drawingml/2006/main">
            <a:r>
              <a:t>Choice of practical activity; no requirement to share; no real flame; drawing/colouring rather than writing; opt-out equivalent task.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My ___ shows ___. It means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artwork with one explained meaning; observed respectful participation.</a:t>
            </a:r>
          </a:p>
          <a:p xmlns:a="http://schemas.openxmlformats.org/drawingml/2006/main">
            <a:r>
              <a:t>Choice of practical activity; no requirement to share; no real flame; drawing/colouring rather than writing; opt-out equivalent task.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the difference between learning about a celebration and worship.</a:t>
            </a:r>
          </a:p>
          <a:p xmlns:a="http://schemas.openxmlformats.org/drawingml/2006/main">
            <a:r>
              <a:t>F: artwork with one explained meaning; observed respectful participation.</a:t>
            </a:r>
          </a:p>
          <a:p xmlns:a="http://schemas.openxmlformats.org/drawingml/2006/main">
            <a:r>
              <a:t>Choice of practical activity; no requirement to share; no real flame; drawing/colouring rather than writing; opt-out equivalent task.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artwork with one explained meaning; observed respectful participation.</a:t>
            </a:r>
          </a:p>
          <a:p xmlns:a="http://schemas.openxmlformats.org/drawingml/2006/main">
            <a:r>
              <a:t>Choice of practical activity; no requirement to share; no real flame; drawing/colouring rather than writing; opt-out equivalent task.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No. It is learning about a celebration.</a:t>
            </a:r>
          </a:p>
          <a:p xmlns:a="http://schemas.openxmlformats.org/drawingml/2006/main">
            <a:r>
              <a:t>Battery lights only. No real flame.</a:t>
            </a:r>
          </a:p>
          <a:p xmlns:a="http://schemas.openxmlformats.org/drawingml/2006/main">
            <a:r>
              <a:t>Support: My ___ shows ___. It means ___.</a:t>
            </a:r>
          </a:p>
          <a:p xmlns:a="http://schemas.openxmlformats.org/drawingml/2006/main">
            <a:r>
              <a:t>Extension: Explain the difference between learning about a celebration and worship.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artwork with one explained meaning; observed respectful participation.</a:t>
            </a:r>
          </a:p>
          <a:p xmlns:a="http://schemas.openxmlformats.org/drawingml/2006/main">
            <a:r>
              <a:t>Choice of practical activity; no requirement to share; no real flame; drawing/colouring rather than writing; opt-out equivalent task.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artwork with one explained meaning; observed respectful participation.</a:t>
            </a:r>
          </a:p>
          <a:p xmlns:a="http://schemas.openxmlformats.org/drawingml/2006/main">
            <a:r>
              <a:t>Choice of practical activity; no requirement to share; no real flame; drawing/colouring rather than writing; opt-out equivalent task.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artwork with one explained meaning; observed respectful participation.</a:t>
            </a:r>
          </a:p>
          <a:p xmlns:a="http://schemas.openxmlformats.org/drawingml/2006/main">
            <a:r>
              <a:t>Choice of practical activity; no requirement to share; no real flame; drawing/colouring rather than writing; opt-out equivalent task.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artwork with one explained meaning; observed respectful participation.</a:t>
            </a:r>
          </a:p>
          <a:p xmlns:a="http://schemas.openxmlformats.org/drawingml/2006/main">
            <a:r>
              <a:t>Choice of practical activity; no requirement to share; no real flame; drawing/colouring rather than writing; opt-out equivalent task.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324777804ebd427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4c5b443a1944020" Type="http://schemas.openxmlformats.org/officeDocument/2006/relationships/slideLayout" Target="../slideLayouts/slideLayout1.xml"/><Relationship Id="R71d0f75d853d4e1d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c5b443a19440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751707572cef4637" Type="http://schemas.openxmlformats.org/officeDocument/2006/relationships/notesSlide" Target="../notesSlides/notesSlide1.xml"/><Relationship Id="Rea411bb01cd14760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322c8c6a908c45bd" Type="http://schemas.openxmlformats.org/officeDocument/2006/relationships/notesSlide" Target="../notesSlides/notesSlide2.xml"/><Relationship Id="Rc221dcd0bc0e47df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078ad449036f48c4" Type="http://schemas.openxmlformats.org/officeDocument/2006/relationships/slideLayout" Target="../slideLayouts/slideLayout1.xml"/><Relationship Id="Rf36ebcd664ca4bc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31aec9c3661048bb" Type="http://schemas.openxmlformats.org/officeDocument/2006/relationships/notesSlide" Target="../notesSlides/notesSlide4.xml"/><Relationship Id="R9b1b632ce0ac478d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35ea5325192345b5" Type="http://schemas.openxmlformats.org/officeDocument/2006/relationships/image" Target="../media/image.png"/><Relationship Id="Rb7635119b8a14a49" Type="http://schemas.openxmlformats.org/officeDocument/2006/relationships/notesSlide" Target="../notesSlides/notesSlide5.xml"/><Relationship Id="Rfd9faa14057c421a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75e14a2215f64156" Type="http://schemas.openxmlformats.org/officeDocument/2006/relationships/slideLayout" Target="../slideLayouts/slideLayout1.xml"/><Relationship Id="R8f2fb8a967e7441b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a8f1dd178d72420c" Type="http://schemas.openxmlformats.org/officeDocument/2006/relationships/notesSlide" Target="../notesSlides/notesSlide7.xml"/><Relationship Id="Rcff2dde794a649c9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9c5afb48ceab44ce" Type="http://schemas.openxmlformats.org/officeDocument/2006/relationships/slideLayout" Target="../slideLayouts/slideLayout1.xml"/><Relationship Id="Rcba59e4c09f44241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d4a19b770dfc4900" Type="http://schemas.openxmlformats.org/officeDocument/2006/relationships/slideLayout" Target="../slideLayouts/slideLayout1.xml"/><Relationship Id="Re3b5c4cb5e23414a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0bd524ec9c274511" Type="http://schemas.openxmlformats.org/officeDocument/2006/relationships/notesSlide" Target="../notesSlides/notesSlide10.xml"/><Relationship Id="R636b66b5b70b4a64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71f54a5a51ee46f6" Type="http://schemas.openxmlformats.org/officeDocument/2006/relationships/notesSlide" Target="../notesSlides/notesSlide11.xml"/><Relationship Id="Rb5e3d520d03c4585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608e8975bf2e4ee3" Type="http://schemas.openxmlformats.org/officeDocument/2006/relationships/notesSlide" Target="../notesSlides/notesSlide12.xml"/><Relationship Id="Rb281f41fc3754ae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2a7ead3e50384082" Type="http://schemas.openxmlformats.org/officeDocument/2006/relationships/notesSlide" Target="../notesSlides/notesSlide13.xml"/><Relationship Id="Re6f30504316745c4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80bc591568a149d2" Type="http://schemas.openxmlformats.org/officeDocument/2006/relationships/notesSlide" Target="../notesSlides/notesSlide14.xml"/><Relationship Id="Rd59570ecf232477e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29ff27a528da4c24" Type="http://schemas.openxmlformats.org/officeDocument/2006/relationships/notesSlide" Target="../notesSlides/notesSlide15.xml"/><Relationship Id="R652c7624dc6f4c3e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86d728e6abd94b15" Type="http://schemas.openxmlformats.org/officeDocument/2006/relationships/slideLayout" Target="../slideLayouts/slideLayout1.xml"/><Relationship Id="Re0734e8d9cd64a2e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23c2f2ce20e443eb" Type="http://schemas.openxmlformats.org/officeDocument/2006/relationships/slideLayout" Target="../slideLayouts/slideLayout1.xml"/><Relationship Id="R92d32635a72c48fc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1acb4be8b4dc47c6" Type="http://schemas.openxmlformats.org/officeDocument/2006/relationships/notesSlide" Target="../notesSlides/notesSlide18.xml"/><Relationship Id="R1e6ed62831904240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5d4fb27b8da34aa9" Type="http://schemas.openxmlformats.org/officeDocument/2006/relationships/slideLayout" Target="../slideLayouts/slideLayout1.xml"/><Relationship Id="Rdfd15c81e0784d7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611cc7af55f14b9b" Type="http://schemas.openxmlformats.org/officeDocument/2006/relationships/slideLayout" Target="../slideLayouts/slideLayout1.xml"/><Relationship Id="R90018738de274815" Type="http://schemas.openxmlformats.org/officeDocument/2006/relationships/notesSlide" Target="../notesSlides/notesSlide2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675A6-D492-4C6F-97BE-2A4D95EC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Taking part respectfully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9B272-968E-4C7F-A3FD-43BEFD3A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W4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223DB-2A40-497E-808A-FBD7BBBE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Take part respectfully in a classroom celebration activity.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0DC29-B3D1-4968-BA97-162BFE68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RE &amp; World Views / Autumn 2 / Week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DCADB-11E0-475A-A669-A74D7700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7653048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2E1D3-9D98-4FA1-A6DD-E92BA35B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9C712-A20E-4E73-A6FC-F268AB89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W4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0B6C1-1EDB-4308-82B7-20BE23A1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do people do to welcome Rama and Sita home?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8C15B-5930-4005-8EF4-51C2F8A8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celebration?</a:t>
            </a:r>
          </a:p>
        </p:txBody>
      </p:sp>
    </p:spTree>
    <p:extLst>
      <p:ext uri="{BB962C8B-B14F-4D97-AF65-F5344CB8AC3E}">
        <p14:creationId xmlns:p14="http://schemas.microsoft.com/office/powerpoint/2010/main" val="10501596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CE308-0BE2-42C4-ABA0-7A8A1BA8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EDBB0-768B-46FC-9E7E-837E30E8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W4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D4F8B-58C8-44D5-B35E-E3247433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Is making a rangoli-style pattern in class worship?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652C5-35AB-427C-B683-12AD6E50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Which kind of light do we use in the classroom?</a:t>
            </a:r>
          </a:p>
        </p:txBody>
      </p:sp>
    </p:spTree>
    <p:extLst>
      <p:ext uri="{BB962C8B-B14F-4D97-AF65-F5344CB8AC3E}">
        <p14:creationId xmlns:p14="http://schemas.microsoft.com/office/powerpoint/2010/main" val="194538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9D869-0971-476F-81FB-E1383A4B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50840-411B-48EE-865A-A83EBC7C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W4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4A586-D0E3-4716-A265-8C6A0247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celebration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way of marking a special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F1633-0993-4B8C-A34B-172EC436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worship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Showing devotion to God or gods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B4EAD-1C8B-43E5-9A46-55ED6E61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symbol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that stands for an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752CD-53F0-45D0-A0AE-C642E179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respect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Treating people and things with care</a:t>
            </a:r>
          </a:p>
        </p:txBody>
      </p:sp>
    </p:spTree>
    <p:extLst>
      <p:ext uri="{BB962C8B-B14F-4D97-AF65-F5344CB8AC3E}">
        <p14:creationId xmlns:p14="http://schemas.microsoft.com/office/powerpoint/2010/main" val="11763123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C2B48-ACE1-4E66-9555-C8F8C814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0FB8B-C7ED-49EA-BE9C-0BC1B3B4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W4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ea5325192345b5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05D96-E745-46FA-A4CE-39565974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Respectful or not respectful?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B56C28-953F-41CC-BA20-1BBE0C6A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Tap a card. Then tap the box it belongs 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36E2C-A289-4427-AD61-5A550ABE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17339423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3D0FA-463A-41CE-97B0-600B7012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3AB95-7749-4F12-A414-6D7745E3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W4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99333-F7D5-4074-8FC2-1DFA8561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Is making a rangoli-style pattern in class worship?</a:t>
            </a:r>
          </a:p>
        </p:txBody>
      </p:sp>
    </p:spTree>
    <p:extLst>
      <p:ext uri="{BB962C8B-B14F-4D97-AF65-F5344CB8AC3E}">
        <p14:creationId xmlns:p14="http://schemas.microsoft.com/office/powerpoint/2010/main" val="3590157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47131-FD70-4A03-9A7A-ACEAF47C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59804-9D27-4C24-9C83-1D2D13D9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W4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89849-B323-4759-B84B-081DA11B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A Learning, not worship: In RE we learn about celebrations. Making a pattern or a card in class is learning. It is not worship, and nobody is asked to share a belief.</a:t>
            </a:r>
          </a:p>
        </p:txBody>
      </p:sp>
    </p:spTree>
    <p:extLst>
      <p:ext uri="{BB962C8B-B14F-4D97-AF65-F5344CB8AC3E}">
        <p14:creationId xmlns:p14="http://schemas.microsoft.com/office/powerpoint/2010/main" val="654729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D8DB9-E18D-48EC-A931-C179E550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759E4-C454-46AE-94DC-3732682D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W4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5856B-73C9-4B96-A8D0-927098BB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No. It is learning about a celebration.</a:t>
            </a:r>
          </a:p>
        </p:txBody>
      </p:sp>
    </p:spTree>
    <p:extLst>
      <p:ext uri="{BB962C8B-B14F-4D97-AF65-F5344CB8AC3E}">
        <p14:creationId xmlns:p14="http://schemas.microsoft.com/office/powerpoint/2010/main" val="11791272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D27C7-EF5E-4933-AAF7-A88CDA90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DF741-C9AA-4758-BB25-3633ADB9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W4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307FB-8864-4526-A86F-A43DF654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Which kind of light do we use in the classroom? Battery lights only. No real flame.</a:t>
            </a:r>
          </a:p>
        </p:txBody>
      </p:sp>
    </p:spTree>
    <p:extLst>
      <p:ext uri="{BB962C8B-B14F-4D97-AF65-F5344CB8AC3E}">
        <p14:creationId xmlns:p14="http://schemas.microsoft.com/office/powerpoint/2010/main" val="709932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45C8C-E320-42B5-AE58-13EAE89C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68637-C3CA-4222-A29F-79546764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W4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6F115-2390-4B6C-B74D-85CEEADA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Decide whether each action is respectful in our activity.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01FE6-6046-40BC-BFDA-3178EEB5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how the action could be changed if needed.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EC406-D12C-44FB-8A01-4DA1BA42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6417705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8713A-9212-4A7C-A3DF-34957353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213FE-3A67-4B2A-B04B-20F323A5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W4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B0328-F1F9-45CA-AB11-B0976B46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Ask what a symbol means before using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C4A43-8F57-4969-843D-2E275535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Laugh at someone’s pattern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CB982-C473-4DCB-858F-B14143C6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a battery light, not a flame</a:t>
            </a:r>
          </a:p>
        </p:txBody>
      </p:sp>
    </p:spTree>
    <p:extLst>
      <p:ext uri="{BB962C8B-B14F-4D97-AF65-F5344CB8AC3E}">
        <p14:creationId xmlns:p14="http://schemas.microsoft.com/office/powerpoint/2010/main" val="9883964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94A76-3D08-45BF-B3ED-5D3507BC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27E57-F614-4381-A431-083B8DAF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W4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89A4C-BE90-47DF-899C-C9BA7309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a template: card, pattern or decoration.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CD0B4-1319-4D38-89AA-BC29BE60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Colour or build it using the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7751E-CA26-4D4F-871D-A6BEF331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or say one thing it means.</a:t>
            </a:r>
          </a:p>
        </p:txBody>
      </p:sp>
    </p:spTree>
    <p:extLst>
      <p:ext uri="{BB962C8B-B14F-4D97-AF65-F5344CB8AC3E}">
        <p14:creationId xmlns:p14="http://schemas.microsoft.com/office/powerpoint/2010/main" val="16202837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81990-81E5-4C0C-96CC-5FD58B47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F6EAF-16E7-49D7-8E98-D3FFB421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W4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A9783-9FB7-4EC7-9316-FA5253F9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light-themed card, pattern, decoration or symbol drawing.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D06BE-CB51-4CF9-BAB8-5EC5C839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one symbol from the festival images.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17B83-EAD5-45CA-ABB3-62D77795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meaning of your symbol.</a:t>
            </a:r>
          </a:p>
        </p:txBody>
      </p:sp>
    </p:spTree>
    <p:extLst>
      <p:ext uri="{BB962C8B-B14F-4D97-AF65-F5344CB8AC3E}">
        <p14:creationId xmlns:p14="http://schemas.microsoft.com/office/powerpoint/2010/main" val="18800162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E37E4-1B22-412C-ACE8-77BA71C8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A4801-CA22-454C-808E-8E49C75E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W4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44463-48AE-4A25-BEDA-9B0490AB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your piece using at least one symbol.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4FBFE-5380-4913-8212-9763714F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the meaning of the symbol to a partner or adult.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B9111-E817-4242-98C1-AA0DB4DC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your work is learning and not worship.</a:t>
            </a:r>
          </a:p>
        </p:txBody>
      </p:sp>
    </p:spTree>
    <p:extLst>
      <p:ext uri="{BB962C8B-B14F-4D97-AF65-F5344CB8AC3E}">
        <p14:creationId xmlns:p14="http://schemas.microsoft.com/office/powerpoint/2010/main" val="2206646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BDC90-BA03-4BE4-98B0-6C2AE434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4C7FD-CB17-4237-85CF-0ADCC47E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W4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60A2C-D70D-4A70-8A1B-347FD301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artwork with one explained meaning; observed respectful participation.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B04C6-1D5A-4A0D-85D3-9462BCBD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A3182-01D0-4C4D-801D-DFBB4278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34088125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E0A4F-F5F1-48F2-B1F5-10B984B2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677F0-A948-4DD4-BFF3-9512A759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W4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BDD78-70C9-4513-9383-246CE4D3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Is making a rangoli-style pattern in class worship?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9CA09-6D60-45BE-A49D-495E0CF5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Which kind of light do we use in the classroom?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051CD-96F0-4741-A26A-C21E10DC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9905912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5BC0C-ACBD-493B-8A62-7362935F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A Learning, not worship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E402D-100C-4F6B-AC3E-F0658F77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W4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717C5-FC50-4C55-B48D-1F526C4D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 RE we learn about celebrations. Making a pattern or a card in class is learning. It is not worship, and nobody is asked to share a belief.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BD7C8-73FF-4270-AE53-8DDB0588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84A41-3AAD-4D30-9F68-6254C3EC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Pupils and families hold different views. Anyone can choose an equivalent task.</a:t>
            </a:r>
          </a:p>
        </p:txBody>
      </p:sp>
    </p:spTree>
    <p:extLst>
      <p:ext uri="{BB962C8B-B14F-4D97-AF65-F5344CB8AC3E}">
        <p14:creationId xmlns:p14="http://schemas.microsoft.com/office/powerpoint/2010/main" val="120374999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CBA6C-0B0D-4D66-B1EB-DF62D691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B Our activity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AC824-4680-403D-BCB8-D0B33FCE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W4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81676-9F1E-47AB-9AB6-5F46DA73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one: a light-themed card, a rangoli-style pattern, a paper decoration or a symbol drawing. We use battery lights only. No real flame.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9694A-F0DC-4452-B9A9-DBA46561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A2318-F723-4A97-AB1E-3D9FCC4B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classroom activity cannot show a whole festival.</a:t>
            </a:r>
          </a:p>
        </p:txBody>
      </p:sp>
    </p:spTree>
    <p:extLst>
      <p:ext uri="{BB962C8B-B14F-4D97-AF65-F5344CB8AC3E}">
        <p14:creationId xmlns:p14="http://schemas.microsoft.com/office/powerpoint/2010/main" val="3266662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33CA9-345C-46DF-AF2C-7C81F14F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C Rangoli-style patterns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39FFF-006F-41AB-8214-FA28EAFE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W4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37854-D0C9-425D-83A8-F9265E6B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Rangoli patterns are often bright and symmetrical. Many families make them by the door to welcome guests at Diwali.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9C6AF-41FF-4EAA-BC55-DAC44BA1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7ECED-8E16-4D50-92E1-18B456A4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Not every family makes rangoli.</a:t>
            </a:r>
          </a:p>
        </p:txBody>
      </p:sp>
    </p:spTree>
    <p:extLst>
      <p:ext uri="{BB962C8B-B14F-4D97-AF65-F5344CB8AC3E}">
        <p14:creationId xmlns:p14="http://schemas.microsoft.com/office/powerpoint/2010/main" val="77349922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E78FB-C9D8-49F7-98C7-8C8529A0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D Taking part with respect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04EF4-65E9-477A-A36A-C1661C00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W4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193B0-C770-4C79-BD63-72ACA45F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symbols carefully. Speak kindly about other people’s celebrations. Ask if you are unsure what something means.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7A995-4BD7-498C-8E30-7B362004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EB5FA-AB23-4BE5-8124-957F11B8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Respect can be shown in many ways.</a:t>
            </a:r>
          </a:p>
        </p:txBody>
      </p:sp>
    </p:spTree>
    <p:extLst>
      <p:ext uri="{BB962C8B-B14F-4D97-AF65-F5344CB8AC3E}">
        <p14:creationId xmlns:p14="http://schemas.microsoft.com/office/powerpoint/2010/main" val="3957648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2026-09-19T18:24:17.3440000Z</dcterms:created>
  <dcterms:modified xsi:type="dcterms:W3CDTF">2026-09-19T18:24:17.3440000Z</dcterms:modified>
</coreProperties>
</file>