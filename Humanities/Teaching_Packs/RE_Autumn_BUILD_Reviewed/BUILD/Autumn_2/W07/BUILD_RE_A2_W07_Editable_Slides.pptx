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c1555470d694248" Type="http://schemas.openxmlformats.org/officeDocument/2006/relationships/extended-properties" Target="docProps/app.xml"/><Relationship Id="R54d1f4b995204055" Type="http://schemas.openxmlformats.org/officeDocument/2006/relationships/officeDocument" Target="ppt/presentation.xml"/><Relationship Id="Re6e5566d703e466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aa40d835942ad"/>
  </p:sldMasterIdLst>
  <p:notesMasterIdLst>
    <p:notesMasterId xmlns:r="http://schemas.openxmlformats.org/officeDocument/2006/relationships" r:id="R12359ad21794494f"/>
  </p:notesMasterIdLst>
  <p:sldIdLst>
    <p:sldId xmlns:r="http://schemas.openxmlformats.org/officeDocument/2006/relationships" id="256" r:id="R13202211984143d5"/>
    <p:sldId xmlns:r="http://schemas.openxmlformats.org/officeDocument/2006/relationships" id="257" r:id="R9890b42aace64a6b"/>
    <p:sldId xmlns:r="http://schemas.openxmlformats.org/officeDocument/2006/relationships" id="258" r:id="R7c5e6249b9594b8b"/>
    <p:sldId xmlns:r="http://schemas.openxmlformats.org/officeDocument/2006/relationships" id="259" r:id="R3d4c67e64fce4fe2"/>
    <p:sldId xmlns:r="http://schemas.openxmlformats.org/officeDocument/2006/relationships" id="260" r:id="R111228549c13413b"/>
    <p:sldId xmlns:r="http://schemas.openxmlformats.org/officeDocument/2006/relationships" id="261" r:id="R32aba1721ceb4648"/>
    <p:sldId xmlns:r="http://schemas.openxmlformats.org/officeDocument/2006/relationships" id="262" r:id="R0fa42168b4a8435f"/>
    <p:sldId xmlns:r="http://schemas.openxmlformats.org/officeDocument/2006/relationships" id="263" r:id="Re759772cebfd4705"/>
    <p:sldId xmlns:r="http://schemas.openxmlformats.org/officeDocument/2006/relationships" id="264" r:id="Rb4c55402e7294cb9"/>
    <p:sldId xmlns:r="http://schemas.openxmlformats.org/officeDocument/2006/relationships" id="265" r:id="Rc90ee384a5734e16"/>
    <p:sldId xmlns:r="http://schemas.openxmlformats.org/officeDocument/2006/relationships" id="266" r:id="R5ecaa76d152140df"/>
    <p:sldId xmlns:r="http://schemas.openxmlformats.org/officeDocument/2006/relationships" id="267" r:id="R30a3f0592d8b464d"/>
    <p:sldId xmlns:r="http://schemas.openxmlformats.org/officeDocument/2006/relationships" id="268" r:id="R26539b84fa8244e7"/>
    <p:sldId xmlns:r="http://schemas.openxmlformats.org/officeDocument/2006/relationships" id="269" r:id="R814e544927c04355"/>
    <p:sldId xmlns:r="http://schemas.openxmlformats.org/officeDocument/2006/relationships" id="270" r:id="R4427a5cc8c834dd9"/>
    <p:sldId xmlns:r="http://schemas.openxmlformats.org/officeDocument/2006/relationships" id="271" r:id="Re23c501a02df4d9f"/>
    <p:sldId xmlns:r="http://schemas.openxmlformats.org/officeDocument/2006/relationships" id="272" r:id="R012fb76e9fd348c4"/>
    <p:sldId xmlns:r="http://schemas.openxmlformats.org/officeDocument/2006/relationships" id="273" r:id="R68ca996305b5480b"/>
    <p:sldId xmlns:r="http://schemas.openxmlformats.org/officeDocument/2006/relationships" id="274" r:id="R57f14a26ac924413"/>
    <p:sldId xmlns:r="http://schemas.openxmlformats.org/officeDocument/2006/relationships" id="275" r:id="R7dd226bd0f694806"/>
    <p:sldId xmlns:r="http://schemas.openxmlformats.org/officeDocument/2006/relationships" id="276" r:id="R9a381717c3c3474c"/>
    <p:sldId xmlns:r="http://schemas.openxmlformats.org/officeDocument/2006/relationships" id="277" r:id="R9ce444288e944d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2fb76e9fd348c4" Type="http://schemas.openxmlformats.org/officeDocument/2006/relationships/slide" Target="slides/slide17.xml"/><Relationship Id="R0fa42168b4a8435f" Type="http://schemas.openxmlformats.org/officeDocument/2006/relationships/slide" Target="slides/slide7.xml"/><Relationship Id="R111228549c13413b" Type="http://schemas.openxmlformats.org/officeDocument/2006/relationships/slide" Target="slides/slide5.xml"/><Relationship Id="R12359ad21794494f" Type="http://schemas.openxmlformats.org/officeDocument/2006/relationships/notesMaster" Target="notesMasters/notesMaster1.xml"/><Relationship Id="R13202211984143d5" Type="http://schemas.openxmlformats.org/officeDocument/2006/relationships/slide" Target="slides/slide1.xml"/><Relationship Id="R1938477d87284ff4" Type="http://schemas.openxmlformats.org/officeDocument/2006/relationships/theme" Target="theme/theme1.xml"/><Relationship Id="R26539b84fa8244e7" Type="http://schemas.openxmlformats.org/officeDocument/2006/relationships/slide" Target="slides/slide13.xml"/><Relationship Id="R2d7aa40d835942ad" Type="http://schemas.openxmlformats.org/officeDocument/2006/relationships/slideMaster" Target="slideMasters/slideMaster1.xml"/><Relationship Id="R30a3f0592d8b464d" Type="http://schemas.openxmlformats.org/officeDocument/2006/relationships/slide" Target="slides/slide12.xml"/><Relationship Id="R32aba1721ceb4648" Type="http://schemas.openxmlformats.org/officeDocument/2006/relationships/slide" Target="slides/slide6.xml"/><Relationship Id="R3d4c67e64fce4fe2" Type="http://schemas.openxmlformats.org/officeDocument/2006/relationships/slide" Target="slides/slide4.xml"/><Relationship Id="R4427a5cc8c834dd9" Type="http://schemas.openxmlformats.org/officeDocument/2006/relationships/slide" Target="slides/slide15.xml"/><Relationship Id="R57f14a26ac924413" Type="http://schemas.openxmlformats.org/officeDocument/2006/relationships/slide" Target="slides/slide19.xml"/><Relationship Id="R5d33fc605314486d" Type="http://schemas.openxmlformats.org/officeDocument/2006/relationships/tableStyles" Target="tableStyles.xml"/><Relationship Id="R5ecaa76d152140df" Type="http://schemas.openxmlformats.org/officeDocument/2006/relationships/slide" Target="slides/slide11.xml"/><Relationship Id="R60006d47d03548cd" Type="http://schemas.openxmlformats.org/officeDocument/2006/relationships/presProps" Target="presProps.xml"/><Relationship Id="R68ca996305b5480b" Type="http://schemas.openxmlformats.org/officeDocument/2006/relationships/slide" Target="slides/slide18.xml"/><Relationship Id="R7c5e6249b9594b8b" Type="http://schemas.openxmlformats.org/officeDocument/2006/relationships/slide" Target="slides/slide3.xml"/><Relationship Id="R7dd226bd0f694806" Type="http://schemas.openxmlformats.org/officeDocument/2006/relationships/slide" Target="slides/slide20.xml"/><Relationship Id="R814e544927c04355" Type="http://schemas.openxmlformats.org/officeDocument/2006/relationships/slide" Target="slides/slide14.xml"/><Relationship Id="R9890b42aace64a6b" Type="http://schemas.openxmlformats.org/officeDocument/2006/relationships/slide" Target="slides/slide2.xml"/><Relationship Id="R9a381717c3c3474c" Type="http://schemas.openxmlformats.org/officeDocument/2006/relationships/slide" Target="slides/slide21.xml"/><Relationship Id="R9ce444288e944d33" Type="http://schemas.openxmlformats.org/officeDocument/2006/relationships/slide" Target="slides/slide22.xml"/><Relationship Id="Rb4c55402e7294cb9" Type="http://schemas.openxmlformats.org/officeDocument/2006/relationships/slide" Target="slides/slide9.xml"/><Relationship Id="Rc90ee384a5734e16" Type="http://schemas.openxmlformats.org/officeDocument/2006/relationships/slide" Target="slides/slide10.xml"/><Relationship Id="Re23c501a02df4d9f" Type="http://schemas.openxmlformats.org/officeDocument/2006/relationships/slide" Target="slides/slide16.xml"/><Relationship Id="Re759772cebfd470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285bffd7318b4ca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591a2fe8518499f" Type="http://schemas.openxmlformats.org/officeDocument/2006/relationships/notesMaster" Target="../notesMasters/notesMaster1.xml"/><Relationship Id="Red61c9331f5f4af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41de07612254ee4" Type="http://schemas.openxmlformats.org/officeDocument/2006/relationships/slide" Target="../slides/slide2.xml"/><Relationship Id="Rd3868394d4144f0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cc02ad19ac74859" Type="http://schemas.openxmlformats.org/officeDocument/2006/relationships/notesMaster" Target="../notesMasters/notesMaster1.xml"/><Relationship Id="Rc852d7136cfd4a8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f9c470a1eff44be" Type="http://schemas.openxmlformats.org/officeDocument/2006/relationships/slide" Target="../slides/slide4.xml"/><Relationship Id="R638b456857bf491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568dafdac924c9e" Type="http://schemas.openxmlformats.org/officeDocument/2006/relationships/slide" Target="../slides/slide5.xml"/><Relationship Id="R41403495df5d454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a290dc19ebdf4424" Type="http://schemas.openxmlformats.org/officeDocument/2006/relationships/slide" Target="../slides/slide6.xml"/><Relationship Id="Re58992cfbcdb437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afe92851d6e34307" Type="http://schemas.openxmlformats.org/officeDocument/2006/relationships/slide" Target="../slides/slide7.xml"/><Relationship Id="Rcfba8144e953414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5fc2758dc7144bc" Type="http://schemas.openxmlformats.org/officeDocument/2006/relationships/notesMaster" Target="../notesMasters/notesMaster1.xml"/><Relationship Id="Rfbbe3bc3e54a4c8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d6f8b49164c423d" Type="http://schemas.openxmlformats.org/officeDocument/2006/relationships/notesMaster" Target="../notesMasters/notesMaster1.xml"/><Relationship Id="Rb510e93754ad495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4027803dbca49e9" Type="http://schemas.openxmlformats.org/officeDocument/2006/relationships/notesMaster" Target="../notesMasters/notesMaster1.xml"/><Relationship Id="R8ec807aae43f43d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ccede1e8c364463" Type="http://schemas.openxmlformats.org/officeDocument/2006/relationships/slide" Target="../slides/slide11.xml"/><Relationship Id="Rf0bc285e04b54263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3814840a19b4f97" Type="http://schemas.openxmlformats.org/officeDocument/2006/relationships/notesMaster" Target="../notesMasters/notesMaster1.xml"/><Relationship Id="Rf640480b61944d0d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3fc37814165a4762" Type="http://schemas.openxmlformats.org/officeDocument/2006/relationships/notesMaster" Target="../notesMasters/notesMaster1.xml"/><Relationship Id="R7c849918175c4f3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1be17456d904e5c" Type="http://schemas.openxmlformats.org/officeDocument/2006/relationships/slide" Target="../slides/slide14.xml"/><Relationship Id="R49191c0f2316482b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2dfa696eddd74f3b" Type="http://schemas.openxmlformats.org/officeDocument/2006/relationships/notesMaster" Target="../notesMasters/notesMaster1.xml"/><Relationship Id="R942d5f653e1f473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14af38ec1ea4f04" Type="http://schemas.openxmlformats.org/officeDocument/2006/relationships/slide" Target="../slides/slide16.xml"/><Relationship Id="R6fd84b99d2ea4c9a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1491aaf87c849bd" Type="http://schemas.openxmlformats.org/officeDocument/2006/relationships/slide" Target="../slides/slide17.xml"/><Relationship Id="R79ce05123b354b3e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92071f8114f54b02" Type="http://schemas.openxmlformats.org/officeDocument/2006/relationships/notesMaster" Target="../notesMasters/notesMaster1.xml"/><Relationship Id="Rdeea5e95fc6f4e69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95f350b24c8f4172" Type="http://schemas.openxmlformats.org/officeDocument/2006/relationships/notesMaster" Target="../notesMasters/notesMaster1.xml"/><Relationship Id="Rf87afece77b74a6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c3839ebed974441" Type="http://schemas.openxmlformats.org/officeDocument/2006/relationships/slide" Target="../slides/slide20.xml"/><Relationship Id="Re59ded48fc0649aa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7162f4cd5cf14d67" Type="http://schemas.openxmlformats.org/officeDocument/2006/relationships/slide" Target="../slides/slide21.xml"/><Relationship Id="R921a864d5f0a4e0c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383a5761618c42d5" Type="http://schemas.openxmlformats.org/officeDocument/2006/relationships/slide" Target="../slides/slide22.xml"/><Relationship Id="R4cb3ced590aa47fc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Because.</a:t>
            </a:r>
          </a:p>
          <a:p xmlns:a="http://schemas.openxmlformats.org/drawingml/2006/main">
            <a:r>
              <a:t>Choose: Looking back at what you have learned OR Work that shows what you know or can do. Answer: Looking back at what you have learned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For example: a diya stands for hope and good overcoming evil.</a:t>
            </a:r>
          </a:p>
          <a:p xmlns:a="http://schemas.openxmlformats.org/drawingml/2006/main">
            <a:r>
              <a:t>Give a reason when ready. Answer: It is your own work, it is accurate and you can explain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Match each symbol to its meaning. Say or show what helped you decide.</a:t>
            </a:r>
          </a:p>
          <a:p xmlns:a="http://schemas.openxmlformats.org/drawingml/2006/main">
            <a:r>
              <a:t>Explain which piece of evidence is your strongest and why.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Diya — Hope and good overcoming evil — Week 1: the light of the diya.</a:t>
            </a:r>
          </a:p>
          <a:p xmlns:a="http://schemas.openxmlformats.org/drawingml/2006/main">
            <a:r>
              <a:t>Hanukkiah — Eight nights of light — Week 2: eight festival lights and a helper light.</a:t>
            </a:r>
          </a:p>
          <a:p xmlns:a="http://schemas.openxmlformats.org/drawingml/2006/main">
            <a:r>
              <a:t>Red poppy — Remembrance — Week 5: many people wear one in November.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My symbol is ___. It means ___. I showed respect by ___. I learned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symbol is ___. It means ___. I showed respect by ___. I learned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which piece of evidence is your strongest and why.</a:t>
            </a:r>
          </a:p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example: a diya stands for hope and good overcoming evil.</a:t>
            </a:r>
          </a:p>
          <a:p xmlns:a="http://schemas.openxmlformats.org/drawingml/2006/main">
            <a:r>
              <a:t>It is your own work, it is accurate and you can explain it.</a:t>
            </a:r>
          </a:p>
          <a:p xmlns:a="http://schemas.openxmlformats.org/drawingml/2006/main">
            <a:r>
              <a:t>Support: My symbol is ___. It means ___. I showed respect by ___. I learned ___.</a:t>
            </a:r>
          </a:p>
          <a:p xmlns:a="http://schemas.openxmlformats.org/drawingml/2006/main">
            <a:r>
              <a:t>Extension: Explain which piece of evidence is your strongest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one-page reflection against unit criteria; retain UAS evidence.</a:t>
            </a:r>
          </a:p>
          <a:p xmlns:a="http://schemas.openxmlformats.org/drawingml/2006/main">
            <a:r>
              <a:t>Highly visual one-page template; cut-and-stick option; scribe/audio/witness note; enlarged print; minimal writing; use normal access arrangements.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ff829ba8b0041c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7220b0cd67040d0" Type="http://schemas.openxmlformats.org/officeDocument/2006/relationships/theme" Target="theme/theme2.xml"/><Relationship Id="Rbcb64d39a74a41f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64d39a74a41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03fc219b6434ad7" Type="http://schemas.openxmlformats.org/officeDocument/2006/relationships/slideLayout" Target="../slideLayouts/slideLayout1.xml"/><Relationship Id="Ra29bd011c4a248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f25e93005dc495a" Type="http://schemas.openxmlformats.org/officeDocument/2006/relationships/slideLayout" Target="../slideLayouts/slideLayout1.xml"/><Relationship Id="Redc7ae28d13348c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4f2b05b8f904f6e" Type="http://schemas.openxmlformats.org/officeDocument/2006/relationships/notesSlide" Target="../notesSlides/notesSlide3.xml"/><Relationship Id="Rc06b2c2e7f2c4efc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8c00e349f294baf" Type="http://schemas.openxmlformats.org/officeDocument/2006/relationships/notesSlide" Target="../notesSlides/notesSlide4.xml"/><Relationship Id="Raabc7853307d440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bcbebb842ba4e26" Type="http://schemas.openxmlformats.org/officeDocument/2006/relationships/notesSlide" Target="../notesSlides/notesSlide5.xml"/><Relationship Id="R3b545836f7cb440c" Type="http://schemas.openxmlformats.org/officeDocument/2006/relationships/slideLayout" Target="../slideLayouts/slideLayout1.xml"/><Relationship Id="R762f6d3eb00e4a60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1f445ebd1ac5412e" Type="http://schemas.openxmlformats.org/officeDocument/2006/relationships/slideLayout" Target="../slideLayouts/slideLayout1.xml"/><Relationship Id="Ra3214da50fcc4e5f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e4ef4438de14aa1" Type="http://schemas.openxmlformats.org/officeDocument/2006/relationships/notesSlide" Target="../notesSlides/notesSlide7.xml"/><Relationship Id="Rbd17ecf0c81a4ce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d7307e873134771" Type="http://schemas.openxmlformats.org/officeDocument/2006/relationships/notesSlide" Target="../notesSlides/notesSlide8.xml"/><Relationship Id="Rab2ab62fa45a44a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3f401f40bae4fa0" Type="http://schemas.openxmlformats.org/officeDocument/2006/relationships/notesSlide" Target="../notesSlides/notesSlide9.xml"/><Relationship Id="Rcaab3360b01e47c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101c12051995445e" Type="http://schemas.openxmlformats.org/officeDocument/2006/relationships/slideLayout" Target="../slideLayouts/slideLayout1.xml"/><Relationship Id="R1a5cae3f2441414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8dfb09777cec4da1" Type="http://schemas.openxmlformats.org/officeDocument/2006/relationships/notesSlide" Target="../notesSlides/notesSlide11.xml"/><Relationship Id="Rcf0e193baa51496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784f92197f24be8" Type="http://schemas.openxmlformats.org/officeDocument/2006/relationships/slideLayout" Target="../slideLayouts/slideLayout1.xml"/><Relationship Id="Ra0e92aa086dc46f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872846cc5064494" Type="http://schemas.openxmlformats.org/officeDocument/2006/relationships/notesSlide" Target="../notesSlides/notesSlide13.xml"/><Relationship Id="R0cc46e8a7646413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a217e736a7e74553" Type="http://schemas.openxmlformats.org/officeDocument/2006/relationships/slideLayout" Target="../slideLayouts/slideLayout1.xml"/><Relationship Id="Raec38ba0b8764b7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82ca22cb19594b59" Type="http://schemas.openxmlformats.org/officeDocument/2006/relationships/notesSlide" Target="../notesSlides/notesSlide15.xml"/><Relationship Id="Rc7a30c8252b24fe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203c922e2154bf1" Type="http://schemas.openxmlformats.org/officeDocument/2006/relationships/slideLayout" Target="../slideLayouts/slideLayout1.xml"/><Relationship Id="Re9145765b7a740ac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5238a9cb4ba405f" Type="http://schemas.openxmlformats.org/officeDocument/2006/relationships/slideLayout" Target="../slideLayouts/slideLayout1.xml"/><Relationship Id="R7f2575bf049441e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529236dfb7184128" Type="http://schemas.openxmlformats.org/officeDocument/2006/relationships/notesSlide" Target="../notesSlides/notesSlide18.xml"/><Relationship Id="Rbf332fafeb9244b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920306c9ac6454f" Type="http://schemas.openxmlformats.org/officeDocument/2006/relationships/notesSlide" Target="../notesSlides/notesSlide19.xml"/><Relationship Id="R80a680b5c8654e6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f05dad5571d4b8c" Type="http://schemas.openxmlformats.org/officeDocument/2006/relationships/notesSlide" Target="../notesSlides/notesSlide20.xml"/><Relationship Id="Rcabac22a47bb4480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f33b794d67b6461d" Type="http://schemas.openxmlformats.org/officeDocument/2006/relationships/slideLayout" Target="../slideLayouts/slideLayout1.xml"/><Relationship Id="Rf927b250667a4e2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2a70e2479be2403c" Type="http://schemas.openxmlformats.org/officeDocument/2006/relationships/notesSlide" Target="../notesSlides/notesSlide22.xml"/><Relationship Id="R5ae0cd8a707b45d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1A426-3562-4D08-9526-867E1E74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Festival reflection and UAS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C5DCD-E830-4403-8966-2B9FD30B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C8BC9-6D52-46E8-AB18-FD8F8EEC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simple festival reflection page showing what I have learned.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CBA64-0298-4B21-8DE3-61811C83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2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3F16F-6416-4154-AFAE-68CC8228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26727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4A946-DEAF-46DA-AD6C-96AA40E2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29C58-F6F8-4424-AA9D-4A74DD2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A36BF-4D47-4576-BC8A-51BCD94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word joins an answer to its reason?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2F4E7-1D69-4FCE-BB07-01D8EFA9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reflection?</a:t>
            </a:r>
          </a:p>
        </p:txBody>
      </p:sp>
    </p:spTree>
    <p:extLst>
      <p:ext uri="{BB962C8B-B14F-4D97-AF65-F5344CB8AC3E}">
        <p14:creationId xmlns:p14="http://schemas.microsoft.com/office/powerpoint/2010/main" val="696253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841AB-B677-4B5C-B9AD-4FEA549C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40FF5-DC14-4402-9363-11C030FF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C24F7-EB84-4E6B-8313-54E29FDC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one festival symbol and its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9EF41-DC74-4AA9-974F-94E2D95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makes evidence strong?</a:t>
            </a:r>
          </a:p>
        </p:txBody>
      </p:sp>
    </p:spTree>
    <p:extLst>
      <p:ext uri="{BB962C8B-B14F-4D97-AF65-F5344CB8AC3E}">
        <p14:creationId xmlns:p14="http://schemas.microsoft.com/office/powerpoint/2010/main" val="1067959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724AE-2664-4D79-B0C3-BF2FE1C8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6B4FA-F12A-49E9-8C70-2C629062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EED84-3F6A-44DC-A49C-AA7F56CB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Looking back at what you have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7B37E-20CE-41F6-8E5C-0B0B0B7B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Work that shows what you know or can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8E822-9BD4-4A61-801A-315325B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stands for an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A88EE-D75A-445D-A969-B341A38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meaning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something stands for or why it matters</a:t>
            </a:r>
          </a:p>
        </p:txBody>
      </p:sp>
    </p:spTree>
    <p:extLst>
      <p:ext uri="{BB962C8B-B14F-4D97-AF65-F5344CB8AC3E}">
        <p14:creationId xmlns:p14="http://schemas.microsoft.com/office/powerpoint/2010/main" val="1441028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75819-A6CE-4B30-B84F-1BF11D2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999CD-5CA4-4949-B0F3-49A12DC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f6d3eb00e4a60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893DB-0538-4D37-A5E3-4AB9D59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pairs are correct?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77A52-E9AC-4E19-AB49-E842FC5D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symbol and meaning pair. Is it correct?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CF95F-DCB0-45C8-B2AD-F307C927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083752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51D57-5CF4-4AFD-9FD8-668AFB76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4650-20C1-4B37-B4EE-B42A45C9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B2F6F-6932-4071-A07F-101A7FCE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one festival symbol and its meaning.</a:t>
            </a:r>
          </a:p>
        </p:txBody>
      </p:sp>
    </p:spTree>
    <p:extLst>
      <p:ext uri="{BB962C8B-B14F-4D97-AF65-F5344CB8AC3E}">
        <p14:creationId xmlns:p14="http://schemas.microsoft.com/office/powerpoint/2010/main" val="195524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6F3F0-AE85-4AFD-A52D-EECDF4C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05126-FCC6-4D56-9186-0E1E7E28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B8708-C48F-4EAA-BD90-1F2C7CE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model page: Symbol: diya. Meaning: hope. Respectful action: ask what a symbol means. I learned: Diwali and Hanukkah both use light.</a:t>
            </a:r>
          </a:p>
        </p:txBody>
      </p:sp>
    </p:spTree>
    <p:extLst>
      <p:ext uri="{BB962C8B-B14F-4D97-AF65-F5344CB8AC3E}">
        <p14:creationId xmlns:p14="http://schemas.microsoft.com/office/powerpoint/2010/main" val="489640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D727A-E6AA-4D4A-9E0B-2BD740A1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C5999-724C-4B7B-9740-2DA51D20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988D8-907B-46BD-A5EC-738245EA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example: a diya stands for hope and good overcoming evil.</a:t>
            </a:r>
          </a:p>
        </p:txBody>
      </p:sp>
    </p:spTree>
    <p:extLst>
      <p:ext uri="{BB962C8B-B14F-4D97-AF65-F5344CB8AC3E}">
        <p14:creationId xmlns:p14="http://schemas.microsoft.com/office/powerpoint/2010/main" val="539671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E3D5D-C40B-4B5C-BC5C-97E0218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28BE6-2786-487F-92B0-C4F56590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B88CC-2EB4-4E29-AB57-184EDA83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makes evidence strong? It is your own work, it is accurate and you can explain it.</a:t>
            </a:r>
          </a:p>
        </p:txBody>
      </p:sp>
    </p:spTree>
    <p:extLst>
      <p:ext uri="{BB962C8B-B14F-4D97-AF65-F5344CB8AC3E}">
        <p14:creationId xmlns:p14="http://schemas.microsoft.com/office/powerpoint/2010/main" val="801676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68A1A-9C6D-4E65-8650-32DDF36E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3F3FE-0330-4F71-8F32-ED17FBF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BD227-2282-4C66-A669-D78F6853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symbol to its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B4D9D-9CC4-4F15-997F-6DD4D8C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first box of the reflection page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5BAC7-8CAF-40F3-9EDF-3131BD70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269116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39159-C5A7-48F3-92FD-AA46388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2509C-B57E-43C1-90DD-C1977E1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8BD7E-99F9-4CB7-99D4-BC1C88D7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882A2-8308-4509-9B8B-AAF1DBF6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Hanukkiah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54C53-F171-42B0-8F65-7AF030D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 poppy</a:t>
            </a:r>
          </a:p>
        </p:txBody>
      </p:sp>
    </p:spTree>
    <p:extLst>
      <p:ext uri="{BB962C8B-B14F-4D97-AF65-F5344CB8AC3E}">
        <p14:creationId xmlns:p14="http://schemas.microsoft.com/office/powerpoint/2010/main" val="1173169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44276-4366-440E-9167-CC4BA1D2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10DB-B4E3-43EA-8E11-A7BB898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F853B-A397-42AD-A257-C4E7B3B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symbol from the picture bank and stick or draw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B6472-F6C0-4FE0-A62B-BB869F8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meaning word and one respectful action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E3DBC-B137-46CF-A0C3-830E145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Tell an adult one thing you learned. They can write it.</a:t>
            </a:r>
          </a:p>
        </p:txBody>
      </p:sp>
    </p:spTree>
    <p:extLst>
      <p:ext uri="{BB962C8B-B14F-4D97-AF65-F5344CB8AC3E}">
        <p14:creationId xmlns:p14="http://schemas.microsoft.com/office/powerpoint/2010/main" val="5899950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10484-D115-4A73-AC1F-08DB00E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12756-F7BD-4116-869F-6EDD1529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3699-2743-43EB-9AEF-0C761F1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a festival symbol and one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060B7-3587-4577-AA06-3E3DF3D6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respectful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1E5A9-1CF9-4A06-B718-B6CEBA49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Write or say one thing you have learned.</a:t>
            </a:r>
          </a:p>
        </p:txBody>
      </p:sp>
    </p:spTree>
    <p:extLst>
      <p:ext uri="{BB962C8B-B14F-4D97-AF65-F5344CB8AC3E}">
        <p14:creationId xmlns:p14="http://schemas.microsoft.com/office/powerpoint/2010/main" val="19517494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9C1CD-4D80-4F6B-AE68-A351357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D2315-A49B-4977-8FBB-747A8914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7987A-130B-459C-BF34-233FD13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all four boxes in your own 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F66EA-9B01-471A-867F-B28FF8DE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your symbol to a second festival or idea.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DAF06-9931-4198-A99E-44B4B94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your strongest evidence and explain the choice.</a:t>
            </a:r>
          </a:p>
        </p:txBody>
      </p:sp>
    </p:spTree>
    <p:extLst>
      <p:ext uri="{BB962C8B-B14F-4D97-AF65-F5344CB8AC3E}">
        <p14:creationId xmlns:p14="http://schemas.microsoft.com/office/powerpoint/2010/main" val="853012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5895E-408D-4F0E-83D2-12F0793A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272B6-BC7F-4824-AAA1-A8067B4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869D7-DE62-4368-BA16-B52688F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one-page reflection against unit criteria; retain UAS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957C3-D461-4669-8BBF-E8CD60F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7C69D-1645-4693-8428-118F1EC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63378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A072C-FF43-4820-876A-D9C049E2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60491-D2B8-49D5-980C-E7EA2EFB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9F3BE-87D6-4330-BA80-8DC1680B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one festival symbol and its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37DFD-503E-422A-8BAE-DB750588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makes evidence strong?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4B56-C0E7-452B-B417-161BF369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404435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AD210-5203-4BBF-AEEA-ECF5CE79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reflection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18F9C-4A8C-4CB3-951B-2D00F8FC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D493F-37F8-4E23-9176-E60A771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Four boxes: a festival symbol, one meaning, one respectful action, one thing I learned.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86B1E-7999-46DA-8DB3-EBFBCE65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EA03E-3D09-4EC5-9EB4-C5C9180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page shows a sample of your learning, not all of it.</a:t>
            </a:r>
          </a:p>
        </p:txBody>
      </p:sp>
    </p:spTree>
    <p:extLst>
      <p:ext uri="{BB962C8B-B14F-4D97-AF65-F5344CB8AC3E}">
        <p14:creationId xmlns:p14="http://schemas.microsoft.com/office/powerpoint/2010/main" val="21276746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9F381-A880-4E16-B6D2-8700E57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model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B0CA2-B055-4093-8600-F6EAC62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150A-375C-44DF-8CDB-62302EB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Symbol: diya. Meaning: hope. Respectful action: ask what a symbol means. I learned: Diwali and Hanukkah both use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F683F-7481-4B2A-88AF-008C1992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2A2F-41BA-4205-A675-2149D28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model shows the layout. Your own choices are what count.</a:t>
            </a:r>
          </a:p>
        </p:txBody>
      </p:sp>
    </p:spTree>
    <p:extLst>
      <p:ext uri="{BB962C8B-B14F-4D97-AF65-F5344CB8AC3E}">
        <p14:creationId xmlns:p14="http://schemas.microsoft.com/office/powerpoint/2010/main" val="16646682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D671D-82C4-4903-8186-FE23E93E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Evidence this half term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0E09C-4B20-4486-848C-DB3B0266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690C7-9433-459E-B3BE-6C7CE451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Symbol match, comparison sentence, story sequence, artwork, hope symbol and big-question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47A20-59F2-48A7-B495-8F132618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C4764-FA2A-4193-A8CB-EFC6506D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Choose work you can explain. Neat work is not always the strongest evidence.</a:t>
            </a:r>
          </a:p>
        </p:txBody>
      </p:sp>
    </p:spTree>
    <p:extLst>
      <p:ext uri="{BB962C8B-B14F-4D97-AF65-F5344CB8AC3E}">
        <p14:creationId xmlns:p14="http://schemas.microsoft.com/office/powerpoint/2010/main" val="8791908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A558A-62E6-4EC5-864B-34D0707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Strong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FC001-5558-48D8-A7B6-A73998E0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2F1E3-8F3E-415C-B805-19AEBD4F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Strong evidence is work you did yourself, that is accurate, and that you can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4F67A-7FDD-4558-AD75-1CE27E50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2847-1FF6-476C-8537-A0202E0A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adult note can record what you said or pointed to.</a:t>
            </a:r>
          </a:p>
        </p:txBody>
      </p:sp>
    </p:spTree>
    <p:extLst>
      <p:ext uri="{BB962C8B-B14F-4D97-AF65-F5344CB8AC3E}">
        <p14:creationId xmlns:p14="http://schemas.microsoft.com/office/powerpoint/2010/main" val="15051074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6C3BD-E249-4FDA-98DC-1AB77875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E1 Assessment source The diya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472E5-23FC-4AF3-9870-C8713E65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C7A45-EEC6-4BE5-A787-0C17200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lamp. Rows of diyas are lit at Diwali. For many people the light stands for good overcoming evil and for hope.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0634B-5418-4461-890E-99B7C2C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6D8B5-113A-4C14-8433-62B4F05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symbol can mean different things to different people.</a:t>
            </a:r>
          </a:p>
        </p:txBody>
      </p:sp>
    </p:spTree>
    <p:extLst>
      <p:ext uri="{BB962C8B-B14F-4D97-AF65-F5344CB8AC3E}">
        <p14:creationId xmlns:p14="http://schemas.microsoft.com/office/powerpoint/2010/main" val="19927455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81177-3C1E-43A8-B90B-1E96D93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E2 Assessment source Rangoli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49E7E-7F75-434B-A8BC-9B881510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2  W7                                     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98363-C1D8-47F4-86B9-D273425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Rangoli are bright patterns made on the floor near the door. Many families make them to welcome guests.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2F918-6E0C-4BAD-8E4E-B61FC06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2114A-0B2E-47F0-84A7-68D43DE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Not every family makes rangoli.</a:t>
            </a:r>
          </a:p>
        </p:txBody>
      </p:sp>
    </p:spTree>
    <p:extLst>
      <p:ext uri="{BB962C8B-B14F-4D97-AF65-F5344CB8AC3E}">
        <p14:creationId xmlns:p14="http://schemas.microsoft.com/office/powerpoint/2010/main" val="452581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2026-09-19T18:24:20.9080000Z</dcterms:created>
  <dcterms:modified xsi:type="dcterms:W3CDTF">2026-09-19T18:24:20.9080000Z</dcterms:modified>
</coreProperties>
</file>