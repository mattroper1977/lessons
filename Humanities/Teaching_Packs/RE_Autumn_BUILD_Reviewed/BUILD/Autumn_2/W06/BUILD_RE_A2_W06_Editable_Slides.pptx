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4c7fbf6ad354638" Type="http://schemas.openxmlformats.org/officeDocument/2006/relationships/extended-properties" Target="docProps/app.xml"/><Relationship Id="R41f7070699a847cf" Type="http://schemas.openxmlformats.org/officeDocument/2006/relationships/officeDocument" Target="ppt/presentation.xml"/><Relationship Id="R8646e28b950e4b06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952ebf61984ea6"/>
  </p:sldMasterIdLst>
  <p:notesMasterIdLst>
    <p:notesMasterId xmlns:r="http://schemas.openxmlformats.org/officeDocument/2006/relationships" r:id="Rceb675eb3224421b"/>
  </p:notesMasterIdLst>
  <p:sldIdLst>
    <p:sldId xmlns:r="http://schemas.openxmlformats.org/officeDocument/2006/relationships" id="256" r:id="Rd02cdbb08ecd461a"/>
    <p:sldId xmlns:r="http://schemas.openxmlformats.org/officeDocument/2006/relationships" id="257" r:id="R5c7cd07182b3475d"/>
    <p:sldId xmlns:r="http://schemas.openxmlformats.org/officeDocument/2006/relationships" id="258" r:id="Rb463133c17fd46e8"/>
    <p:sldId xmlns:r="http://schemas.openxmlformats.org/officeDocument/2006/relationships" id="259" r:id="Rc29eee47c53b465b"/>
    <p:sldId xmlns:r="http://schemas.openxmlformats.org/officeDocument/2006/relationships" id="260" r:id="Ra9d1ac726a48411f"/>
    <p:sldId xmlns:r="http://schemas.openxmlformats.org/officeDocument/2006/relationships" id="261" r:id="Rc48355e9901b4e5a"/>
    <p:sldId xmlns:r="http://schemas.openxmlformats.org/officeDocument/2006/relationships" id="262" r:id="R1159be696d83441b"/>
    <p:sldId xmlns:r="http://schemas.openxmlformats.org/officeDocument/2006/relationships" id="263" r:id="Rd51932b171c24224"/>
    <p:sldId xmlns:r="http://schemas.openxmlformats.org/officeDocument/2006/relationships" id="264" r:id="R685095464ee64e03"/>
    <p:sldId xmlns:r="http://schemas.openxmlformats.org/officeDocument/2006/relationships" id="265" r:id="R78b9bb7931f54588"/>
    <p:sldId xmlns:r="http://schemas.openxmlformats.org/officeDocument/2006/relationships" id="266" r:id="R95b9e7ad79ff44e1"/>
    <p:sldId xmlns:r="http://schemas.openxmlformats.org/officeDocument/2006/relationships" id="267" r:id="R88bebd5a0b56456d"/>
    <p:sldId xmlns:r="http://schemas.openxmlformats.org/officeDocument/2006/relationships" id="268" r:id="Rf037ce302a524035"/>
    <p:sldId xmlns:r="http://schemas.openxmlformats.org/officeDocument/2006/relationships" id="269" r:id="Re9b6d59cecd14ce2"/>
    <p:sldId xmlns:r="http://schemas.openxmlformats.org/officeDocument/2006/relationships" id="270" r:id="Rfd0065e056794504"/>
    <p:sldId xmlns:r="http://schemas.openxmlformats.org/officeDocument/2006/relationships" id="271" r:id="Rb71b26ac112d4ef2"/>
    <p:sldId xmlns:r="http://schemas.openxmlformats.org/officeDocument/2006/relationships" id="272" r:id="Ra463aa380d6649c8"/>
    <p:sldId xmlns:r="http://schemas.openxmlformats.org/officeDocument/2006/relationships" id="273" r:id="R2b741959f0794989"/>
    <p:sldId xmlns:r="http://schemas.openxmlformats.org/officeDocument/2006/relationships" id="274" r:id="Rb8bae359b85e44f2"/>
    <p:sldId xmlns:r="http://schemas.openxmlformats.org/officeDocument/2006/relationships" id="275" r:id="R6a5f97e6965140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159be696d83441b" Type="http://schemas.openxmlformats.org/officeDocument/2006/relationships/slide" Target="slides/slide7.xml"/><Relationship Id="R2b741959f0794989" Type="http://schemas.openxmlformats.org/officeDocument/2006/relationships/slide" Target="slides/slide18.xml"/><Relationship Id="R4ba26f8341d1450a" Type="http://schemas.openxmlformats.org/officeDocument/2006/relationships/presProps" Target="presProps.xml"/><Relationship Id="R5c7cd07182b3475d" Type="http://schemas.openxmlformats.org/officeDocument/2006/relationships/slide" Target="slides/slide2.xml"/><Relationship Id="R685095464ee64e03" Type="http://schemas.openxmlformats.org/officeDocument/2006/relationships/slide" Target="slides/slide9.xml"/><Relationship Id="R6a5f97e696514000" Type="http://schemas.openxmlformats.org/officeDocument/2006/relationships/slide" Target="slides/slide20.xml"/><Relationship Id="R78b9bb7931f54588" Type="http://schemas.openxmlformats.org/officeDocument/2006/relationships/slide" Target="slides/slide10.xml"/><Relationship Id="R88bebd5a0b56456d" Type="http://schemas.openxmlformats.org/officeDocument/2006/relationships/slide" Target="slides/slide12.xml"/><Relationship Id="R95b9e7ad79ff44e1" Type="http://schemas.openxmlformats.org/officeDocument/2006/relationships/slide" Target="slides/slide11.xml"/><Relationship Id="R99952ebf61984ea6" Type="http://schemas.openxmlformats.org/officeDocument/2006/relationships/slideMaster" Target="slideMasters/slideMaster1.xml"/><Relationship Id="Ra463aa380d6649c8" Type="http://schemas.openxmlformats.org/officeDocument/2006/relationships/slide" Target="slides/slide17.xml"/><Relationship Id="Ra9d1ac726a48411f" Type="http://schemas.openxmlformats.org/officeDocument/2006/relationships/slide" Target="slides/slide5.xml"/><Relationship Id="Rb463133c17fd46e8" Type="http://schemas.openxmlformats.org/officeDocument/2006/relationships/slide" Target="slides/slide3.xml"/><Relationship Id="Rb71b26ac112d4ef2" Type="http://schemas.openxmlformats.org/officeDocument/2006/relationships/slide" Target="slides/slide16.xml"/><Relationship Id="Rb8bae359b85e44f2" Type="http://schemas.openxmlformats.org/officeDocument/2006/relationships/slide" Target="slides/slide19.xml"/><Relationship Id="Rc29eee47c53b465b" Type="http://schemas.openxmlformats.org/officeDocument/2006/relationships/slide" Target="slides/slide4.xml"/><Relationship Id="Rc48355e9901b4e5a" Type="http://schemas.openxmlformats.org/officeDocument/2006/relationships/slide" Target="slides/slide6.xml"/><Relationship Id="Rceb675eb3224421b" Type="http://schemas.openxmlformats.org/officeDocument/2006/relationships/notesMaster" Target="notesMasters/notesMaster1.xml"/><Relationship Id="Rd02cdbb08ecd461a" Type="http://schemas.openxmlformats.org/officeDocument/2006/relationships/slide" Target="slides/slide1.xml"/><Relationship Id="Rd51932b171c24224" Type="http://schemas.openxmlformats.org/officeDocument/2006/relationships/slide" Target="slides/slide8.xml"/><Relationship Id="Rdccc221585f14b97" Type="http://schemas.openxmlformats.org/officeDocument/2006/relationships/tableStyles" Target="tableStyles.xml"/><Relationship Id="Re9b6d59cecd14ce2" Type="http://schemas.openxmlformats.org/officeDocument/2006/relationships/slide" Target="slides/slide14.xml"/><Relationship Id="Rf037ce302a524035" Type="http://schemas.openxmlformats.org/officeDocument/2006/relationships/slide" Target="slides/slide13.xml"/><Relationship Id="Rfa0b03fcb14847f2" Type="http://schemas.openxmlformats.org/officeDocument/2006/relationships/theme" Target="theme/theme1.xml"/><Relationship Id="Rfd0065e056794504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fca3a1191c9e444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e20ec5903f94a3f" Type="http://schemas.openxmlformats.org/officeDocument/2006/relationships/notesMaster" Target="../notesMasters/notesMaster1.xml"/><Relationship Id="Rc50da2444dd8426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2eafa9beadb45bb" Type="http://schemas.openxmlformats.org/officeDocument/2006/relationships/slide" Target="../slides/slide2.xml"/><Relationship Id="R0debd99228a149f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233db9d92dc499a" Type="http://schemas.openxmlformats.org/officeDocument/2006/relationships/notesMaster" Target="../notesMasters/notesMaster1.xml"/><Relationship Id="R6505e0239519409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f9292a0190f4800" Type="http://schemas.openxmlformats.org/officeDocument/2006/relationships/slide" Target="../slides/slide4.xml"/><Relationship Id="Ref01254cbf174f6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95a32c6ac7449f0" Type="http://schemas.openxmlformats.org/officeDocument/2006/relationships/notesMaster" Target="../notesMasters/notesMaster1.xml"/><Relationship Id="R826a84e19e52453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890447df2a64aea" Type="http://schemas.openxmlformats.org/officeDocument/2006/relationships/notesMaster" Target="../notesMasters/notesMaster1.xml"/><Relationship Id="Rfcb9a573a23f476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a122129a482a43a1" Type="http://schemas.openxmlformats.org/officeDocument/2006/relationships/slide" Target="../slides/slide7.xml"/><Relationship Id="Rfdf6c43abd324db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7a314a68d7a47dc" Type="http://schemas.openxmlformats.org/officeDocument/2006/relationships/slide" Target="../slides/slide8.xml"/><Relationship Id="Ra5bcebe3f19245e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3192d8c3f274342" Type="http://schemas.openxmlformats.org/officeDocument/2006/relationships/slide" Target="../slides/slide9.xml"/><Relationship Id="Rc1a496635d1840b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6a22f24ed474842" Type="http://schemas.openxmlformats.org/officeDocument/2006/relationships/notesMaster" Target="../notesMasters/notesMaster1.xml"/><Relationship Id="Rdb5305dff7084505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6f8db5d34b5468a" Type="http://schemas.openxmlformats.org/officeDocument/2006/relationships/slide" Target="../slides/slide11.xml"/><Relationship Id="Rfba22ea408db4a3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cf1c6ce593249de" Type="http://schemas.openxmlformats.org/officeDocument/2006/relationships/slide" Target="../slides/slide12.xml"/><Relationship Id="R2805889fabdc427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5b8b6eb50fb43f6" Type="http://schemas.openxmlformats.org/officeDocument/2006/relationships/slide" Target="../slides/slide13.xml"/><Relationship Id="R7600940689be44ab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ad20feecf32c48ab" Type="http://schemas.openxmlformats.org/officeDocument/2006/relationships/slide" Target="../slides/slide14.xml"/><Relationship Id="Rfb38456301fe40b5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ebe7a4c09ae74080" Type="http://schemas.openxmlformats.org/officeDocument/2006/relationships/slide" Target="../slides/slide15.xml"/><Relationship Id="Red635e60c9d64ed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75202d40d364ecf" Type="http://schemas.openxmlformats.org/officeDocument/2006/relationships/slide" Target="../slides/slide16.xml"/><Relationship Id="Rb077dac298f84dc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ce925f4f6fb4711" Type="http://schemas.openxmlformats.org/officeDocument/2006/relationships/slide" Target="../slides/slide17.xml"/><Relationship Id="R776eb289709e48b7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d7f13ed3cd14ed3" Type="http://schemas.openxmlformats.org/officeDocument/2006/relationships/slide" Target="../slides/slide18.xml"/><Relationship Id="R4952a65423ed4ab8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c23886cedf8431a" Type="http://schemas.openxmlformats.org/officeDocument/2006/relationships/slide" Target="../slides/slide19.xml"/><Relationship Id="Rd07939abe38947b3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3b0856ca73a49e9" Type="http://schemas.openxmlformats.org/officeDocument/2006/relationships/notesMaster" Target="../notesMasters/notesMaster1.xml"/><Relationship Id="Rf7505ab772ba4d4e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Remembrance and hope for a peaceful future.</a:t>
            </a:r>
          </a:p>
          <a:p xmlns:a="http://schemas.openxmlformats.org/drawingml/2006/main">
            <a:r>
              <a:t>Choose: A question about life that has more than one answer OR Why you think something. Answer: A question about life that has more than one answer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Because.</a:t>
            </a:r>
          </a:p>
          <a:p xmlns:a="http://schemas.openxmlformats.org/drawingml/2006/main">
            <a:r>
              <a:t>Give a reason when ready. Answer: No. It has more than one good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Decide whether each answer gives a reason. Say or show what helped you decide.</a:t>
            </a:r>
          </a:p>
          <a:p xmlns:a="http://schemas.openxmlformats.org/drawingml/2006/main">
            <a:r>
              <a:t>Give a second view that is different from yours and the reason someone might hold it.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“It just is.” — Needs a reason — There is no “because”.</a:t>
            </a:r>
          </a:p>
          <a:p xmlns:a="http://schemas.openxmlformats.org/drawingml/2006/main">
            <a:r>
              <a:t>“I think festivals matter because they bring families together.” — Gives a reason — The reason follows “because”.</a:t>
            </a:r>
          </a:p>
          <a:p xmlns:a="http://schemas.openxmlformats.org/drawingml/2006/main">
            <a:r>
              <a:t>“Light can mean hope because it helps people see in the dark.” — Gives a reason — The reason follows “because”.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I think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think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Give a second view that is different from yours and the reason someone might hold it.</a:t>
            </a:r>
          </a:p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Because.</a:t>
            </a:r>
          </a:p>
          <a:p xmlns:a="http://schemas.openxmlformats.org/drawingml/2006/main">
            <a:r>
              <a:t>No. It has more than one good answer.</a:t>
            </a:r>
          </a:p>
          <a:p xmlns:a="http://schemas.openxmlformats.org/drawingml/2006/main">
            <a:r>
              <a:t>Support: I think ___ because ___.</a:t>
            </a:r>
          </a:p>
          <a:p xmlns:a="http://schemas.openxmlformats.org/drawingml/2006/main">
            <a:r>
              <a:t>Extension: Give a second view that is different from yours and the reason someone might hold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'I think... because...' response.</a:t>
            </a:r>
          </a:p>
          <a:p xmlns:a="http://schemas.openxmlformats.org/drawingml/2006/main">
            <a:r>
              <a:t>2-choice or 3-choice questions; verbal response; sentence stem; picture prompts; no need to state personal religious belief.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e802a30424144d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69df86612b4401d" Type="http://schemas.openxmlformats.org/officeDocument/2006/relationships/theme" Target="theme/theme2.xml"/><Relationship Id="Rfe791fd6aaaa459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91fd6aaaa45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69162443f224a98" Type="http://schemas.openxmlformats.org/officeDocument/2006/relationships/slideLayout" Target="../slideLayouts/slideLayout1.xml"/><Relationship Id="Rf025e4a3d0cc4ae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13594e7eced4a0d" Type="http://schemas.openxmlformats.org/officeDocument/2006/relationships/notesSlide" Target="../notesSlides/notesSlide2.xml"/><Relationship Id="R62246c06f40f4f9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3a25f47ca2a411e" Type="http://schemas.openxmlformats.org/officeDocument/2006/relationships/slideLayout" Target="../slideLayouts/slideLayout1.xml"/><Relationship Id="Reabe899a7cdf4d3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49bf4c400ef4728" Type="http://schemas.openxmlformats.org/officeDocument/2006/relationships/slideLayout" Target="../slideLayouts/slideLayout1.xml"/><Relationship Id="R4a4759ce29fd401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fa75c9c22a84bd9" Type="http://schemas.openxmlformats.org/officeDocument/2006/relationships/slideLayout" Target="../slideLayouts/slideLayout1.xml"/><Relationship Id="R4b03766d48734ed9" Type="http://schemas.openxmlformats.org/officeDocument/2006/relationships/notesSlide" Target="../notesSlides/notesSlide5.xml"/><Relationship Id="Rdf35d73fab1f49ff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9fb75875b7964083" Type="http://schemas.openxmlformats.org/officeDocument/2006/relationships/notesSlide" Target="../notesSlides/notesSlide6.xml"/><Relationship Id="Ra3c3b0bd4f0149ea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dfb0a3291474e81" Type="http://schemas.openxmlformats.org/officeDocument/2006/relationships/notesSlide" Target="../notesSlides/notesSlide7.xml"/><Relationship Id="Rf5a6fc3d92b542b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0db7927f9ab4ce2" Type="http://schemas.openxmlformats.org/officeDocument/2006/relationships/notesSlide" Target="../notesSlides/notesSlide8.xml"/><Relationship Id="R1a40af07a76b4a7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aa54a6cc902492f" Type="http://schemas.openxmlformats.org/officeDocument/2006/relationships/notesSlide" Target="../notesSlides/notesSlide9.xml"/><Relationship Id="R8c2f0ce1dd5940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9b946ca76bef465b" Type="http://schemas.openxmlformats.org/officeDocument/2006/relationships/slideLayout" Target="../slideLayouts/slideLayout1.xml"/><Relationship Id="Rb96d1591b6b3419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a07d98cd5a24e0e" Type="http://schemas.openxmlformats.org/officeDocument/2006/relationships/notesSlide" Target="../notesSlides/notesSlide11.xml"/><Relationship Id="Ra964367121f340a3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8716f7ffb254711" Type="http://schemas.openxmlformats.org/officeDocument/2006/relationships/slideLayout" Target="../slideLayouts/slideLayout1.xml"/><Relationship Id="Rec91a7a69ec14c9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efe953e7dc14747" Type="http://schemas.openxmlformats.org/officeDocument/2006/relationships/notesSlide" Target="../notesSlides/notesSlide13.xml"/><Relationship Id="Rce655c3df9ed4c1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d1c6dd16f7f4b62" Type="http://schemas.openxmlformats.org/officeDocument/2006/relationships/slideLayout" Target="../slideLayouts/slideLayout1.xml"/><Relationship Id="Rfae480880671411a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3860845e535a4d38" Type="http://schemas.openxmlformats.org/officeDocument/2006/relationships/slideLayout" Target="../slideLayouts/slideLayout1.xml"/><Relationship Id="Ra895f0e2ca54414c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9c9a45e140a445b2" Type="http://schemas.openxmlformats.org/officeDocument/2006/relationships/slideLayout" Target="../slideLayouts/slideLayout1.xml"/><Relationship Id="Ra212817e4e81489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850bc3533eec4616" Type="http://schemas.openxmlformats.org/officeDocument/2006/relationships/notesSlide" Target="../notesSlides/notesSlide17.xml"/><Relationship Id="Rc1dafa4ac0064b4e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d2b3c9a921441ec" Type="http://schemas.openxmlformats.org/officeDocument/2006/relationships/slideLayout" Target="../slideLayouts/slideLayout1.xml"/><Relationship Id="R9a894f6a747c471a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96862026cc7746ad" Type="http://schemas.openxmlformats.org/officeDocument/2006/relationships/notesSlide" Target="../notesSlides/notesSlide19.xml"/><Relationship Id="Ra9cd43dd411d4f60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ed5cf10d7e8482c" Type="http://schemas.openxmlformats.org/officeDocument/2006/relationships/notesSlide" Target="../notesSlides/notesSlide20.xml"/><Relationship Id="R58c5c945f77d48b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DFA60-9142-42BC-96EE-2BBA06A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big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A4021-0034-487A-80C0-BEE462B4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E448E-30B7-41C4-9ABE-A2DC4FBA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a simple response to a big question using one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B11A6-8F90-4D15-8BA6-58F70FF1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513AF-35F7-41C4-BFDA-686F5449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72305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18544-422B-4BFE-B11A-D2BBCCC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FA7F-E945-45E0-A489-9C63E438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56162-DC6F-454B-A7D5-A4F3903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the red poppy stand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04C00-66FB-44E9-AB46-E318E22A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big question?</a:t>
            </a:r>
          </a:p>
        </p:txBody>
      </p:sp>
    </p:spTree>
    <p:extLst>
      <p:ext uri="{BB962C8B-B14F-4D97-AF65-F5344CB8AC3E}">
        <p14:creationId xmlns:p14="http://schemas.microsoft.com/office/powerpoint/2010/main" val="580049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9BB21-AB05-4C14-AB48-A4D17D49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74B9C-D9A6-4245-8D91-6A5A77FB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3DFA8-0869-4F0C-8191-F0999198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word joins an answer to its reason?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A23EB-B5E7-4A6B-8B2C-1CD5ABD9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a big question have only one right answer?</a:t>
            </a:r>
          </a:p>
        </p:txBody>
      </p:sp>
    </p:spTree>
    <p:extLst>
      <p:ext uri="{BB962C8B-B14F-4D97-AF65-F5344CB8AC3E}">
        <p14:creationId xmlns:p14="http://schemas.microsoft.com/office/powerpoint/2010/main" val="1432253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3BB68-1718-4122-89A0-DF30ABEE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32396-2F36-4FB8-B0F3-793CF2B3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ECFED-79C8-47B9-8C21-239E5315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big question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question about life that has more than one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E0798-1950-4074-8611-762F1F4A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reason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you think something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5FA56-A934-4554-BA83-ED1510B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word that joins an answer to its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AD895-831D-49C8-B71A-89BFEF81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view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a person thinks about something</a:t>
            </a:r>
          </a:p>
        </p:txBody>
      </p:sp>
    </p:spTree>
    <p:extLst>
      <p:ext uri="{BB962C8B-B14F-4D97-AF65-F5344CB8AC3E}">
        <p14:creationId xmlns:p14="http://schemas.microsoft.com/office/powerpoint/2010/main" val="934023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A0E06-E630-46AB-915C-A7C3A186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42F69-7275-4075-9A69-156DD13E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5d73fab1f49ff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FCAE0-6491-450E-A8CD-AC1625A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something special?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4A51A-5568-4A4C-B3A1-4565420D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Two answers. Tap the one that gives a reason.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C0D02-A258-48C8-99CB-9A69B11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2141319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A7B3A-65FA-4BF7-97D2-B1C59443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9BA74-A5A0-4BBC-B346-F637DA8F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B1471-F9AE-4BF7-A5BB-B24223A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word joins an answer to its reason?</a:t>
            </a:r>
          </a:p>
        </p:txBody>
      </p:sp>
    </p:spTree>
    <p:extLst>
      <p:ext uri="{BB962C8B-B14F-4D97-AF65-F5344CB8AC3E}">
        <p14:creationId xmlns:p14="http://schemas.microsoft.com/office/powerpoint/2010/main" val="993113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DC41-6018-4C2A-935F-341B7E4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52D33-5569-45D1-8C39-950A2D9A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FB421-F9CD-4757-8DB1-AE3CBF6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 stronger answer: “I think an object is special when it reminds you of a person, because the memory matters more than the price.”</a:t>
            </a:r>
          </a:p>
        </p:txBody>
      </p:sp>
    </p:spTree>
    <p:extLst>
      <p:ext uri="{BB962C8B-B14F-4D97-AF65-F5344CB8AC3E}">
        <p14:creationId xmlns:p14="http://schemas.microsoft.com/office/powerpoint/2010/main" val="673236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BCF2C-FB51-4014-9F09-A4467602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05E85-7985-4B79-8FFE-43F168B3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A28B3-607A-4565-AEBD-1F506A0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Because.</a:t>
            </a:r>
          </a:p>
        </p:txBody>
      </p:sp>
    </p:spTree>
    <p:extLst>
      <p:ext uri="{BB962C8B-B14F-4D97-AF65-F5344CB8AC3E}">
        <p14:creationId xmlns:p14="http://schemas.microsoft.com/office/powerpoint/2010/main" val="649206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0850B-2DF6-4C48-BC53-B3FB3A8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0BD8D-8843-43E8-8D34-7C15F07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960D1-FC8D-4C89-9B42-7DA7B2FE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a big question have only one right answer? No. It has more than one good answer.</a:t>
            </a:r>
          </a:p>
        </p:txBody>
      </p:sp>
    </p:spTree>
    <p:extLst>
      <p:ext uri="{BB962C8B-B14F-4D97-AF65-F5344CB8AC3E}">
        <p14:creationId xmlns:p14="http://schemas.microsoft.com/office/powerpoint/2010/main" val="2002774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56A33-8BA1-4463-AD6F-960AC7F3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B0F6F-B0FF-459C-8D94-4B48F88B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5495B-96BE-48B5-A5A2-8933D72F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answer gives a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248AB-3D04-40E3-A820-DBD8FC9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the weak answer together by adding “because”.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CDCB7-5B5D-4294-BE00-B2B399A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4740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8DF6E-855F-40EF-96ED-7950D64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82FA-565A-488F-8307-EA6FF559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3B884-CB98-4B5B-BB01-9057AA2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“It just is.”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AB12-7006-4288-8345-3E2ED68F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 think festivals matter because they bring families together.”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92A2B-BB9D-424B-8802-F23BB62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“Light can mean hope because it helps people see in the dark.”</a:t>
            </a:r>
          </a:p>
        </p:txBody>
      </p:sp>
    </p:spTree>
    <p:extLst>
      <p:ext uri="{BB962C8B-B14F-4D97-AF65-F5344CB8AC3E}">
        <p14:creationId xmlns:p14="http://schemas.microsoft.com/office/powerpoint/2010/main" val="1455671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86237-A6D5-45EA-B378-FF4DA654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A3876-BFAD-4A03-9029-826B3E2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D6470-3266-4D14-B518-F582677B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big-question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92880-9D80-4777-9E96-03F9CA04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answer card from two or three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9DF08-53BE-4FA5-8134-0DA7A49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or say the reason.</a:t>
            </a:r>
          </a:p>
        </p:txBody>
      </p:sp>
    </p:spTree>
    <p:extLst>
      <p:ext uri="{BB962C8B-B14F-4D97-AF65-F5344CB8AC3E}">
        <p14:creationId xmlns:p14="http://schemas.microsoft.com/office/powerpoint/2010/main" val="8792017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B8E5F-DD45-4673-BC2B-D7EE1A7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3652-4020-4D2C-AFA7-9205BD0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ADC6E-4F84-4FBB-B467-E52428C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big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4F789-4EC1-4FA4-BAEB-D83F92A4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using: I think ___ because ___.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442B9-45BC-45F8-8DB9-D99B276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that your reason follows “because”.</a:t>
            </a:r>
          </a:p>
        </p:txBody>
      </p:sp>
    </p:spTree>
    <p:extLst>
      <p:ext uri="{BB962C8B-B14F-4D97-AF65-F5344CB8AC3E}">
        <p14:creationId xmlns:p14="http://schemas.microsoft.com/office/powerpoint/2010/main" val="241699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E78AE-341D-4262-BABD-D4518913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3566-CD66-49B9-A382-421497AA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78436-45AE-4730-9DA0-8EE92E1F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big question with a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DCE01-CB40-4F78-B40D-ECF1A538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different view and the reason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4AAEA-B956-4565-A4F6-3A6E86D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which reason you find stronger and why.</a:t>
            </a:r>
          </a:p>
        </p:txBody>
      </p:sp>
    </p:spTree>
    <p:extLst>
      <p:ext uri="{BB962C8B-B14F-4D97-AF65-F5344CB8AC3E}">
        <p14:creationId xmlns:p14="http://schemas.microsoft.com/office/powerpoint/2010/main" val="328245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CD2EA-F3CD-4FCA-9C08-CAE6586E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C2CFC-5D5C-4273-82B5-77B6BA45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4B2EB-5379-49C2-9C4F-AE20C9D1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'I think... because...'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08D06-77E7-40BF-B056-92D099F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0B590-BAE4-49E8-8870-56BB394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4539600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2EDBE-932C-4D01-893C-7E7AB33D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1AD89-BE6F-4F37-B7DB-EED38537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0F60D-FA6C-4273-B319-43CD534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word joins an answer to its reason?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A311E-CB4B-4F9A-9FBE-DA87D243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 big question have only one right answer?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60026-E8CC-4F21-9770-98BAC03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4217722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94BA-8646-4631-AD88-A598A06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Big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5237A-968B-4545-BB0A-453762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2F6B9-F18A-4FD2-B17D-6245B8F3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something special? Why do people celebrate? What helps people feel hope? Big questions have more than one good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FC03A-A91C-4CCC-A952-87E5027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9620A-B670-4940-9778-38B53E0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three examples. There are many more big questions.</a:t>
            </a:r>
          </a:p>
        </p:txBody>
      </p:sp>
    </p:spTree>
    <p:extLst>
      <p:ext uri="{BB962C8B-B14F-4D97-AF65-F5344CB8AC3E}">
        <p14:creationId xmlns:p14="http://schemas.microsoft.com/office/powerpoint/2010/main" val="8470952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98289-8548-462F-9F42-D4D0C92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weak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F6055-5FF2-4439-A01C-FE257500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62B47-D7ED-46C7-8E14-82C0F86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“Things are special just because.” This gives a view but no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083CA-E9E0-4DEF-BB01-5182F26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92EDA-A98F-4BF5-8F30-B57D2B8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weak answer can be improved. It is a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2106451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78279-FAE0-4C90-BE88-1B504B8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stronger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05571-0BF7-43EB-A822-3AF5E850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B14FA-D660-4BFE-B99A-6CF604C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 think an object is special when it reminds you of a person, because the memory matters more than the price.”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C59F6-EBCA-4A3F-B52B-27054384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25CF7-048F-4C19-A868-ECB74090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different view with a clear reason is just as strong.</a:t>
            </a:r>
          </a:p>
        </p:txBody>
      </p:sp>
    </p:spTree>
    <p:extLst>
      <p:ext uri="{BB962C8B-B14F-4D97-AF65-F5344CB8AC3E}">
        <p14:creationId xmlns:p14="http://schemas.microsoft.com/office/powerpoint/2010/main" val="19374518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32C2E-6D27-4ED5-B690-4585B82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Different 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21144-65FD-4110-97C9-E27E0DF1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D8D73-CA32-4DD4-9A41-32C9E4EA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person of faith might say light is special because it reminds them of God. A Humanist might say light is special because it brings people together. Both give a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26E8-6590-4541-82B8-090ACF51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F4086-6313-4D78-976A-AF827F32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two examples. People within one worldview also differ.</a:t>
            </a:r>
          </a:p>
        </p:txBody>
      </p:sp>
    </p:spTree>
    <p:extLst>
      <p:ext uri="{BB962C8B-B14F-4D97-AF65-F5344CB8AC3E}">
        <p14:creationId xmlns:p14="http://schemas.microsoft.com/office/powerpoint/2010/main" val="1129054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2026-09-19T18:24:10.8790000Z</dcterms:created>
  <dcterms:modified xsi:type="dcterms:W3CDTF">2026-09-19T18:24:10.8790000Z</dcterms:modified>
</coreProperties>
</file>