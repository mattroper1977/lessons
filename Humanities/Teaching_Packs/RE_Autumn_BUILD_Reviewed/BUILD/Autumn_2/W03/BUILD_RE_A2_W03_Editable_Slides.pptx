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54906626bd942fd" Type="http://schemas.openxmlformats.org/officeDocument/2006/relationships/extended-properties" Target="docProps/app.xml"/><Relationship Id="R501303a195134001" Type="http://schemas.openxmlformats.org/officeDocument/2006/relationships/officeDocument" Target="ppt/presentation.xml"/><Relationship Id="Reda73d3d093f411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f68bfa55144389"/>
  </p:sldMasterIdLst>
  <p:notesMasterIdLst>
    <p:notesMasterId xmlns:r="http://schemas.openxmlformats.org/officeDocument/2006/relationships" r:id="Rd318f84a8f1d478e"/>
  </p:notesMasterIdLst>
  <p:sldIdLst>
    <p:sldId xmlns:r="http://schemas.openxmlformats.org/officeDocument/2006/relationships" id="256" r:id="Rf008dea35f3b49e0"/>
    <p:sldId xmlns:r="http://schemas.openxmlformats.org/officeDocument/2006/relationships" id="257" r:id="R038ebbd7107b4550"/>
    <p:sldId xmlns:r="http://schemas.openxmlformats.org/officeDocument/2006/relationships" id="258" r:id="R8d492f9f571a4b0a"/>
    <p:sldId xmlns:r="http://schemas.openxmlformats.org/officeDocument/2006/relationships" id="259" r:id="R9ad5646821be407f"/>
    <p:sldId xmlns:r="http://schemas.openxmlformats.org/officeDocument/2006/relationships" id="260" r:id="R6482d3ca550247f3"/>
    <p:sldId xmlns:r="http://schemas.openxmlformats.org/officeDocument/2006/relationships" id="261" r:id="R78361b423d6b4a6d"/>
    <p:sldId xmlns:r="http://schemas.openxmlformats.org/officeDocument/2006/relationships" id="262" r:id="R0b53ef5ccaec47e3"/>
    <p:sldId xmlns:r="http://schemas.openxmlformats.org/officeDocument/2006/relationships" id="263" r:id="R6233c52fc8604a92"/>
    <p:sldId xmlns:r="http://schemas.openxmlformats.org/officeDocument/2006/relationships" id="264" r:id="R659fe0e74d6b4c7c"/>
    <p:sldId xmlns:r="http://schemas.openxmlformats.org/officeDocument/2006/relationships" id="265" r:id="Rcb73a6524c874502"/>
    <p:sldId xmlns:r="http://schemas.openxmlformats.org/officeDocument/2006/relationships" id="266" r:id="Rb083e8c2be70462c"/>
    <p:sldId xmlns:r="http://schemas.openxmlformats.org/officeDocument/2006/relationships" id="267" r:id="R08224720424c4445"/>
    <p:sldId xmlns:r="http://schemas.openxmlformats.org/officeDocument/2006/relationships" id="268" r:id="R574bb78dfbaa48f9"/>
    <p:sldId xmlns:r="http://schemas.openxmlformats.org/officeDocument/2006/relationships" id="269" r:id="R475db24460ed4f37"/>
    <p:sldId xmlns:r="http://schemas.openxmlformats.org/officeDocument/2006/relationships" id="270" r:id="R2b6e0a94e6d64743"/>
    <p:sldId xmlns:r="http://schemas.openxmlformats.org/officeDocument/2006/relationships" id="271" r:id="Re74ad74d91714588"/>
    <p:sldId xmlns:r="http://schemas.openxmlformats.org/officeDocument/2006/relationships" id="272" r:id="R192e196d68f047ff"/>
    <p:sldId xmlns:r="http://schemas.openxmlformats.org/officeDocument/2006/relationships" id="273" r:id="Raf9a09a366af41e0"/>
    <p:sldId xmlns:r="http://schemas.openxmlformats.org/officeDocument/2006/relationships" id="274" r:id="R39b9d374b62d4ce3"/>
    <p:sldId xmlns:r="http://schemas.openxmlformats.org/officeDocument/2006/relationships" id="275" r:id="R424bb057966541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8ebbd7107b4550" Type="http://schemas.openxmlformats.org/officeDocument/2006/relationships/slide" Target="slides/slide2.xml"/><Relationship Id="R08224720424c4445" Type="http://schemas.openxmlformats.org/officeDocument/2006/relationships/slide" Target="slides/slide12.xml"/><Relationship Id="R0b53ef5ccaec47e3" Type="http://schemas.openxmlformats.org/officeDocument/2006/relationships/slide" Target="slides/slide7.xml"/><Relationship Id="R192e196d68f047ff" Type="http://schemas.openxmlformats.org/officeDocument/2006/relationships/slide" Target="slides/slide17.xml"/><Relationship Id="R2b6e0a94e6d64743" Type="http://schemas.openxmlformats.org/officeDocument/2006/relationships/slide" Target="slides/slide15.xml"/><Relationship Id="R32f68bfa55144389" Type="http://schemas.openxmlformats.org/officeDocument/2006/relationships/slideMaster" Target="slideMasters/slideMaster1.xml"/><Relationship Id="R39b9d374b62d4ce3" Type="http://schemas.openxmlformats.org/officeDocument/2006/relationships/slide" Target="slides/slide19.xml"/><Relationship Id="R424bb057966541e8" Type="http://schemas.openxmlformats.org/officeDocument/2006/relationships/slide" Target="slides/slide20.xml"/><Relationship Id="R475db24460ed4f37" Type="http://schemas.openxmlformats.org/officeDocument/2006/relationships/slide" Target="slides/slide14.xml"/><Relationship Id="R574bb78dfbaa48f9" Type="http://schemas.openxmlformats.org/officeDocument/2006/relationships/slide" Target="slides/slide13.xml"/><Relationship Id="R6233c52fc8604a92" Type="http://schemas.openxmlformats.org/officeDocument/2006/relationships/slide" Target="slides/slide8.xml"/><Relationship Id="R6482d3ca550247f3" Type="http://schemas.openxmlformats.org/officeDocument/2006/relationships/slide" Target="slides/slide5.xml"/><Relationship Id="R659fe0e74d6b4c7c" Type="http://schemas.openxmlformats.org/officeDocument/2006/relationships/slide" Target="slides/slide9.xml"/><Relationship Id="R75b0f5088a84484e" Type="http://schemas.openxmlformats.org/officeDocument/2006/relationships/presProps" Target="presProps.xml"/><Relationship Id="R78361b423d6b4a6d" Type="http://schemas.openxmlformats.org/officeDocument/2006/relationships/slide" Target="slides/slide6.xml"/><Relationship Id="R8d492f9f571a4b0a" Type="http://schemas.openxmlformats.org/officeDocument/2006/relationships/slide" Target="slides/slide3.xml"/><Relationship Id="R9ad5646821be407f" Type="http://schemas.openxmlformats.org/officeDocument/2006/relationships/slide" Target="slides/slide4.xml"/><Relationship Id="Raf9a09a366af41e0" Type="http://schemas.openxmlformats.org/officeDocument/2006/relationships/slide" Target="slides/slide18.xml"/><Relationship Id="Rb083e8c2be70462c" Type="http://schemas.openxmlformats.org/officeDocument/2006/relationships/slide" Target="slides/slide11.xml"/><Relationship Id="Rc7d995ce29154f41" Type="http://schemas.openxmlformats.org/officeDocument/2006/relationships/tableStyles" Target="tableStyles.xml"/><Relationship Id="Rcb73a6524c874502" Type="http://schemas.openxmlformats.org/officeDocument/2006/relationships/slide" Target="slides/slide10.xml"/><Relationship Id="Rd318f84a8f1d478e" Type="http://schemas.openxmlformats.org/officeDocument/2006/relationships/notesMaster" Target="notesMasters/notesMaster1.xml"/><Relationship Id="Re74ad74d91714588" Type="http://schemas.openxmlformats.org/officeDocument/2006/relationships/slide" Target="slides/slide16.xml"/><Relationship Id="Re87307e4946b4a4f" Type="http://schemas.openxmlformats.org/officeDocument/2006/relationships/theme" Target="theme/theme1.xml"/><Relationship Id="Rf008dea35f3b49e0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fd40a447362a4ca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3a2a772ef234cf1" Type="http://schemas.openxmlformats.org/officeDocument/2006/relationships/slide" Target="../slides/slide1.xml"/><Relationship Id="R82da23b839fb47c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d03e1f4a2414a41" Type="http://schemas.openxmlformats.org/officeDocument/2006/relationships/notesMaster" Target="../notesMasters/notesMaster1.xml"/><Relationship Id="Rda4751c183a1492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a6cc84e4dcb41d3" Type="http://schemas.openxmlformats.org/officeDocument/2006/relationships/slide" Target="../slides/slide3.xml"/><Relationship Id="Rf9c671befabf4ec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ea22fde6f2c4517" Type="http://schemas.openxmlformats.org/officeDocument/2006/relationships/slide" Target="../slides/slide4.xml"/><Relationship Id="R97873ba0b96c42a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e2dabb42fbb4a3c" Type="http://schemas.openxmlformats.org/officeDocument/2006/relationships/slide" Target="../slides/slide5.xml"/><Relationship Id="R9c3206a43bb3414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de7df7a9a7343ec" Type="http://schemas.openxmlformats.org/officeDocument/2006/relationships/notesMaster" Target="../notesMasters/notesMaster1.xml"/><Relationship Id="R70153cf8cba6411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c6942c4cacb42b0" Type="http://schemas.openxmlformats.org/officeDocument/2006/relationships/slide" Target="../slides/slide7.xml"/><Relationship Id="Rde4acb89f4c04a1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b49fd542ad84a8c" Type="http://schemas.openxmlformats.org/officeDocument/2006/relationships/slide" Target="../slides/slide8.xml"/><Relationship Id="Rdeda17f53822481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e52b3945a984559" Type="http://schemas.openxmlformats.org/officeDocument/2006/relationships/notesMaster" Target="../notesMasters/notesMaster1.xml"/><Relationship Id="Rc5c25e6ee4874404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7f033fc83564b86" Type="http://schemas.openxmlformats.org/officeDocument/2006/relationships/notesMaster" Target="../notesMasters/notesMaster1.xml"/><Relationship Id="Rd5f96e0bbf4e4e3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af02ab1122d4d1d" Type="http://schemas.openxmlformats.org/officeDocument/2006/relationships/notesMaster" Target="../notesMasters/notesMaster1.xml"/><Relationship Id="R766ffddac59e499a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2a8c5be074545a6" Type="http://schemas.openxmlformats.org/officeDocument/2006/relationships/slide" Target="../slides/slide12.xml"/><Relationship Id="Rf35d592c2e9b469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1aceb3baa8e4a19" Type="http://schemas.openxmlformats.org/officeDocument/2006/relationships/notesMaster" Target="../notesMasters/notesMaster1.xml"/><Relationship Id="R0a7da36b1d004df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4f9b3f36849483a" Type="http://schemas.openxmlformats.org/officeDocument/2006/relationships/slide" Target="../slides/slide14.xml"/><Relationship Id="Ra90864236d9941ed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95fc8d2d054b4c8f" Type="http://schemas.openxmlformats.org/officeDocument/2006/relationships/slide" Target="../slides/slide15.xml"/><Relationship Id="Ra89bff5d9c404d3c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7600994ce594d7d" Type="http://schemas.openxmlformats.org/officeDocument/2006/relationships/notesMaster" Target="../notesMasters/notesMaster1.xml"/><Relationship Id="R59fbfd7bf2bf458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ae43cc085ff94857" Type="http://schemas.openxmlformats.org/officeDocument/2006/relationships/notesMaster" Target="../notesMasters/notesMaster1.xml"/><Relationship Id="Rdd3c88ec38a5420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8fcf7c4f40e4837" Type="http://schemas.openxmlformats.org/officeDocument/2006/relationships/slide" Target="../slides/slide18.xml"/><Relationship Id="R4c30a13aa4e9444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79d1c7866bf4bc9" Type="http://schemas.openxmlformats.org/officeDocument/2006/relationships/notesMaster" Target="../notesMasters/notesMaster1.xml"/><Relationship Id="R13c7942654fa4c6a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05abe88829d4e6c" Type="http://schemas.openxmlformats.org/officeDocument/2006/relationships/slide" Target="../slides/slide20.xml"/><Relationship Id="Rde5d32a1666a46a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Light. Both festivals use lamps or lights.</a:t>
            </a:r>
          </a:p>
          <a:p xmlns:a="http://schemas.openxmlformats.org/drawingml/2006/main">
            <a:r>
              <a:t>Choose: The order in which things happen OR To tell a story again in your own way. Answer: The order in which things happen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They light rows of lamps.</a:t>
            </a:r>
          </a:p>
          <a:p xmlns:a="http://schemas.openxmlformats.org/drawingml/2006/main">
            <a:r>
              <a:t>Give a reason when ready. Answer: Rama and Sita are sent away to the forest.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Put the four story cards in order. Say or show what helped you decide.</a:t>
            </a:r>
          </a:p>
          <a:p xmlns:a="http://schemas.openxmlformats.org/drawingml/2006/main">
            <a:r>
              <a:t>Explain how the end of the story links to lighting lamps at Diwali.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Rama and Sita are sent away to the forest — 1 — The story starts when they leave home.</a:t>
            </a:r>
          </a:p>
          <a:p xmlns:a="http://schemas.openxmlformats.org/drawingml/2006/main">
            <a:r>
              <a:t>Ravana takes Sita away — 2 — This happens while they live in the forest.</a:t>
            </a:r>
          </a:p>
          <a:p xmlns:a="http://schemas.openxmlformats.org/drawingml/2006/main">
            <a:r>
              <a:t>Rama, helped by Hanuman, rescues Sita — 3 — The rescue comes after Sita is taken.</a:t>
            </a:r>
          </a:p>
          <a:p xmlns:a="http://schemas.openxmlformats.org/drawingml/2006/main">
            <a:r>
              <a:t>People light lamps to welcome them home — 4 — The lamps end the story.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First ___. Next ___. Then ___. Last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___. Next ___. Then ___. Last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the end of the story links to lighting lamps at Diwali.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light rows of lamps.</a:t>
            </a:r>
          </a:p>
          <a:p xmlns:a="http://schemas.openxmlformats.org/drawingml/2006/main">
            <a:r>
              <a:t>Rama and Sita are sent away to the forest.</a:t>
            </a:r>
          </a:p>
          <a:p xmlns:a="http://schemas.openxmlformats.org/drawingml/2006/main">
            <a:r>
              <a:t>Support: First ___. Next ___. Then ___. Last ___.</a:t>
            </a:r>
          </a:p>
          <a:p xmlns:a="http://schemas.openxmlformats.org/drawingml/2006/main">
            <a:r>
              <a:t>Extension: Explain how the end of the story links to lighting lamps at Diwali.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Reduced 3–4 card sequence; numbered cards; oral retell; pre-written captions; scribe/pointing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a0fddae746243d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0be87575bed4e1c" Type="http://schemas.openxmlformats.org/officeDocument/2006/relationships/theme" Target="theme/theme2.xml"/><Relationship Id="Rbdf48f7f79a84e5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48f7f79a84e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6ea02259eb54ee4" Type="http://schemas.openxmlformats.org/officeDocument/2006/relationships/slideLayout" Target="../slideLayouts/slideLayout1.xml"/><Relationship Id="R862000c9eead4e4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7b11a9571ba4276" Type="http://schemas.openxmlformats.org/officeDocument/2006/relationships/slideLayout" Target="../slideLayouts/slideLayout1.xml"/><Relationship Id="Rad850369125e4aa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24e69d0c00a40e7" Type="http://schemas.openxmlformats.org/officeDocument/2006/relationships/slideLayout" Target="../slideLayouts/slideLayout1.xml"/><Relationship Id="R2355a32792544d1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a31051a26bb74031" Type="http://schemas.openxmlformats.org/officeDocument/2006/relationships/slideLayout" Target="../slideLayouts/slideLayout1.xml"/><Relationship Id="Reabff73dd77c47e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4c68c0279e04911" Type="http://schemas.openxmlformats.org/officeDocument/2006/relationships/notesSlide" Target="../notesSlides/notesSlide5.xml"/><Relationship Id="R5c1ec58d293c4765" Type="http://schemas.openxmlformats.org/officeDocument/2006/relationships/slideLayout" Target="../slideLayouts/slideLayout1.xml"/><Relationship Id="R7a13c8b1b511401f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4c15127f7cf4928" Type="http://schemas.openxmlformats.org/officeDocument/2006/relationships/slideLayout" Target="../slideLayouts/slideLayout1.xml"/><Relationship Id="R8f7cbbe82f8e47a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3cbd7a48aee4657" Type="http://schemas.openxmlformats.org/officeDocument/2006/relationships/notesSlide" Target="../notesSlides/notesSlide7.xml"/><Relationship Id="R83070ab86fa8429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58e2fa1af0940d7" Type="http://schemas.openxmlformats.org/officeDocument/2006/relationships/slideLayout" Target="../slideLayouts/slideLayout1.xml"/><Relationship Id="R9c28395ce5f342aa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0be635a223f4fdf" Type="http://schemas.openxmlformats.org/officeDocument/2006/relationships/slideLayout" Target="../slideLayouts/slideLayout1.xml"/><Relationship Id="Re09a99b26eca45b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bd838aeb5484690" Type="http://schemas.openxmlformats.org/officeDocument/2006/relationships/notesSlide" Target="../notesSlides/notesSlide10.xml"/><Relationship Id="Rf7df47c9c02249e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bbba18aa0ef4cd5" Type="http://schemas.openxmlformats.org/officeDocument/2006/relationships/notesSlide" Target="../notesSlides/notesSlide11.xml"/><Relationship Id="Rcf3146c5f9f04a0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a7f65eb604e4ce6" Type="http://schemas.openxmlformats.org/officeDocument/2006/relationships/slideLayout" Target="../slideLayouts/slideLayout1.xml"/><Relationship Id="Rbe69bf1f47934e5b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ee3430459d84e75" Type="http://schemas.openxmlformats.org/officeDocument/2006/relationships/slideLayout" Target="../slideLayouts/slideLayout1.xml"/><Relationship Id="Rfb5fa876bf46478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3f20d013dac47f6" Type="http://schemas.openxmlformats.org/officeDocument/2006/relationships/slideLayout" Target="../slideLayouts/slideLayout1.xml"/><Relationship Id="Ra564785cb652493b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fa23cd0b7274d44" Type="http://schemas.openxmlformats.org/officeDocument/2006/relationships/slideLayout" Target="../slideLayouts/slideLayout1.xml"/><Relationship Id="Rb90e62c67b194b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b70b4d5d8044324" Type="http://schemas.openxmlformats.org/officeDocument/2006/relationships/slideLayout" Target="../slideLayouts/slideLayout1.xml"/><Relationship Id="Rc3a3d4be0fac4a5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307e97ffd57e4785" Type="http://schemas.openxmlformats.org/officeDocument/2006/relationships/slideLayout" Target="../slideLayouts/slideLayout1.xml"/><Relationship Id="R577d73d1808a405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080f9e0767946a5" Type="http://schemas.openxmlformats.org/officeDocument/2006/relationships/slideLayout" Target="../slideLayouts/slideLayout1.xml"/><Relationship Id="Re9fcbd91025b434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ca02f5dae4bf4572" Type="http://schemas.openxmlformats.org/officeDocument/2006/relationships/notesSlide" Target="../notesSlides/notesSlide19.xml"/><Relationship Id="Rf6a60a7703964ac5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a4fad8037724469e" Type="http://schemas.openxmlformats.org/officeDocument/2006/relationships/notesSlide" Target="../notesSlides/notesSlide20.xml"/><Relationship Id="Rae9bc14239d944cf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12D46-E006-47A1-92CD-FCEAB7F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Retelling a festival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3F34E-B78D-4146-A9E0-08B02DE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2839E-1E4E-476B-8A5A-1EEBAA2C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a festival story in the correct order using symbols or pictures.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94A5F-04D5-4357-B32A-489906D2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41EA-B60D-43A2-9FC7-553DBF1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53292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B0E16-B147-46FB-9B0F-BE38279E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BBD3B-9531-4312-B206-EF80836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2FBA1-345A-4694-B1D2-07F5E69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thing Diwali and Hanukkah both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1E435-4958-41D6-B367-3F2396A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sequence?</a:t>
            </a:r>
          </a:p>
        </p:txBody>
      </p:sp>
    </p:spTree>
    <p:extLst>
      <p:ext uri="{BB962C8B-B14F-4D97-AF65-F5344CB8AC3E}">
        <p14:creationId xmlns:p14="http://schemas.microsoft.com/office/powerpoint/2010/main" val="714304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F523C-EBE8-4985-B880-EE426063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06BBC-8E2D-4972-8642-28CBBD4F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3596E-7B1A-403C-ACB8-FF2AAFB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do people do to welcome Rama and Sita home?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7079E-51CA-4497-8F80-A4DAB54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Which event comes first in the story?</a:t>
            </a:r>
          </a:p>
        </p:txBody>
      </p:sp>
    </p:spTree>
    <p:extLst>
      <p:ext uri="{BB962C8B-B14F-4D97-AF65-F5344CB8AC3E}">
        <p14:creationId xmlns:p14="http://schemas.microsoft.com/office/powerpoint/2010/main" val="2027316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465C5-43F5-4F98-A50A-9C197A3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20E7D-E8D2-4568-AE1E-4A3D32D0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B8586-95EE-45EB-AF45-959B4C92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order in which things happen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A525C-060E-4707-9BB8-DA70ACE7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tell a story again in your own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6C5FC-1409-4294-8A9C-7DA9035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Rama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prince in a story many Hindus tell at Diwali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C29E7-2364-4EE1-B6D3-A534818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Sita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Rama’s wife in the story</a:t>
            </a:r>
          </a:p>
        </p:txBody>
      </p:sp>
    </p:spTree>
    <p:extLst>
      <p:ext uri="{BB962C8B-B14F-4D97-AF65-F5344CB8AC3E}">
        <p14:creationId xmlns:p14="http://schemas.microsoft.com/office/powerpoint/2010/main" val="456047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B9323-40A7-4EF9-9DA3-08E320F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68080-A205-4F1C-A85E-08773E8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3c8b1b511401f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B5723-61EB-4E4F-9323-AC88134B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morning in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2820B-8BF2-41A5-876F-26F84166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events in the order they happen.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8B116-9CD0-4FF7-8A03-2B0EA81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465954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EF411-5A65-40BE-8C46-3122F21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E92CC-1B33-4BB2-99C5-060076C9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1B977-40BF-4D9C-86ED-976FC427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do people do to welcome Rama and Sita home?</a:t>
            </a:r>
          </a:p>
        </p:txBody>
      </p:sp>
    </p:spTree>
    <p:extLst>
      <p:ext uri="{BB962C8B-B14F-4D97-AF65-F5344CB8AC3E}">
        <p14:creationId xmlns:p14="http://schemas.microsoft.com/office/powerpoint/2010/main" val="1246981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FE196-0844-4E29-B445-B56C13D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4A212-BC02-4CAC-9659-E010904A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813D0-7C56-435C-AB74-4557C70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Lamps light the way: Rama and Sita travel home. People light rows of lamps to welcome them. This is one reason lamps are lit at Diwali.</a:t>
            </a:r>
          </a:p>
        </p:txBody>
      </p:sp>
    </p:spTree>
    <p:extLst>
      <p:ext uri="{BB962C8B-B14F-4D97-AF65-F5344CB8AC3E}">
        <p14:creationId xmlns:p14="http://schemas.microsoft.com/office/powerpoint/2010/main" val="538204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37A7E-5BDD-41A4-9C1D-C45DE368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066F1-6B08-4401-91D3-EF77D74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F30EC-9C4A-4602-AFB2-B021A0BB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They light rows of lamps.</a:t>
            </a:r>
          </a:p>
        </p:txBody>
      </p:sp>
    </p:spTree>
    <p:extLst>
      <p:ext uri="{BB962C8B-B14F-4D97-AF65-F5344CB8AC3E}">
        <p14:creationId xmlns:p14="http://schemas.microsoft.com/office/powerpoint/2010/main" val="1167824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E394-A084-49A6-97CF-833BDA3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6B830-78B7-4C29-89AE-9041C07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F5F84-1139-4329-B4BB-CF42A8D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Which event comes first in the story? Rama and Sita are sent away to the forest.</a:t>
            </a:r>
          </a:p>
        </p:txBody>
      </p:sp>
    </p:spTree>
    <p:extLst>
      <p:ext uri="{BB962C8B-B14F-4D97-AF65-F5344CB8AC3E}">
        <p14:creationId xmlns:p14="http://schemas.microsoft.com/office/powerpoint/2010/main" val="1328483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1A98B-0F16-40F6-8254-C8238C2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63CF8-9CB1-4495-989E-73C4BFFD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E90E7-EC39-46E7-956E-A46300D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four story cards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A36FB-A431-4A71-8A51-32A74C61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the story using first, next, then and last.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30663-A60E-4AEF-9C96-B33A948D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4077318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EB672-BD5A-45AF-A6D5-171BED63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EF1C1-CF8F-4CD5-BF7B-8B4E374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0D149-C3E1-4FC9-BDFB-E62B717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Rama and Sita are sent away to the forest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F3696-E0ED-45B6-BB08-5F2FB3A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Ravana takes Sita 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85EAA-9BAC-4DFE-8256-B9401CD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Rama, helped by Hanuman, rescues Sita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F1C23-8125-4635-8323-B889126C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light lamps to welcome them home</a:t>
            </a:r>
          </a:p>
        </p:txBody>
      </p:sp>
    </p:spTree>
    <p:extLst>
      <p:ext uri="{BB962C8B-B14F-4D97-AF65-F5344CB8AC3E}">
        <p14:creationId xmlns:p14="http://schemas.microsoft.com/office/powerpoint/2010/main" val="16216806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EBEB6-F2DA-4931-9864-EBA56594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82182-6EE4-4921-877B-D259CD47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30395-0CC3-4BD7-BF63-07DBF42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three numbered story cards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44BFF-2F74-4B35-A747-50B0709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first and the last event.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338C8-7AB8-4678-AA58-5EFF6ABF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using the pre-written captions.</a:t>
            </a:r>
          </a:p>
        </p:txBody>
      </p:sp>
    </p:spTree>
    <p:extLst>
      <p:ext uri="{BB962C8B-B14F-4D97-AF65-F5344CB8AC3E}">
        <p14:creationId xmlns:p14="http://schemas.microsoft.com/office/powerpoint/2010/main" val="15360772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CA260-80EE-4E00-80EE-2344156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048DB-73F5-44B8-8A96-C371CA9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6AE25-E594-44D6-892A-A6F4132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four story cards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C4487-C60B-423D-93AC-528CF27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the story aloud, with labels or with short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C514B-41B2-4B8D-B20D-04A6B53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words first, next, then and last.</a:t>
            </a:r>
          </a:p>
        </p:txBody>
      </p:sp>
    </p:spTree>
    <p:extLst>
      <p:ext uri="{BB962C8B-B14F-4D97-AF65-F5344CB8AC3E}">
        <p14:creationId xmlns:p14="http://schemas.microsoft.com/office/powerpoint/2010/main" val="756186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82170-CEB7-4830-8F10-712625B0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3C9A3-9178-49A9-85B6-6927512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E54FA-61F6-4C29-8C3B-75555B27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 story cards in order and add your own captions.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B8923-338E-46EF-B654-85A965E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the story without looking at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30A23-1F56-4F8A-87FC-CB19B3F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 ending links to Diwali lamps.</a:t>
            </a:r>
          </a:p>
        </p:txBody>
      </p:sp>
    </p:spTree>
    <p:extLst>
      <p:ext uri="{BB962C8B-B14F-4D97-AF65-F5344CB8AC3E}">
        <p14:creationId xmlns:p14="http://schemas.microsoft.com/office/powerpoint/2010/main" val="7912980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59DAE-85D5-4955-AA21-D2F3FF4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35E13-BA1F-4C27-9621-B60A4B2B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0DCA1-CFCC-478A-9770-C915C09C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ordered sequence and retelling.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78FD9-845F-46CA-82C6-9D6691B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3E132-C0BF-4A76-B4D5-7062C7E3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5772735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CAB02-8CE1-4270-9D1B-E0CC147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458A6-388E-4CB0-9AF7-F6187817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C706F-0EC1-4FB5-B72E-D637148D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 people do to welcome Rama and Sita home?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C33FA-A888-40A5-BE84-82CCCC29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event comes first in the story?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84D0F-AE30-4AF7-B7AB-E080386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211747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86D9C-7B9D-4107-9B43-8D1AA687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Sent 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01F19-3B66-4543-8A41-F983B7DC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C21AF-497F-4869-891D-005BC14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retelling: Prince Rama and his wife Sita are sent away from their home to live in the forest.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FBE29-46F7-4C0A-AC6F-46ABF55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the Rama and Sita story told at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8C427-E1C0-4FEA-8071-55A1192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short retelling. Longer versions have many more events and names.</a:t>
            </a:r>
          </a:p>
        </p:txBody>
      </p:sp>
    </p:spTree>
    <p:extLst>
      <p:ext uri="{BB962C8B-B14F-4D97-AF65-F5344CB8AC3E}">
        <p14:creationId xmlns:p14="http://schemas.microsoft.com/office/powerpoint/2010/main" val="4691270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3BDE1-6F89-4462-A58B-9FE36235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Sita is taken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BA8D1-15C5-475D-96F3-09BC74BC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CC831-6AB8-4D3A-8446-9D88BF3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demon king called Ravana takes Sita away to his island.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19568-EFFB-478E-9D21-7DB88E3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the Rama and Sita story told at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1C4EB-85CA-4DEF-B9B9-440ED3C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short retelling. Longer versions have many more events and names.</a:t>
            </a:r>
          </a:p>
        </p:txBody>
      </p:sp>
    </p:spTree>
    <p:extLst>
      <p:ext uri="{BB962C8B-B14F-4D97-AF65-F5344CB8AC3E}">
        <p14:creationId xmlns:p14="http://schemas.microsoft.com/office/powerpoint/2010/main" val="10188859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E7627-8E41-48C1-BEB2-C87DEB27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The rescue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909B3-98ED-46B4-A70C-4EE8723A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7CFD2-D4B1-4568-8BB6-86645A13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Rama searches for Sita. Hanuman and his army help. Rama defeats Ravana and rescues Sita.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06AEC-99E2-415A-BF67-0F3D7BDD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the Rama and Sita story told at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9329C-922B-431B-A48A-6624BE6A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a short retelling. Longer versions have many more events and names.</a:t>
            </a:r>
          </a:p>
        </p:txBody>
      </p:sp>
    </p:spTree>
    <p:extLst>
      <p:ext uri="{BB962C8B-B14F-4D97-AF65-F5344CB8AC3E}">
        <p14:creationId xmlns:p14="http://schemas.microsoft.com/office/powerpoint/2010/main" val="11635557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E65E9-6C1F-4002-B90E-A204E5C4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Lamps light the 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699DC-181F-47B3-944C-33797B1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B24A9-06BA-4E08-B61D-B8AD6B85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Rama and Sita travel home. People light rows of lamps to welcome them. This is one reason lamps are lit at Diwali.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18308-A829-4DA3-A81D-249BF302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the Rama and Sita story told at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D6F79-5BA6-4FE5-997D-C51838EC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everyone who celebrates Diwali tells this story.</a:t>
            </a:r>
          </a:p>
        </p:txBody>
      </p:sp>
    </p:spTree>
    <p:extLst>
      <p:ext uri="{BB962C8B-B14F-4D97-AF65-F5344CB8AC3E}">
        <p14:creationId xmlns:p14="http://schemas.microsoft.com/office/powerpoint/2010/main" val="2106550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2026-09-19T18:24:28.0420000Z</dcterms:created>
  <dcterms:modified xsi:type="dcterms:W3CDTF">2026-09-19T18:24:28.0420000Z</dcterms:modified>
</coreProperties>
</file>