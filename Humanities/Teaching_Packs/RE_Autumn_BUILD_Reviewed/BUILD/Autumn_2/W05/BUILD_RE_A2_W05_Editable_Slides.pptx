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e317d8410694b64" Type="http://schemas.openxmlformats.org/package/2006/relationships/metadata/core-properties" Target="docProps/core.xml"/><Relationship Id="R62af0628af2a42f2" Type="http://schemas.openxmlformats.org/officeDocument/2006/relationships/extended-properties" Target="docProps/app.xml"/><Relationship Id="Raf798cd5fb0b410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1c563711c64a7d"/>
  </p:sldMasterIdLst>
  <p:notesMasterIdLst>
    <p:notesMasterId xmlns:r="http://schemas.openxmlformats.org/officeDocument/2006/relationships" r:id="R9dc1964fdb82480a"/>
  </p:notesMasterIdLst>
  <p:sldIdLst>
    <p:sldId xmlns:r="http://schemas.openxmlformats.org/officeDocument/2006/relationships" id="256" r:id="R7ac936982f8d4807"/>
    <p:sldId xmlns:r="http://schemas.openxmlformats.org/officeDocument/2006/relationships" id="257" r:id="R0155f1fa96044f2e"/>
    <p:sldId xmlns:r="http://schemas.openxmlformats.org/officeDocument/2006/relationships" id="258" r:id="R7c54664f8c9c4518"/>
    <p:sldId xmlns:r="http://schemas.openxmlformats.org/officeDocument/2006/relationships" id="259" r:id="R4908aa3b488240ca"/>
    <p:sldId xmlns:r="http://schemas.openxmlformats.org/officeDocument/2006/relationships" id="260" r:id="R9a480949b1db46e2"/>
    <p:sldId xmlns:r="http://schemas.openxmlformats.org/officeDocument/2006/relationships" id="261" r:id="R38383e293ad44675"/>
    <p:sldId xmlns:r="http://schemas.openxmlformats.org/officeDocument/2006/relationships" id="262" r:id="R229ffd6c7fe346d8"/>
    <p:sldId xmlns:r="http://schemas.openxmlformats.org/officeDocument/2006/relationships" id="263" r:id="Rd3b7fbc753b54a25"/>
    <p:sldId xmlns:r="http://schemas.openxmlformats.org/officeDocument/2006/relationships" id="264" r:id="Rc5018d550921477b"/>
    <p:sldId xmlns:r="http://schemas.openxmlformats.org/officeDocument/2006/relationships" id="265" r:id="Ra1d2e31db0184c65"/>
    <p:sldId xmlns:r="http://schemas.openxmlformats.org/officeDocument/2006/relationships" id="266" r:id="Rea34f850daea427f"/>
    <p:sldId xmlns:r="http://schemas.openxmlformats.org/officeDocument/2006/relationships" id="267" r:id="R7dfd95c395cd4e59"/>
    <p:sldId xmlns:r="http://schemas.openxmlformats.org/officeDocument/2006/relationships" id="268" r:id="R417eef8b74744642"/>
    <p:sldId xmlns:r="http://schemas.openxmlformats.org/officeDocument/2006/relationships" id="269" r:id="R9d422f26fee04c91"/>
    <p:sldId xmlns:r="http://schemas.openxmlformats.org/officeDocument/2006/relationships" id="270" r:id="R4ed36891d5cd47ef"/>
    <p:sldId xmlns:r="http://schemas.openxmlformats.org/officeDocument/2006/relationships" id="271" r:id="R8e583492fef74439"/>
    <p:sldId xmlns:r="http://schemas.openxmlformats.org/officeDocument/2006/relationships" id="272" r:id="R30b392f5651541c7"/>
    <p:sldId xmlns:r="http://schemas.openxmlformats.org/officeDocument/2006/relationships" id="273" r:id="Ra43c80abe0de4a3c"/>
    <p:sldId xmlns:r="http://schemas.openxmlformats.org/officeDocument/2006/relationships" id="274" r:id="R3d93bcc547f34230"/>
    <p:sldId xmlns:r="http://schemas.openxmlformats.org/officeDocument/2006/relationships" id="275" r:id="R2222fe704f1940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55f1fa96044f2e" Type="http://schemas.openxmlformats.org/officeDocument/2006/relationships/slide" Target="slides/slide2.xml"/><Relationship Id="R2222fe704f19407d" Type="http://schemas.openxmlformats.org/officeDocument/2006/relationships/slide" Target="slides/slide20.xml"/><Relationship Id="R229ffd6c7fe346d8" Type="http://schemas.openxmlformats.org/officeDocument/2006/relationships/slide" Target="slides/slide7.xml"/><Relationship Id="R30b392f5651541c7" Type="http://schemas.openxmlformats.org/officeDocument/2006/relationships/slide" Target="slides/slide17.xml"/><Relationship Id="R38383e293ad44675" Type="http://schemas.openxmlformats.org/officeDocument/2006/relationships/slide" Target="slides/slide6.xml"/><Relationship Id="R3d93bcc547f34230" Type="http://schemas.openxmlformats.org/officeDocument/2006/relationships/slide" Target="slides/slide19.xml"/><Relationship Id="R417eef8b74744642" Type="http://schemas.openxmlformats.org/officeDocument/2006/relationships/slide" Target="slides/slide13.xml"/><Relationship Id="R4908aa3b488240ca" Type="http://schemas.openxmlformats.org/officeDocument/2006/relationships/slide" Target="slides/slide4.xml"/><Relationship Id="R4ed36891d5cd47ef" Type="http://schemas.openxmlformats.org/officeDocument/2006/relationships/slide" Target="slides/slide15.xml"/><Relationship Id="R7ac936982f8d4807" Type="http://schemas.openxmlformats.org/officeDocument/2006/relationships/slide" Target="slides/slide1.xml"/><Relationship Id="R7c54664f8c9c4518" Type="http://schemas.openxmlformats.org/officeDocument/2006/relationships/slide" Target="slides/slide3.xml"/><Relationship Id="R7dfd95c395cd4e59" Type="http://schemas.openxmlformats.org/officeDocument/2006/relationships/slide" Target="slides/slide12.xml"/><Relationship Id="R8e583492fef74439" Type="http://schemas.openxmlformats.org/officeDocument/2006/relationships/slide" Target="slides/slide16.xml"/><Relationship Id="R9a480949b1db46e2" Type="http://schemas.openxmlformats.org/officeDocument/2006/relationships/slide" Target="slides/slide5.xml"/><Relationship Id="R9d38a543bc01412a" Type="http://schemas.openxmlformats.org/officeDocument/2006/relationships/theme" Target="theme/theme1.xml"/><Relationship Id="R9d422f26fee04c91" Type="http://schemas.openxmlformats.org/officeDocument/2006/relationships/slide" Target="slides/slide14.xml"/><Relationship Id="R9dc1964fdb82480a" Type="http://schemas.openxmlformats.org/officeDocument/2006/relationships/notesMaster" Target="notesMasters/notesMaster1.xml"/><Relationship Id="Ra1d2e31db0184c65" Type="http://schemas.openxmlformats.org/officeDocument/2006/relationships/slide" Target="slides/slide10.xml"/><Relationship Id="Ra43c80abe0de4a3c" Type="http://schemas.openxmlformats.org/officeDocument/2006/relationships/slide" Target="slides/slide18.xml"/><Relationship Id="Rc5018d550921477b" Type="http://schemas.openxmlformats.org/officeDocument/2006/relationships/slide" Target="slides/slide9.xml"/><Relationship Id="Rd3b7fbc753b54a25" Type="http://schemas.openxmlformats.org/officeDocument/2006/relationships/slide" Target="slides/slide8.xml"/><Relationship Id="Rd96452883d4046ce" Type="http://schemas.openxmlformats.org/officeDocument/2006/relationships/tableStyles" Target="tableStyles.xml"/><Relationship Id="Rdca9d27e2bd64310" Type="http://schemas.openxmlformats.org/officeDocument/2006/relationships/presProps" Target="presProps.xml"/><Relationship Id="Rea34f850daea427f" Type="http://schemas.openxmlformats.org/officeDocument/2006/relationships/slide" Target="slides/slide11.xml"/><Relationship Id="Rfe1c563711c64a7d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390a8647ada04af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d3728ec742e4676" Type="http://schemas.openxmlformats.org/officeDocument/2006/relationships/notesMaster" Target="../notesMasters/notesMaster1.xml"/><Relationship Id="Rd81f647ba7e4459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d40a1f8687d48bf" Type="http://schemas.openxmlformats.org/officeDocument/2006/relationships/slide" Target="../slides/slide2.xml"/><Relationship Id="R5f696898b4fc49b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66cb20c708424b5d" Type="http://schemas.openxmlformats.org/officeDocument/2006/relationships/notesMaster" Target="../notesMasters/notesMaster1.xml"/><Relationship Id="Rd918ed243cf6447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e0f46e729b14fd3" Type="http://schemas.openxmlformats.org/officeDocument/2006/relationships/notesMaster" Target="../notesMasters/notesMaster1.xml"/><Relationship Id="R4fbca6a1a254444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a13da4eceb194093" Type="http://schemas.openxmlformats.org/officeDocument/2006/relationships/slide" Target="../slides/slide5.xml"/><Relationship Id="Rae347ff1355e419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d5ae756f4df4591" Type="http://schemas.openxmlformats.org/officeDocument/2006/relationships/slide" Target="../slides/slide6.xml"/><Relationship Id="R76f1a72b9a324e8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7f62bbbe9df4bd4" Type="http://schemas.openxmlformats.org/officeDocument/2006/relationships/notesMaster" Target="../notesMasters/notesMaster1.xml"/><Relationship Id="R4dced99d651349c4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afabe8084a8461f" Type="http://schemas.openxmlformats.org/officeDocument/2006/relationships/slide" Target="../slides/slide8.xml"/><Relationship Id="Rc6ec665a6fd94bf3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5f8dd1a3c604d5a" Type="http://schemas.openxmlformats.org/officeDocument/2006/relationships/notesMaster" Target="../notesMasters/notesMaster1.xml"/><Relationship Id="Ree2ea78ef5374f55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1cf7feb7d414dc7" Type="http://schemas.openxmlformats.org/officeDocument/2006/relationships/slide" Target="../slides/slide10.xml"/><Relationship Id="R9f24a088a58d4a7e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ea7529fd2c8494c" Type="http://schemas.openxmlformats.org/officeDocument/2006/relationships/slide" Target="../slides/slide11.xml"/><Relationship Id="R6c667b4c5508450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43133494859541ec" Type="http://schemas.openxmlformats.org/officeDocument/2006/relationships/notesMaster" Target="../notesMasters/notesMaster1.xml"/><Relationship Id="R5b39cd277cff4e8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8b5d39f91e6f46af" Type="http://schemas.openxmlformats.org/officeDocument/2006/relationships/slide" Target="../slides/slide13.xml"/><Relationship Id="Rc142e705acdf455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1e23aaa164046d4" Type="http://schemas.openxmlformats.org/officeDocument/2006/relationships/notesMaster" Target="../notesMasters/notesMaster1.xml"/><Relationship Id="R6876f1a3e6e244b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383658c8eec741ba" Type="http://schemas.openxmlformats.org/officeDocument/2006/relationships/slide" Target="../slides/slide15.xml"/><Relationship Id="Rf8a59a01075049b9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ee1c833ee9d4382" Type="http://schemas.openxmlformats.org/officeDocument/2006/relationships/notesMaster" Target="../notesMasters/notesMaster1.xml"/><Relationship Id="R90a166efa0a9444c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cec7622e0bf4b87" Type="http://schemas.openxmlformats.org/officeDocument/2006/relationships/slide" Target="../slides/slide17.xml"/><Relationship Id="R34db3e6244dd4b67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7d525fb197354332" Type="http://schemas.openxmlformats.org/officeDocument/2006/relationships/notesMaster" Target="../notesMasters/notesMaster1.xml"/><Relationship Id="R9882402b1dfd4cd9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4a4297391c57491b" Type="http://schemas.openxmlformats.org/officeDocument/2006/relationships/notesMaster" Target="../notesMasters/notesMaster1.xml"/><Relationship Id="R858e1bdd764e4914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93c64ff51db44c46" Type="http://schemas.openxmlformats.org/officeDocument/2006/relationships/notesMaster" Target="../notesMasters/notesMaster1.xml"/><Relationship Id="Rd409ced50c1244f6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No. It is learning about a celebration.</a:t>
            </a:r>
          </a:p>
          <a:p xmlns:a="http://schemas.openxmlformats.org/drawingml/2006/main">
            <a:r>
              <a:t>Choose: Believing that something good can happen OR Taking time to remember people and events. Answer: Believing that something good can happen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Remembrance and hope for a peaceful future.</a:t>
            </a:r>
          </a:p>
          <a:p xmlns:a="http://schemas.openxmlformats.org/drawingml/2006/main">
            <a:r>
              <a:t>Give a reason when ready. Answer: No. People remember in different ways.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Sort each symbol: hope, remembrance or both. Say or show what helped you decide.</a:t>
            </a:r>
          </a:p>
          <a:p xmlns:a="http://schemas.openxmlformats.org/drawingml/2006/main">
            <a:r>
              <a:t>Explain how one symbol can stand for both remembering and hoping.</a:t>
            </a:r>
          </a:p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candle lit in the dark — Hope — Card C: light in the dark can stand for hope.</a:t>
            </a:r>
          </a:p>
          <a:p xmlns:a="http://schemas.openxmlformats.org/drawingml/2006/main">
            <a:r>
              <a:t>A list of names on a stone — Remembrance — Card D: a memorial gives people a place to remember.</a:t>
            </a:r>
          </a:p>
          <a:p xmlns:a="http://schemas.openxmlformats.org/drawingml/2006/main">
            <a:r>
              <a:t>A red poppy — Both — Card A: remembrance and hope for a peaceful future.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Hope can be shown by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Hope can be shown by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one symbol can stand for both remembering and hoping.</a:t>
            </a:r>
          </a:p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Remembrance and hope for a peaceful future.</a:t>
            </a:r>
          </a:p>
          <a:p xmlns:a="http://schemas.openxmlformats.org/drawingml/2006/main">
            <a:r>
              <a:t>No. People remember in different ways.</a:t>
            </a:r>
          </a:p>
          <a:p xmlns:a="http://schemas.openxmlformats.org/drawingml/2006/main">
            <a:r>
              <a:t>Support: Hope can be shown by ___ because ___.</a:t>
            </a:r>
          </a:p>
          <a:p xmlns:a="http://schemas.openxmlformats.org/drawingml/2006/main">
            <a:r>
              <a:t>Extension: Explain how one symbol can stand for both remembering and hoping.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symbol with one word or short explanation; monitor regulation.</a:t>
            </a:r>
          </a:p>
          <a:p xmlns:a="http://schemas.openxmlformats.org/drawingml/2006/main">
            <a:r>
              <a:t>No personal bereavement disclosure; third-person examples; one-word/symbol response accepted; quiet-space option; verbal/scribed route.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79ead1ea79542a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4e55948a12d467e" Type="http://schemas.openxmlformats.org/officeDocument/2006/relationships/theme" Target="theme/theme2.xml"/><Relationship Id="R76f358ddb5d544b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f358ddb5d544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1a1904db58c4896" Type="http://schemas.openxmlformats.org/officeDocument/2006/relationships/notesSlide" Target="../notesSlides/notesSlide1.xml"/><Relationship Id="R326ef5d9c6bb43b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e3de2c0a3db4867" Type="http://schemas.openxmlformats.org/officeDocument/2006/relationships/notesSlide" Target="../notesSlides/notesSlide2.xml"/><Relationship Id="R93c9317cc35b426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ece254ca4114137" Type="http://schemas.openxmlformats.org/officeDocument/2006/relationships/notesSlide" Target="../notesSlides/notesSlide3.xml"/><Relationship Id="R4506f60894dc42f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b83ff0e89ce24e8b" Type="http://schemas.openxmlformats.org/officeDocument/2006/relationships/notesSlide" Target="../notesSlides/notesSlide4.xml"/><Relationship Id="Rdb3312c8952b449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81275a5747144705" Type="http://schemas.openxmlformats.org/officeDocument/2006/relationships/image" Target="../media/image.png"/><Relationship Id="R993baad543964939" Type="http://schemas.openxmlformats.org/officeDocument/2006/relationships/notesSlide" Target="../notesSlides/notesSlide5.xml"/><Relationship Id="Rcfc984beb95e492b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d19009c54474d67" Type="http://schemas.openxmlformats.org/officeDocument/2006/relationships/slideLayout" Target="../slideLayouts/slideLayout1.xml"/><Relationship Id="Rd77bd14bcd2640d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9f1abf057a7d414b" Type="http://schemas.openxmlformats.org/officeDocument/2006/relationships/notesSlide" Target="../notesSlides/notesSlide7.xml"/><Relationship Id="Rca52a04cfd6d4997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82eedd4bc5a41ef" Type="http://schemas.openxmlformats.org/officeDocument/2006/relationships/slideLayout" Target="../slideLayouts/slideLayout1.xml"/><Relationship Id="R1ce88fd335604ee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c3d3cb638cd496c" Type="http://schemas.openxmlformats.org/officeDocument/2006/relationships/slideLayout" Target="../slideLayouts/slideLayout1.xml"/><Relationship Id="Rc364b08a9c7e43d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8b5623822eda40de" Type="http://schemas.openxmlformats.org/officeDocument/2006/relationships/notesSlide" Target="../notesSlides/notesSlide10.xml"/><Relationship Id="Rdf5ef22740a24895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6ce5258c200c4bbe" Type="http://schemas.openxmlformats.org/officeDocument/2006/relationships/notesSlide" Target="../notesSlides/notesSlide11.xml"/><Relationship Id="Rb94518feedde49c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d4ed31c58ac4259" Type="http://schemas.openxmlformats.org/officeDocument/2006/relationships/notesSlide" Target="../notesSlides/notesSlide12.xml"/><Relationship Id="Rde17475c50b04de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8b681d5b603468e" Type="http://schemas.openxmlformats.org/officeDocument/2006/relationships/notesSlide" Target="../notesSlides/notesSlide13.xml"/><Relationship Id="Red52d426564145b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0124a39bdd246df" Type="http://schemas.openxmlformats.org/officeDocument/2006/relationships/notesSlide" Target="../notesSlides/notesSlide14.xml"/><Relationship Id="R9590ff797a8a4549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5f9286e437874d16" Type="http://schemas.openxmlformats.org/officeDocument/2006/relationships/slideLayout" Target="../slideLayouts/slideLayout1.xml"/><Relationship Id="R87d764201a564e9e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6bd2c258e0b4e60" Type="http://schemas.openxmlformats.org/officeDocument/2006/relationships/notesSlide" Target="../notesSlides/notesSlide16.xml"/><Relationship Id="R6ee41444064a4a6a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86f2184709c347a5" Type="http://schemas.openxmlformats.org/officeDocument/2006/relationships/slideLayout" Target="../slideLayouts/slideLayout1.xml"/><Relationship Id="Rdd10bdffe50245b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f9bc4fdf52143e5" Type="http://schemas.openxmlformats.org/officeDocument/2006/relationships/notesSlide" Target="../notesSlides/notesSlide18.xml"/><Relationship Id="Rba98af3b1c864287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596c06b0061b4d1c" Type="http://schemas.openxmlformats.org/officeDocument/2006/relationships/notesSlide" Target="../notesSlides/notesSlide19.xml"/><Relationship Id="Re342403755534a55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bd1281d4a84b4c18" Type="http://schemas.openxmlformats.org/officeDocument/2006/relationships/notesSlide" Target="../notesSlides/notesSlide20.xml"/><Relationship Id="Rfe21a1d6e40049ce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D0723-6391-4E4D-8EBC-A8859C0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Hope and remembrance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DDC5D-9AA7-49DA-B6DE-6BB58D56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8B565-4D0C-4148-B19C-BFBA3473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Reflect on one way light or remembrance can represent hope.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F0A41-85AB-4F5A-A30B-051947A3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2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B6D5C-9882-46DB-BAFD-FEF91EE0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807593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1A1EE-6554-4FBE-95FA-E5787C10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DE3BD-7F35-414A-9226-AE0DA0A1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7E814-8899-4182-A455-7881CA9A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Is making a rangoli-style pattern in class worship?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93395-117E-42D5-8FD1-D562632A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hope?</a:t>
            </a:r>
          </a:p>
        </p:txBody>
      </p:sp>
    </p:spTree>
    <p:extLst>
      <p:ext uri="{BB962C8B-B14F-4D97-AF65-F5344CB8AC3E}">
        <p14:creationId xmlns:p14="http://schemas.microsoft.com/office/powerpoint/2010/main" val="456250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F9035-3C6D-4690-AEFB-CFBE6294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34CAC-A08F-48FB-9750-82714325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676DF-8094-43BB-9693-63DD8EF3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does the red poppy stand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CBC07-F3AD-45BC-A189-81CE95E9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silence the only way to remember?</a:t>
            </a:r>
          </a:p>
        </p:txBody>
      </p:sp>
    </p:spTree>
    <p:extLst>
      <p:ext uri="{BB962C8B-B14F-4D97-AF65-F5344CB8AC3E}">
        <p14:creationId xmlns:p14="http://schemas.microsoft.com/office/powerpoint/2010/main" val="995160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75225-1C21-488D-8288-BCDDED93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DBAEE-F48C-44D1-9C1E-AC25A3B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1373B-F8FF-4A14-A4B9-C2665F1F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hope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Believing that something good can happen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0BB0B-196F-4DBE-8E80-9CAC7997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remembrance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Taking time to remember people and 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DA6C5-8C8F-4A28-8251-5D5C705D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memorial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made to help people remember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C55E1-DD37-495D-8402-828F1412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symbol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stands for an idea</a:t>
            </a:r>
          </a:p>
        </p:txBody>
      </p:sp>
    </p:spTree>
    <p:extLst>
      <p:ext uri="{BB962C8B-B14F-4D97-AF65-F5344CB8AC3E}">
        <p14:creationId xmlns:p14="http://schemas.microsoft.com/office/powerpoint/2010/main" val="1221423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7DA2C-2C54-4E4A-993D-CB29810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58D55-6FEC-47D7-96A7-9AB1A27D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75a5747144705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52F00-0D31-4E45-AF9C-1547AD52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Hope, remembrance or neither?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8DA2B-0C5A-4569-B15F-1D9647C8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image idea. Could it suggest hope or remembrance?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4A623-B82F-46BB-B241-742C404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2011630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BC8EE-3BAD-4474-A4CC-E5BAE458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3600E-149C-4801-8405-EF8B9D71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F5F1F-7339-4AA6-9B0A-9F5064BD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does the red poppy stand for?</a:t>
            </a:r>
          </a:p>
        </p:txBody>
      </p:sp>
    </p:spTree>
    <p:extLst>
      <p:ext uri="{BB962C8B-B14F-4D97-AF65-F5344CB8AC3E}">
        <p14:creationId xmlns:p14="http://schemas.microsoft.com/office/powerpoint/2010/main" val="13249922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B7EBE-7ED0-45C1-86B6-5B09B8C4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793EA-973E-4F18-AC3C-64B64889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5FBEA-B607-4B51-93D1-9BD9BDCB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The poppy: In the UK many people wear a red poppy in November. The Royal British Legion describes it as a symbol of remembrance and of hope for a peaceful future.</a:t>
            </a:r>
          </a:p>
        </p:txBody>
      </p:sp>
    </p:spTree>
    <p:extLst>
      <p:ext uri="{BB962C8B-B14F-4D97-AF65-F5344CB8AC3E}">
        <p14:creationId xmlns:p14="http://schemas.microsoft.com/office/powerpoint/2010/main" val="1468645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B0F5-FFDA-4202-843E-B9D9C0A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A45E9-227C-4E3D-976F-C01AA40B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58340-1F25-4D32-A087-DD704269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Remembrance and hope for a peaceful future.</a:t>
            </a:r>
          </a:p>
        </p:txBody>
      </p:sp>
    </p:spTree>
    <p:extLst>
      <p:ext uri="{BB962C8B-B14F-4D97-AF65-F5344CB8AC3E}">
        <p14:creationId xmlns:p14="http://schemas.microsoft.com/office/powerpoint/2010/main" val="1022092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8EDF7-B895-4380-A720-E13D3EAE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C8546-0C64-4D38-A8D9-F0939AEE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CCDB2-5418-4B05-B672-F255859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silence the only way to remember? No. People remember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4005232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4F240-3F26-46AE-AFA2-AE88E8BF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B9F6D-D64D-41D0-8232-E5A30CD7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7469B-CB73-4187-A85F-2A2ADB8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each symbol: hope, remembrance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DCDA7-2111-4BAF-910D-321A26F5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a symbol can carry meaning.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B395B-B357-4743-8ABC-5132E07E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0374189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E9149-9D8C-4040-8752-C79F08E6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CEA1E-D99D-4B0A-8BCE-6B3680A7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10F0F-4B76-4722-BC97-E49233B0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candle lit in the dark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EEB6F-DADB-421F-8A0D-4B1AA251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list of names on a 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2D927-FEBC-4D40-9066-A6F43250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red poppy</a:t>
            </a:r>
          </a:p>
        </p:txBody>
      </p:sp>
    </p:spTree>
    <p:extLst>
      <p:ext uri="{BB962C8B-B14F-4D97-AF65-F5344CB8AC3E}">
        <p14:creationId xmlns:p14="http://schemas.microsoft.com/office/powerpoint/2010/main" val="20676270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F8D23-46B5-40D4-8D3E-AC83A35A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56E23-30D4-462C-97B0-418B3B57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483A8-3285-48C1-820F-14526F1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symbol card: light, flower or memorial.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8A490-C637-418C-A9AE-670B62EB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Draw or colour your own version.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B8F7-A1B2-4723-82A0-9442E012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word: hope or remember.</a:t>
            </a:r>
          </a:p>
        </p:txBody>
      </p:sp>
    </p:spTree>
    <p:extLst>
      <p:ext uri="{BB962C8B-B14F-4D97-AF65-F5344CB8AC3E}">
        <p14:creationId xmlns:p14="http://schemas.microsoft.com/office/powerpoint/2010/main" val="856870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5B015-45BE-4743-BDA6-CB513DFC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12204-2542-4071-AD2C-EF3067CF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9FAF8-108E-4D48-B30C-1D9BB2A1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hope or remembrance symbol.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16FF1-79F6-445C-97BE-C72CDA15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word or a short explanation.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74ED4-F116-4BD4-92EE-D063CAFD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Finish the sentence: Hope can be shown by ___.</a:t>
            </a:r>
          </a:p>
        </p:txBody>
      </p:sp>
    </p:spTree>
    <p:extLst>
      <p:ext uri="{BB962C8B-B14F-4D97-AF65-F5344CB8AC3E}">
        <p14:creationId xmlns:p14="http://schemas.microsoft.com/office/powerpoint/2010/main" val="8206492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70DAE-1553-48F0-B45A-E65DC141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CD0D0-8A33-4AC0-970F-D7BF3093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8E471-AAB8-4289-9A35-665EF0A2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symbol that shows both hope and remembrance.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254B8-A3A6-4DE3-BFC5-929A48F9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short explanation of each meaning.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8EFF4-DEB6-4844-82C8-A5F2E655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symbols help people remember together.</a:t>
            </a:r>
          </a:p>
        </p:txBody>
      </p:sp>
    </p:spTree>
    <p:extLst>
      <p:ext uri="{BB962C8B-B14F-4D97-AF65-F5344CB8AC3E}">
        <p14:creationId xmlns:p14="http://schemas.microsoft.com/office/powerpoint/2010/main" val="10548005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F6B31-608A-4456-877D-CF6CE03A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277D0-BE53-40FA-BBC4-52263634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3591C-CB9E-4B64-8D79-993EC004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symbol with one word or short explanation; monitor regulation.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808EB-C259-4615-B2FA-2E9B9F66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03CBA-0DA0-4D2F-B343-A7B40656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2914074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9B3A0-FFA3-4D25-8B21-1867E933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8CC98-E66A-4E9E-8B7A-73BC3336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BA483-C361-4D66-9593-43E0BEC5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does the red poppy stand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236EF-F055-4536-87E4-2CEA74AA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silence the only way to remember?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B3840-95D6-436F-A9DF-21DC9D52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52579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732CC-4DCE-4CD7-AA00-C6607EAF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poppy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2E420-4BAF-4CFE-AECD-403C8FC2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61292-4DE3-449E-A454-4C74026E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 the UK many people wear a red poppy in November. The Royal British Legion describes it as a symbol of remembrance and of hope for a peaceful future.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285CF-8657-4229-96B5-B6F83635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Royal British Legion, The poppy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ADBE9-FD5D-43E7-97CE-EC72EDEB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Wearing a poppy is a personal choice. People have different views about it.</a:t>
            </a:r>
          </a:p>
        </p:txBody>
      </p:sp>
    </p:spTree>
    <p:extLst>
      <p:ext uri="{BB962C8B-B14F-4D97-AF65-F5344CB8AC3E}">
        <p14:creationId xmlns:p14="http://schemas.microsoft.com/office/powerpoint/2010/main" val="16946873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B8E53-338A-4A82-98DB-09EF7094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Two minutes of silence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247A0-CEFB-4F08-BAB5-0D69D898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F9FCD-DFD2-4963-AEC3-D843AC51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11 November at 11 o’clock many people stop for two minutes of silence to remember people who died in wars.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CD73A-63DA-47F5-BFEB-96A92212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 of UK Remembrance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FE8D7-9FFA-4E59-933D-C1F4337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Silence is one way to remember. A quiet alternative is always available.</a:t>
            </a:r>
          </a:p>
        </p:txBody>
      </p:sp>
    </p:spTree>
    <p:extLst>
      <p:ext uri="{BB962C8B-B14F-4D97-AF65-F5344CB8AC3E}">
        <p14:creationId xmlns:p14="http://schemas.microsoft.com/office/powerpoint/2010/main" val="11302643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3B195-E482-47DA-BBD4-18944EB5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light in the window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2C1B7-FF5D-4086-B8A2-2E6CF32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32E6B-E599-4B31-B813-94AA654F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people light a candle or lamp to remember someone or to show hope. Light in the dark can stand for hope.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5080A-7882-4435-82A1-50C81251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E6536-A8A4-46D6-AA06-BDD96FBE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symbol can mean different things to different people.</a:t>
            </a:r>
          </a:p>
        </p:txBody>
      </p:sp>
    </p:spTree>
    <p:extLst>
      <p:ext uri="{BB962C8B-B14F-4D97-AF65-F5344CB8AC3E}">
        <p14:creationId xmlns:p14="http://schemas.microsoft.com/office/powerpoint/2010/main" val="4686442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6DCFA-2FBF-42D5-A51F-74B46FE1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A memorial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4C5C6-8DBA-4561-B3EE-6D7004FA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7FBA2-BC84-4F0D-9E21-8D0AC5B8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memorial can be a stone, a garden, a bench or a list of names. It gives people a place to remember.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358D3-3C84-4662-931A-4555E2CC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0393C-47C5-49CF-867A-C9165D73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Memorials remember different people and events.</a:t>
            </a:r>
          </a:p>
        </p:txBody>
      </p:sp>
    </p:spTree>
    <p:extLst>
      <p:ext uri="{BB962C8B-B14F-4D97-AF65-F5344CB8AC3E}">
        <p14:creationId xmlns:p14="http://schemas.microsoft.com/office/powerpoint/2010/main" val="1225898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2026-09-19T18:24:07.5810000Z</dcterms:created>
  <dcterms:modified xsi:type="dcterms:W3CDTF">2026-09-19T18:24:07.5810000Z</dcterms:modified>
</coreProperties>
</file>