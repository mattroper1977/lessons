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2ab55d8e5e4aa8" /><Relationship Type="http://schemas.openxmlformats.org/officeDocument/2006/relationships/extended-properties" Target="/docProps/app.xml" Id="R1c98a171d110410a" /><Relationship Type="http://schemas.openxmlformats.org/officeDocument/2006/relationships/officeDocument" Target="/ppt/presentation.xml" Id="R301e4ac4da3c4e71" /></Relationships>
</file>

<file path=ppt/presentation.xml><?xml version="1.0" encoding="utf-8"?>
<p:presentation xmlns:p="http://schemas.openxmlformats.org/presentationml/2006/main">
  <p:sldMasterIdLst>
    <p:sldMasterId xmlns:r="http://schemas.openxmlformats.org/officeDocument/2006/relationships" id="2147483648" r:id="R0d21f4c59b7340a2"/>
  </p:sldMasterIdLst>
  <p:notesMasterIdLst>
    <p:notesMasterId xmlns:r="http://schemas.openxmlformats.org/officeDocument/2006/relationships" r:id="R1fd7efe2009040c3"/>
  </p:notesMasterIdLst>
  <p:sldIdLst>
    <p:sldId xmlns:r="http://schemas.openxmlformats.org/officeDocument/2006/relationships" id="256" r:id="R5055575591e845bc"/>
    <p:sldId xmlns:r="http://schemas.openxmlformats.org/officeDocument/2006/relationships" id="257" r:id="Ra53e9137d7384b8f"/>
    <p:sldId xmlns:r="http://schemas.openxmlformats.org/officeDocument/2006/relationships" id="258" r:id="R1bf72c1199a24999"/>
    <p:sldId xmlns:r="http://schemas.openxmlformats.org/officeDocument/2006/relationships" id="259" r:id="Re8e91d2a7f6044f8"/>
    <p:sldId xmlns:r="http://schemas.openxmlformats.org/officeDocument/2006/relationships" id="260" r:id="Rcfa335d9dd744a3a"/>
    <p:sldId xmlns:r="http://schemas.openxmlformats.org/officeDocument/2006/relationships" id="261" r:id="R734696581b5841b6"/>
    <p:sldId xmlns:r="http://schemas.openxmlformats.org/officeDocument/2006/relationships" id="262" r:id="R7c2a94f83e9741e2"/>
    <p:sldId xmlns:r="http://schemas.openxmlformats.org/officeDocument/2006/relationships" id="263" r:id="Rec3ad770de674a3a"/>
    <p:sldId xmlns:r="http://schemas.openxmlformats.org/officeDocument/2006/relationships" id="264" r:id="R24e8a5f0267a4739"/>
    <p:sldId xmlns:r="http://schemas.openxmlformats.org/officeDocument/2006/relationships" id="265" r:id="Rd2e29d72892642b2"/>
    <p:sldId xmlns:r="http://schemas.openxmlformats.org/officeDocument/2006/relationships" id="266" r:id="R96659e2cba0e4045"/>
    <p:sldId xmlns:r="http://schemas.openxmlformats.org/officeDocument/2006/relationships" id="267" r:id="R7462713ece1643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d0e49051f14b30" /><Relationship Type="http://schemas.openxmlformats.org/officeDocument/2006/relationships/slideMaster" Target="/ppt/slideMasters/slideMaster1.xml" Id="R0d21f4c59b7340a2" /><Relationship Type="http://schemas.openxmlformats.org/officeDocument/2006/relationships/notesMaster" Target="/ppt/notesMasters/notesMaster1.xml" Id="R1fd7efe2009040c3" /><Relationship Type="http://schemas.openxmlformats.org/officeDocument/2006/relationships/presProps" Target="/ppt/presProps.xml" Id="R0b5f32c9c0184e8d" /><Relationship Type="http://schemas.openxmlformats.org/officeDocument/2006/relationships/tableStyles" Target="/ppt/tableStyles.xml" Id="Rf8b237b3d6de48e9" /><Relationship Type="http://schemas.openxmlformats.org/officeDocument/2006/relationships/slide" Target="/ppt/slides/slide1.xml" Id="R5055575591e845bc" /><Relationship Type="http://schemas.openxmlformats.org/officeDocument/2006/relationships/slide" Target="/ppt/slides/slide2.xml" Id="Ra53e9137d7384b8f" /><Relationship Type="http://schemas.openxmlformats.org/officeDocument/2006/relationships/slide" Target="/ppt/slides/slide3.xml" Id="R1bf72c1199a24999" /><Relationship Type="http://schemas.openxmlformats.org/officeDocument/2006/relationships/slide" Target="/ppt/slides/slide4.xml" Id="Re8e91d2a7f6044f8" /><Relationship Type="http://schemas.openxmlformats.org/officeDocument/2006/relationships/slide" Target="/ppt/slides/slide5.xml" Id="Rcfa335d9dd744a3a" /><Relationship Type="http://schemas.openxmlformats.org/officeDocument/2006/relationships/slide" Target="/ppt/slides/slide6.xml" Id="R734696581b5841b6" /><Relationship Type="http://schemas.openxmlformats.org/officeDocument/2006/relationships/slide" Target="/ppt/slides/slide7.xml" Id="R7c2a94f83e9741e2" /><Relationship Type="http://schemas.openxmlformats.org/officeDocument/2006/relationships/slide" Target="/ppt/slides/slide8.xml" Id="Rec3ad770de674a3a" /><Relationship Type="http://schemas.openxmlformats.org/officeDocument/2006/relationships/slide" Target="/ppt/slides/slide9.xml" Id="R24e8a5f0267a4739" /><Relationship Type="http://schemas.openxmlformats.org/officeDocument/2006/relationships/slide" Target="/ppt/slides/slide10.xml" Id="Rd2e29d72892642b2" /><Relationship Type="http://schemas.openxmlformats.org/officeDocument/2006/relationships/slide" Target="/ppt/slides/slide11.xml" Id="R96659e2cba0e4045" /><Relationship Type="http://schemas.openxmlformats.org/officeDocument/2006/relationships/slide" Target="/ppt/slides/slide12.xml" Id="R7462713ece1643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248976d4244e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5b63a1f28549c0" /><Relationship Type="http://schemas.openxmlformats.org/officeDocument/2006/relationships/notesMaster" Target="/ppt/notesMasters/notesMaster1.xml" Id="R76e7cdd1fcbd40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d998a29c984a37" /><Relationship Type="http://schemas.openxmlformats.org/officeDocument/2006/relationships/notesMaster" Target="/ppt/notesMasters/notesMaster1.xml" Id="R387fe2ddf18641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8e5a625d5747c0" /><Relationship Type="http://schemas.openxmlformats.org/officeDocument/2006/relationships/notesMaster" Target="/ppt/notesMasters/notesMaster1.xml" Id="R232450b32bb046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b6378b01e04fe0" /><Relationship Type="http://schemas.openxmlformats.org/officeDocument/2006/relationships/notesMaster" Target="/ppt/notesMasters/notesMaster1.xml" Id="R9c02ea17f5ef43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217b4adc2e494a" /><Relationship Type="http://schemas.openxmlformats.org/officeDocument/2006/relationships/notesMaster" Target="/ppt/notesMasters/notesMaster1.xml" Id="R0d7fef4655734a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fc93042a114008" /><Relationship Type="http://schemas.openxmlformats.org/officeDocument/2006/relationships/notesMaster" Target="/ppt/notesMasters/notesMaster1.xml" Id="Ra9d1adb526bc4a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10e15a8fc5448f" /><Relationship Type="http://schemas.openxmlformats.org/officeDocument/2006/relationships/notesMaster" Target="/ppt/notesMasters/notesMaster1.xml" Id="R94ce425f647046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44ea10b1b142af" /><Relationship Type="http://schemas.openxmlformats.org/officeDocument/2006/relationships/notesMaster" Target="/ppt/notesMasters/notesMaster1.xml" Id="R7f928bfcebba40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ad1059cc0b436d" /><Relationship Type="http://schemas.openxmlformats.org/officeDocument/2006/relationships/notesMaster" Target="/ppt/notesMasters/notesMaster1.xml" Id="R820647017bfe4b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0183c2d9e14a26" /><Relationship Type="http://schemas.openxmlformats.org/officeDocument/2006/relationships/notesMaster" Target="/ppt/notesMasters/notesMaster1.xml" Id="R6bba4016fbf44a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18000c6645438e" /><Relationship Type="http://schemas.openxmlformats.org/officeDocument/2006/relationships/notesMaster" Target="/ppt/notesMasters/notesMaster1.xml" Id="R198b81760aea41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5768d75a5474b94" /><Relationship Type="http://schemas.openxmlformats.org/officeDocument/2006/relationships/notesMaster" Target="/ppt/notesMasters/notesMaster1.xml" Id="Rfd93e31592394e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BUILD_Careers_Aut1_W03 | My interests and working preferences</a:t>
            </a:r>
          </a:p>
          <a:p xmlns:a="http://schemas.openxmlformats.org/drawingml/2006/main">
            <a:r>
              <a:t>I can identify things I enjoy and say whether I prefer working indoors/outdoors, with people/things, or active/quiet tasks.</a:t>
            </a:r>
          </a:p>
          <a:p xmlns:a="http://schemas.openxmlformats.org/drawingml/2006/main">
            <a:r>
              <a:t/>
            </a:r>
          </a:p>
          <a:p xmlns:a="http://schemas.openxmlformats.org/drawingml/2006/main">
            <a:r>
              <a:t>Adapted from the supplied lesson and the distinct BUILD Autumn 1 weekly outcome. Original activities and fully supplied paper cases are included.</a:t>
            </a:r>
          </a:p>
          <a:p xmlns:a="http://schemas.openxmlformats.org/drawingml/2006/main">
            <a:r>
              <a:t/>
            </a:r>
          </a:p>
          <a:p xmlns:a="http://schemas.openxmlformats.org/drawingml/2006/main">
            <a:r>
              <a:t>Support: Use three preference pairs initially and a both/unsure card. Allow a fictional profile with evidence rather than requiring a personal choice.</a:t>
            </a:r>
          </a:p>
          <a:p xmlns:a="http://schemas.openxmlformats.org/drawingml/2006/main">
            <a:r>
              <a:t/>
            </a:r>
          </a:p>
          <a:p xmlns:a="http://schemas.openxmlformats.org/drawingml/2006/main">
            <a:r>
              <a:t>Stretch: Name a preference we cannot infer about Sam and suggest a short, low-pressure activity that could reveal more.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Careers_Lesson_3_BUILD_Student_Resources.docx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BUILD_Careers_Aut1_W03 | My interests and working preferences</a:t>
            </a:r>
          </a:p>
          <a:p xmlns:a="http://schemas.openxmlformats.org/drawingml/2006/main">
            <a:r>
              <a:t>I can identify things I enjoy and say whether I prefer working indoors/outdoors, with people/things, or active/quiet tasks.</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Use three preference pairs initially and a both/unsure card. Allow a fictional profile with evidence rather than requiring a personal choice.</a:t>
            </a:r>
          </a:p>
          <a:p xmlns:a="http://schemas.openxmlformats.org/drawingml/2006/main">
            <a:r>
              <a:t/>
            </a:r>
          </a:p>
          <a:p xmlns:a="http://schemas.openxmlformats.org/drawingml/2006/main">
            <a:r>
              <a:t>Stretch: Name a preference we cannot infer about Sam and suggest a short, low-pressure activity that could reveal more.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Careers_Lesson_3_BUILD_Student_Resources.docx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BUILD_Careers_Aut1_W03 | My interests and working preferences</a:t>
            </a:r>
          </a:p>
          <a:p xmlns:a="http://schemas.openxmlformats.org/drawingml/2006/main">
            <a:r>
              <a:t>I can identify things I enjoy and say whether I prefer working indoors/outdoors, with people/things, or active/quiet tasks.</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Answer yes / no / not sure, then explain one.</a:t>
            </a:r>
          </a:p>
          <a:p xmlns:a="http://schemas.openxmlformats.org/drawingml/2006/main">
            <a:r>
              <a:t/>
            </a:r>
          </a:p>
          <a:p xmlns:a="http://schemas.openxmlformats.org/drawingml/2006/main">
            <a:r>
              <a:t>Teacher answer / acceptable response: Enjoyment and skill differ. Preferences can change after experience.</a:t>
            </a:r>
          </a:p>
          <a:p xmlns:a="http://schemas.openxmlformats.org/drawingml/2006/main">
            <a:r>
              <a:t/>
            </a:r>
          </a:p>
          <a:p xmlns:a="http://schemas.openxmlformats.org/drawingml/2006/main">
            <a:r>
              <a:t>Support: Use three preference pairs initially and a both/unsure card. Allow a fictional profile with evidence rather than requiring a personal choice.</a:t>
            </a:r>
          </a:p>
          <a:p xmlns:a="http://schemas.openxmlformats.org/drawingml/2006/main">
            <a:r>
              <a:t/>
            </a:r>
          </a:p>
          <a:p xmlns:a="http://schemas.openxmlformats.org/drawingml/2006/main">
            <a:r>
              <a:t>Stretch: Name a preference we cannot infer about Sam and suggest a short, low-pressure activity that could reveal more.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Careers_Lesson_3_BUILD_Student_Resources.docx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BUILD_Careers_Aut1_W03 | My interests and working preferences</a:t>
            </a:r>
          </a:p>
          <a:p xmlns:a="http://schemas.openxmlformats.org/drawingml/2006/main">
            <a:r>
              <a:t>I can identify things I enjoy and say whether I prefer working indoors/outdoors, with people/things, or active/quiet tasks.</a:t>
            </a:r>
          </a:p>
          <a:p xmlns:a="http://schemas.openxmlformats.org/drawingml/2006/main">
            <a:r>
              <a:t/>
            </a:r>
          </a:p>
          <a:p xmlns:a="http://schemas.openxmlformats.org/drawingml/2006/main">
            <a:r>
              <a:t>Explicit teaching: 8 minutes shared with the following model slide.</a:t>
            </a:r>
          </a:p>
          <a:p xmlns:a="http://schemas.openxmlformats.org/drawingml/2006/main">
            <a:r>
              <a:t/>
            </a:r>
          </a:p>
          <a:p xmlns:a="http://schemas.openxmlformats.org/drawingml/2006/main">
            <a:r>
              <a:t>Pupil prompt: Is an interest the same as a guaranteed career?</a:t>
            </a:r>
          </a:p>
          <a:p xmlns:a="http://schemas.openxmlformats.org/drawingml/2006/main">
            <a:r>
              <a:t/>
            </a:r>
          </a:p>
          <a:p xmlns:a="http://schemas.openxmlformats.org/drawingml/2006/main">
            <a:r>
              <a:t>Teacher answer / acceptable response: No. It suggests a question to explore; it does not predict a job.</a:t>
            </a:r>
          </a:p>
          <a:p xmlns:a="http://schemas.openxmlformats.org/drawingml/2006/main">
            <a:r>
              <a:t/>
            </a:r>
          </a:p>
          <a:p xmlns:a="http://schemas.openxmlformats.org/drawingml/2006/main">
            <a:r>
              <a:t>Support: Use three preference pairs initially and a both/unsure card. Allow a fictional profile with evidence rather than requiring a personal choice.</a:t>
            </a:r>
          </a:p>
          <a:p xmlns:a="http://schemas.openxmlformats.org/drawingml/2006/main">
            <a:r>
              <a:t/>
            </a:r>
          </a:p>
          <a:p xmlns:a="http://schemas.openxmlformats.org/drawingml/2006/main">
            <a:r>
              <a:t>Stretch: Name a preference we cannot infer about Sam and suggest a short, low-pressure activity that could reveal more.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Careers_Lesson_3_BUILD_Student_Resources.docx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BUILD_Careers_Aut1_W03 | My interests and working preferences</a:t>
            </a:r>
          </a:p>
          <a:p xmlns:a="http://schemas.openxmlformats.org/drawingml/2006/main">
            <a:r>
              <a:t>I can identify things I enjoy and say whether I prefer working indoors/outdoors, with people/things, or active/quiet tasks.</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Name one interest, one preference and one unknown.</a:t>
            </a:r>
          </a:p>
          <a:p xmlns:a="http://schemas.openxmlformats.org/drawingml/2006/main">
            <a:r>
              <a:t/>
            </a:r>
          </a:p>
          <a:p xmlns:a="http://schemas.openxmlformats.org/drawingml/2006/main">
            <a:r>
              <a:t>Teacher answer / acceptable response: Interest: maps/digital tasks/helping. Preference: calmer setting/clear written steps. Unknown: indoors or outdoors; the case does not say.</a:t>
            </a:r>
          </a:p>
          <a:p xmlns:a="http://schemas.openxmlformats.org/drawingml/2006/main">
            <a:r>
              <a:t/>
            </a:r>
          </a:p>
          <a:p xmlns:a="http://schemas.openxmlformats.org/drawingml/2006/main">
            <a:r>
              <a:t>Support: Use three preference pairs initially and a both/unsure card. Allow a fictional profile with evidence rather than requiring a personal choice.</a:t>
            </a:r>
          </a:p>
          <a:p xmlns:a="http://schemas.openxmlformats.org/drawingml/2006/main">
            <a:r>
              <a:t/>
            </a:r>
          </a:p>
          <a:p xmlns:a="http://schemas.openxmlformats.org/drawingml/2006/main">
            <a:r>
              <a:t>Stretch: Name a preference we cannot infer about Sam and suggest a short, low-pressure activity that could reveal more.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Careers_Lesson_3_BUILD_Student_Resources.docx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BUILD_Careers_Aut1_W03 | My interests and working preferences</a:t>
            </a:r>
          </a:p>
          <a:p xmlns:a="http://schemas.openxmlformats.org/drawingml/2006/main">
            <a:r>
              <a:t>I can identify things I enjoy and say whether I prefer working indoors/outdoors, with people/things, or active/quiet tasks.</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Could a person prefer people and a calmer place?</a:t>
            </a:r>
          </a:p>
          <a:p xmlns:a="http://schemas.openxmlformats.org/drawingml/2006/main">
            <a:r>
              <a:t/>
            </a:r>
          </a:p>
          <a:p xmlns:a="http://schemas.openxmlformats.org/drawingml/2006/main">
            <a:r>
              <a:t>Teacher answer / acceptable response: Yes. These are separate preferences; social contact does not have to mean a noisy setting.</a:t>
            </a:r>
          </a:p>
          <a:p xmlns:a="http://schemas.openxmlformats.org/drawingml/2006/main">
            <a:r>
              <a:t/>
            </a:r>
          </a:p>
          <a:p xmlns:a="http://schemas.openxmlformats.org/drawingml/2006/main">
            <a:r>
              <a:t>Support: Use three preference pairs initially and a both/unsure card. Allow a fictional profile with evidence rather than requiring a personal choice.</a:t>
            </a:r>
          </a:p>
          <a:p xmlns:a="http://schemas.openxmlformats.org/drawingml/2006/main">
            <a:r>
              <a:t/>
            </a:r>
          </a:p>
          <a:p xmlns:a="http://schemas.openxmlformats.org/drawingml/2006/main">
            <a:r>
              <a:t>Stretch: Name a preference we cannot infer about Sam and suggest a short, low-pressure activity that could reveal more.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Careers_Lesson_3_BUILD_Student_Resources.docx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BUILD_Careers_Aut1_W03 | My interests and working preferences</a:t>
            </a:r>
          </a:p>
          <a:p xmlns:a="http://schemas.openxmlformats.org/drawingml/2006/main">
            <a:r>
              <a:t>I can identify things I enjoy and say whether I prefer working indoors/outdoors, with people/things, or active/quiet tasks.</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Choose the better statement.</a:t>
            </a:r>
          </a:p>
          <a:p xmlns:a="http://schemas.openxmlformats.org/drawingml/2006/main">
            <a:r>
              <a:t/>
            </a:r>
          </a:p>
          <a:p xmlns:a="http://schemas.openxmlformats.org/drawingml/2006/main">
            <a:r>
              <a:t>Teacher answer / acceptable response: B. Playing and creating games involve different tasks; investigate before assuming fit.</a:t>
            </a:r>
          </a:p>
          <a:p xmlns:a="http://schemas.openxmlformats.org/drawingml/2006/main">
            <a:r>
              <a:t/>
            </a:r>
          </a:p>
          <a:p xmlns:a="http://schemas.openxmlformats.org/drawingml/2006/main">
            <a:r>
              <a:t>Support: Use three preference pairs initially and a both/unsure card. Allow a fictional profile with evidence rather than requiring a personal choice.</a:t>
            </a:r>
          </a:p>
          <a:p xmlns:a="http://schemas.openxmlformats.org/drawingml/2006/main">
            <a:r>
              <a:t/>
            </a:r>
          </a:p>
          <a:p xmlns:a="http://schemas.openxmlformats.org/drawingml/2006/main">
            <a:r>
              <a:t>Stretch: Name a preference we cannot infer about Sam and suggest a short, low-pressure activity that could reveal more.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Careers_Lesson_3_BUILD_Student_Resources.docx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BUILD_Careers_Aut1_W03 | My interests and working preferences</a:t>
            </a:r>
          </a:p>
          <a:p xmlns:a="http://schemas.openxmlformats.org/drawingml/2006/main">
            <a:r>
              <a:t>I can identify things I enjoy and say whether I prefer working indoors/outdoors, with people/things, or active/quiet tasks.</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Use three preference pairs initially and a both/unsure card. Allow a fictional profile with evidence rather than requiring a personal choice.</a:t>
            </a:r>
          </a:p>
          <a:p xmlns:a="http://schemas.openxmlformats.org/drawingml/2006/main">
            <a:r>
              <a:t/>
            </a:r>
          </a:p>
          <a:p xmlns:a="http://schemas.openxmlformats.org/drawingml/2006/main">
            <a:r>
              <a:t>Stretch: Name a preference we cannot infer about Sam and suggest a short, low-pressure activity that could reveal more.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Careers_Lesson_3_BUILD_Student_Resources.docx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BUILD_Careers_Aut1_W03 | My interests and working preferences</a:t>
            </a:r>
          </a:p>
          <a:p xmlns:a="http://schemas.openxmlformats.org/drawingml/2006/main">
            <a:r>
              <a:t>I can identify things I enjoy and say whether I prefer working indoors/outdoors, with people/things, or active/quiet tasks.</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Use three preference pairs initially and a both/unsure card. Allow a fictional profile with evidence rather than requiring a personal choice.</a:t>
            </a:r>
          </a:p>
          <a:p xmlns:a="http://schemas.openxmlformats.org/drawingml/2006/main">
            <a:r>
              <a:t/>
            </a:r>
          </a:p>
          <a:p xmlns:a="http://schemas.openxmlformats.org/drawingml/2006/main">
            <a:r>
              <a:t>Stretch: Name a preference we cannot infer about Sam and suggest a short, low-pressure activity that could reveal more.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Careers_Lesson_3_BUILD_Student_Resources.docx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BUILD_Careers_Aut1_W03 | My interests and working preferences</a:t>
            </a:r>
          </a:p>
          <a:p xmlns:a="http://schemas.openxmlformats.org/drawingml/2006/main">
            <a:r>
              <a:t>I can identify things I enjoy and say whether I prefer working indoors/outdoors, with people/things, or active/quiet tasks.</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Secure when the pupil records interests and makes two reasoned preference choices or specific enquiries. No career match is treated as compulsory.</a:t>
            </a:r>
          </a:p>
          <a:p xmlns:a="http://schemas.openxmlformats.org/drawingml/2006/main">
            <a:r>
              <a:t/>
            </a:r>
          </a:p>
          <a:p xmlns:a="http://schemas.openxmlformats.org/drawingml/2006/main">
            <a:r>
              <a:t>Support: Use three preference pairs initially and a both/unsure card. Allow a fictional profile with evidence rather than requiring a personal choice.</a:t>
            </a:r>
          </a:p>
          <a:p xmlns:a="http://schemas.openxmlformats.org/drawingml/2006/main">
            <a:r>
              <a:t/>
            </a:r>
          </a:p>
          <a:p xmlns:a="http://schemas.openxmlformats.org/drawingml/2006/main">
            <a:r>
              <a:t>Stretch: Name a preference we cannot infer about Sam and suggest a short, low-pressure activity that could reveal more.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Careers_Lesson_3_BUILD_Student_Resources.docx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BUILD_Careers_Aut1_W03 | My interests and working preferences</a:t>
            </a:r>
          </a:p>
          <a:p xmlns:a="http://schemas.openxmlformats.org/drawingml/2006/main">
            <a:r>
              <a:t>I can identify things I enjoy and say whether I prefer working indoors/outdoors, with people/things, or active/quiet tasks.</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Use three preference pairs initially and a both/unsure card. Allow a fictional profile with evidence rather than requiring a personal choice.</a:t>
            </a:r>
          </a:p>
          <a:p xmlns:a="http://schemas.openxmlformats.org/drawingml/2006/main">
            <a:r>
              <a:t/>
            </a:r>
          </a:p>
          <a:p xmlns:a="http://schemas.openxmlformats.org/drawingml/2006/main">
            <a:r>
              <a:t>Stretch: Name a preference we cannot infer about Sam and suggest a short, low-pressure activity that could reveal more.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Careers_Lesson_3_BUILD_Student_Resources.docx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BUILD_Careers_Aut1_W03 | My interests and working preferences</a:t>
            </a:r>
          </a:p>
          <a:p xmlns:a="http://schemas.openxmlformats.org/drawingml/2006/main">
            <a:r>
              <a:t>I can identify things I enjoy and say whether I prefer working indoors/outdoors, with people/things, or active/quiet tasks.</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Example for Sam: calmer space because noise makes concentrating harder; written steps because they help Sam begin.</a:t>
            </a:r>
          </a:p>
          <a:p xmlns:a="http://schemas.openxmlformats.org/drawingml/2006/main">
            <a:r>
              <a:t/>
            </a:r>
          </a:p>
          <a:p xmlns:a="http://schemas.openxmlformats.org/drawingml/2006/main">
            <a:r>
              <a:t>Support: Use three preference pairs initially and a both/unsure card. Allow a fictional profile with evidence rather than requiring a personal choice.</a:t>
            </a:r>
          </a:p>
          <a:p xmlns:a="http://schemas.openxmlformats.org/drawingml/2006/main">
            <a:r>
              <a:t/>
            </a:r>
          </a:p>
          <a:p xmlns:a="http://schemas.openxmlformats.org/drawingml/2006/main">
            <a:r>
              <a:t>Stretch: Name a preference we cannot infer about Sam and suggest a short, low-pressure activity that could reveal more.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Careers_Lesson_3_Build_Grow.pptx</a:t>
            </a:r>
          </a:p>
          <a:p xmlns:a="http://schemas.openxmlformats.org/drawingml/2006/main">
            <a:r>
              <a:t>Uploaded teaching source: Careers_Lesson_3_BUILD_Student_Resources.docx</a:t>
            </a:r>
          </a:p>
          <a:p xmlns:a="http://schemas.openxmlformats.org/drawingml/2006/main">
            <a:r>
              <a:t>Uploaded teaching source: Careers_Lesson_3_Teacher_Resources.docx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d2be66defa4e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246afd086c44d4" /><Relationship Type="http://schemas.openxmlformats.org/officeDocument/2006/relationships/slideLayout" Target="/ppt/slideLayouts/slideLayout1.xml" Id="Racdd453f27364b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dd453f27364b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80d7a408d54a84" /><Relationship Type="http://schemas.openxmlformats.org/officeDocument/2006/relationships/image" Target="/ppt/media/image.jpeg" Id="R6665630034914984" /><Relationship Type="http://schemas.openxmlformats.org/officeDocument/2006/relationships/notesSlide" Target="/ppt/notesSlides/notesSlide1.xml" Id="R657a708b49064c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8bc33b441f4889" /><Relationship Type="http://schemas.openxmlformats.org/officeDocument/2006/relationships/image" Target="/ppt/media/image.jpeg" Id="R52f51e9120f74f33" /><Relationship Type="http://schemas.openxmlformats.org/officeDocument/2006/relationships/notesSlide" Target="/ppt/notesSlides/notesSlide2.xml" Id="R7e0212d9f7a34a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555387e95a4af7" /><Relationship Type="http://schemas.openxmlformats.org/officeDocument/2006/relationships/image" Target="/ppt/media/image.jpeg" Id="R5beb851637be4c58" /><Relationship Type="http://schemas.openxmlformats.org/officeDocument/2006/relationships/notesSlide" Target="/ppt/notesSlides/notesSlide3.xml" Id="Re24ad5416cd340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84c9ca850948f5" /><Relationship Type="http://schemas.openxmlformats.org/officeDocument/2006/relationships/image" Target="/ppt/media/image.jpeg" Id="Ra76a8fee5c7348b8" /><Relationship Type="http://schemas.openxmlformats.org/officeDocument/2006/relationships/notesSlide" Target="/ppt/notesSlides/notesSlide4.xml" Id="Rb20b6c9a34ae40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d4ed6ef4994669" /><Relationship Type="http://schemas.openxmlformats.org/officeDocument/2006/relationships/image" Target="/ppt/media/image.jpeg" Id="R53b5c531f143417d" /><Relationship Type="http://schemas.openxmlformats.org/officeDocument/2006/relationships/notesSlide" Target="/ppt/notesSlides/notesSlide5.xml" Id="Rd5daa20b4c5946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2a7ef7993e447df" /><Relationship Type="http://schemas.openxmlformats.org/officeDocument/2006/relationships/image" Target="/ppt/media/image.jpeg" Id="R9bdea806449d4dae" /><Relationship Type="http://schemas.openxmlformats.org/officeDocument/2006/relationships/notesSlide" Target="/ppt/notesSlides/notesSlide6.xml" Id="Rb524d0f0a2fd4a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17a1381da64718" /><Relationship Type="http://schemas.openxmlformats.org/officeDocument/2006/relationships/image" Target="/ppt/media/image.jpeg" Id="Ree4d09751ffa4742" /><Relationship Type="http://schemas.openxmlformats.org/officeDocument/2006/relationships/notesSlide" Target="/ppt/notesSlides/notesSlide7.xml" Id="Rab7183bb68d245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ea39dce85b40a8" /><Relationship Type="http://schemas.openxmlformats.org/officeDocument/2006/relationships/image" Target="/ppt/media/image.jpeg" Id="Rcb72019f888f4560" /><Relationship Type="http://schemas.openxmlformats.org/officeDocument/2006/relationships/notesSlide" Target="/ppt/notesSlides/notesSlide8.xml" Id="R372bf25d30de44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283191193f4e50" /><Relationship Type="http://schemas.openxmlformats.org/officeDocument/2006/relationships/image" Target="/ppt/media/image.jpeg" Id="R7c915e788fe0448f" /><Relationship Type="http://schemas.openxmlformats.org/officeDocument/2006/relationships/notesSlide" Target="/ppt/notesSlides/notesSlide9.xml" Id="R08ca3654be8149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6efc574a714233" /><Relationship Type="http://schemas.openxmlformats.org/officeDocument/2006/relationships/image" Target="/ppt/media/image.jpeg" Id="R96f756a4865145c4" /><Relationship Type="http://schemas.openxmlformats.org/officeDocument/2006/relationships/notesSlide" Target="/ppt/notesSlides/notesSlide10.xml" Id="Rca9c9fa6f0434e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cd181f17fc54c3a" /><Relationship Type="http://schemas.openxmlformats.org/officeDocument/2006/relationships/image" Target="/ppt/media/image.jpeg" Id="R7a50475966c249a6" /><Relationship Type="http://schemas.openxmlformats.org/officeDocument/2006/relationships/notesSlide" Target="/ppt/notesSlides/notesSlide11.xml" Id="R165f5ca6441144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f38cda36b674941" /><Relationship Type="http://schemas.openxmlformats.org/officeDocument/2006/relationships/image" Target="/ppt/media/image.jpeg" Id="Ra656c81864804f1c" /><Relationship Type="http://schemas.openxmlformats.org/officeDocument/2006/relationships/notesSlide" Target="/ppt/notesSlides/notesSlide12.xml" Id="R449d5f11163a496e"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66563003491498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My interests and working preferences</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do I enjoy, and what helps me work?</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identify things I enjoy and say whether I prefer working indoors/outdoors, with people/things, or active/quiet tasks.</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2f51e9120f74f3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INTEREST</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PREFERENCE</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An activity or topic a person enjoys or wants to explore.</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way of working someone tends to choose.</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beb851637be4c5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Does enjoying drawing mean someone already has every design skill?</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Can a preference change with experience?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Answer yes / no / not sure, then explain one.</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76a8fee5c7348b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Interests are clues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Interest: something you enjoy or are curious about.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Preference: a way of working that may help you.</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You may choose both, a mix or not sure yet.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Is an interest the same as a guaranteed career?</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3b5c531f143417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Sam’s profile — use only the clues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enjoys drawing maps and showing a classmate how a program works.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Noise makes concentrating harder; a written task list helps.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is happy using a computer for part of a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Name one interest, one preference and one unknown.</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bdea806449d4da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Choices can be a mix</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Indoors / outdoors / both / unsure.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With people / independently / both / unsure.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Steady routine / variety / both / unsure.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Could a person prefer people and a calmer place?</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e4d09751ffa474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clue is not a rule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“Sam plays games, so Sam must become a game designer.”</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“Sam could explore digital tasks and see which parts are enjoyable.”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the better statement.</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b72019f888f456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Select interests: Choose three for yourself or Sam. Add a curiosity if you are unsure.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Choose how to work: For each pair write left / right / mix / unsure. Explain two choices.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Make an exploration card: Link an interest or preference to something worth finding out.</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c915e788fe0448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6f756a4865145c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identify three interests or curiosities.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make two preference choices, including both or unsure.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explain a choice without treating it as a fixed rule.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a50475966c249a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Interest/preference record.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656c81864804f1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Give two preference choices and one reason, or explain what would help you decide.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2026-09-07T13:15:12.2330000Z</dcterms:created>
  <dcterms:modified xsi:type="dcterms:W3CDTF">2026-09-07T13:15:12.2330000Z</dcterms:modified>
</coreProperties>
</file>