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9486454eb54749" /><Relationship Type="http://schemas.openxmlformats.org/officeDocument/2006/relationships/extended-properties" Target="/docProps/app.xml" Id="R52e9c92ea3614f4a" /><Relationship Type="http://schemas.openxmlformats.org/officeDocument/2006/relationships/officeDocument" Target="/ppt/presentation.xml" Id="R42b96dae7eb54713" /></Relationships>
</file>

<file path=ppt/presentation.xml><?xml version="1.0" encoding="utf-8"?>
<p:presentation xmlns:p="http://schemas.openxmlformats.org/presentationml/2006/main">
  <p:sldMasterIdLst>
    <p:sldMasterId xmlns:r="http://schemas.openxmlformats.org/officeDocument/2006/relationships" id="2147483648" r:id="Rf4428ab422bd4f02"/>
  </p:sldMasterIdLst>
  <p:notesMasterIdLst>
    <p:notesMasterId xmlns:r="http://schemas.openxmlformats.org/officeDocument/2006/relationships" r:id="R2091f68c1ee64406"/>
  </p:notesMasterIdLst>
  <p:sldIdLst>
    <p:sldId xmlns:r="http://schemas.openxmlformats.org/officeDocument/2006/relationships" id="256" r:id="Rd75ed10a7ec04e8f"/>
    <p:sldId xmlns:r="http://schemas.openxmlformats.org/officeDocument/2006/relationships" id="257" r:id="R43170c2633f346f4"/>
    <p:sldId xmlns:r="http://schemas.openxmlformats.org/officeDocument/2006/relationships" id="258" r:id="R0d6af13e3f55430a"/>
    <p:sldId xmlns:r="http://schemas.openxmlformats.org/officeDocument/2006/relationships" id="259" r:id="Re04e259b69004d6f"/>
    <p:sldId xmlns:r="http://schemas.openxmlformats.org/officeDocument/2006/relationships" id="260" r:id="R5708b9e3b0e344a6"/>
    <p:sldId xmlns:r="http://schemas.openxmlformats.org/officeDocument/2006/relationships" id="261" r:id="R827e3343ff924da9"/>
    <p:sldId xmlns:r="http://schemas.openxmlformats.org/officeDocument/2006/relationships" id="262" r:id="R395af84a3fd84f25"/>
    <p:sldId xmlns:r="http://schemas.openxmlformats.org/officeDocument/2006/relationships" id="263" r:id="R2e3d248e189c4b7d"/>
    <p:sldId xmlns:r="http://schemas.openxmlformats.org/officeDocument/2006/relationships" id="264" r:id="R1bb45a1a62354395"/>
    <p:sldId xmlns:r="http://schemas.openxmlformats.org/officeDocument/2006/relationships" id="265" r:id="R8c07b38d3f534404"/>
    <p:sldId xmlns:r="http://schemas.openxmlformats.org/officeDocument/2006/relationships" id="266" r:id="Rf1faef2d55ae47d0"/>
    <p:sldId xmlns:r="http://schemas.openxmlformats.org/officeDocument/2006/relationships" id="267" r:id="Re68658f37cc343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5a20e2adbe4622" /><Relationship Type="http://schemas.openxmlformats.org/officeDocument/2006/relationships/slideMaster" Target="/ppt/slideMasters/slideMaster1.xml" Id="Rf4428ab422bd4f02" /><Relationship Type="http://schemas.openxmlformats.org/officeDocument/2006/relationships/notesMaster" Target="/ppt/notesMasters/notesMaster1.xml" Id="R2091f68c1ee64406" /><Relationship Type="http://schemas.openxmlformats.org/officeDocument/2006/relationships/presProps" Target="/ppt/presProps.xml" Id="Rd3550d3d6c264428" /><Relationship Type="http://schemas.openxmlformats.org/officeDocument/2006/relationships/tableStyles" Target="/ppt/tableStyles.xml" Id="Ra735d31689be40b9" /><Relationship Type="http://schemas.openxmlformats.org/officeDocument/2006/relationships/slide" Target="/ppt/slides/slide1.xml" Id="Rd75ed10a7ec04e8f" /><Relationship Type="http://schemas.openxmlformats.org/officeDocument/2006/relationships/slide" Target="/ppt/slides/slide2.xml" Id="R43170c2633f346f4" /><Relationship Type="http://schemas.openxmlformats.org/officeDocument/2006/relationships/slide" Target="/ppt/slides/slide3.xml" Id="R0d6af13e3f55430a" /><Relationship Type="http://schemas.openxmlformats.org/officeDocument/2006/relationships/slide" Target="/ppt/slides/slide4.xml" Id="Re04e259b69004d6f" /><Relationship Type="http://schemas.openxmlformats.org/officeDocument/2006/relationships/slide" Target="/ppt/slides/slide5.xml" Id="R5708b9e3b0e344a6" /><Relationship Type="http://schemas.openxmlformats.org/officeDocument/2006/relationships/slide" Target="/ppt/slides/slide6.xml" Id="R827e3343ff924da9" /><Relationship Type="http://schemas.openxmlformats.org/officeDocument/2006/relationships/slide" Target="/ppt/slides/slide7.xml" Id="R395af84a3fd84f25" /><Relationship Type="http://schemas.openxmlformats.org/officeDocument/2006/relationships/slide" Target="/ppt/slides/slide8.xml" Id="R2e3d248e189c4b7d" /><Relationship Type="http://schemas.openxmlformats.org/officeDocument/2006/relationships/slide" Target="/ppt/slides/slide9.xml" Id="R1bb45a1a62354395" /><Relationship Type="http://schemas.openxmlformats.org/officeDocument/2006/relationships/slide" Target="/ppt/slides/slide10.xml" Id="R8c07b38d3f534404" /><Relationship Type="http://schemas.openxmlformats.org/officeDocument/2006/relationships/slide" Target="/ppt/slides/slide11.xml" Id="Rf1faef2d55ae47d0" /><Relationship Type="http://schemas.openxmlformats.org/officeDocument/2006/relationships/slide" Target="/ppt/slides/slide12.xml" Id="Re68658f37cc3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cb08be0c9843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7ad17bd85243af" /><Relationship Type="http://schemas.openxmlformats.org/officeDocument/2006/relationships/notesMaster" Target="/ppt/notesMasters/notesMaster1.xml" Id="Rdd035a6e48f741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409dccc6224751" /><Relationship Type="http://schemas.openxmlformats.org/officeDocument/2006/relationships/notesMaster" Target="/ppt/notesMasters/notesMaster1.xml" Id="R7f0b112e8dd14c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7cba88c1af4007" /><Relationship Type="http://schemas.openxmlformats.org/officeDocument/2006/relationships/notesMaster" Target="/ppt/notesMasters/notesMaster1.xml" Id="Rb1ba3a8183954f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965c5945ee4204" /><Relationship Type="http://schemas.openxmlformats.org/officeDocument/2006/relationships/notesMaster" Target="/ppt/notesMasters/notesMaster1.xml" Id="R37ed7b773f2143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b872c646af4093" /><Relationship Type="http://schemas.openxmlformats.org/officeDocument/2006/relationships/notesMaster" Target="/ppt/notesMasters/notesMaster1.xml" Id="R1566ae5cab3c4a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da398c81a43a5" /><Relationship Type="http://schemas.openxmlformats.org/officeDocument/2006/relationships/notesMaster" Target="/ppt/notesMasters/notesMaster1.xml" Id="R8450566effbc46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018e0b4b204d14" /><Relationship Type="http://schemas.openxmlformats.org/officeDocument/2006/relationships/notesMaster" Target="/ppt/notesMasters/notesMaster1.xml" Id="Rbfd48b2386b747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d72d197aa043a8" /><Relationship Type="http://schemas.openxmlformats.org/officeDocument/2006/relationships/notesMaster" Target="/ppt/notesMasters/notesMaster1.xml" Id="R9dcae501e3b34a3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aa6494d6a740b0" /><Relationship Type="http://schemas.openxmlformats.org/officeDocument/2006/relationships/notesMaster" Target="/ppt/notesMasters/notesMaster1.xml" Id="Rc20edb6fe97e47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89efb3771442ff" /><Relationship Type="http://schemas.openxmlformats.org/officeDocument/2006/relationships/notesMaster" Target="/ppt/notesMasters/notesMaster1.xml" Id="R50d15923976e431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5dfcd8a9e849af" /><Relationship Type="http://schemas.openxmlformats.org/officeDocument/2006/relationships/notesMaster" Target="/ppt/notesMasters/notesMaster1.xml" Id="R3beefb0252a64e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e4b8f228aaf4731" /><Relationship Type="http://schemas.openxmlformats.org/officeDocument/2006/relationships/notesMaster" Target="/ppt/notesMasters/notesMaster1.xml" Id="R70a0d382a4a44f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Which is supported by an example?</a:t>
            </a:r>
          </a:p>
          <a:p xmlns:a="http://schemas.openxmlformats.org/drawingml/2006/main">
            <a:r>
              <a:t/>
            </a:r>
          </a:p>
          <a:p xmlns:a="http://schemas.openxmlformats.org/drawingml/2006/main">
            <a:r>
              <a:t>Teacher answer / acceptable response: An action such as checking ingredients supports organisation; an unsupported label needs more evidence.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Can a profile change next term?</a:t>
            </a:r>
          </a:p>
          <a:p xmlns:a="http://schemas.openxmlformats.org/drawingml/2006/main">
            <a:r>
              <a:t/>
            </a:r>
          </a:p>
          <a:p xmlns:a="http://schemas.openxmlformats.org/drawingml/2006/main">
            <a:r>
              <a:t>Teacher answer / acceptable response: Yes. New tasks, support, experience and information can change it.</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Suggest an area and a reason, without deciding Sam’s future.</a:t>
            </a:r>
          </a:p>
          <a:p xmlns:a="http://schemas.openxmlformats.org/drawingml/2006/main">
            <a:r>
              <a:t/>
            </a:r>
          </a:p>
          <a:p xmlns:a="http://schemas.openxmlformats.org/drawingml/2006/main">
            <a:r>
              <a:t>Teacher answer / acceptable response: Catering or practical design/maintenance could be explored because of planning and making interests. The profile does not establish entry requirements or guarantee fit.</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What makes that action manageable?</a:t>
            </a:r>
          </a:p>
          <a:p xmlns:a="http://schemas.openxmlformats.org/drawingml/2006/main">
            <a:r>
              <a:t/>
            </a:r>
          </a:p>
          <a:p xmlns:a="http://schemas.openxmlformats.org/drawingml/2006/main">
            <a:r>
              <a:t>Teacher answer / acceptable response: It says what to do, who can help and when. It gathers information rather than requiring a final choice.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profile uses evidence and leaves a useful question?</a:t>
            </a:r>
          </a:p>
          <a:p xmlns:a="http://schemas.openxmlformats.org/drawingml/2006/main">
            <a:r>
              <a:t/>
            </a:r>
          </a:p>
          <a:p xmlns:a="http://schemas.openxmlformats.org/drawingml/2006/main">
            <a:r>
              <a:t>Teacher answer / acceptable response: B. A is vague and makes an unsupported promise.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Summative review: three strengths, one evidence example, interests, useful conditions, one or more justified areas and a specific next action. Record secure/developing/next step for each; avoid a score for career prestige.</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BUILD_Careers_Aut1_W07 | My vocational profile</a:t>
            </a:r>
          </a:p>
          <a:p xmlns:a="http://schemas.openxmlformats.org/drawingml/2006/main">
            <a:r>
              <a:t>I can create a one-page profile showing what I am good at, what I like and jobs I want to explore.</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Sam could explore catering because planning ingredients was enjoyable; next lesson Sam can compare typical tasks with teacher support.</a:t>
            </a:r>
          </a:p>
          <a:p xmlns:a="http://schemas.openxmlformats.org/drawingml/2006/main">
            <a:r>
              <a:t/>
            </a:r>
          </a:p>
          <a:p xmlns:a="http://schemas.openxmlformats.org/drawingml/2006/main">
            <a:r>
              <a:t>Support: Use Sam’s completed evidence bank. Build one section at a time with drawings, pointing or scribing. Support naming two areas but accept one explained area as a next teaching step.</a:t>
            </a:r>
          </a:p>
          <a:p xmlns:a="http://schemas.openxmlformats.org/drawingml/2006/main">
            <a:r>
              <a:t/>
            </a:r>
          </a:p>
          <a:p xmlns:a="http://schemas.openxmlformats.org/drawingml/2006/main">
            <a:r>
              <a:t>Stretch: Choose a second plausible area and explain what new information might change the order of the shortlist.</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Careers_Lesson_7_BUILD_Student_Resources.docx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93882b769848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2863b7a51044c3" /><Relationship Type="http://schemas.openxmlformats.org/officeDocument/2006/relationships/slideLayout" Target="/ppt/slideLayouts/slideLayout1.xml" Id="R5eeeb1ce97f54e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eeb1ce97f54e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914c7fdb6b4c6a" /><Relationship Type="http://schemas.openxmlformats.org/officeDocument/2006/relationships/image" Target="/ppt/media/image.jpeg" Id="Rcdd9e75a912a431d" /><Relationship Type="http://schemas.openxmlformats.org/officeDocument/2006/relationships/notesSlide" Target="/ppt/notesSlides/notesSlide1.xml" Id="R0968e7a3d67146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e3849c6e894375" /><Relationship Type="http://schemas.openxmlformats.org/officeDocument/2006/relationships/image" Target="/ppt/media/image.jpeg" Id="Rd366fa92ace04644" /><Relationship Type="http://schemas.openxmlformats.org/officeDocument/2006/relationships/notesSlide" Target="/ppt/notesSlides/notesSlide2.xml" Id="Rb43fc5c2ac7b49b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f017fdafbb4fee" /><Relationship Type="http://schemas.openxmlformats.org/officeDocument/2006/relationships/image" Target="/ppt/media/image.jpeg" Id="Rc097d4ae68ff492a" /><Relationship Type="http://schemas.openxmlformats.org/officeDocument/2006/relationships/notesSlide" Target="/ppt/notesSlides/notesSlide3.xml" Id="Rc42b567e05c442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2198f8bcc14e1f" /><Relationship Type="http://schemas.openxmlformats.org/officeDocument/2006/relationships/image" Target="/ppt/media/image.jpeg" Id="R8bca6f06468b4a4b" /><Relationship Type="http://schemas.openxmlformats.org/officeDocument/2006/relationships/notesSlide" Target="/ppt/notesSlides/notesSlide4.xml" Id="Red66637fcce143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ff82a8b367742ab" /><Relationship Type="http://schemas.openxmlformats.org/officeDocument/2006/relationships/image" Target="/ppt/media/image.jpeg" Id="R175103587a00431f" /><Relationship Type="http://schemas.openxmlformats.org/officeDocument/2006/relationships/notesSlide" Target="/ppt/notesSlides/notesSlide5.xml" Id="R398e84a2bcf541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f1c4a29ce94779" /><Relationship Type="http://schemas.openxmlformats.org/officeDocument/2006/relationships/image" Target="/ppt/media/image.jpeg" Id="R6f94f6b576054b93" /><Relationship Type="http://schemas.openxmlformats.org/officeDocument/2006/relationships/notesSlide" Target="/ppt/notesSlides/notesSlide6.xml" Id="R0cc5e08fa6f1419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36c639386e4cf6" /><Relationship Type="http://schemas.openxmlformats.org/officeDocument/2006/relationships/image" Target="/ppt/media/image.jpeg" Id="R25d4ee1baa7e4fc9" /><Relationship Type="http://schemas.openxmlformats.org/officeDocument/2006/relationships/notesSlide" Target="/ppt/notesSlides/notesSlide7.xml" Id="R8edab0a5af294d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483c40bbd2402a" /><Relationship Type="http://schemas.openxmlformats.org/officeDocument/2006/relationships/image" Target="/ppt/media/image.jpeg" Id="R9b3c59a8637c4e7a" /><Relationship Type="http://schemas.openxmlformats.org/officeDocument/2006/relationships/notesSlide" Target="/ppt/notesSlides/notesSlide8.xml" Id="R2c4bf8ec83b347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95f714040404eac" /><Relationship Type="http://schemas.openxmlformats.org/officeDocument/2006/relationships/image" Target="/ppt/media/image.jpeg" Id="R4931cdee80244c7b" /><Relationship Type="http://schemas.openxmlformats.org/officeDocument/2006/relationships/notesSlide" Target="/ppt/notesSlides/notesSlide9.xml" Id="Rd7fa263d26de43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3e1d8edd246411c" /><Relationship Type="http://schemas.openxmlformats.org/officeDocument/2006/relationships/image" Target="/ppt/media/image.jpeg" Id="R69edb9964b2b4d2f" /><Relationship Type="http://schemas.openxmlformats.org/officeDocument/2006/relationships/notesSlide" Target="/ppt/notesSlides/notesSlide10.xml" Id="Rcb013824a9364d7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8a2395d3f74dcf" /><Relationship Type="http://schemas.openxmlformats.org/officeDocument/2006/relationships/image" Target="/ppt/media/image.jpeg" Id="R14384c28c9e54cdd" /><Relationship Type="http://schemas.openxmlformats.org/officeDocument/2006/relationships/notesSlide" Target="/ppt/notesSlides/notesSlide11.xml" Id="R5bc2423199df49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161b16b516044cf" /><Relationship Type="http://schemas.openxmlformats.org/officeDocument/2006/relationships/image" Target="/ppt/media/image.jpeg" Id="Rcaa6a3cb723d421f" /><Relationship Type="http://schemas.openxmlformats.org/officeDocument/2006/relationships/notesSlide" Target="/ppt/notesSlides/notesSlide12.xml" Id="R42f868e999ba4ec4"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dd9e75a912a431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My vocational profile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I bring my evidence together and choose a next question?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create a one-page profile showing what I am good at, what I like and jobs I want to explore.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366fa92ace0464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VOCATIONAL PROFILE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PROVISIONAL</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short record of strengths, interests, preferences and possible next steps.</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Open to change after new experience or information.</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97d4ae68ff492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strength, one interest and one useful condition in your earlier work.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earlier sheets? Use Sam’s complete profile card.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supported by an example?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bca6f06468b4a4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profile is a starting point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Record strengths and the actions that support them.</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interests, ways of working and questions.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areas to explore; you do not need a final job today.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a profile change next term?</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75103587a00431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 brings evidence together</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plans ingredients, follows steps and adjusts a model after feedback.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likes practical making and seeing a finished result.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Written steps and time to ask a question help Sam.</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Suggest an area and a reason, without deciding Sam’s future.</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f94f6b576054b9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Turn an area into a next step</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Area: practical food work.</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Question: which tasks are part of a typical day?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Action: ask the teacher to help compare two role descriptions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that action manageable?</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d4ee1baa7e4fc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profile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“Good at everything; will definitely be a chef.”</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“Plans ingredients; could explore food roles; needs to check typical tasks.”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profile uses evidence and leaves a useful question?</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3c59a8637c4e7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Gather the strongest evidence: Use earlier sheets or Sam’s full card.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Create the profile: Write or draw a one-page profile using the headings below.</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Set one first target: Choose a small action with help and a review point.</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31cdee80244c7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edb9964b2b4d2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collect strengths, interests and useful conditions.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link an area to evidence in a profile.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choose one small next action.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384c28c9e54cd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Completed vocational profile and first career target.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a6a3cb723d421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Name one area to explore, an evidence-based reason and a next step.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2026-09-07T13:15:45.0550000Z</dcterms:created>
  <dcterms:modified xsi:type="dcterms:W3CDTF">2026-09-07T13:15:45.0550000Z</dcterms:modified>
</coreProperties>
</file>