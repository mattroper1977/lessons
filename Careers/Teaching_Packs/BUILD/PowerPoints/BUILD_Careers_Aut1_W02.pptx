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9bc88876884ca3" /><Relationship Type="http://schemas.openxmlformats.org/officeDocument/2006/relationships/extended-properties" Target="/docProps/app.xml" Id="R877cc0f76d2d4c3c" /><Relationship Type="http://schemas.openxmlformats.org/officeDocument/2006/relationships/officeDocument" Target="/ppt/presentation.xml" Id="Ra35c1c305fe74d5f" /></Relationships>
</file>

<file path=ppt/presentation.xml><?xml version="1.0" encoding="utf-8"?>
<p:presentation xmlns:p="http://schemas.openxmlformats.org/presentationml/2006/main">
  <p:sldMasterIdLst>
    <p:sldMasterId xmlns:r="http://schemas.openxmlformats.org/officeDocument/2006/relationships" id="2147483648" r:id="Rd80ee9abec574d38"/>
  </p:sldMasterIdLst>
  <p:notesMasterIdLst>
    <p:notesMasterId xmlns:r="http://schemas.openxmlformats.org/officeDocument/2006/relationships" r:id="R0597aa470167456a"/>
  </p:notesMasterIdLst>
  <p:sldIdLst>
    <p:sldId xmlns:r="http://schemas.openxmlformats.org/officeDocument/2006/relationships" id="256" r:id="R10d2052f8f574aa7"/>
    <p:sldId xmlns:r="http://schemas.openxmlformats.org/officeDocument/2006/relationships" id="257" r:id="Rdd0cad899d2f4223"/>
    <p:sldId xmlns:r="http://schemas.openxmlformats.org/officeDocument/2006/relationships" id="258" r:id="R6e5d2eadeedd45bf"/>
    <p:sldId xmlns:r="http://schemas.openxmlformats.org/officeDocument/2006/relationships" id="259" r:id="Rfe5529186ca54b87"/>
    <p:sldId xmlns:r="http://schemas.openxmlformats.org/officeDocument/2006/relationships" id="260" r:id="R477aa82de2a84b17"/>
    <p:sldId xmlns:r="http://schemas.openxmlformats.org/officeDocument/2006/relationships" id="261" r:id="R1d2f04f267654374"/>
    <p:sldId xmlns:r="http://schemas.openxmlformats.org/officeDocument/2006/relationships" id="262" r:id="R7b03c1f855454997"/>
    <p:sldId xmlns:r="http://schemas.openxmlformats.org/officeDocument/2006/relationships" id="263" r:id="Rdb876b04d5514dab"/>
    <p:sldId xmlns:r="http://schemas.openxmlformats.org/officeDocument/2006/relationships" id="264" r:id="Rb112fe70d6014c20"/>
    <p:sldId xmlns:r="http://schemas.openxmlformats.org/officeDocument/2006/relationships" id="265" r:id="Rcb66f7cc3bf94a0f"/>
    <p:sldId xmlns:r="http://schemas.openxmlformats.org/officeDocument/2006/relationships" id="266" r:id="R6f15427978454061"/>
    <p:sldId xmlns:r="http://schemas.openxmlformats.org/officeDocument/2006/relationships" id="267" r:id="Re6ef368b203d41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76f4b56ac3467d" /><Relationship Type="http://schemas.openxmlformats.org/officeDocument/2006/relationships/slideMaster" Target="/ppt/slideMasters/slideMaster1.xml" Id="Rd80ee9abec574d38" /><Relationship Type="http://schemas.openxmlformats.org/officeDocument/2006/relationships/notesMaster" Target="/ppt/notesMasters/notesMaster1.xml" Id="R0597aa470167456a" /><Relationship Type="http://schemas.openxmlformats.org/officeDocument/2006/relationships/presProps" Target="/ppt/presProps.xml" Id="R4615e440669d4027" /><Relationship Type="http://schemas.openxmlformats.org/officeDocument/2006/relationships/tableStyles" Target="/ppt/tableStyles.xml" Id="R65ca667da84f4819" /><Relationship Type="http://schemas.openxmlformats.org/officeDocument/2006/relationships/slide" Target="/ppt/slides/slide1.xml" Id="R10d2052f8f574aa7" /><Relationship Type="http://schemas.openxmlformats.org/officeDocument/2006/relationships/slide" Target="/ppt/slides/slide2.xml" Id="Rdd0cad899d2f4223" /><Relationship Type="http://schemas.openxmlformats.org/officeDocument/2006/relationships/slide" Target="/ppt/slides/slide3.xml" Id="R6e5d2eadeedd45bf" /><Relationship Type="http://schemas.openxmlformats.org/officeDocument/2006/relationships/slide" Target="/ppt/slides/slide4.xml" Id="Rfe5529186ca54b87" /><Relationship Type="http://schemas.openxmlformats.org/officeDocument/2006/relationships/slide" Target="/ppt/slides/slide5.xml" Id="R477aa82de2a84b17" /><Relationship Type="http://schemas.openxmlformats.org/officeDocument/2006/relationships/slide" Target="/ppt/slides/slide6.xml" Id="R1d2f04f267654374" /><Relationship Type="http://schemas.openxmlformats.org/officeDocument/2006/relationships/slide" Target="/ppt/slides/slide7.xml" Id="R7b03c1f855454997" /><Relationship Type="http://schemas.openxmlformats.org/officeDocument/2006/relationships/slide" Target="/ppt/slides/slide8.xml" Id="Rdb876b04d5514dab" /><Relationship Type="http://schemas.openxmlformats.org/officeDocument/2006/relationships/slide" Target="/ppt/slides/slide9.xml" Id="Rb112fe70d6014c20" /><Relationship Type="http://schemas.openxmlformats.org/officeDocument/2006/relationships/slide" Target="/ppt/slides/slide10.xml" Id="Rcb66f7cc3bf94a0f" /><Relationship Type="http://schemas.openxmlformats.org/officeDocument/2006/relationships/slide" Target="/ppt/slides/slide11.xml" Id="R6f15427978454061" /><Relationship Type="http://schemas.openxmlformats.org/officeDocument/2006/relationships/slide" Target="/ppt/slides/slide12.xml" Id="Re6ef368b203d41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2fd1d5e8bf4c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05ba599d9749ce" /><Relationship Type="http://schemas.openxmlformats.org/officeDocument/2006/relationships/notesMaster" Target="/ppt/notesMasters/notesMaster1.xml" Id="R594cbc77ee0947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406858a2ba48d0" /><Relationship Type="http://schemas.openxmlformats.org/officeDocument/2006/relationships/notesMaster" Target="/ppt/notesMasters/notesMaster1.xml" Id="Rcad9c0dae2d842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f76f607d2c418e" /><Relationship Type="http://schemas.openxmlformats.org/officeDocument/2006/relationships/notesMaster" Target="/ppt/notesMasters/notesMaster1.xml" Id="R5864b120123c47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daa256ad49493c" /><Relationship Type="http://schemas.openxmlformats.org/officeDocument/2006/relationships/notesMaster" Target="/ppt/notesMasters/notesMaster1.xml" Id="Rffb32ca378944f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96966819a541f8" /><Relationship Type="http://schemas.openxmlformats.org/officeDocument/2006/relationships/notesMaster" Target="/ppt/notesMasters/notesMaster1.xml" Id="R7ef31cddb6454d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f450b519014d07" /><Relationship Type="http://schemas.openxmlformats.org/officeDocument/2006/relationships/notesMaster" Target="/ppt/notesMasters/notesMaster1.xml" Id="Ref040b231c7a43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cb2398852a4569" /><Relationship Type="http://schemas.openxmlformats.org/officeDocument/2006/relationships/notesMaster" Target="/ppt/notesMasters/notesMaster1.xml" Id="R67f83a51cd4146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068cd79ad847b5" /><Relationship Type="http://schemas.openxmlformats.org/officeDocument/2006/relationships/notesMaster" Target="/ppt/notesMasters/notesMaster1.xml" Id="R9a9d9e7665434c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2f42fe5c9e499b" /><Relationship Type="http://schemas.openxmlformats.org/officeDocument/2006/relationships/notesMaster" Target="/ppt/notesMasters/notesMaster1.xml" Id="Rd5d7b4a61f1145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775db2f3f8486e" /><Relationship Type="http://schemas.openxmlformats.org/officeDocument/2006/relationships/notesMaster" Target="/ppt/notesMasters/notesMaster1.xml" Id="Rac868b3abb044e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356184479c4e85" /><Relationship Type="http://schemas.openxmlformats.org/officeDocument/2006/relationships/notesMaster" Target="/ppt/notesMasters/notesMaster1.xml" Id="Rea78b91b3a5c4c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a4eba733bc4616" /><Relationship Type="http://schemas.openxmlformats.org/officeDocument/2006/relationships/notesMaster" Target="/ppt/notesMasters/notesMaster1.xml" Id="Rbcd5ac35067b40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Adapted from the supplied lesson and the distinct BUILD Autumn 1 weekly outcome. Original activities and fully supplied paper cases are included.</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Choose: a big claim / a clear example.</a:t>
            </a:r>
          </a:p>
          <a:p xmlns:a="http://schemas.openxmlformats.org/drawingml/2006/main">
            <a:r>
              <a:t/>
            </a:r>
          </a:p>
          <a:p xmlns:a="http://schemas.openxmlformats.org/drawingml/2006/main">
            <a:r>
              <a:t>Teacher answer / acceptable response: A clear example shows what the person actually did.</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Explicit teaching: 8 minutes shared with the following model slide.</a:t>
            </a:r>
          </a:p>
          <a:p xmlns:a="http://schemas.openxmlformats.org/drawingml/2006/main">
            <a:r>
              <a:t/>
            </a:r>
          </a:p>
          <a:p xmlns:a="http://schemas.openxmlformats.org/drawingml/2006/main">
            <a:r>
              <a:t>Pupil prompt: Which is clearer: “organised” or “made a checklist before the task”?</a:t>
            </a:r>
          </a:p>
          <a:p xmlns:a="http://schemas.openxmlformats.org/drawingml/2006/main">
            <a:r>
              <a:t/>
            </a:r>
          </a:p>
          <a:p xmlns:a="http://schemas.openxmlformats.org/drawingml/2006/main">
            <a:r>
              <a:t>Teacher answer / acceptable response: The checklist describes an action. Link it to organisation.</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Which strength is supported?</a:t>
            </a:r>
          </a:p>
          <a:p xmlns:a="http://schemas.openxmlformats.org/drawingml/2006/main">
            <a:r>
              <a:t/>
            </a:r>
          </a:p>
          <a:p xmlns:a="http://schemas.openxmlformats.org/drawingml/2006/main">
            <a:r>
              <a:t>Teacher answer / acceptable response: Reliability: Alex completed the agreed action and communicated. This one event does not prove Alex is always reliable.</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Choose a strength for each and point to its clue.</a:t>
            </a:r>
          </a:p>
          <a:p xmlns:a="http://schemas.openxmlformats.org/drawingml/2006/main">
            <a:r>
              <a:t/>
            </a:r>
          </a:p>
          <a:p xmlns:a="http://schemas.openxmlformats.org/drawingml/2006/main">
            <a:r>
              <a:t>Teacher answer / acceptable response: Sam: problem-solving/carefulness, shown by checking the recipe. Taylor: persistence, shown by using support and continuing.</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statement is fairer?</a:t>
            </a:r>
          </a:p>
          <a:p xmlns:a="http://schemas.openxmlformats.org/drawingml/2006/main">
            <a:r>
              <a:t/>
            </a:r>
          </a:p>
          <a:p xmlns:a="http://schemas.openxmlformats.org/drawingml/2006/main">
            <a:r>
              <a:t>Teacher answer / acceptable response: B. Asking a useful question or using a prompt can help someone demonstrate a skill.</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three strengths are identified and at least one is supported by a specific action. Case analysis is labelled separately from personal portfolio evidence.</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BUILD_Careers_Aut1_W02 | My strengths</a:t>
            </a:r>
          </a:p>
          <a:p xmlns:a="http://schemas.openxmlformats.org/drawingml/2006/main">
            <a:r>
              <a:t>I can name at least three strengths and give an example of one.</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For Rowan: organised, careful, persistent. Organisation is supported by sorting the project cards.</a:t>
            </a:r>
          </a:p>
          <a:p xmlns:a="http://schemas.openxmlformats.org/drawingml/2006/main">
            <a:r>
              <a:t/>
            </a:r>
          </a:p>
          <a:p xmlns:a="http://schemas.openxmlformats.org/drawingml/2006/main">
            <a:r>
              <a:t>Support: Reduce the bank to organised/careful/persistent. Highlight one action at a time. Accept pointing plus a scribed explanation.</a:t>
            </a:r>
          </a:p>
          <a:p xmlns:a="http://schemas.openxmlformats.org/drawingml/2006/main">
            <a:r>
              <a:t/>
            </a:r>
          </a:p>
          <a:p xmlns:a="http://schemas.openxmlformats.org/drawingml/2006/main">
            <a:r>
              <a:t>Stretch: Find two strengths in one action and explain which is better supported. Avoid claiming an action proves a permanent personality trait.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Careers_Lesson_2_BUILD_Student_Resources.docx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92c7f3e08946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38da5b80b840a5" /><Relationship Type="http://schemas.openxmlformats.org/officeDocument/2006/relationships/slideLayout" Target="/ppt/slideLayouts/slideLayout1.xml" Id="R54016e158f494d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016e158f494d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083b3c28d5406f" /><Relationship Type="http://schemas.openxmlformats.org/officeDocument/2006/relationships/image" Target="/ppt/media/image.jpeg" Id="R4d1f800f5db34818" /><Relationship Type="http://schemas.openxmlformats.org/officeDocument/2006/relationships/notesSlide" Target="/ppt/notesSlides/notesSlide1.xml" Id="R006163b1ba614d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745340ef5c49b1" /><Relationship Type="http://schemas.openxmlformats.org/officeDocument/2006/relationships/image" Target="/ppt/media/image.jpeg" Id="R3ac3387e84294a1c" /><Relationship Type="http://schemas.openxmlformats.org/officeDocument/2006/relationships/notesSlide" Target="/ppt/notesSlides/notesSlide2.xml" Id="Ra095404036a84a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1641217fe64db5" /><Relationship Type="http://schemas.openxmlformats.org/officeDocument/2006/relationships/image" Target="/ppt/media/image.jpeg" Id="Rfe4aaadc699c4305" /><Relationship Type="http://schemas.openxmlformats.org/officeDocument/2006/relationships/notesSlide" Target="/ppt/notesSlides/notesSlide3.xml" Id="Rfef6967869d24d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6600155cc04b1b" /><Relationship Type="http://schemas.openxmlformats.org/officeDocument/2006/relationships/image" Target="/ppt/media/image.jpeg" Id="R0a8a3b6b84284ad8" /><Relationship Type="http://schemas.openxmlformats.org/officeDocument/2006/relationships/notesSlide" Target="/ppt/notesSlides/notesSlide4.xml" Id="R38d08f8432934b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b5f264cdff4ac9" /><Relationship Type="http://schemas.openxmlformats.org/officeDocument/2006/relationships/image" Target="/ppt/media/image.jpeg" Id="R19be0bd01e664d0e" /><Relationship Type="http://schemas.openxmlformats.org/officeDocument/2006/relationships/notesSlide" Target="/ppt/notesSlides/notesSlide5.xml" Id="Rad2207ff25b84c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a2620392834ca7" /><Relationship Type="http://schemas.openxmlformats.org/officeDocument/2006/relationships/image" Target="/ppt/media/image.jpeg" Id="R38a9d688239f4d0b" /><Relationship Type="http://schemas.openxmlformats.org/officeDocument/2006/relationships/notesSlide" Target="/ppt/notesSlides/notesSlide6.xml" Id="R4176e413075440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e332c7264c455b" /><Relationship Type="http://schemas.openxmlformats.org/officeDocument/2006/relationships/image" Target="/ppt/media/image.jpeg" Id="R171182c873194924" /><Relationship Type="http://schemas.openxmlformats.org/officeDocument/2006/relationships/notesSlide" Target="/ppt/notesSlides/notesSlide7.xml" Id="Rb64aeb17c47b43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de069928bf4b74" /><Relationship Type="http://schemas.openxmlformats.org/officeDocument/2006/relationships/image" Target="/ppt/media/image.jpeg" Id="R44fd3e7d964e4077" /><Relationship Type="http://schemas.openxmlformats.org/officeDocument/2006/relationships/notesSlide" Target="/ppt/notesSlides/notesSlide8.xml" Id="R06af5c32daab42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653f37f94e41ba" /><Relationship Type="http://schemas.openxmlformats.org/officeDocument/2006/relationships/image" Target="/ppt/media/image.jpeg" Id="R019bc5c0e2424d71" /><Relationship Type="http://schemas.openxmlformats.org/officeDocument/2006/relationships/notesSlide" Target="/ppt/notesSlides/notesSlide9.xml" Id="Ra49aab9f23a747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57922e62b342d8" /><Relationship Type="http://schemas.openxmlformats.org/officeDocument/2006/relationships/image" Target="/ppt/media/image.jpeg" Id="R5f43e2055fea4fe2" /><Relationship Type="http://schemas.openxmlformats.org/officeDocument/2006/relationships/notesSlide" Target="/ppt/notesSlides/notesSlide10.xml" Id="R87ca39c974354f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8a7aa0551648fe" /><Relationship Type="http://schemas.openxmlformats.org/officeDocument/2006/relationships/image" Target="/ppt/media/image.jpeg" Id="R6ac730c86513415a" /><Relationship Type="http://schemas.openxmlformats.org/officeDocument/2006/relationships/notesSlide" Target="/ppt/notesSlides/notesSlide11.xml" Id="Rdfd2cd4772094b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5ab4c26f054428" /><Relationship Type="http://schemas.openxmlformats.org/officeDocument/2006/relationships/image" Target="/ppt/media/image.jpeg" Id="Radc8a4a3f4964cc1" /><Relationship Type="http://schemas.openxmlformats.org/officeDocument/2006/relationships/notesSlide" Target="/ppt/notesSlides/notesSlide12.xml" Id="Rdc4cec87b9a64262"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d1f800f5db3481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My strengths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can an example show a strength?</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name at least three strengths and give an example of one.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ac3387e84294a1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STRENGTH</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SKILL</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a person does well or is developing confidence in.</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ability learned and practised.</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4aaadc699c430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Is “I am good at everything” useful evidence?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could a person show instead?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a big claim / a clear example.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a8a3b6b84284ad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Strength + example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strength is a useful quality or capability.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skill can be learned and practised; strengths can develop too.</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 example helps us see what someone did.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is clearer: “organised” or “made a checklist before the task”?</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9be0bd01e664d0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Alex finishes an agreed job</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Alex agreed to label the group’s three trays.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Alex labelled all three and told the group they were ready.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strength is supported?</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8a9d688239f4d0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Find the clue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checked a recipe after noticing a missing step.</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Taylor used a prompt card, asked a question and continued.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a strength for each and point to its clue.</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71182c87319492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Support and strengths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“Using help means you have no strengths.”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“Using the right help can show a useful strategy.”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statement is fairer?</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4fd3e7d964e407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Choose three strengths: Choose for yourself or the fictional learner Rowan.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Match action to strength: Choose a strength and underline the action that supports it.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Prove one strength: Write, draw or explain an example. Mark it personal example or fictional case.</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9bc5c0e2424d7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f43e2055fea4fe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name three strengths.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match an action to a strength.</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give one example that supports a strength.</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ac730c86513415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Strengths profile with one example.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dc8a4a3f4964cc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three strengths and give an example for one.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2026-09-07T13:15:03.8850000Z</dcterms:created>
  <dcterms:modified xsi:type="dcterms:W3CDTF">2026-09-07T13:15:03.8850000Z</dcterms:modified>
</coreProperties>
</file>