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5394150b6044cb" /><Relationship Type="http://schemas.openxmlformats.org/officeDocument/2006/relationships/extended-properties" Target="/docProps/app.xml" Id="R5f48e5cdc148412b" /><Relationship Type="http://schemas.openxmlformats.org/officeDocument/2006/relationships/officeDocument" Target="/ppt/presentation.xml" Id="R1ac23a86eec54ca9" /></Relationships>
</file>

<file path=ppt/presentation.xml><?xml version="1.0" encoding="utf-8"?>
<p:presentation xmlns:p="http://schemas.openxmlformats.org/presentationml/2006/main">
  <p:sldMasterIdLst>
    <p:sldMasterId xmlns:r="http://schemas.openxmlformats.org/officeDocument/2006/relationships" id="2147483648" r:id="R727e01b4ea2240db"/>
  </p:sldMasterIdLst>
  <p:notesMasterIdLst>
    <p:notesMasterId xmlns:r="http://schemas.openxmlformats.org/officeDocument/2006/relationships" r:id="Re554fd9cd77a46b9"/>
  </p:notesMasterIdLst>
  <p:sldIdLst>
    <p:sldId xmlns:r="http://schemas.openxmlformats.org/officeDocument/2006/relationships" id="256" r:id="Rb72a9882cb3b4e6a"/>
    <p:sldId xmlns:r="http://schemas.openxmlformats.org/officeDocument/2006/relationships" id="257" r:id="R9e544fc9fb0a4e92"/>
    <p:sldId xmlns:r="http://schemas.openxmlformats.org/officeDocument/2006/relationships" id="258" r:id="Rf1e9681117cd465f"/>
    <p:sldId xmlns:r="http://schemas.openxmlformats.org/officeDocument/2006/relationships" id="259" r:id="Rab1406a8485543a1"/>
    <p:sldId xmlns:r="http://schemas.openxmlformats.org/officeDocument/2006/relationships" id="260" r:id="R5c3307051ab8400d"/>
    <p:sldId xmlns:r="http://schemas.openxmlformats.org/officeDocument/2006/relationships" id="261" r:id="R578d1f2a78ab464b"/>
    <p:sldId xmlns:r="http://schemas.openxmlformats.org/officeDocument/2006/relationships" id="262" r:id="Rf1e4714112f04512"/>
    <p:sldId xmlns:r="http://schemas.openxmlformats.org/officeDocument/2006/relationships" id="263" r:id="R85c2fc7bb0c04c25"/>
    <p:sldId xmlns:r="http://schemas.openxmlformats.org/officeDocument/2006/relationships" id="264" r:id="R16d4085edc4b43a4"/>
    <p:sldId xmlns:r="http://schemas.openxmlformats.org/officeDocument/2006/relationships" id="265" r:id="Rbf2a459843d04e63"/>
    <p:sldId xmlns:r="http://schemas.openxmlformats.org/officeDocument/2006/relationships" id="266" r:id="R86499eb481db4195"/>
    <p:sldId xmlns:r="http://schemas.openxmlformats.org/officeDocument/2006/relationships" id="267" r:id="R6459d96c1a1744d2"/>
    <p:sldId xmlns:r="http://schemas.openxmlformats.org/officeDocument/2006/relationships" id="268" r:id="R623f0599b7914b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e73d42bcd541d6" /><Relationship Type="http://schemas.openxmlformats.org/officeDocument/2006/relationships/slideMaster" Target="/ppt/slideMasters/slideMaster1.xml" Id="R727e01b4ea2240db" /><Relationship Type="http://schemas.openxmlformats.org/officeDocument/2006/relationships/notesMaster" Target="/ppt/notesMasters/notesMaster1.xml" Id="Re554fd9cd77a46b9" /><Relationship Type="http://schemas.openxmlformats.org/officeDocument/2006/relationships/presProps" Target="/ppt/presProps.xml" Id="R38562fa5baf245f5" /><Relationship Type="http://schemas.openxmlformats.org/officeDocument/2006/relationships/tableStyles" Target="/ppt/tableStyles.xml" Id="R78c01d7bdcb549c6" /><Relationship Type="http://schemas.openxmlformats.org/officeDocument/2006/relationships/slide" Target="/ppt/slides/slide1.xml" Id="Rb72a9882cb3b4e6a" /><Relationship Type="http://schemas.openxmlformats.org/officeDocument/2006/relationships/slide" Target="/ppt/slides/slide2.xml" Id="R9e544fc9fb0a4e92" /><Relationship Type="http://schemas.openxmlformats.org/officeDocument/2006/relationships/slide" Target="/ppt/slides/slide3.xml" Id="Rf1e9681117cd465f" /><Relationship Type="http://schemas.openxmlformats.org/officeDocument/2006/relationships/slide" Target="/ppt/slides/slide4.xml" Id="Rab1406a8485543a1" /><Relationship Type="http://schemas.openxmlformats.org/officeDocument/2006/relationships/slide" Target="/ppt/slides/slide5.xml" Id="R5c3307051ab8400d" /><Relationship Type="http://schemas.openxmlformats.org/officeDocument/2006/relationships/slide" Target="/ppt/slides/slide6.xml" Id="R578d1f2a78ab464b" /><Relationship Type="http://schemas.openxmlformats.org/officeDocument/2006/relationships/slide" Target="/ppt/slides/slide7.xml" Id="Rf1e4714112f04512" /><Relationship Type="http://schemas.openxmlformats.org/officeDocument/2006/relationships/slide" Target="/ppt/slides/slide8.xml" Id="R85c2fc7bb0c04c25" /><Relationship Type="http://schemas.openxmlformats.org/officeDocument/2006/relationships/slide" Target="/ppt/slides/slide9.xml" Id="R16d4085edc4b43a4" /><Relationship Type="http://schemas.openxmlformats.org/officeDocument/2006/relationships/slide" Target="/ppt/slides/slide10.xml" Id="Rbf2a459843d04e63" /><Relationship Type="http://schemas.openxmlformats.org/officeDocument/2006/relationships/slide" Target="/ppt/slides/slide11.xml" Id="R86499eb481db4195" /><Relationship Type="http://schemas.openxmlformats.org/officeDocument/2006/relationships/slide" Target="/ppt/slides/slide12.xml" Id="R6459d96c1a1744d2" /><Relationship Type="http://schemas.openxmlformats.org/officeDocument/2006/relationships/slide" Target="/ppt/slides/slide13.xml" Id="R623f0599b7914b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379680d1ea41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f1f796a8024650" /><Relationship Type="http://schemas.openxmlformats.org/officeDocument/2006/relationships/notesMaster" Target="/ppt/notesMasters/notesMaster1.xml" Id="R98ae3e1f6a63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310af2785b4eff" /><Relationship Type="http://schemas.openxmlformats.org/officeDocument/2006/relationships/notesMaster" Target="/ppt/notesMasters/notesMaster1.xml" Id="Rd5735e8632fb4e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9d4b616827485a" /><Relationship Type="http://schemas.openxmlformats.org/officeDocument/2006/relationships/notesMaster" Target="/ppt/notesMasters/notesMaster1.xml" Id="Rb37b8828287a44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540b354df7495c" /><Relationship Type="http://schemas.openxmlformats.org/officeDocument/2006/relationships/notesMaster" Target="/ppt/notesMasters/notesMaster1.xml" Id="Rbfa8352e254f4f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16e8b49f7c42b7" /><Relationship Type="http://schemas.openxmlformats.org/officeDocument/2006/relationships/notesMaster" Target="/ppt/notesMasters/notesMaster1.xml" Id="R2bdd11d1fc1d43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cf3612fa0a4c1a" /><Relationship Type="http://schemas.openxmlformats.org/officeDocument/2006/relationships/notesMaster" Target="/ppt/notesMasters/notesMaster1.xml" Id="R6f7571dbc9a244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aa843f4ab44fd" /><Relationship Type="http://schemas.openxmlformats.org/officeDocument/2006/relationships/notesMaster" Target="/ppt/notesMasters/notesMaster1.xml" Id="Re086abc6d10a46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c0234134d8456a" /><Relationship Type="http://schemas.openxmlformats.org/officeDocument/2006/relationships/notesMaster" Target="/ppt/notesMasters/notesMaster1.xml" Id="Rea9484f104d94e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48305c368a4127" /><Relationship Type="http://schemas.openxmlformats.org/officeDocument/2006/relationships/notesMaster" Target="/ppt/notesMasters/notesMaster1.xml" Id="R1a45f936d6244d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0ef3ece6e94672" /><Relationship Type="http://schemas.openxmlformats.org/officeDocument/2006/relationships/notesMaster" Target="/ppt/notesMasters/notesMaster1.xml" Id="Rf23ac128d21c48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51bbc133924635" /><Relationship Type="http://schemas.openxmlformats.org/officeDocument/2006/relationships/notesMaster" Target="/ppt/notesMasters/notesMaster1.xml" Id="Ra86f9657745c43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6208033a254ee4" /><Relationship Type="http://schemas.openxmlformats.org/officeDocument/2006/relationships/notesMaster" Target="/ppt/notesMasters/notesMaster1.xml" Id="R97077215ea544f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f85b8425f84e1c" /><Relationship Type="http://schemas.openxmlformats.org/officeDocument/2006/relationships/notesMaster" Target="/ppt/notesMasters/notesMaster1.xml" Id="R4c58b101b8f14f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Which gives more useful evidence?</a:t>
            </a:r>
          </a:p>
          <a:p xmlns:a="http://schemas.openxmlformats.org/drawingml/2006/main">
            <a:r>
              <a:t/>
            </a:r>
          </a:p>
          <a:p xmlns:a="http://schemas.openxmlformats.org/drawingml/2006/main">
            <a:r>
              <a:t>Teacher answer / acceptable response: B names a specific action and result. It can support carefulness without proving every skill.</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Can a strong statement include support?</a:t>
            </a:r>
          </a:p>
          <a:p xmlns:a="http://schemas.openxmlformats.org/drawingml/2006/main">
            <a:r>
              <a:t/>
            </a:r>
          </a:p>
          <a:p xmlns:a="http://schemas.openxmlformats.org/drawingml/2006/main">
            <a:r>
              <a:t>Teacher answer / acceptable response: Yes. “Using a checklist, I…” can accurately describe a skill and its conditions.</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four strengths are supported?</a:t>
            </a:r>
          </a:p>
          <a:p xmlns:a="http://schemas.openxmlformats.org/drawingml/2006/main">
            <a:r>
              <a:t/>
            </a:r>
          </a:p>
          <a:p xmlns:a="http://schemas.openxmlformats.org/drawingml/2006/main">
            <a:r>
              <a:t>Teacher answer / acceptable response: Organisation, carefulness, persistence/problem-solving and communication. The actions support each; no formal qualification is described.</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Write a second statement using different evidence.</a:t>
            </a:r>
          </a:p>
          <a:p xmlns:a="http://schemas.openxmlformats.org/drawingml/2006/main">
            <a:r>
              <a:t/>
            </a:r>
          </a:p>
          <a:p xmlns:a="http://schemas.openxmlformats.org/drawingml/2006/main">
            <a:r>
              <a:t>Teacher answer / acceptable response: Rowan showed carefulness by checking every label and correcting two errors. Keep the claim proportionate.</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Write a second statement using different evidence.</a:t>
            </a:r>
          </a:p>
          <a:p xmlns:a="http://schemas.openxmlformats.org/drawingml/2006/main">
            <a:r>
              <a:t/>
            </a:r>
          </a:p>
          <a:p xmlns:a="http://schemas.openxmlformats.org/drawingml/2006/main">
            <a:r>
              <a:t>Teacher answer / acceptable response: Rowan showed carefulness by checking every label and correcting two errors. Keep the claim proportionate.</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avoids exaggeration?</a:t>
            </a:r>
          </a:p>
          <a:p xmlns:a="http://schemas.openxmlformats.org/drawingml/2006/main">
            <a:r>
              <a:t/>
            </a:r>
          </a:p>
          <a:p xmlns:a="http://schemas.openxmlformats.org/drawingml/2006/main">
            <a:r>
              <a:t>Teacher answer / acceptable response: B. No deadline record or long-term pattern is supplied.</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four strengths are identified and two supported by specific credible evidence. Check proportionate language, honest use of support and separate labelling of fictional analysis.</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GROW_Careers_Aut1_W02 | Strengths with evidence</a:t>
            </a:r>
          </a:p>
          <a:p xmlns:a="http://schemas.openxmlformats.org/drawingml/2006/main">
            <a:r>
              <a:t>I can identify at least four strengths and give credible evidence for two.</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“During the display task Rowan checked labels and corrected two mismatches” names a context, action and known result. It does not claim perfection.</a:t>
            </a:r>
          </a:p>
          <a:p xmlns:a="http://schemas.openxmlformats.org/drawingml/2006/main">
            <a:r>
              <a:t/>
            </a:r>
          </a:p>
          <a:p xmlns:a="http://schemas.openxmlformats.org/drawingml/2006/main">
            <a:r>
              <a:t>Support: Provide context/action/result boxes. Establish four labels together, then ask the learner to choose the evidence for two. Allow spoken rehearsal before writing.</a:t>
            </a:r>
          </a:p>
          <a:p xmlns:a="http://schemas.openxmlformats.org/drawingml/2006/main">
            <a:r>
              <a:t/>
            </a:r>
          </a:p>
          <a:p xmlns:a="http://schemas.openxmlformats.org/drawingml/2006/main">
            <a:r>
              <a:t>Stretch: Compare two plausible strengths for the same action and judge which is better supported; identify what extra observation would strengthen the other claim.</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Careers_Lesson_2_Build_Grow.pptx</a:t>
            </a:r>
          </a:p>
          <a:p xmlns:a="http://schemas.openxmlformats.org/drawingml/2006/main">
            <a:r>
              <a:t>Uploaded teaching source: Careers_Lesson_2_GROW_Student_Resources.docx</a:t>
            </a:r>
          </a:p>
          <a:p xmlns:a="http://schemas.openxmlformats.org/drawingml/2006/main">
            <a:r>
              <a:t>Uploaded teaching source: Careers_Lesson_2_Teacher_Resources.docx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4b1a274ab742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95e3e5c0e7410a" /><Relationship Type="http://schemas.openxmlformats.org/officeDocument/2006/relationships/slideLayout" Target="/ppt/slideLayouts/slideLayout1.xml" Id="Rc5886b051fe449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886b051fe449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dcc348ec9a487d" /><Relationship Type="http://schemas.openxmlformats.org/officeDocument/2006/relationships/image" Target="/ppt/media/image.jpeg" Id="Rc58e07c2e99542e1" /><Relationship Type="http://schemas.openxmlformats.org/officeDocument/2006/relationships/notesSlide" Target="/ppt/notesSlides/notesSlide1.xml" Id="Rcc3aec27494e42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d53cf906bc4bb8" /><Relationship Type="http://schemas.openxmlformats.org/officeDocument/2006/relationships/image" Target="/ppt/media/image.jpeg" Id="R73a974a69d704b71" /><Relationship Type="http://schemas.openxmlformats.org/officeDocument/2006/relationships/notesSlide" Target="/ppt/notesSlides/notesSlide2.xml" Id="R1c6193fc3bbf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02b968a6a84a11" /><Relationship Type="http://schemas.openxmlformats.org/officeDocument/2006/relationships/image" Target="/ppt/media/image.jpeg" Id="R6c479ce9e6af46d0" /><Relationship Type="http://schemas.openxmlformats.org/officeDocument/2006/relationships/notesSlide" Target="/ppt/notesSlides/notesSlide3.xml" Id="Re2012cdf200344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850b0f84d345cf" /><Relationship Type="http://schemas.openxmlformats.org/officeDocument/2006/relationships/image" Target="/ppt/media/image.jpeg" Id="Rf5394ddb601740c4" /><Relationship Type="http://schemas.openxmlformats.org/officeDocument/2006/relationships/notesSlide" Target="/ppt/notesSlides/notesSlide4.xml" Id="Rbf729dd6de5049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a8e1c29f42497d" /><Relationship Type="http://schemas.openxmlformats.org/officeDocument/2006/relationships/image" Target="/ppt/media/image.jpeg" Id="R4aef52b4b40a4f7f" /><Relationship Type="http://schemas.openxmlformats.org/officeDocument/2006/relationships/notesSlide" Target="/ppt/notesSlides/notesSlide5.xml" Id="R90eee3e1a85e41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3150354d5e4e36" /><Relationship Type="http://schemas.openxmlformats.org/officeDocument/2006/relationships/image" Target="/ppt/media/image.jpeg" Id="R93168aaacd92438d" /><Relationship Type="http://schemas.openxmlformats.org/officeDocument/2006/relationships/notesSlide" Target="/ppt/notesSlides/notesSlide6.xml" Id="Rc2f0e8a021384f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9f1eae6d944ded" /><Relationship Type="http://schemas.openxmlformats.org/officeDocument/2006/relationships/image" Target="/ppt/media/image.jpeg" Id="R948fbac12c624bfd" /><Relationship Type="http://schemas.openxmlformats.org/officeDocument/2006/relationships/notesSlide" Target="/ppt/notesSlides/notesSlide7.xml" Id="R4edcedf70a8445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b935fbbaae436a" /><Relationship Type="http://schemas.openxmlformats.org/officeDocument/2006/relationships/image" Target="/ppt/media/image.jpeg" Id="Ra4391b342dcc412c" /><Relationship Type="http://schemas.openxmlformats.org/officeDocument/2006/relationships/notesSlide" Target="/ppt/notesSlides/notesSlide8.xml" Id="Redbe3ba0280748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034495aae346fc" /><Relationship Type="http://schemas.openxmlformats.org/officeDocument/2006/relationships/image" Target="/ppt/media/image.jpeg" Id="Re7cb0889f55e4406" /><Relationship Type="http://schemas.openxmlformats.org/officeDocument/2006/relationships/notesSlide" Target="/ppt/notesSlides/notesSlide9.xml" Id="R35c21e10a23b41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0f86297e114d2e" /><Relationship Type="http://schemas.openxmlformats.org/officeDocument/2006/relationships/image" Target="/ppt/media/image.jpeg" Id="R030104d000494cb4" /><Relationship Type="http://schemas.openxmlformats.org/officeDocument/2006/relationships/notesSlide" Target="/ppt/notesSlides/notesSlide10.xml" Id="R13c2529046714e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88f052d2734fe2" /><Relationship Type="http://schemas.openxmlformats.org/officeDocument/2006/relationships/image" Target="/ppt/media/image.jpeg" Id="R90280383ca464ded" /><Relationship Type="http://schemas.openxmlformats.org/officeDocument/2006/relationships/notesSlide" Target="/ppt/notesSlides/notesSlide11.xml" Id="R91ba55c746f743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87f6534d4041ee" /><Relationship Type="http://schemas.openxmlformats.org/officeDocument/2006/relationships/image" Target="/ppt/media/image.jpeg" Id="R33ebc26ced514a34" /><Relationship Type="http://schemas.openxmlformats.org/officeDocument/2006/relationships/notesSlide" Target="/ppt/notesSlides/notesSlide12.xml" Id="Rb02ceb04cc8f46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82d3adba3f436e" /><Relationship Type="http://schemas.openxmlformats.org/officeDocument/2006/relationships/image" Target="/ppt/media/image.jpeg" Id="R475fff0a8aac4911" /><Relationship Type="http://schemas.openxmlformats.org/officeDocument/2006/relationships/notesSlide" Target="/ppt/notesSlides/notesSlide13.xml" Id="Rd48d08ca2c3c4752"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8e07c2e99542e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Strengths with evidence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makes a strength claim credible?</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at least four strengths and give credible evidence for two.</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3a974a69d704b7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CLAIM</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CREDIBLE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statement that needs supporting information.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Specific and believable without exaggeration.</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c479ce9e6af46d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“I am excellent at everything.”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“I checked each label against the list and corrected two errors.”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gives more useful evidence?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394ddb601740c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Build a credible statement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a strength, a context and what the person actually did.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a result only when it is known.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One example supports a claim; it does not prove “always” or “perfect”.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a strong statement include support?</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aef52b4b40a4f7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Rowan’s project audit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Rowan sorted cards, checked labels and corrected two errors.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When the layout failed, Rowan used a grid and revised it.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Rowan explained the revised layout to a partner.</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four strengths are supported?</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3168aaacd92438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Upgrade the claim</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Weak: “Rowan is organised.”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Stronger: “During the display task Rowan grouped the cards before planning the layout.”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Known result: the revised layout fitted the board.</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48fbac12c624bf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Upgrade the claim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Write a second statement using different evidence.</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4391b342dcc412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Keep it accurate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“This proves Rowan will always meet every deadline.”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“This task gives evidence of planning and checking.”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avoids exaggeration?</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7cb0889f55e440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Audit four strengths: Choose yourself or Rowan; identify an evidence context for each.</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Write two credible statements: Include strength + context + action; add a known result where helpful.</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Check the limits and next step: Identify a vague or exaggerated claim, then set one development action.</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30104d000494cb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0280383ca464de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four strengths.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support two with a context and specific action.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distinguish an evidenced claim from an exaggeration or qualification.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3ebc26ced514a3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Skills audit with evidence examples.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75fff0a8aac491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Write one evidence statement and explain why it is credible.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2026-09-07T13:16:30.4730000Z</dcterms:created>
  <dcterms:modified xsi:type="dcterms:W3CDTF">2026-09-07T13:16:30.4730000Z</dcterms:modified>
</coreProperties>
</file>