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8a1c46b3234e9e" /><Relationship Type="http://schemas.openxmlformats.org/officeDocument/2006/relationships/extended-properties" Target="/docProps/app.xml" Id="R4f8479640b174e07" /><Relationship Type="http://schemas.openxmlformats.org/officeDocument/2006/relationships/officeDocument" Target="/ppt/presentation.xml" Id="R38336630a9d34898" /></Relationships>
</file>

<file path=ppt/presentation.xml><?xml version="1.0" encoding="utf-8"?>
<p:presentation xmlns:p="http://schemas.openxmlformats.org/presentationml/2006/main">
  <p:sldMasterIdLst>
    <p:sldMasterId xmlns:r="http://schemas.openxmlformats.org/officeDocument/2006/relationships" id="2147483648" r:id="R6f8d4c98ed61424d"/>
  </p:sldMasterIdLst>
  <p:notesMasterIdLst>
    <p:notesMasterId xmlns:r="http://schemas.openxmlformats.org/officeDocument/2006/relationships" r:id="R1a569afef8184fb9"/>
  </p:notesMasterIdLst>
  <p:sldIdLst>
    <p:sldId xmlns:r="http://schemas.openxmlformats.org/officeDocument/2006/relationships" id="256" r:id="R3530429a82c94a78"/>
    <p:sldId xmlns:r="http://schemas.openxmlformats.org/officeDocument/2006/relationships" id="257" r:id="R3703dd42777f4c4a"/>
    <p:sldId xmlns:r="http://schemas.openxmlformats.org/officeDocument/2006/relationships" id="258" r:id="R514f518efff14657"/>
    <p:sldId xmlns:r="http://schemas.openxmlformats.org/officeDocument/2006/relationships" id="259" r:id="R522329de1ca64651"/>
    <p:sldId xmlns:r="http://schemas.openxmlformats.org/officeDocument/2006/relationships" id="260" r:id="R549debb3177d4f25"/>
    <p:sldId xmlns:r="http://schemas.openxmlformats.org/officeDocument/2006/relationships" id="261" r:id="R08cf68247474444d"/>
    <p:sldId xmlns:r="http://schemas.openxmlformats.org/officeDocument/2006/relationships" id="262" r:id="R432b3cf93d3c4784"/>
    <p:sldId xmlns:r="http://schemas.openxmlformats.org/officeDocument/2006/relationships" id="263" r:id="R34e7f448fdce4f0f"/>
    <p:sldId xmlns:r="http://schemas.openxmlformats.org/officeDocument/2006/relationships" id="264" r:id="R768409a37a1e4e69"/>
    <p:sldId xmlns:r="http://schemas.openxmlformats.org/officeDocument/2006/relationships" id="265" r:id="R9790de8dda034413"/>
    <p:sldId xmlns:r="http://schemas.openxmlformats.org/officeDocument/2006/relationships" id="266" r:id="Rd1e6b7cfd3be487b"/>
    <p:sldId xmlns:r="http://schemas.openxmlformats.org/officeDocument/2006/relationships" id="267" r:id="R069b8d4786b84583"/>
    <p:sldId xmlns:r="http://schemas.openxmlformats.org/officeDocument/2006/relationships" id="268" r:id="R26b22070b151487b"/>
    <p:sldId xmlns:r="http://schemas.openxmlformats.org/officeDocument/2006/relationships" id="269" r:id="R8e6e7ba1c96d49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aa22bb00714e45" /><Relationship Type="http://schemas.openxmlformats.org/officeDocument/2006/relationships/slideMaster" Target="/ppt/slideMasters/slideMaster1.xml" Id="R6f8d4c98ed61424d" /><Relationship Type="http://schemas.openxmlformats.org/officeDocument/2006/relationships/notesMaster" Target="/ppt/notesMasters/notesMaster1.xml" Id="R1a569afef8184fb9" /><Relationship Type="http://schemas.openxmlformats.org/officeDocument/2006/relationships/presProps" Target="/ppt/presProps.xml" Id="R8111dbd811c54a4b" /><Relationship Type="http://schemas.openxmlformats.org/officeDocument/2006/relationships/tableStyles" Target="/ppt/tableStyles.xml" Id="R963fbb639be0466c" /><Relationship Type="http://schemas.openxmlformats.org/officeDocument/2006/relationships/slide" Target="/ppt/slides/slide1.xml" Id="R3530429a82c94a78" /><Relationship Type="http://schemas.openxmlformats.org/officeDocument/2006/relationships/slide" Target="/ppt/slides/slide2.xml" Id="R3703dd42777f4c4a" /><Relationship Type="http://schemas.openxmlformats.org/officeDocument/2006/relationships/slide" Target="/ppt/slides/slide3.xml" Id="R514f518efff14657" /><Relationship Type="http://schemas.openxmlformats.org/officeDocument/2006/relationships/slide" Target="/ppt/slides/slide4.xml" Id="R522329de1ca64651" /><Relationship Type="http://schemas.openxmlformats.org/officeDocument/2006/relationships/slide" Target="/ppt/slides/slide5.xml" Id="R549debb3177d4f25" /><Relationship Type="http://schemas.openxmlformats.org/officeDocument/2006/relationships/slide" Target="/ppt/slides/slide6.xml" Id="R08cf68247474444d" /><Relationship Type="http://schemas.openxmlformats.org/officeDocument/2006/relationships/slide" Target="/ppt/slides/slide7.xml" Id="R432b3cf93d3c4784" /><Relationship Type="http://schemas.openxmlformats.org/officeDocument/2006/relationships/slide" Target="/ppt/slides/slide8.xml" Id="R34e7f448fdce4f0f" /><Relationship Type="http://schemas.openxmlformats.org/officeDocument/2006/relationships/slide" Target="/ppt/slides/slide9.xml" Id="R768409a37a1e4e69" /><Relationship Type="http://schemas.openxmlformats.org/officeDocument/2006/relationships/slide" Target="/ppt/slides/slide10.xml" Id="R9790de8dda034413" /><Relationship Type="http://schemas.openxmlformats.org/officeDocument/2006/relationships/slide" Target="/ppt/slides/slide11.xml" Id="Rd1e6b7cfd3be487b" /><Relationship Type="http://schemas.openxmlformats.org/officeDocument/2006/relationships/slide" Target="/ppt/slides/slide12.xml" Id="R069b8d4786b84583" /><Relationship Type="http://schemas.openxmlformats.org/officeDocument/2006/relationships/slide" Target="/ppt/slides/slide13.xml" Id="R26b22070b151487b" /><Relationship Type="http://schemas.openxmlformats.org/officeDocument/2006/relationships/slide" Target="/ppt/slides/slide14.xml" Id="R8e6e7ba1c96d49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da452fbba447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4b30a76d3e4fca" /><Relationship Type="http://schemas.openxmlformats.org/officeDocument/2006/relationships/notesMaster" Target="/ppt/notesMasters/notesMaster1.xml" Id="Rdacde6e49db144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38a6a19691467c" /><Relationship Type="http://schemas.openxmlformats.org/officeDocument/2006/relationships/notesMaster" Target="/ppt/notesMasters/notesMaster1.xml" Id="Rfdd968293b1a49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6c8e7d143d4276" /><Relationship Type="http://schemas.openxmlformats.org/officeDocument/2006/relationships/notesMaster" Target="/ppt/notesMasters/notesMaster1.xml" Id="R0d78ddbce5ab41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4313905fef45ec" /><Relationship Type="http://schemas.openxmlformats.org/officeDocument/2006/relationships/notesMaster" Target="/ppt/notesMasters/notesMaster1.xml" Id="R543d43be2c7f4a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f6d6e9067c44a2" /><Relationship Type="http://schemas.openxmlformats.org/officeDocument/2006/relationships/notesMaster" Target="/ppt/notesMasters/notesMaster1.xml" Id="R789a038a8e7048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6dae035ee04e44" /><Relationship Type="http://schemas.openxmlformats.org/officeDocument/2006/relationships/notesMaster" Target="/ppt/notesMasters/notesMaster1.xml" Id="R842e9e3969eb46e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eac5b637fa48b4" /><Relationship Type="http://schemas.openxmlformats.org/officeDocument/2006/relationships/notesMaster" Target="/ppt/notesMasters/notesMaster1.xml" Id="R9b262ec698d541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f18caf56cc4a5c" /><Relationship Type="http://schemas.openxmlformats.org/officeDocument/2006/relationships/notesMaster" Target="/ppt/notesMasters/notesMaster1.xml" Id="R982df0d3ebba47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1a1b35deb0240f2" /><Relationship Type="http://schemas.openxmlformats.org/officeDocument/2006/relationships/notesMaster" Target="/ppt/notesMasters/notesMaster1.xml" Id="Rb62da780ec1e46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8faf2aa1c24220" /><Relationship Type="http://schemas.openxmlformats.org/officeDocument/2006/relationships/notesMaster" Target="/ppt/notesMasters/notesMaster1.xml" Id="R0c058ba5425741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5508aa45954e4c" /><Relationship Type="http://schemas.openxmlformats.org/officeDocument/2006/relationships/notesMaster" Target="/ppt/notesMasters/notesMaster1.xml" Id="Rb76528bfb3d94d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5cb73cb24e4a35" /><Relationship Type="http://schemas.openxmlformats.org/officeDocument/2006/relationships/notesMaster" Target="/ppt/notesMasters/notesMaster1.xml" Id="R3dd92b3ed65c481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c95e90d973474d" /><Relationship Type="http://schemas.openxmlformats.org/officeDocument/2006/relationships/notesMaster" Target="/ppt/notesMasters/notesMaster1.xml" Id="R1930b2dd3a4c45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d90c97cc054381" /><Relationship Type="http://schemas.openxmlformats.org/officeDocument/2006/relationships/notesMaster" Target="/ppt/notesMasters/notesMaster1.xml" Id="R713bbc24f8bc4b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Give one specific improvement.</a:t>
            </a:r>
          </a:p>
          <a:p xmlns:a="http://schemas.openxmlformats.org/drawingml/2006/main">
            <a:r>
              <a:t/>
            </a:r>
          </a:p>
          <a:p xmlns:a="http://schemas.openxmlformats.org/drawingml/2006/main">
            <a:r>
              <a:t>Teacher answer / acceptable response: Describe the person’s contribution: measured parts, checked a list, explained a plan or shared agreed tasks.</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Can the same activity show more than one skill?</a:t>
            </a:r>
          </a:p>
          <a:p xmlns:a="http://schemas.openxmlformats.org/drawingml/2006/main">
            <a:r>
              <a:t/>
            </a:r>
          </a:p>
          <a:p xmlns:a="http://schemas.openxmlformats.org/drawingml/2006/main">
            <a:r>
              <a:t>Teacher answer / acceptable response: Yes. Match each skill to the detail that supports it rather than copying one vague claim into every row.</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Can the same activity show more than one skill?</a:t>
            </a:r>
          </a:p>
          <a:p xmlns:a="http://schemas.openxmlformats.org/drawingml/2006/main">
            <a:r>
              <a:t/>
            </a:r>
          </a:p>
          <a:p xmlns:a="http://schemas.openxmlformats.org/drawingml/2006/main">
            <a:r>
              <a:t>Teacher answer / acceptable response: Yes. Match each skill to the detail that supports it rather than copying one vague claim into every row.</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action provides the digital evidence?</a:t>
            </a:r>
          </a:p>
          <a:p xmlns:a="http://schemas.openxmlformats.org/drawingml/2006/main">
            <a:r>
              <a:t/>
            </a:r>
          </a:p>
          <a:p xmlns:a="http://schemas.openxmlformats.org/drawingml/2006/main">
            <a:r>
              <a:t>Teacher answer / acceptable response: Formatting the title and saving the file. This version explicitly includes digital actions; do not infer them from a poster alone.</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How could you make one statement more precise without inventing a result?</a:t>
            </a:r>
          </a:p>
          <a:p xmlns:a="http://schemas.openxmlformats.org/drawingml/2006/main">
            <a:r>
              <a:t/>
            </a:r>
          </a:p>
          <a:p xmlns:a="http://schemas.openxmlformats.org/drawingml/2006/main">
            <a:r>
              <a:t>Teacher answer / acceptable response: Add the named context and stated action. Do not add perfect accuracy, speed or independent working unless observed.</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How could you make one statement more precise without inventing a result?</a:t>
            </a:r>
          </a:p>
          <a:p xmlns:a="http://schemas.openxmlformats.org/drawingml/2006/main">
            <a:r>
              <a:t/>
            </a:r>
          </a:p>
          <a:p xmlns:a="http://schemas.openxmlformats.org/drawingml/2006/main">
            <a:r>
              <a:t>Teacher answer / acceptable response: Add the named context and stated action. Do not add perfect accuracy, speed or independent working unless observed.</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action is manageable and checkable?</a:t>
            </a:r>
          </a:p>
          <a:p xmlns:a="http://schemas.openxmlformats.org/drawingml/2006/main">
            <a:r>
              <a:t/>
            </a:r>
          </a:p>
          <a:p xmlns:a="http://schemas.openxmlformats.org/drawingml/2006/main">
            <a:r>
              <a:t>Teacher answer / acceptable response: B. It names a small task and review point; use a checklist or adult prompt if needed.</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all five skills have considered evidence, three statements name specific actions and one realistic development step has a review point. Honest unknowns are acceptable and guide follow-up.</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GROW_Careers_Aut1_W05 | Transferable skills and employability evidence</a:t>
            </a:r>
          </a:p>
          <a:p xmlns:a="http://schemas.openxmlformats.org/drawingml/2006/main">
            <a:r>
              <a:t>I can select evidence for communication, teamwork, problem-solving, organisation and digital skills.</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Sam formatted and saved a title file during the exhibition project, showing digital skill. Next step: practise finding and reopening the file next ICT lesson.</a:t>
            </a:r>
          </a:p>
          <a:p xmlns:a="http://schemas.openxmlformats.org/drawingml/2006/main">
            <a:r>
              <a:t/>
            </a:r>
          </a:p>
          <a:p xmlns:a="http://schemas.openxmlformats.org/drawingml/2006/main">
            <a:r>
              <a:t>Support: Offer five rows with verbs to choose from. Rehearse one statement, then fade the sentence frame for the next two. Record case analysis separately from personal skills evidence.</a:t>
            </a:r>
          </a:p>
          <a:p xmlns:a="http://schemas.openxmlformats.org/drawingml/2006/main">
            <a:r>
              <a:t/>
            </a:r>
          </a:p>
          <a:p xmlns:a="http://schemas.openxmlformats.org/drawingml/2006/main">
            <a:r>
              <a:t>Stretch: Evaluate which of two examples best supports a skill, explain the limits of both and identify the observation that would resolve uncertainty.</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Careers_Lesson_5_GROW_Student_Resources.docx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6d26b9c040471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ff863df781c44ec" /><Relationship Type="http://schemas.openxmlformats.org/officeDocument/2006/relationships/slideLayout" Target="/ppt/slideLayouts/slideLayout1.xml" Id="R653b6d81f5d844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3b6d81f5d844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019104d21b4de2" /><Relationship Type="http://schemas.openxmlformats.org/officeDocument/2006/relationships/image" Target="/ppt/media/image.jpeg" Id="R805bb41cfdb945f8" /><Relationship Type="http://schemas.openxmlformats.org/officeDocument/2006/relationships/notesSlide" Target="/ppt/notesSlides/notesSlide1.xml" Id="R3b7d1651558c45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77430a83d04365" /><Relationship Type="http://schemas.openxmlformats.org/officeDocument/2006/relationships/image" Target="/ppt/media/image.jpeg" Id="R6651bfb0bb364c18" /><Relationship Type="http://schemas.openxmlformats.org/officeDocument/2006/relationships/notesSlide" Target="/ppt/notesSlides/notesSlide2.xml" Id="Rb62236d638ff4b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011528540464f9f" /><Relationship Type="http://schemas.openxmlformats.org/officeDocument/2006/relationships/image" Target="/ppt/media/image.jpeg" Id="Rd37b856ef5a84171" /><Relationship Type="http://schemas.openxmlformats.org/officeDocument/2006/relationships/notesSlide" Target="/ppt/notesSlides/notesSlide3.xml" Id="R22188f7ecf1940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5b9aa6c78ad45f5" /><Relationship Type="http://schemas.openxmlformats.org/officeDocument/2006/relationships/image" Target="/ppt/media/image.jpeg" Id="R3a6fb5a7c65c4856" /><Relationship Type="http://schemas.openxmlformats.org/officeDocument/2006/relationships/notesSlide" Target="/ppt/notesSlides/notesSlide4.xml" Id="R2cbc2d39fb4946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8a2dd6cbc54966" /><Relationship Type="http://schemas.openxmlformats.org/officeDocument/2006/relationships/image" Target="/ppt/media/image.jpeg" Id="Rf8f840a8ccb84e6c" /><Relationship Type="http://schemas.openxmlformats.org/officeDocument/2006/relationships/notesSlide" Target="/ppt/notesSlides/notesSlide5.xml" Id="R00249bc7dae5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aa8c320d2d4323" /><Relationship Type="http://schemas.openxmlformats.org/officeDocument/2006/relationships/image" Target="/ppt/media/image.jpeg" Id="R4295a69344714e75" /><Relationship Type="http://schemas.openxmlformats.org/officeDocument/2006/relationships/notesSlide" Target="/ppt/notesSlides/notesSlide6.xml" Id="R3a8d662c66304b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abc86cabfd4d64" /><Relationship Type="http://schemas.openxmlformats.org/officeDocument/2006/relationships/image" Target="/ppt/media/image.jpeg" Id="R0ed6aec7b81e4f48" /><Relationship Type="http://schemas.openxmlformats.org/officeDocument/2006/relationships/notesSlide" Target="/ppt/notesSlides/notesSlide7.xml" Id="R1638fc1bec4d45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3ef046fdaf49ea" /><Relationship Type="http://schemas.openxmlformats.org/officeDocument/2006/relationships/image" Target="/ppt/media/image.jpeg" Id="Rc925e4afc2874f0a" /><Relationship Type="http://schemas.openxmlformats.org/officeDocument/2006/relationships/notesSlide" Target="/ppt/notesSlides/notesSlide8.xml" Id="Racb9012c2b7b43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05a3aa7e5d4f58" /><Relationship Type="http://schemas.openxmlformats.org/officeDocument/2006/relationships/image" Target="/ppt/media/image.jpeg" Id="Rb28ac1096cdc4f87" /><Relationship Type="http://schemas.openxmlformats.org/officeDocument/2006/relationships/notesSlide" Target="/ppt/notesSlides/notesSlide9.xml" Id="R2adf3edc72234a6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cfb5da4d97475c" /><Relationship Type="http://schemas.openxmlformats.org/officeDocument/2006/relationships/image" Target="/ppt/media/image.jpeg" Id="Rea734418ff9949a4" /><Relationship Type="http://schemas.openxmlformats.org/officeDocument/2006/relationships/notesSlide" Target="/ppt/notesSlides/notesSlide10.xml" Id="Rb31dfe5f1eba49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31e334cd9e4453" /><Relationship Type="http://schemas.openxmlformats.org/officeDocument/2006/relationships/image" Target="/ppt/media/image.jpeg" Id="R72e33f40a0604bf2" /><Relationship Type="http://schemas.openxmlformats.org/officeDocument/2006/relationships/notesSlide" Target="/ppt/notesSlides/notesSlide11.xml" Id="Rb848caf734134c7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364bcaa7db84c5b" /><Relationship Type="http://schemas.openxmlformats.org/officeDocument/2006/relationships/image" Target="/ppt/media/image.jpeg" Id="R39305ed457b64cec" /><Relationship Type="http://schemas.openxmlformats.org/officeDocument/2006/relationships/notesSlide" Target="/ppt/notesSlides/notesSlide12.xml" Id="R4787ab06586b43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f6570329304211" /><Relationship Type="http://schemas.openxmlformats.org/officeDocument/2006/relationships/image" Target="/ppt/media/image.jpeg" Id="R5528e0d69ca74e91" /><Relationship Type="http://schemas.openxmlformats.org/officeDocument/2006/relationships/notesSlide" Target="/ppt/notesSlides/notesSlide13.xml" Id="Rfb54983f162c45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cf9a358ded94564" /><Relationship Type="http://schemas.openxmlformats.org/officeDocument/2006/relationships/image" Target="/ppt/media/image.jpeg" Id="R426a0836914a4628" /><Relationship Type="http://schemas.openxmlformats.org/officeDocument/2006/relationships/notesSlide" Target="/ppt/notesSlides/notesSlide14.xml" Id="Rf3a4844ce3b744c5"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05bb41cfdb945f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Transferable skills: evidence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actions show skills that transfer across tasks?</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select evidence for communication, teamwork, problem-solving, organisation and digital skills.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651bfb0bb364c1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TRANSFERABLE SKILL</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EMPLOYABILITY EVIDENCE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ability useful across different tasks and settings.</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Examples of relevant abilities and actions; not proof of being ready for every job.</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37b856ef5a8417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Does “I did DT” identify a transferable skill?</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could we say about the action instead?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Give one specific improvement.</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a6fb5a7c65c485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evidence, not impressive labels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Communication, teamwork, problem-solving, organisation and digital skills can appear across subjects.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context and individual action; add a result only if known.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Missing evidence means a question or practice need, not proven inability.</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8f840a8ccb84e6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evidence, not impressive labels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the same activity show more than one skill?</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295a69344714e7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Sam’s exhibition project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agreed roles, checked a checklist and explained the plan.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asked staff about a safe alternative for missing material.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formatted a title in a document and saved it in the project folder.</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action provides the digital evidence?</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ed6aec7b81e4f4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Write three evidence statements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Organisation: checked the materials list before starting.</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Teamwork: agreed roles with a partner and completed the agreed part.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Digital: formatted a title and saved the file in the project folder.</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925e4afc2874f0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Write three evidence statements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could you make one statement more precise without inventing a result?</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28ac1096cdc4f8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Identify a sensible development action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“Become perfect at technology by tomorrow.”</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“Practise naming and finding one project file next ICT lesson.”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action is manageable and checkable?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734418ff9949a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Build a five-skill evidence bank: Use personal safe examples or Sam’s full card; mark the choice.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Write three strong statements: Choose three rows and write context + what the person did + link to skill.</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Plan one development step: Identify a skill with limited evidence or one you want to practise.</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2e33f40a0604bf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9305ed457b64ce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select evidence for five named skills.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write three specific evidence statements.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identify one development need and a feasible practice action.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528e0d69ca74e9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Transferable-skills evidence bank.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26a0836914a462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one specific skill statement and one feasible development action.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2026-09-07T13:16:57.9520000Z</dcterms:created>
  <dcterms:modified xsi:type="dcterms:W3CDTF">2026-09-07T13:16:57.9520000Z</dcterms:modified>
</coreProperties>
</file>